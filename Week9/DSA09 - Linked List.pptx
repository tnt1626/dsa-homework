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Manrope Light"/>
      <p:regular r:id="rId42"/>
      <p:bold r:id="rId43"/>
    </p:embeddedFont>
    <p:embeddedFont>
      <p:font typeface="Assistant Medium"/>
      <p:regular r:id="rId44"/>
      <p:bold r:id="rId45"/>
    </p:embeddedFont>
    <p:embeddedFont>
      <p:font typeface="Nunito ExtraLight"/>
      <p:regular r:id="rId46"/>
      <p:bold r:id="rId47"/>
      <p:italic r:id="rId48"/>
      <p:boldItalic r:id="rId49"/>
    </p:embeddedFont>
    <p:embeddedFont>
      <p:font typeface="Nunito"/>
      <p:regular r:id="rId50"/>
      <p:bold r:id="rId51"/>
      <p:italic r:id="rId52"/>
      <p:boldItalic r:id="rId53"/>
    </p:embeddedFont>
    <p:embeddedFont>
      <p:font typeface="Besley"/>
      <p:regular r:id="rId54"/>
      <p:bold r:id="rId55"/>
      <p:italic r:id="rId56"/>
      <p:boldItalic r:id="rId57"/>
    </p:embeddedFont>
    <p:embeddedFont>
      <p:font typeface="Bebas Neue"/>
      <p:regular r:id="rId58"/>
    </p:embeddedFont>
    <p:embeddedFont>
      <p:font typeface="Assistant"/>
      <p:regular r:id="rId59"/>
      <p:bold r:id="rId60"/>
    </p:embeddedFont>
    <p:embeddedFont>
      <p:font typeface="Manrope"/>
      <p:regular r:id="rId61"/>
      <p:bold r:id="rId62"/>
    </p:embeddedFont>
    <p:embeddedFont>
      <p:font typeface="Noto Sans SC"/>
      <p:regular r:id="rId63"/>
      <p:bold r:id="rId64"/>
    </p:embeddedFont>
    <p:embeddedFont>
      <p:font typeface="Manrope Medium"/>
      <p:regular r:id="rId65"/>
      <p:bold r:id="rId66"/>
    </p:embeddedFont>
    <p:embeddedFont>
      <p:font typeface="Besley Medium"/>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4FBC41-F5C6-4B6F-98DE-90C104BD2B92}">
  <a:tblStyle styleId="{914FBC41-F5C6-4B6F-98DE-90C104BD2B9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ManropeLight-regular.fntdata"/><Relationship Id="rId41" Type="http://schemas.openxmlformats.org/officeDocument/2006/relationships/slide" Target="slides/slide36.xml"/><Relationship Id="rId44" Type="http://schemas.openxmlformats.org/officeDocument/2006/relationships/font" Target="fonts/AssistantMedium-regular.fntdata"/><Relationship Id="rId43" Type="http://schemas.openxmlformats.org/officeDocument/2006/relationships/font" Target="fonts/ManropeLight-bold.fntdata"/><Relationship Id="rId46" Type="http://schemas.openxmlformats.org/officeDocument/2006/relationships/font" Target="fonts/NunitoExtraLight-regular.fntdata"/><Relationship Id="rId45" Type="http://schemas.openxmlformats.org/officeDocument/2006/relationships/font" Target="fonts/Assistant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unitoExtraLight-italic.fntdata"/><Relationship Id="rId47" Type="http://schemas.openxmlformats.org/officeDocument/2006/relationships/font" Target="fonts/NunitoExtraLight-bold.fntdata"/><Relationship Id="rId49" Type="http://schemas.openxmlformats.org/officeDocument/2006/relationships/font" Target="fonts/NunitoExtra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BesleyMedium-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anrope-bold.fntdata"/><Relationship Id="rId61" Type="http://schemas.openxmlformats.org/officeDocument/2006/relationships/font" Target="fonts/Manrope-regular.fntdata"/><Relationship Id="rId20" Type="http://schemas.openxmlformats.org/officeDocument/2006/relationships/slide" Target="slides/slide15.xml"/><Relationship Id="rId64" Type="http://schemas.openxmlformats.org/officeDocument/2006/relationships/font" Target="fonts/NotoSansSC-bold.fntdata"/><Relationship Id="rId63" Type="http://schemas.openxmlformats.org/officeDocument/2006/relationships/font" Target="fonts/NotoSansSC-regular.fntdata"/><Relationship Id="rId22" Type="http://schemas.openxmlformats.org/officeDocument/2006/relationships/slide" Target="slides/slide17.xml"/><Relationship Id="rId66" Type="http://schemas.openxmlformats.org/officeDocument/2006/relationships/font" Target="fonts/ManropeMedium-bold.fntdata"/><Relationship Id="rId21" Type="http://schemas.openxmlformats.org/officeDocument/2006/relationships/slide" Target="slides/slide16.xml"/><Relationship Id="rId65" Type="http://schemas.openxmlformats.org/officeDocument/2006/relationships/font" Target="fonts/ManropeMedium-regular.fntdata"/><Relationship Id="rId24" Type="http://schemas.openxmlformats.org/officeDocument/2006/relationships/slide" Target="slides/slide19.xml"/><Relationship Id="rId68" Type="http://schemas.openxmlformats.org/officeDocument/2006/relationships/font" Target="fonts/BesleyMedium-bold.fntdata"/><Relationship Id="rId23" Type="http://schemas.openxmlformats.org/officeDocument/2006/relationships/slide" Target="slides/slide18.xml"/><Relationship Id="rId67" Type="http://schemas.openxmlformats.org/officeDocument/2006/relationships/font" Target="fonts/BesleyMedium-regular.fntdata"/><Relationship Id="rId60" Type="http://schemas.openxmlformats.org/officeDocument/2006/relationships/font" Target="fonts/Assistant-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BesleyMedium-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Nunito-bold.fntdata"/><Relationship Id="rId50" Type="http://schemas.openxmlformats.org/officeDocument/2006/relationships/font" Target="fonts/Nunito-regular.fntdata"/><Relationship Id="rId53" Type="http://schemas.openxmlformats.org/officeDocument/2006/relationships/font" Target="fonts/Nunito-boldItalic.fntdata"/><Relationship Id="rId52" Type="http://schemas.openxmlformats.org/officeDocument/2006/relationships/font" Target="fonts/Nunito-italic.fntdata"/><Relationship Id="rId11" Type="http://schemas.openxmlformats.org/officeDocument/2006/relationships/slide" Target="slides/slide6.xml"/><Relationship Id="rId55" Type="http://schemas.openxmlformats.org/officeDocument/2006/relationships/font" Target="fonts/Besley-bold.fntdata"/><Relationship Id="rId10" Type="http://schemas.openxmlformats.org/officeDocument/2006/relationships/slide" Target="slides/slide5.xml"/><Relationship Id="rId54" Type="http://schemas.openxmlformats.org/officeDocument/2006/relationships/font" Target="fonts/Besley-regular.fntdata"/><Relationship Id="rId13" Type="http://schemas.openxmlformats.org/officeDocument/2006/relationships/slide" Target="slides/slide8.xml"/><Relationship Id="rId57" Type="http://schemas.openxmlformats.org/officeDocument/2006/relationships/font" Target="fonts/Besley-boldItalic.fntdata"/><Relationship Id="rId12" Type="http://schemas.openxmlformats.org/officeDocument/2006/relationships/slide" Target="slides/slide7.xml"/><Relationship Id="rId56" Type="http://schemas.openxmlformats.org/officeDocument/2006/relationships/font" Target="fonts/Besley-italic.fntdata"/><Relationship Id="rId15" Type="http://schemas.openxmlformats.org/officeDocument/2006/relationships/slide" Target="slides/slide10.xml"/><Relationship Id="rId59" Type="http://schemas.openxmlformats.org/officeDocument/2006/relationships/font" Target="fonts/Assistant-regular.fntdata"/><Relationship Id="rId14" Type="http://schemas.openxmlformats.org/officeDocument/2006/relationships/slide" Target="slides/slide9.xml"/><Relationship Id="rId58" Type="http://schemas.openxmlformats.org/officeDocument/2006/relationships/font" Target="fonts/BebasNeue-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9e0b79149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9e0b79149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Biên soạn: Phạm Huy Lâm (K16)</a:t>
            </a:r>
            <a:endParaRPr/>
          </a:p>
          <a:p>
            <a:pPr indent="0" lvl="0" marL="0" rtl="0" algn="l">
              <a:spcBef>
                <a:spcPts val="0"/>
              </a:spcBef>
              <a:spcAft>
                <a:spcPts val="0"/>
              </a:spcAft>
              <a:buNone/>
            </a:pPr>
            <a:r>
              <a:rPr lang="en"/>
              <a:t>Kiểm duyệt: Hà Văn Thảo (GV)</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ab831ecaea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ab831ecaea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64a7b917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64a7b917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ab8539ab8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ab8539ab8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ab8539ab81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ab8539ab81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ab8539ab81_1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ab8539ab81_1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ab8539ab8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ab8539ab8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ab8539ab81_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2ab8539ab81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ab8539ab81_1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ab8539ab81_1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ab8539ab81_1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ab8539ab81_1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ab831ecae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ab831ecae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ab831ecae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ab831ecae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ab8539ab81_1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ab8539ab81_1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ab8539ab81_1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2ab8539ab81_1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ab831eca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ab831eca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ab8539ab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ab8539ab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2ab831ecae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2ab831ecaea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2ab831ecaea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2ab831ecaea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ab831ecaea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ab831ecaea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2ab831ecaea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2ab831ecaea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2ab831ecaea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2ab831ecaea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2ab831ecaea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2ab831ecaea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2ab831ecaea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2ab831ecaea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ab8539ab81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ab8539ab81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2ab831ecaea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2ab831ecaea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ab8539ab8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2ab8539ab8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2ab8539ab8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2ab8539ab8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2ab8539ab8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2ab8539ab8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ab8539ab81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ab8539ab81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ab831ecaea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2ab831ecaea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2ab831ecaea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2ab831ecaea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ab831ecaea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2ab831ecaea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2ab987f454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2ab987f454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2aa9df733c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2aa9df733c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2aa9df733c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2aa9df733c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aa9df733c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2aa9df733c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hyperlink" Target="https://bit.ly/3A1uf1Q"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0" y="0"/>
            <a:ext cx="1925163" cy="1836799"/>
          </a:xfrm>
          <a:prstGeom prst="rect">
            <a:avLst/>
          </a:prstGeom>
          <a:noFill/>
          <a:ln>
            <a:noFill/>
          </a:ln>
        </p:spPr>
      </p:pic>
      <p:sp>
        <p:nvSpPr>
          <p:cNvPr id="11" name="Google Shape;11;p2"/>
          <p:cNvSpPr/>
          <p:nvPr/>
        </p:nvSpPr>
        <p:spPr>
          <a:xfrm>
            <a:off x="8562251" y="1626101"/>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 name="Google Shape;12;p2"/>
          <p:cNvSpPr/>
          <p:nvPr/>
        </p:nvSpPr>
        <p:spPr>
          <a:xfrm rot="10800000">
            <a:off x="2059085" y="4130161"/>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 name="Google Shape;13;p2"/>
          <p:cNvGrpSpPr/>
          <p:nvPr/>
        </p:nvGrpSpPr>
        <p:grpSpPr>
          <a:xfrm>
            <a:off x="5161549" y="4"/>
            <a:ext cx="1936100" cy="968050"/>
            <a:chOff x="3603949" y="4"/>
            <a:chExt cx="1936100" cy="968050"/>
          </a:xfrm>
        </p:grpSpPr>
        <p:sp>
          <p:nvSpPr>
            <p:cNvPr id="14" name="Google Shape;14;p2"/>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 name="Google Shape;16;p2"/>
          <p:cNvSpPr/>
          <p:nvPr/>
        </p:nvSpPr>
        <p:spPr>
          <a:xfrm>
            <a:off x="484475" y="487800"/>
            <a:ext cx="8175000" cy="41679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7" name="Google Shape;17;p2"/>
          <p:cNvSpPr txBox="1"/>
          <p:nvPr>
            <p:ph type="ctrTitle"/>
          </p:nvPr>
        </p:nvSpPr>
        <p:spPr>
          <a:xfrm>
            <a:off x="901450" y="1480200"/>
            <a:ext cx="4601700" cy="16101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8" name="Google Shape;18;p2"/>
          <p:cNvSpPr txBox="1"/>
          <p:nvPr>
            <p:ph idx="1" type="subTitle"/>
          </p:nvPr>
        </p:nvSpPr>
        <p:spPr>
          <a:xfrm>
            <a:off x="901450" y="3242700"/>
            <a:ext cx="3749400" cy="42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rot="10800000">
            <a:off x="5102924" y="4556454"/>
            <a:ext cx="1936100" cy="968050"/>
            <a:chOff x="3603949" y="4"/>
            <a:chExt cx="1936100" cy="968050"/>
          </a:xfrm>
        </p:grpSpPr>
        <p:sp>
          <p:nvSpPr>
            <p:cNvPr id="21" name="Google Shape;21;p3"/>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3"/>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 name="Google Shape;23;p3"/>
          <p:cNvSpPr/>
          <p:nvPr/>
        </p:nvSpPr>
        <p:spPr>
          <a:xfrm>
            <a:off x="3288135" y="-61639"/>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3"/>
          <p:cNvSpPr/>
          <p:nvPr/>
        </p:nvSpPr>
        <p:spPr>
          <a:xfrm rot="10800000">
            <a:off x="8334082" y="1818755"/>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25" name="Google Shape;25;p3"/>
          <p:cNvPicPr preferRelativeResize="0"/>
          <p:nvPr/>
        </p:nvPicPr>
        <p:blipFill>
          <a:blip r:embed="rId2">
            <a:alphaModFix/>
          </a:blip>
          <a:stretch>
            <a:fillRect/>
          </a:stretch>
        </p:blipFill>
        <p:spPr>
          <a:xfrm>
            <a:off x="-7" y="2996013"/>
            <a:ext cx="1703718" cy="2147495"/>
          </a:xfrm>
          <a:prstGeom prst="rect">
            <a:avLst/>
          </a:prstGeom>
          <a:noFill/>
          <a:ln>
            <a:noFill/>
          </a:ln>
        </p:spPr>
      </p:pic>
      <p:sp>
        <p:nvSpPr>
          <p:cNvPr id="26" name="Google Shape;26;p3"/>
          <p:cNvSpPr/>
          <p:nvPr/>
        </p:nvSpPr>
        <p:spPr>
          <a:xfrm>
            <a:off x="484475" y="487800"/>
            <a:ext cx="8175000" cy="41679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7" name="Google Shape;27;p3"/>
          <p:cNvSpPr txBox="1"/>
          <p:nvPr>
            <p:ph type="title"/>
          </p:nvPr>
        </p:nvSpPr>
        <p:spPr>
          <a:xfrm>
            <a:off x="1029725" y="2420138"/>
            <a:ext cx="4014300" cy="841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 name="Google Shape;28;p3"/>
          <p:cNvSpPr txBox="1"/>
          <p:nvPr>
            <p:ph hasCustomPrompt="1" idx="2" type="title"/>
          </p:nvPr>
        </p:nvSpPr>
        <p:spPr>
          <a:xfrm>
            <a:off x="1029725" y="1380260"/>
            <a:ext cx="1162200" cy="963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9" name="Google Shape;29;p3"/>
          <p:cNvSpPr txBox="1"/>
          <p:nvPr>
            <p:ph idx="1" type="subTitle"/>
          </p:nvPr>
        </p:nvSpPr>
        <p:spPr>
          <a:xfrm>
            <a:off x="1029725" y="3338138"/>
            <a:ext cx="4014300" cy="4251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 name="Google Shape;30;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grpSp>
        <p:nvGrpSpPr>
          <p:cNvPr id="32" name="Google Shape;32;p4"/>
          <p:cNvGrpSpPr/>
          <p:nvPr/>
        </p:nvGrpSpPr>
        <p:grpSpPr>
          <a:xfrm rot="5400000">
            <a:off x="7825499" y="3691429"/>
            <a:ext cx="1936100" cy="968050"/>
            <a:chOff x="3603949" y="4"/>
            <a:chExt cx="1936100" cy="968050"/>
          </a:xfrm>
        </p:grpSpPr>
        <p:sp>
          <p:nvSpPr>
            <p:cNvPr id="33" name="Google Shape;33;p4"/>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4"/>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5" name="Google Shape;35;p4"/>
          <p:cNvSpPr/>
          <p:nvPr/>
        </p:nvSpPr>
        <p:spPr>
          <a:xfrm>
            <a:off x="-56987" y="-218399"/>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4"/>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37" name="Google Shape;37;p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4"/>
          <p:cNvSpPr txBox="1"/>
          <p:nvPr>
            <p:ph idx="1" type="subTitle"/>
          </p:nvPr>
        </p:nvSpPr>
        <p:spPr>
          <a:xfrm>
            <a:off x="1283700" y="1261788"/>
            <a:ext cx="6576600" cy="35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2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
          <p:cNvSpPr/>
          <p:nvPr/>
        </p:nvSpPr>
        <p:spPr>
          <a:xfrm rot="-5400000">
            <a:off x="8242738" y="3583876"/>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5"/>
          <p:cNvSpPr/>
          <p:nvPr/>
        </p:nvSpPr>
        <p:spPr>
          <a:xfrm rot="5400000">
            <a:off x="71344" y="-837795"/>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5"/>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44" name="Google Shape;44;p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5" name="Google Shape;45;p5"/>
          <p:cNvSpPr txBox="1"/>
          <p:nvPr>
            <p:ph idx="1" type="subTitle"/>
          </p:nvPr>
        </p:nvSpPr>
        <p:spPr>
          <a:xfrm>
            <a:off x="4952939" y="2841037"/>
            <a:ext cx="2719800" cy="97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 name="Google Shape;46;p5"/>
          <p:cNvSpPr txBox="1"/>
          <p:nvPr>
            <p:ph idx="2" type="subTitle"/>
          </p:nvPr>
        </p:nvSpPr>
        <p:spPr>
          <a:xfrm>
            <a:off x="1471188" y="2841037"/>
            <a:ext cx="2719800" cy="97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 name="Google Shape;47;p5"/>
          <p:cNvSpPr txBox="1"/>
          <p:nvPr>
            <p:ph idx="3" type="subTitle"/>
          </p:nvPr>
        </p:nvSpPr>
        <p:spPr>
          <a:xfrm>
            <a:off x="1471200" y="2538038"/>
            <a:ext cx="2719800" cy="379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48" name="Google Shape;48;p5"/>
          <p:cNvSpPr txBox="1"/>
          <p:nvPr>
            <p:ph idx="4" type="subTitle"/>
          </p:nvPr>
        </p:nvSpPr>
        <p:spPr>
          <a:xfrm>
            <a:off x="4952959" y="2538038"/>
            <a:ext cx="2719800" cy="379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49" name="Google Shape;49;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6"/>
          <p:cNvSpPr/>
          <p:nvPr/>
        </p:nvSpPr>
        <p:spPr>
          <a:xfrm rot="10800000">
            <a:off x="8140140" y="-672270"/>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 name="Google Shape;52;p6"/>
          <p:cNvSpPr/>
          <p:nvPr/>
        </p:nvSpPr>
        <p:spPr>
          <a:xfrm rot="10800000">
            <a:off x="-296491" y="4372911"/>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 name="Google Shape;53;p6"/>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54" name="Google Shape;54;p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7"/>
          <p:cNvSpPr/>
          <p:nvPr/>
        </p:nvSpPr>
        <p:spPr>
          <a:xfrm rot="10800000">
            <a:off x="-109178" y="4203636"/>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8" name="Google Shape;58;p7"/>
          <p:cNvGrpSpPr/>
          <p:nvPr/>
        </p:nvGrpSpPr>
        <p:grpSpPr>
          <a:xfrm>
            <a:off x="7817499" y="-191961"/>
            <a:ext cx="1936100" cy="968050"/>
            <a:chOff x="3603949" y="4"/>
            <a:chExt cx="1936100" cy="968050"/>
          </a:xfrm>
        </p:grpSpPr>
        <p:sp>
          <p:nvSpPr>
            <p:cNvPr id="59" name="Google Shape;59;p7"/>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7"/>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1" name="Google Shape;61;p7"/>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62" name="Google Shape;62;p7"/>
          <p:cNvSpPr txBox="1"/>
          <p:nvPr>
            <p:ph type="title"/>
          </p:nvPr>
        </p:nvSpPr>
        <p:spPr>
          <a:xfrm>
            <a:off x="716550" y="5212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3" name="Google Shape;63;p7"/>
          <p:cNvSpPr txBox="1"/>
          <p:nvPr>
            <p:ph idx="1" type="subTitle"/>
          </p:nvPr>
        </p:nvSpPr>
        <p:spPr>
          <a:xfrm>
            <a:off x="716550" y="1594325"/>
            <a:ext cx="4072800" cy="250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Char char="●"/>
              <a:defRPr sz="15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64" name="Google Shape;64;p7"/>
          <p:cNvSpPr/>
          <p:nvPr>
            <p:ph idx="2" type="pic"/>
          </p:nvPr>
        </p:nvSpPr>
        <p:spPr>
          <a:xfrm>
            <a:off x="5164550" y="1389500"/>
            <a:ext cx="2828100" cy="2919000"/>
          </a:xfrm>
          <a:prstGeom prst="rect">
            <a:avLst/>
          </a:prstGeom>
          <a:noFill/>
          <a:ln>
            <a:noFill/>
          </a:ln>
        </p:spPr>
      </p:sp>
      <p:sp>
        <p:nvSpPr>
          <p:cNvPr id="65" name="Google Shape;65;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sp>
        <p:nvSpPr>
          <p:cNvPr id="67" name="Google Shape;67;p8"/>
          <p:cNvSpPr/>
          <p:nvPr/>
        </p:nvSpPr>
        <p:spPr>
          <a:xfrm rot="10800000">
            <a:off x="1297085" y="4130161"/>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8" name="Google Shape;68;p8"/>
          <p:cNvGrpSpPr/>
          <p:nvPr/>
        </p:nvGrpSpPr>
        <p:grpSpPr>
          <a:xfrm>
            <a:off x="5161549" y="-304796"/>
            <a:ext cx="1936100" cy="968050"/>
            <a:chOff x="3603949" y="4"/>
            <a:chExt cx="1936100" cy="968050"/>
          </a:xfrm>
        </p:grpSpPr>
        <p:sp>
          <p:nvSpPr>
            <p:cNvPr id="69" name="Google Shape;69;p8"/>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8"/>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71" name="Google Shape;71;p8"/>
          <p:cNvPicPr preferRelativeResize="0"/>
          <p:nvPr/>
        </p:nvPicPr>
        <p:blipFill>
          <a:blip r:embed="rId2">
            <a:alphaModFix/>
          </a:blip>
          <a:stretch>
            <a:fillRect/>
          </a:stretch>
        </p:blipFill>
        <p:spPr>
          <a:xfrm>
            <a:off x="-7" y="-12"/>
            <a:ext cx="1703718" cy="2147495"/>
          </a:xfrm>
          <a:prstGeom prst="rect">
            <a:avLst/>
          </a:prstGeom>
          <a:noFill/>
          <a:ln>
            <a:noFill/>
          </a:ln>
        </p:spPr>
      </p:pic>
      <p:pic>
        <p:nvPicPr>
          <p:cNvPr id="72" name="Google Shape;72;p8"/>
          <p:cNvPicPr preferRelativeResize="0"/>
          <p:nvPr/>
        </p:nvPicPr>
        <p:blipFill>
          <a:blip r:embed="rId3">
            <a:alphaModFix/>
          </a:blip>
          <a:stretch>
            <a:fillRect/>
          </a:stretch>
        </p:blipFill>
        <p:spPr>
          <a:xfrm rot="10800000">
            <a:off x="7251625" y="3148700"/>
            <a:ext cx="1892375" cy="1994800"/>
          </a:xfrm>
          <a:prstGeom prst="rect">
            <a:avLst/>
          </a:prstGeom>
          <a:noFill/>
          <a:ln>
            <a:noFill/>
          </a:ln>
        </p:spPr>
      </p:pic>
      <p:sp>
        <p:nvSpPr>
          <p:cNvPr id="73" name="Google Shape;73;p8"/>
          <p:cNvSpPr/>
          <p:nvPr/>
        </p:nvSpPr>
        <p:spPr>
          <a:xfrm>
            <a:off x="484475" y="487800"/>
            <a:ext cx="8175000" cy="41679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74" name="Google Shape;74;p8"/>
          <p:cNvSpPr txBox="1"/>
          <p:nvPr>
            <p:ph type="title"/>
          </p:nvPr>
        </p:nvSpPr>
        <p:spPr>
          <a:xfrm>
            <a:off x="2550138" y="1582500"/>
            <a:ext cx="4043700" cy="1978500"/>
          </a:xfrm>
          <a:prstGeom prst="rect">
            <a:avLst/>
          </a:prstGeom>
        </p:spPr>
        <p:txBody>
          <a:bodyPr anchorCtr="0" anchor="t"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5" name="Google Shape;75;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6" name="Shape 76"/>
        <p:cNvGrpSpPr/>
        <p:nvPr/>
      </p:nvGrpSpPr>
      <p:grpSpPr>
        <a:xfrm>
          <a:off x="0" y="0"/>
          <a:ext cx="0" cy="0"/>
          <a:chOff x="0" y="0"/>
          <a:chExt cx="0" cy="0"/>
        </a:xfrm>
      </p:grpSpPr>
      <p:sp>
        <p:nvSpPr>
          <p:cNvPr id="77" name="Google Shape;77;p9"/>
          <p:cNvSpPr/>
          <p:nvPr/>
        </p:nvSpPr>
        <p:spPr>
          <a:xfrm>
            <a:off x="-117149" y="759151"/>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9"/>
          <p:cNvSpPr/>
          <p:nvPr/>
        </p:nvSpPr>
        <p:spPr>
          <a:xfrm rot="10800000">
            <a:off x="3244160" y="4130161"/>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79" name="Google Shape;79;p9"/>
          <p:cNvPicPr preferRelativeResize="0"/>
          <p:nvPr/>
        </p:nvPicPr>
        <p:blipFill>
          <a:blip r:embed="rId2">
            <a:alphaModFix/>
          </a:blip>
          <a:stretch>
            <a:fillRect/>
          </a:stretch>
        </p:blipFill>
        <p:spPr>
          <a:xfrm flipH="1">
            <a:off x="7218825" y="0"/>
            <a:ext cx="1925163" cy="1836799"/>
          </a:xfrm>
          <a:prstGeom prst="rect">
            <a:avLst/>
          </a:prstGeom>
          <a:noFill/>
          <a:ln>
            <a:noFill/>
          </a:ln>
        </p:spPr>
      </p:pic>
      <p:sp>
        <p:nvSpPr>
          <p:cNvPr id="80" name="Google Shape;80;p9"/>
          <p:cNvSpPr/>
          <p:nvPr/>
        </p:nvSpPr>
        <p:spPr>
          <a:xfrm>
            <a:off x="484475" y="487800"/>
            <a:ext cx="8175000" cy="41679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81" name="Google Shape;81;p9"/>
          <p:cNvSpPr txBox="1"/>
          <p:nvPr>
            <p:ph type="title"/>
          </p:nvPr>
        </p:nvSpPr>
        <p:spPr>
          <a:xfrm>
            <a:off x="4325825" y="1523400"/>
            <a:ext cx="3898800" cy="12540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2" name="Google Shape;82;p9"/>
          <p:cNvSpPr txBox="1"/>
          <p:nvPr>
            <p:ph idx="1" type="subTitle"/>
          </p:nvPr>
        </p:nvSpPr>
        <p:spPr>
          <a:xfrm>
            <a:off x="4325825" y="2777400"/>
            <a:ext cx="3898800" cy="84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p10"/>
          <p:cNvSpPr/>
          <p:nvPr>
            <p:ph idx="2" type="pic"/>
          </p:nvPr>
        </p:nvSpPr>
        <p:spPr>
          <a:xfrm>
            <a:off x="-6650" y="-6650"/>
            <a:ext cx="9150600" cy="5143500"/>
          </a:xfrm>
          <a:prstGeom prst="rect">
            <a:avLst/>
          </a:prstGeom>
          <a:noFill/>
          <a:ln>
            <a:noFill/>
          </a:ln>
        </p:spPr>
      </p:sp>
      <p:sp>
        <p:nvSpPr>
          <p:cNvPr id="86" name="Google Shape;86;p10"/>
          <p:cNvSpPr txBox="1"/>
          <p:nvPr>
            <p:ph type="title"/>
          </p:nvPr>
        </p:nvSpPr>
        <p:spPr>
          <a:xfrm>
            <a:off x="720000" y="4133300"/>
            <a:ext cx="7704000" cy="4539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2400"/>
              <a:buNone/>
              <a:defRPr sz="27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7" name="Google Shape;87;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8" name="Shape 88"/>
        <p:cNvGrpSpPr/>
        <p:nvPr/>
      </p:nvGrpSpPr>
      <p:grpSpPr>
        <a:xfrm>
          <a:off x="0" y="0"/>
          <a:ext cx="0" cy="0"/>
          <a:chOff x="0" y="0"/>
          <a:chExt cx="0" cy="0"/>
        </a:xfrm>
      </p:grpSpPr>
      <p:sp>
        <p:nvSpPr>
          <p:cNvPr id="89" name="Google Shape;89;p11"/>
          <p:cNvSpPr/>
          <p:nvPr/>
        </p:nvSpPr>
        <p:spPr>
          <a:xfrm rot="5400000">
            <a:off x="7186926" y="-979024"/>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11"/>
          <p:cNvSpPr/>
          <p:nvPr/>
        </p:nvSpPr>
        <p:spPr>
          <a:xfrm rot="10800000">
            <a:off x="895960" y="4130161"/>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91" name="Google Shape;91;p11"/>
          <p:cNvPicPr preferRelativeResize="0"/>
          <p:nvPr/>
        </p:nvPicPr>
        <p:blipFill>
          <a:blip r:embed="rId2">
            <a:alphaModFix/>
          </a:blip>
          <a:stretch>
            <a:fillRect/>
          </a:stretch>
        </p:blipFill>
        <p:spPr>
          <a:xfrm>
            <a:off x="-7" y="1"/>
            <a:ext cx="1703718" cy="2147495"/>
          </a:xfrm>
          <a:prstGeom prst="rect">
            <a:avLst/>
          </a:prstGeom>
          <a:noFill/>
          <a:ln>
            <a:noFill/>
          </a:ln>
        </p:spPr>
      </p:pic>
      <p:pic>
        <p:nvPicPr>
          <p:cNvPr id="92" name="Google Shape;92;p11"/>
          <p:cNvPicPr preferRelativeResize="0"/>
          <p:nvPr/>
        </p:nvPicPr>
        <p:blipFill>
          <a:blip r:embed="rId3">
            <a:alphaModFix/>
          </a:blip>
          <a:stretch>
            <a:fillRect/>
          </a:stretch>
        </p:blipFill>
        <p:spPr>
          <a:xfrm rot="5400000">
            <a:off x="7165992" y="3165498"/>
            <a:ext cx="1892394" cy="2063636"/>
          </a:xfrm>
          <a:prstGeom prst="rect">
            <a:avLst/>
          </a:prstGeom>
          <a:noFill/>
          <a:ln>
            <a:noFill/>
          </a:ln>
        </p:spPr>
      </p:pic>
      <p:sp>
        <p:nvSpPr>
          <p:cNvPr id="93" name="Google Shape;93;p11"/>
          <p:cNvSpPr/>
          <p:nvPr/>
        </p:nvSpPr>
        <p:spPr>
          <a:xfrm>
            <a:off x="484475" y="487800"/>
            <a:ext cx="8175000" cy="41679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94" name="Google Shape;94;p11"/>
          <p:cNvSpPr txBox="1"/>
          <p:nvPr>
            <p:ph hasCustomPrompt="1" type="title"/>
          </p:nvPr>
        </p:nvSpPr>
        <p:spPr>
          <a:xfrm>
            <a:off x="2150250" y="1763925"/>
            <a:ext cx="4843500" cy="10707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5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5" name="Google Shape;95;p11"/>
          <p:cNvSpPr txBox="1"/>
          <p:nvPr>
            <p:ph idx="1" type="subTitle"/>
          </p:nvPr>
        </p:nvSpPr>
        <p:spPr>
          <a:xfrm>
            <a:off x="2150250" y="2931361"/>
            <a:ext cx="4843500" cy="448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5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96" name="Google Shape;96;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7" name="Shape 97"/>
        <p:cNvGrpSpPr/>
        <p:nvPr/>
      </p:nvGrpSpPr>
      <p:grpSpPr>
        <a:xfrm>
          <a:off x="0" y="0"/>
          <a:ext cx="0" cy="0"/>
          <a:chOff x="0" y="0"/>
          <a:chExt cx="0" cy="0"/>
        </a:xfrm>
      </p:grpSpPr>
      <p:sp>
        <p:nvSpPr>
          <p:cNvPr id="98" name="Google Shape;98;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9" name="Shape 99"/>
        <p:cNvGrpSpPr/>
        <p:nvPr/>
      </p:nvGrpSpPr>
      <p:grpSpPr>
        <a:xfrm>
          <a:off x="0" y="0"/>
          <a:ext cx="0" cy="0"/>
          <a:chOff x="0" y="0"/>
          <a:chExt cx="0" cy="0"/>
        </a:xfrm>
      </p:grpSpPr>
      <p:sp>
        <p:nvSpPr>
          <p:cNvPr id="100" name="Google Shape;100;p13"/>
          <p:cNvSpPr/>
          <p:nvPr/>
        </p:nvSpPr>
        <p:spPr>
          <a:xfrm rot="10800000">
            <a:off x="7788860" y="4356261"/>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13"/>
          <p:cNvSpPr/>
          <p:nvPr/>
        </p:nvSpPr>
        <p:spPr>
          <a:xfrm rot="5400000">
            <a:off x="-194956" y="-637145"/>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13"/>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03" name="Google Shape;103;p13"/>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4" name="Google Shape;104;p13"/>
          <p:cNvSpPr txBox="1"/>
          <p:nvPr>
            <p:ph idx="1" type="subTitle"/>
          </p:nvPr>
        </p:nvSpPr>
        <p:spPr>
          <a:xfrm>
            <a:off x="719975" y="2189575"/>
            <a:ext cx="23055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 name="Google Shape;105;p13"/>
          <p:cNvSpPr txBox="1"/>
          <p:nvPr>
            <p:ph idx="2" type="subTitle"/>
          </p:nvPr>
        </p:nvSpPr>
        <p:spPr>
          <a:xfrm>
            <a:off x="3419246" y="2189575"/>
            <a:ext cx="23055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 name="Google Shape;106;p13"/>
          <p:cNvSpPr txBox="1"/>
          <p:nvPr>
            <p:ph idx="3" type="subTitle"/>
          </p:nvPr>
        </p:nvSpPr>
        <p:spPr>
          <a:xfrm>
            <a:off x="719975" y="3926600"/>
            <a:ext cx="23055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13"/>
          <p:cNvSpPr txBox="1"/>
          <p:nvPr>
            <p:ph idx="4" type="subTitle"/>
          </p:nvPr>
        </p:nvSpPr>
        <p:spPr>
          <a:xfrm>
            <a:off x="3419246" y="3926600"/>
            <a:ext cx="23055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8" name="Google Shape;108;p13"/>
          <p:cNvSpPr txBox="1"/>
          <p:nvPr>
            <p:ph idx="5" type="subTitle"/>
          </p:nvPr>
        </p:nvSpPr>
        <p:spPr>
          <a:xfrm>
            <a:off x="6118524" y="2189575"/>
            <a:ext cx="23055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 name="Google Shape;109;p13"/>
          <p:cNvSpPr txBox="1"/>
          <p:nvPr>
            <p:ph idx="6" type="subTitle"/>
          </p:nvPr>
        </p:nvSpPr>
        <p:spPr>
          <a:xfrm>
            <a:off x="6118524" y="3926600"/>
            <a:ext cx="23055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0" name="Google Shape;110;p13"/>
          <p:cNvSpPr txBox="1"/>
          <p:nvPr>
            <p:ph hasCustomPrompt="1" idx="7" type="title"/>
          </p:nvPr>
        </p:nvSpPr>
        <p:spPr>
          <a:xfrm>
            <a:off x="818377" y="1272208"/>
            <a:ext cx="734700" cy="447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p:nvPr>
            <p:ph hasCustomPrompt="1" idx="8" type="title"/>
          </p:nvPr>
        </p:nvSpPr>
        <p:spPr>
          <a:xfrm>
            <a:off x="818377" y="3009241"/>
            <a:ext cx="734700" cy="447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p:nvPr>
            <p:ph hasCustomPrompt="1" idx="9" type="title"/>
          </p:nvPr>
        </p:nvSpPr>
        <p:spPr>
          <a:xfrm>
            <a:off x="3517652" y="1272208"/>
            <a:ext cx="734700" cy="447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p:nvPr>
            <p:ph hasCustomPrompt="1" idx="13" type="title"/>
          </p:nvPr>
        </p:nvSpPr>
        <p:spPr>
          <a:xfrm>
            <a:off x="3517652" y="3009241"/>
            <a:ext cx="734700" cy="447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4" name="Google Shape;114;p13"/>
          <p:cNvSpPr txBox="1"/>
          <p:nvPr>
            <p:ph hasCustomPrompt="1" idx="14" type="title"/>
          </p:nvPr>
        </p:nvSpPr>
        <p:spPr>
          <a:xfrm>
            <a:off x="6216927" y="1272208"/>
            <a:ext cx="734700" cy="447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5" name="Google Shape;115;p13"/>
          <p:cNvSpPr txBox="1"/>
          <p:nvPr>
            <p:ph hasCustomPrompt="1" idx="15" type="title"/>
          </p:nvPr>
        </p:nvSpPr>
        <p:spPr>
          <a:xfrm>
            <a:off x="6216927" y="3009241"/>
            <a:ext cx="734700" cy="447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6" name="Google Shape;116;p13"/>
          <p:cNvSpPr txBox="1"/>
          <p:nvPr>
            <p:ph idx="16" type="subTitle"/>
          </p:nvPr>
        </p:nvSpPr>
        <p:spPr>
          <a:xfrm>
            <a:off x="719975" y="1886575"/>
            <a:ext cx="2305500" cy="379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Besley Medium"/>
                <a:ea typeface="Besley Medium"/>
                <a:cs typeface="Besley Medium"/>
                <a:sym typeface="Besley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7" name="Google Shape;117;p13"/>
          <p:cNvSpPr txBox="1"/>
          <p:nvPr>
            <p:ph idx="17" type="subTitle"/>
          </p:nvPr>
        </p:nvSpPr>
        <p:spPr>
          <a:xfrm>
            <a:off x="3419250" y="1886575"/>
            <a:ext cx="2305500" cy="379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Besley Medium"/>
                <a:ea typeface="Besley Medium"/>
                <a:cs typeface="Besley Medium"/>
                <a:sym typeface="Besley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8" name="Google Shape;118;p13"/>
          <p:cNvSpPr txBox="1"/>
          <p:nvPr>
            <p:ph idx="18" type="subTitle"/>
          </p:nvPr>
        </p:nvSpPr>
        <p:spPr>
          <a:xfrm>
            <a:off x="6118525" y="1886575"/>
            <a:ext cx="2305500" cy="379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Besley Medium"/>
                <a:ea typeface="Besley Medium"/>
                <a:cs typeface="Besley Medium"/>
                <a:sym typeface="Besley Medium"/>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9" name="Google Shape;119;p13"/>
          <p:cNvSpPr txBox="1"/>
          <p:nvPr>
            <p:ph idx="19" type="subTitle"/>
          </p:nvPr>
        </p:nvSpPr>
        <p:spPr>
          <a:xfrm>
            <a:off x="719975" y="3623600"/>
            <a:ext cx="2305500" cy="379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nSpc>
                <a:spcPct val="100000"/>
              </a:lnSpc>
              <a:spcBef>
                <a:spcPts val="0"/>
              </a:spcBef>
              <a:spcAft>
                <a:spcPts val="0"/>
              </a:spcAft>
              <a:buSzPts val="2400"/>
              <a:buFont typeface="Besley"/>
              <a:buNone/>
              <a:defRPr sz="2400">
                <a:latin typeface="Besley"/>
                <a:ea typeface="Besley"/>
                <a:cs typeface="Besley"/>
                <a:sym typeface="Besley"/>
              </a:defRPr>
            </a:lvl2pPr>
            <a:lvl3pPr lvl="2" rtl="0">
              <a:lnSpc>
                <a:spcPct val="100000"/>
              </a:lnSpc>
              <a:spcBef>
                <a:spcPts val="0"/>
              </a:spcBef>
              <a:spcAft>
                <a:spcPts val="0"/>
              </a:spcAft>
              <a:buSzPts val="2400"/>
              <a:buFont typeface="Besley"/>
              <a:buNone/>
              <a:defRPr sz="2400">
                <a:latin typeface="Besley"/>
                <a:ea typeface="Besley"/>
                <a:cs typeface="Besley"/>
                <a:sym typeface="Besley"/>
              </a:defRPr>
            </a:lvl3pPr>
            <a:lvl4pPr lvl="3" rtl="0">
              <a:lnSpc>
                <a:spcPct val="100000"/>
              </a:lnSpc>
              <a:spcBef>
                <a:spcPts val="0"/>
              </a:spcBef>
              <a:spcAft>
                <a:spcPts val="0"/>
              </a:spcAft>
              <a:buSzPts val="2400"/>
              <a:buFont typeface="Besley"/>
              <a:buNone/>
              <a:defRPr sz="2400">
                <a:latin typeface="Besley"/>
                <a:ea typeface="Besley"/>
                <a:cs typeface="Besley"/>
                <a:sym typeface="Besley"/>
              </a:defRPr>
            </a:lvl4pPr>
            <a:lvl5pPr lvl="4" rtl="0">
              <a:lnSpc>
                <a:spcPct val="100000"/>
              </a:lnSpc>
              <a:spcBef>
                <a:spcPts val="0"/>
              </a:spcBef>
              <a:spcAft>
                <a:spcPts val="0"/>
              </a:spcAft>
              <a:buSzPts val="2400"/>
              <a:buFont typeface="Besley"/>
              <a:buNone/>
              <a:defRPr sz="2400">
                <a:latin typeface="Besley"/>
                <a:ea typeface="Besley"/>
                <a:cs typeface="Besley"/>
                <a:sym typeface="Besley"/>
              </a:defRPr>
            </a:lvl5pPr>
            <a:lvl6pPr lvl="5" rtl="0">
              <a:lnSpc>
                <a:spcPct val="100000"/>
              </a:lnSpc>
              <a:spcBef>
                <a:spcPts val="0"/>
              </a:spcBef>
              <a:spcAft>
                <a:spcPts val="0"/>
              </a:spcAft>
              <a:buSzPts val="2400"/>
              <a:buFont typeface="Besley"/>
              <a:buNone/>
              <a:defRPr sz="2400">
                <a:latin typeface="Besley"/>
                <a:ea typeface="Besley"/>
                <a:cs typeface="Besley"/>
                <a:sym typeface="Besley"/>
              </a:defRPr>
            </a:lvl6pPr>
            <a:lvl7pPr lvl="6" rtl="0">
              <a:lnSpc>
                <a:spcPct val="100000"/>
              </a:lnSpc>
              <a:spcBef>
                <a:spcPts val="0"/>
              </a:spcBef>
              <a:spcAft>
                <a:spcPts val="0"/>
              </a:spcAft>
              <a:buSzPts val="2400"/>
              <a:buFont typeface="Besley"/>
              <a:buNone/>
              <a:defRPr sz="2400">
                <a:latin typeface="Besley"/>
                <a:ea typeface="Besley"/>
                <a:cs typeface="Besley"/>
                <a:sym typeface="Besley"/>
              </a:defRPr>
            </a:lvl7pPr>
            <a:lvl8pPr lvl="7" rtl="0">
              <a:lnSpc>
                <a:spcPct val="100000"/>
              </a:lnSpc>
              <a:spcBef>
                <a:spcPts val="0"/>
              </a:spcBef>
              <a:spcAft>
                <a:spcPts val="0"/>
              </a:spcAft>
              <a:buSzPts val="2400"/>
              <a:buFont typeface="Besley"/>
              <a:buNone/>
              <a:defRPr sz="2400">
                <a:latin typeface="Besley"/>
                <a:ea typeface="Besley"/>
                <a:cs typeface="Besley"/>
                <a:sym typeface="Besley"/>
              </a:defRPr>
            </a:lvl8pPr>
            <a:lvl9pPr lvl="8" rtl="0">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120" name="Google Shape;120;p13"/>
          <p:cNvSpPr txBox="1"/>
          <p:nvPr>
            <p:ph idx="20" type="subTitle"/>
          </p:nvPr>
        </p:nvSpPr>
        <p:spPr>
          <a:xfrm>
            <a:off x="3419250" y="3623600"/>
            <a:ext cx="2305500" cy="379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nSpc>
                <a:spcPct val="100000"/>
              </a:lnSpc>
              <a:spcBef>
                <a:spcPts val="0"/>
              </a:spcBef>
              <a:spcAft>
                <a:spcPts val="0"/>
              </a:spcAft>
              <a:buSzPts val="2400"/>
              <a:buFont typeface="Besley"/>
              <a:buNone/>
              <a:defRPr sz="2400">
                <a:latin typeface="Besley"/>
                <a:ea typeface="Besley"/>
                <a:cs typeface="Besley"/>
                <a:sym typeface="Besley"/>
              </a:defRPr>
            </a:lvl2pPr>
            <a:lvl3pPr lvl="2" rtl="0">
              <a:lnSpc>
                <a:spcPct val="100000"/>
              </a:lnSpc>
              <a:spcBef>
                <a:spcPts val="0"/>
              </a:spcBef>
              <a:spcAft>
                <a:spcPts val="0"/>
              </a:spcAft>
              <a:buSzPts val="2400"/>
              <a:buFont typeface="Besley"/>
              <a:buNone/>
              <a:defRPr sz="2400">
                <a:latin typeface="Besley"/>
                <a:ea typeface="Besley"/>
                <a:cs typeface="Besley"/>
                <a:sym typeface="Besley"/>
              </a:defRPr>
            </a:lvl3pPr>
            <a:lvl4pPr lvl="3" rtl="0">
              <a:lnSpc>
                <a:spcPct val="100000"/>
              </a:lnSpc>
              <a:spcBef>
                <a:spcPts val="0"/>
              </a:spcBef>
              <a:spcAft>
                <a:spcPts val="0"/>
              </a:spcAft>
              <a:buSzPts val="2400"/>
              <a:buFont typeface="Besley"/>
              <a:buNone/>
              <a:defRPr sz="2400">
                <a:latin typeface="Besley"/>
                <a:ea typeface="Besley"/>
                <a:cs typeface="Besley"/>
                <a:sym typeface="Besley"/>
              </a:defRPr>
            </a:lvl4pPr>
            <a:lvl5pPr lvl="4" rtl="0">
              <a:lnSpc>
                <a:spcPct val="100000"/>
              </a:lnSpc>
              <a:spcBef>
                <a:spcPts val="0"/>
              </a:spcBef>
              <a:spcAft>
                <a:spcPts val="0"/>
              </a:spcAft>
              <a:buSzPts val="2400"/>
              <a:buFont typeface="Besley"/>
              <a:buNone/>
              <a:defRPr sz="2400">
                <a:latin typeface="Besley"/>
                <a:ea typeface="Besley"/>
                <a:cs typeface="Besley"/>
                <a:sym typeface="Besley"/>
              </a:defRPr>
            </a:lvl5pPr>
            <a:lvl6pPr lvl="5" rtl="0">
              <a:lnSpc>
                <a:spcPct val="100000"/>
              </a:lnSpc>
              <a:spcBef>
                <a:spcPts val="0"/>
              </a:spcBef>
              <a:spcAft>
                <a:spcPts val="0"/>
              </a:spcAft>
              <a:buSzPts val="2400"/>
              <a:buFont typeface="Besley"/>
              <a:buNone/>
              <a:defRPr sz="2400">
                <a:latin typeface="Besley"/>
                <a:ea typeface="Besley"/>
                <a:cs typeface="Besley"/>
                <a:sym typeface="Besley"/>
              </a:defRPr>
            </a:lvl6pPr>
            <a:lvl7pPr lvl="6" rtl="0">
              <a:lnSpc>
                <a:spcPct val="100000"/>
              </a:lnSpc>
              <a:spcBef>
                <a:spcPts val="0"/>
              </a:spcBef>
              <a:spcAft>
                <a:spcPts val="0"/>
              </a:spcAft>
              <a:buSzPts val="2400"/>
              <a:buFont typeface="Besley"/>
              <a:buNone/>
              <a:defRPr sz="2400">
                <a:latin typeface="Besley"/>
                <a:ea typeface="Besley"/>
                <a:cs typeface="Besley"/>
                <a:sym typeface="Besley"/>
              </a:defRPr>
            </a:lvl7pPr>
            <a:lvl8pPr lvl="7" rtl="0">
              <a:lnSpc>
                <a:spcPct val="100000"/>
              </a:lnSpc>
              <a:spcBef>
                <a:spcPts val="0"/>
              </a:spcBef>
              <a:spcAft>
                <a:spcPts val="0"/>
              </a:spcAft>
              <a:buSzPts val="2400"/>
              <a:buFont typeface="Besley"/>
              <a:buNone/>
              <a:defRPr sz="2400">
                <a:latin typeface="Besley"/>
                <a:ea typeface="Besley"/>
                <a:cs typeface="Besley"/>
                <a:sym typeface="Besley"/>
              </a:defRPr>
            </a:lvl8pPr>
            <a:lvl9pPr lvl="8" rtl="0">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121" name="Google Shape;121;p13"/>
          <p:cNvSpPr txBox="1"/>
          <p:nvPr>
            <p:ph idx="21" type="subTitle"/>
          </p:nvPr>
        </p:nvSpPr>
        <p:spPr>
          <a:xfrm>
            <a:off x="6118525" y="3623600"/>
            <a:ext cx="2305500" cy="379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nSpc>
                <a:spcPct val="100000"/>
              </a:lnSpc>
              <a:spcBef>
                <a:spcPts val="0"/>
              </a:spcBef>
              <a:spcAft>
                <a:spcPts val="0"/>
              </a:spcAft>
              <a:buSzPts val="2400"/>
              <a:buFont typeface="Besley"/>
              <a:buNone/>
              <a:defRPr sz="2400">
                <a:latin typeface="Besley"/>
                <a:ea typeface="Besley"/>
                <a:cs typeface="Besley"/>
                <a:sym typeface="Besley"/>
              </a:defRPr>
            </a:lvl2pPr>
            <a:lvl3pPr lvl="2" rtl="0">
              <a:lnSpc>
                <a:spcPct val="100000"/>
              </a:lnSpc>
              <a:spcBef>
                <a:spcPts val="0"/>
              </a:spcBef>
              <a:spcAft>
                <a:spcPts val="0"/>
              </a:spcAft>
              <a:buSzPts val="2400"/>
              <a:buFont typeface="Besley"/>
              <a:buNone/>
              <a:defRPr sz="2400">
                <a:latin typeface="Besley"/>
                <a:ea typeface="Besley"/>
                <a:cs typeface="Besley"/>
                <a:sym typeface="Besley"/>
              </a:defRPr>
            </a:lvl3pPr>
            <a:lvl4pPr lvl="3" rtl="0">
              <a:lnSpc>
                <a:spcPct val="100000"/>
              </a:lnSpc>
              <a:spcBef>
                <a:spcPts val="0"/>
              </a:spcBef>
              <a:spcAft>
                <a:spcPts val="0"/>
              </a:spcAft>
              <a:buSzPts val="2400"/>
              <a:buFont typeface="Besley"/>
              <a:buNone/>
              <a:defRPr sz="2400">
                <a:latin typeface="Besley"/>
                <a:ea typeface="Besley"/>
                <a:cs typeface="Besley"/>
                <a:sym typeface="Besley"/>
              </a:defRPr>
            </a:lvl4pPr>
            <a:lvl5pPr lvl="4" rtl="0">
              <a:lnSpc>
                <a:spcPct val="100000"/>
              </a:lnSpc>
              <a:spcBef>
                <a:spcPts val="0"/>
              </a:spcBef>
              <a:spcAft>
                <a:spcPts val="0"/>
              </a:spcAft>
              <a:buSzPts val="2400"/>
              <a:buFont typeface="Besley"/>
              <a:buNone/>
              <a:defRPr sz="2400">
                <a:latin typeface="Besley"/>
                <a:ea typeface="Besley"/>
                <a:cs typeface="Besley"/>
                <a:sym typeface="Besley"/>
              </a:defRPr>
            </a:lvl5pPr>
            <a:lvl6pPr lvl="5" rtl="0">
              <a:lnSpc>
                <a:spcPct val="100000"/>
              </a:lnSpc>
              <a:spcBef>
                <a:spcPts val="0"/>
              </a:spcBef>
              <a:spcAft>
                <a:spcPts val="0"/>
              </a:spcAft>
              <a:buSzPts val="2400"/>
              <a:buFont typeface="Besley"/>
              <a:buNone/>
              <a:defRPr sz="2400">
                <a:latin typeface="Besley"/>
                <a:ea typeface="Besley"/>
                <a:cs typeface="Besley"/>
                <a:sym typeface="Besley"/>
              </a:defRPr>
            </a:lvl6pPr>
            <a:lvl7pPr lvl="6" rtl="0">
              <a:lnSpc>
                <a:spcPct val="100000"/>
              </a:lnSpc>
              <a:spcBef>
                <a:spcPts val="0"/>
              </a:spcBef>
              <a:spcAft>
                <a:spcPts val="0"/>
              </a:spcAft>
              <a:buSzPts val="2400"/>
              <a:buFont typeface="Besley"/>
              <a:buNone/>
              <a:defRPr sz="2400">
                <a:latin typeface="Besley"/>
                <a:ea typeface="Besley"/>
                <a:cs typeface="Besley"/>
                <a:sym typeface="Besley"/>
              </a:defRPr>
            </a:lvl7pPr>
            <a:lvl8pPr lvl="7" rtl="0">
              <a:lnSpc>
                <a:spcPct val="100000"/>
              </a:lnSpc>
              <a:spcBef>
                <a:spcPts val="0"/>
              </a:spcBef>
              <a:spcAft>
                <a:spcPts val="0"/>
              </a:spcAft>
              <a:buSzPts val="2400"/>
              <a:buFont typeface="Besley"/>
              <a:buNone/>
              <a:defRPr sz="2400">
                <a:latin typeface="Besley"/>
                <a:ea typeface="Besley"/>
                <a:cs typeface="Besley"/>
                <a:sym typeface="Besley"/>
              </a:defRPr>
            </a:lvl8pPr>
            <a:lvl9pPr lvl="8" rtl="0">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122" name="Google Shape;122;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3" name="Shape 123"/>
        <p:cNvGrpSpPr/>
        <p:nvPr/>
      </p:nvGrpSpPr>
      <p:grpSpPr>
        <a:xfrm>
          <a:off x="0" y="0"/>
          <a:ext cx="0" cy="0"/>
          <a:chOff x="0" y="0"/>
          <a:chExt cx="0" cy="0"/>
        </a:xfrm>
      </p:grpSpPr>
      <p:grpSp>
        <p:nvGrpSpPr>
          <p:cNvPr id="124" name="Google Shape;124;p14"/>
          <p:cNvGrpSpPr/>
          <p:nvPr/>
        </p:nvGrpSpPr>
        <p:grpSpPr>
          <a:xfrm rot="5400000">
            <a:off x="8072324" y="3859154"/>
            <a:ext cx="1936100" cy="968050"/>
            <a:chOff x="3603949" y="4"/>
            <a:chExt cx="1936100" cy="968050"/>
          </a:xfrm>
        </p:grpSpPr>
        <p:sp>
          <p:nvSpPr>
            <p:cNvPr id="125" name="Google Shape;125;p14"/>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14"/>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7" name="Google Shape;127;p14"/>
          <p:cNvSpPr/>
          <p:nvPr/>
        </p:nvSpPr>
        <p:spPr>
          <a:xfrm>
            <a:off x="-118724" y="598276"/>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14"/>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29" name="Google Shape;129;p1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0" name="Google Shape;130;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31" name="Shape 131"/>
        <p:cNvGrpSpPr/>
        <p:nvPr/>
      </p:nvGrpSpPr>
      <p:grpSpPr>
        <a:xfrm>
          <a:off x="0" y="0"/>
          <a:ext cx="0" cy="0"/>
          <a:chOff x="0" y="0"/>
          <a:chExt cx="0" cy="0"/>
        </a:xfrm>
      </p:grpSpPr>
      <p:sp>
        <p:nvSpPr>
          <p:cNvPr id="132" name="Google Shape;132;p15"/>
          <p:cNvSpPr/>
          <p:nvPr/>
        </p:nvSpPr>
        <p:spPr>
          <a:xfrm rot="5400000">
            <a:off x="7864585" y="3864536"/>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15"/>
          <p:cNvSpPr/>
          <p:nvPr/>
        </p:nvSpPr>
        <p:spPr>
          <a:xfrm rot="5400000">
            <a:off x="1538796" y="-964513"/>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 name="Google Shape;134;p15"/>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35" name="Google Shape;135;p1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6" name="Google Shape;136;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7" name="Shape 137"/>
        <p:cNvGrpSpPr/>
        <p:nvPr/>
      </p:nvGrpSpPr>
      <p:grpSpPr>
        <a:xfrm>
          <a:off x="0" y="0"/>
          <a:ext cx="0" cy="0"/>
          <a:chOff x="0" y="0"/>
          <a:chExt cx="0" cy="0"/>
        </a:xfrm>
      </p:grpSpPr>
      <p:sp>
        <p:nvSpPr>
          <p:cNvPr id="138" name="Google Shape;138;p16"/>
          <p:cNvSpPr/>
          <p:nvPr/>
        </p:nvSpPr>
        <p:spPr>
          <a:xfrm>
            <a:off x="2208510" y="-96314"/>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16"/>
          <p:cNvSpPr/>
          <p:nvPr/>
        </p:nvSpPr>
        <p:spPr>
          <a:xfrm rot="10800000">
            <a:off x="4468760" y="4206361"/>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40" name="Google Shape;140;p16"/>
          <p:cNvPicPr preferRelativeResize="0"/>
          <p:nvPr/>
        </p:nvPicPr>
        <p:blipFill>
          <a:blip r:embed="rId2">
            <a:alphaModFix/>
          </a:blip>
          <a:stretch>
            <a:fillRect/>
          </a:stretch>
        </p:blipFill>
        <p:spPr>
          <a:xfrm>
            <a:off x="7251617" y="-2"/>
            <a:ext cx="1892394" cy="2063636"/>
          </a:xfrm>
          <a:prstGeom prst="rect">
            <a:avLst/>
          </a:prstGeom>
          <a:noFill/>
          <a:ln>
            <a:noFill/>
          </a:ln>
        </p:spPr>
      </p:pic>
      <p:pic>
        <p:nvPicPr>
          <p:cNvPr id="141" name="Google Shape;141;p16"/>
          <p:cNvPicPr preferRelativeResize="0"/>
          <p:nvPr/>
        </p:nvPicPr>
        <p:blipFill>
          <a:blip r:embed="rId3">
            <a:alphaModFix/>
          </a:blip>
          <a:stretch>
            <a:fillRect/>
          </a:stretch>
        </p:blipFill>
        <p:spPr>
          <a:xfrm rot="-5400000">
            <a:off x="-432151" y="3474963"/>
            <a:ext cx="2100675" cy="1236397"/>
          </a:xfrm>
          <a:prstGeom prst="rect">
            <a:avLst/>
          </a:prstGeom>
          <a:noFill/>
          <a:ln>
            <a:noFill/>
          </a:ln>
        </p:spPr>
      </p:pic>
      <p:sp>
        <p:nvSpPr>
          <p:cNvPr id="142" name="Google Shape;142;p16"/>
          <p:cNvSpPr/>
          <p:nvPr/>
        </p:nvSpPr>
        <p:spPr>
          <a:xfrm>
            <a:off x="713225" y="539600"/>
            <a:ext cx="7717500" cy="40644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43" name="Google Shape;143;p16"/>
          <p:cNvSpPr txBox="1"/>
          <p:nvPr>
            <p:ph type="title"/>
          </p:nvPr>
        </p:nvSpPr>
        <p:spPr>
          <a:xfrm>
            <a:off x="2564850" y="2420138"/>
            <a:ext cx="4014300" cy="84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4" name="Google Shape;144;p16"/>
          <p:cNvSpPr txBox="1"/>
          <p:nvPr>
            <p:ph hasCustomPrompt="1" idx="2" type="title"/>
          </p:nvPr>
        </p:nvSpPr>
        <p:spPr>
          <a:xfrm>
            <a:off x="3990900" y="1380260"/>
            <a:ext cx="1162200" cy="963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5" name="Google Shape;145;p16"/>
          <p:cNvSpPr txBox="1"/>
          <p:nvPr>
            <p:ph idx="1" type="subTitle"/>
          </p:nvPr>
        </p:nvSpPr>
        <p:spPr>
          <a:xfrm>
            <a:off x="2564850" y="3338138"/>
            <a:ext cx="4014300" cy="4251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6" name="Google Shape;146;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7" name="Shape 147"/>
        <p:cNvGrpSpPr/>
        <p:nvPr/>
      </p:nvGrpSpPr>
      <p:grpSpPr>
        <a:xfrm>
          <a:off x="0" y="0"/>
          <a:ext cx="0" cy="0"/>
          <a:chOff x="0" y="0"/>
          <a:chExt cx="0" cy="0"/>
        </a:xfrm>
      </p:grpSpPr>
      <p:sp>
        <p:nvSpPr>
          <p:cNvPr id="148" name="Google Shape;148;p17"/>
          <p:cNvSpPr/>
          <p:nvPr/>
        </p:nvSpPr>
        <p:spPr>
          <a:xfrm>
            <a:off x="613285" y="-74914"/>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49" name="Google Shape;149;p17"/>
          <p:cNvPicPr preferRelativeResize="0"/>
          <p:nvPr/>
        </p:nvPicPr>
        <p:blipFill>
          <a:blip r:embed="rId2">
            <a:alphaModFix/>
          </a:blip>
          <a:stretch>
            <a:fillRect/>
          </a:stretch>
        </p:blipFill>
        <p:spPr>
          <a:xfrm rot="10800000">
            <a:off x="7251614" y="-6"/>
            <a:ext cx="1892394" cy="2065732"/>
          </a:xfrm>
          <a:prstGeom prst="rect">
            <a:avLst/>
          </a:prstGeom>
          <a:noFill/>
          <a:ln>
            <a:noFill/>
          </a:ln>
        </p:spPr>
      </p:pic>
      <p:pic>
        <p:nvPicPr>
          <p:cNvPr id="150" name="Google Shape;150;p17"/>
          <p:cNvPicPr preferRelativeResize="0"/>
          <p:nvPr/>
        </p:nvPicPr>
        <p:blipFill>
          <a:blip r:embed="rId3">
            <a:alphaModFix/>
          </a:blip>
          <a:stretch>
            <a:fillRect/>
          </a:stretch>
        </p:blipFill>
        <p:spPr>
          <a:xfrm rot="-5400000">
            <a:off x="-432151" y="3474963"/>
            <a:ext cx="2100675" cy="1236397"/>
          </a:xfrm>
          <a:prstGeom prst="rect">
            <a:avLst/>
          </a:prstGeom>
          <a:noFill/>
          <a:ln>
            <a:noFill/>
          </a:ln>
        </p:spPr>
      </p:pic>
      <p:sp>
        <p:nvSpPr>
          <p:cNvPr id="151" name="Google Shape;151;p17"/>
          <p:cNvSpPr/>
          <p:nvPr/>
        </p:nvSpPr>
        <p:spPr>
          <a:xfrm>
            <a:off x="484475" y="487800"/>
            <a:ext cx="8175000" cy="41679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52" name="Google Shape;152;p17"/>
          <p:cNvSpPr txBox="1"/>
          <p:nvPr>
            <p:ph type="title"/>
          </p:nvPr>
        </p:nvSpPr>
        <p:spPr>
          <a:xfrm>
            <a:off x="1122125" y="3104250"/>
            <a:ext cx="4476000" cy="565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53" name="Google Shape;153;p17"/>
          <p:cNvSpPr txBox="1"/>
          <p:nvPr>
            <p:ph idx="1" type="subTitle"/>
          </p:nvPr>
        </p:nvSpPr>
        <p:spPr>
          <a:xfrm>
            <a:off x="1122125" y="1473450"/>
            <a:ext cx="6899700" cy="1478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000"/>
              <a:buNone/>
              <a:defRPr sz="29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154" name="Google Shape;154;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55" name="Shape 155"/>
        <p:cNvGrpSpPr/>
        <p:nvPr/>
      </p:nvGrpSpPr>
      <p:grpSpPr>
        <a:xfrm>
          <a:off x="0" y="0"/>
          <a:ext cx="0" cy="0"/>
          <a:chOff x="0" y="0"/>
          <a:chExt cx="0" cy="0"/>
        </a:xfrm>
      </p:grpSpPr>
      <p:sp>
        <p:nvSpPr>
          <p:cNvPr id="156" name="Google Shape;156;p18"/>
          <p:cNvSpPr/>
          <p:nvPr/>
        </p:nvSpPr>
        <p:spPr>
          <a:xfrm rot="10800000">
            <a:off x="2200510" y="-231305"/>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57" name="Google Shape;157;p18"/>
          <p:cNvPicPr preferRelativeResize="0"/>
          <p:nvPr/>
        </p:nvPicPr>
        <p:blipFill>
          <a:blip r:embed="rId2">
            <a:alphaModFix/>
          </a:blip>
          <a:stretch>
            <a:fillRect/>
          </a:stretch>
        </p:blipFill>
        <p:spPr>
          <a:xfrm rot="10800000">
            <a:off x="-8" y="-12"/>
            <a:ext cx="712593" cy="2147495"/>
          </a:xfrm>
          <a:prstGeom prst="rect">
            <a:avLst/>
          </a:prstGeom>
          <a:noFill/>
          <a:ln>
            <a:noFill/>
          </a:ln>
        </p:spPr>
      </p:pic>
      <p:grpSp>
        <p:nvGrpSpPr>
          <p:cNvPr id="158" name="Google Shape;158;p18"/>
          <p:cNvGrpSpPr/>
          <p:nvPr/>
        </p:nvGrpSpPr>
        <p:grpSpPr>
          <a:xfrm rot="5400000">
            <a:off x="8046324" y="1590904"/>
            <a:ext cx="1936100" cy="968050"/>
            <a:chOff x="3603949" y="4"/>
            <a:chExt cx="1936100" cy="968050"/>
          </a:xfrm>
        </p:grpSpPr>
        <p:sp>
          <p:nvSpPr>
            <p:cNvPr id="159" name="Google Shape;159;p18"/>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18"/>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1" name="Google Shape;161;p18"/>
          <p:cNvSpPr/>
          <p:nvPr/>
        </p:nvSpPr>
        <p:spPr>
          <a:xfrm rot="5400000">
            <a:off x="3889597" y="3926690"/>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18"/>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63" name="Google Shape;163;p18"/>
          <p:cNvSpPr txBox="1"/>
          <p:nvPr>
            <p:ph type="title"/>
          </p:nvPr>
        </p:nvSpPr>
        <p:spPr>
          <a:xfrm>
            <a:off x="789425" y="1347900"/>
            <a:ext cx="3699900" cy="15819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4" name="Google Shape;164;p18"/>
          <p:cNvSpPr txBox="1"/>
          <p:nvPr>
            <p:ph idx="1" type="subTitle"/>
          </p:nvPr>
        </p:nvSpPr>
        <p:spPr>
          <a:xfrm>
            <a:off x="789425" y="3006000"/>
            <a:ext cx="3699900" cy="789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5" name="Google Shape;165;p18"/>
          <p:cNvSpPr/>
          <p:nvPr>
            <p:ph idx="2" type="pic"/>
          </p:nvPr>
        </p:nvSpPr>
        <p:spPr>
          <a:xfrm>
            <a:off x="4792788" y="729788"/>
            <a:ext cx="3417300" cy="3684000"/>
          </a:xfrm>
          <a:prstGeom prst="rect">
            <a:avLst/>
          </a:prstGeom>
          <a:noFill/>
          <a:ln>
            <a:noFill/>
          </a:ln>
        </p:spPr>
      </p:sp>
      <p:sp>
        <p:nvSpPr>
          <p:cNvPr id="166" name="Google Shape;166;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67" name="Shape 167"/>
        <p:cNvGrpSpPr/>
        <p:nvPr/>
      </p:nvGrpSpPr>
      <p:grpSpPr>
        <a:xfrm>
          <a:off x="0" y="0"/>
          <a:ext cx="0" cy="0"/>
          <a:chOff x="0" y="0"/>
          <a:chExt cx="0" cy="0"/>
        </a:xfrm>
      </p:grpSpPr>
      <p:pic>
        <p:nvPicPr>
          <p:cNvPr id="168" name="Google Shape;168;p19"/>
          <p:cNvPicPr preferRelativeResize="0"/>
          <p:nvPr/>
        </p:nvPicPr>
        <p:blipFill>
          <a:blip r:embed="rId2">
            <a:alphaModFix/>
          </a:blip>
          <a:stretch>
            <a:fillRect/>
          </a:stretch>
        </p:blipFill>
        <p:spPr>
          <a:xfrm>
            <a:off x="7251617" y="-2"/>
            <a:ext cx="1892394" cy="2063636"/>
          </a:xfrm>
          <a:prstGeom prst="rect">
            <a:avLst/>
          </a:prstGeom>
          <a:noFill/>
          <a:ln>
            <a:noFill/>
          </a:ln>
        </p:spPr>
      </p:pic>
      <p:sp>
        <p:nvSpPr>
          <p:cNvPr id="169" name="Google Shape;169;p19"/>
          <p:cNvSpPr/>
          <p:nvPr/>
        </p:nvSpPr>
        <p:spPr>
          <a:xfrm rot="5400000">
            <a:off x="2837494" y="4002000"/>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70" name="Google Shape;170;p19"/>
          <p:cNvGrpSpPr/>
          <p:nvPr/>
        </p:nvGrpSpPr>
        <p:grpSpPr>
          <a:xfrm rot="-5400000">
            <a:off x="-803361" y="1855629"/>
            <a:ext cx="1936100" cy="968050"/>
            <a:chOff x="3603949" y="4"/>
            <a:chExt cx="1936100" cy="968050"/>
          </a:xfrm>
        </p:grpSpPr>
        <p:sp>
          <p:nvSpPr>
            <p:cNvPr id="171" name="Google Shape;171;p19"/>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19"/>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3" name="Google Shape;173;p19"/>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74" name="Google Shape;174;p19"/>
          <p:cNvSpPr txBox="1"/>
          <p:nvPr>
            <p:ph type="title"/>
          </p:nvPr>
        </p:nvSpPr>
        <p:spPr>
          <a:xfrm>
            <a:off x="789425" y="1872150"/>
            <a:ext cx="3739800" cy="5940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5" name="Google Shape;175;p19"/>
          <p:cNvSpPr txBox="1"/>
          <p:nvPr>
            <p:ph idx="1" type="subTitle"/>
          </p:nvPr>
        </p:nvSpPr>
        <p:spPr>
          <a:xfrm>
            <a:off x="789425" y="2542350"/>
            <a:ext cx="3739800" cy="8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6" name="Google Shape;176;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77" name="Shape 177"/>
        <p:cNvGrpSpPr/>
        <p:nvPr/>
      </p:nvGrpSpPr>
      <p:grpSpPr>
        <a:xfrm>
          <a:off x="0" y="0"/>
          <a:ext cx="0" cy="0"/>
          <a:chOff x="0" y="0"/>
          <a:chExt cx="0" cy="0"/>
        </a:xfrm>
      </p:grpSpPr>
      <p:sp>
        <p:nvSpPr>
          <p:cNvPr id="178" name="Google Shape;178;p20"/>
          <p:cNvSpPr/>
          <p:nvPr/>
        </p:nvSpPr>
        <p:spPr>
          <a:xfrm rot="5400000">
            <a:off x="8124769" y="3916635"/>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20"/>
          <p:cNvSpPr/>
          <p:nvPr/>
        </p:nvSpPr>
        <p:spPr>
          <a:xfrm>
            <a:off x="3959947" y="-76189"/>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180" name="Google Shape;180;p20"/>
          <p:cNvPicPr preferRelativeResize="0"/>
          <p:nvPr/>
        </p:nvPicPr>
        <p:blipFill>
          <a:blip r:embed="rId2">
            <a:alphaModFix/>
          </a:blip>
          <a:stretch>
            <a:fillRect/>
          </a:stretch>
        </p:blipFill>
        <p:spPr>
          <a:xfrm rot="-5400000">
            <a:off x="-432151" y="3474963"/>
            <a:ext cx="2100675" cy="1236397"/>
          </a:xfrm>
          <a:prstGeom prst="rect">
            <a:avLst/>
          </a:prstGeom>
          <a:noFill/>
          <a:ln>
            <a:noFill/>
          </a:ln>
        </p:spPr>
      </p:pic>
      <p:sp>
        <p:nvSpPr>
          <p:cNvPr id="181" name="Google Shape;181;p20"/>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82" name="Google Shape;182;p20"/>
          <p:cNvSpPr txBox="1"/>
          <p:nvPr>
            <p:ph type="title"/>
          </p:nvPr>
        </p:nvSpPr>
        <p:spPr>
          <a:xfrm>
            <a:off x="4614775" y="1872150"/>
            <a:ext cx="37398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3" name="Google Shape;183;p20"/>
          <p:cNvSpPr txBox="1"/>
          <p:nvPr>
            <p:ph idx="1" type="subTitle"/>
          </p:nvPr>
        </p:nvSpPr>
        <p:spPr>
          <a:xfrm>
            <a:off x="4614775" y="2521050"/>
            <a:ext cx="3739800" cy="75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4" name="Google Shape;184;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85" name="Shape 185"/>
        <p:cNvGrpSpPr/>
        <p:nvPr/>
      </p:nvGrpSpPr>
      <p:grpSpPr>
        <a:xfrm>
          <a:off x="0" y="0"/>
          <a:ext cx="0" cy="0"/>
          <a:chOff x="0" y="0"/>
          <a:chExt cx="0" cy="0"/>
        </a:xfrm>
      </p:grpSpPr>
      <p:sp>
        <p:nvSpPr>
          <p:cNvPr id="186" name="Google Shape;186;p21"/>
          <p:cNvSpPr/>
          <p:nvPr/>
        </p:nvSpPr>
        <p:spPr>
          <a:xfrm>
            <a:off x="8562251" y="1626101"/>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87" name="Google Shape;187;p21"/>
          <p:cNvGrpSpPr/>
          <p:nvPr/>
        </p:nvGrpSpPr>
        <p:grpSpPr>
          <a:xfrm>
            <a:off x="3603924" y="4"/>
            <a:ext cx="1936100" cy="968050"/>
            <a:chOff x="3603949" y="4"/>
            <a:chExt cx="1936100" cy="968050"/>
          </a:xfrm>
        </p:grpSpPr>
        <p:sp>
          <p:nvSpPr>
            <p:cNvPr id="188" name="Google Shape;188;p21"/>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21"/>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190" name="Google Shape;190;p21"/>
          <p:cNvPicPr preferRelativeResize="0"/>
          <p:nvPr/>
        </p:nvPicPr>
        <p:blipFill>
          <a:blip r:embed="rId2">
            <a:alphaModFix/>
          </a:blip>
          <a:stretch>
            <a:fillRect/>
          </a:stretch>
        </p:blipFill>
        <p:spPr>
          <a:xfrm>
            <a:off x="1" y="3306692"/>
            <a:ext cx="1892375" cy="1836806"/>
          </a:xfrm>
          <a:prstGeom prst="rect">
            <a:avLst/>
          </a:prstGeom>
          <a:noFill/>
          <a:ln>
            <a:noFill/>
          </a:ln>
        </p:spPr>
      </p:pic>
      <p:sp>
        <p:nvSpPr>
          <p:cNvPr id="191" name="Google Shape;191;p21"/>
          <p:cNvSpPr/>
          <p:nvPr/>
        </p:nvSpPr>
        <p:spPr>
          <a:xfrm>
            <a:off x="484475" y="487800"/>
            <a:ext cx="8175000" cy="41679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92" name="Google Shape;192;p21"/>
          <p:cNvSpPr txBox="1"/>
          <p:nvPr>
            <p:ph type="title"/>
          </p:nvPr>
        </p:nvSpPr>
        <p:spPr>
          <a:xfrm>
            <a:off x="2322000" y="1660800"/>
            <a:ext cx="4500000" cy="836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4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3" name="Google Shape;193;p21"/>
          <p:cNvSpPr txBox="1"/>
          <p:nvPr>
            <p:ph idx="1" type="subTitle"/>
          </p:nvPr>
        </p:nvSpPr>
        <p:spPr>
          <a:xfrm>
            <a:off x="2322000" y="2496900"/>
            <a:ext cx="4500000" cy="98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4" name="Google Shape;194;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_1">
    <p:spTree>
      <p:nvGrpSpPr>
        <p:cNvPr id="195" name="Shape 195"/>
        <p:cNvGrpSpPr/>
        <p:nvPr/>
      </p:nvGrpSpPr>
      <p:grpSpPr>
        <a:xfrm>
          <a:off x="0" y="0"/>
          <a:ext cx="0" cy="0"/>
          <a:chOff x="0" y="0"/>
          <a:chExt cx="0" cy="0"/>
        </a:xfrm>
      </p:grpSpPr>
      <p:sp>
        <p:nvSpPr>
          <p:cNvPr id="196" name="Google Shape;196;p22"/>
          <p:cNvSpPr/>
          <p:nvPr/>
        </p:nvSpPr>
        <p:spPr>
          <a:xfrm rot="5400000">
            <a:off x="8095039" y="3978805"/>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22"/>
          <p:cNvSpPr/>
          <p:nvPr/>
        </p:nvSpPr>
        <p:spPr>
          <a:xfrm>
            <a:off x="-272899" y="146651"/>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22"/>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199" name="Google Shape;199;p22"/>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0" name="Google Shape;200;p22"/>
          <p:cNvSpPr txBox="1"/>
          <p:nvPr>
            <p:ph idx="1" type="subTitle"/>
          </p:nvPr>
        </p:nvSpPr>
        <p:spPr>
          <a:xfrm>
            <a:off x="5005977" y="1584875"/>
            <a:ext cx="3095700" cy="25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1" name="Google Shape;201;p22"/>
          <p:cNvSpPr txBox="1"/>
          <p:nvPr>
            <p:ph idx="2" type="subTitle"/>
          </p:nvPr>
        </p:nvSpPr>
        <p:spPr>
          <a:xfrm>
            <a:off x="1042275" y="1584875"/>
            <a:ext cx="3095700" cy="252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2" name="Google Shape;202;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03" name="Shape 203"/>
        <p:cNvGrpSpPr/>
        <p:nvPr/>
      </p:nvGrpSpPr>
      <p:grpSpPr>
        <a:xfrm>
          <a:off x="0" y="0"/>
          <a:ext cx="0" cy="0"/>
          <a:chOff x="0" y="0"/>
          <a:chExt cx="0" cy="0"/>
        </a:xfrm>
      </p:grpSpPr>
      <p:sp>
        <p:nvSpPr>
          <p:cNvPr id="204" name="Google Shape;204;p23"/>
          <p:cNvSpPr/>
          <p:nvPr/>
        </p:nvSpPr>
        <p:spPr>
          <a:xfrm>
            <a:off x="-264349" y="2860001"/>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23"/>
          <p:cNvSpPr/>
          <p:nvPr/>
        </p:nvSpPr>
        <p:spPr>
          <a:xfrm>
            <a:off x="7303670" y="-268989"/>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23"/>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07" name="Google Shape;207;p23"/>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8" name="Google Shape;208;p23"/>
          <p:cNvSpPr txBox="1"/>
          <p:nvPr>
            <p:ph idx="1" type="subTitle"/>
          </p:nvPr>
        </p:nvSpPr>
        <p:spPr>
          <a:xfrm>
            <a:off x="720001" y="2928273"/>
            <a:ext cx="23646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9" name="Google Shape;209;p23"/>
          <p:cNvSpPr txBox="1"/>
          <p:nvPr>
            <p:ph idx="2" type="subTitle"/>
          </p:nvPr>
        </p:nvSpPr>
        <p:spPr>
          <a:xfrm>
            <a:off x="3389705" y="2928273"/>
            <a:ext cx="23646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0" name="Google Shape;210;p23"/>
          <p:cNvSpPr txBox="1"/>
          <p:nvPr>
            <p:ph idx="3" type="subTitle"/>
          </p:nvPr>
        </p:nvSpPr>
        <p:spPr>
          <a:xfrm>
            <a:off x="6059391" y="2928273"/>
            <a:ext cx="23646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1" name="Google Shape;211;p23"/>
          <p:cNvSpPr txBox="1"/>
          <p:nvPr>
            <p:ph idx="4" type="subTitle"/>
          </p:nvPr>
        </p:nvSpPr>
        <p:spPr>
          <a:xfrm>
            <a:off x="720000" y="2625275"/>
            <a:ext cx="2364600" cy="379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12" name="Google Shape;212;p23"/>
          <p:cNvSpPr txBox="1"/>
          <p:nvPr>
            <p:ph idx="5" type="subTitle"/>
          </p:nvPr>
        </p:nvSpPr>
        <p:spPr>
          <a:xfrm>
            <a:off x="3389711" y="2625275"/>
            <a:ext cx="2364600" cy="379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13" name="Google Shape;213;p23"/>
          <p:cNvSpPr txBox="1"/>
          <p:nvPr>
            <p:ph idx="6" type="subTitle"/>
          </p:nvPr>
        </p:nvSpPr>
        <p:spPr>
          <a:xfrm>
            <a:off x="6059398" y="2625275"/>
            <a:ext cx="2364600" cy="379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14" name="Google Shape;214;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15" name="Shape 215"/>
        <p:cNvGrpSpPr/>
        <p:nvPr/>
      </p:nvGrpSpPr>
      <p:grpSpPr>
        <a:xfrm>
          <a:off x="0" y="0"/>
          <a:ext cx="0" cy="0"/>
          <a:chOff x="0" y="0"/>
          <a:chExt cx="0" cy="0"/>
        </a:xfrm>
      </p:grpSpPr>
      <p:sp>
        <p:nvSpPr>
          <p:cNvPr id="216" name="Google Shape;216;p24"/>
          <p:cNvSpPr/>
          <p:nvPr/>
        </p:nvSpPr>
        <p:spPr>
          <a:xfrm rot="-5400000">
            <a:off x="8357688" y="3589609"/>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24"/>
          <p:cNvSpPr/>
          <p:nvPr/>
        </p:nvSpPr>
        <p:spPr>
          <a:xfrm rot="10800000">
            <a:off x="-349065" y="-405595"/>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24"/>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19" name="Google Shape;219;p2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0" name="Google Shape;220;p24"/>
          <p:cNvSpPr txBox="1"/>
          <p:nvPr>
            <p:ph idx="1" type="subTitle"/>
          </p:nvPr>
        </p:nvSpPr>
        <p:spPr>
          <a:xfrm>
            <a:off x="720000" y="3569812"/>
            <a:ext cx="2364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1" name="Google Shape;221;p24"/>
          <p:cNvSpPr txBox="1"/>
          <p:nvPr>
            <p:ph idx="2" type="subTitle"/>
          </p:nvPr>
        </p:nvSpPr>
        <p:spPr>
          <a:xfrm>
            <a:off x="3389707" y="3569812"/>
            <a:ext cx="2364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2" name="Google Shape;222;p24"/>
          <p:cNvSpPr txBox="1"/>
          <p:nvPr>
            <p:ph idx="3" type="subTitle"/>
          </p:nvPr>
        </p:nvSpPr>
        <p:spPr>
          <a:xfrm>
            <a:off x="6059397" y="3569812"/>
            <a:ext cx="2364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3" name="Google Shape;223;p24"/>
          <p:cNvSpPr txBox="1"/>
          <p:nvPr>
            <p:ph idx="4" type="subTitle"/>
          </p:nvPr>
        </p:nvSpPr>
        <p:spPr>
          <a:xfrm>
            <a:off x="720000" y="3266813"/>
            <a:ext cx="2364600" cy="379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24" name="Google Shape;224;p24"/>
          <p:cNvSpPr txBox="1"/>
          <p:nvPr>
            <p:ph idx="5" type="subTitle"/>
          </p:nvPr>
        </p:nvSpPr>
        <p:spPr>
          <a:xfrm>
            <a:off x="3389711" y="3266813"/>
            <a:ext cx="2364600" cy="379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25" name="Google Shape;225;p24"/>
          <p:cNvSpPr txBox="1"/>
          <p:nvPr>
            <p:ph idx="6" type="subTitle"/>
          </p:nvPr>
        </p:nvSpPr>
        <p:spPr>
          <a:xfrm>
            <a:off x="6059398" y="3266813"/>
            <a:ext cx="2364600" cy="379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26" name="Google Shape;226;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27" name="Shape 227"/>
        <p:cNvGrpSpPr/>
        <p:nvPr/>
      </p:nvGrpSpPr>
      <p:grpSpPr>
        <a:xfrm>
          <a:off x="0" y="0"/>
          <a:ext cx="0" cy="0"/>
          <a:chOff x="0" y="0"/>
          <a:chExt cx="0" cy="0"/>
        </a:xfrm>
      </p:grpSpPr>
      <p:sp>
        <p:nvSpPr>
          <p:cNvPr id="228" name="Google Shape;228;p25"/>
          <p:cNvSpPr/>
          <p:nvPr/>
        </p:nvSpPr>
        <p:spPr>
          <a:xfrm rot="5400000">
            <a:off x="2135532" y="3985130"/>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29" name="Google Shape;229;p25"/>
          <p:cNvGrpSpPr/>
          <p:nvPr/>
        </p:nvGrpSpPr>
        <p:grpSpPr>
          <a:xfrm>
            <a:off x="5357949" y="-474730"/>
            <a:ext cx="1936100" cy="968050"/>
            <a:chOff x="3603949" y="4"/>
            <a:chExt cx="1936100" cy="968050"/>
          </a:xfrm>
        </p:grpSpPr>
        <p:sp>
          <p:nvSpPr>
            <p:cNvPr id="230" name="Google Shape;230;p25"/>
            <p:cNvSpPr/>
            <p:nvPr/>
          </p:nvSpPr>
          <p:spPr>
            <a:xfrm rot="5400000">
              <a:off x="4087975" y="-484021"/>
              <a:ext cx="968050" cy="1936100"/>
            </a:xfrm>
            <a:custGeom>
              <a:rect b="b" l="l" r="r" t="t"/>
              <a:pathLst>
                <a:path extrusionOk="0" h="396" w="198">
                  <a:moveTo>
                    <a:pt x="198" y="198"/>
                  </a:moveTo>
                  <a:cubicBezTo>
                    <a:pt x="198" y="89"/>
                    <a:pt x="109" y="0"/>
                    <a:pt x="0" y="0"/>
                  </a:cubicBezTo>
                  <a:cubicBezTo>
                    <a:pt x="0" y="5"/>
                    <a:pt x="0" y="5"/>
                    <a:pt x="0" y="5"/>
                  </a:cubicBezTo>
                  <a:cubicBezTo>
                    <a:pt x="106" y="5"/>
                    <a:pt x="193" y="91"/>
                    <a:pt x="193" y="198"/>
                  </a:cubicBezTo>
                  <a:cubicBezTo>
                    <a:pt x="193" y="304"/>
                    <a:pt x="106" y="391"/>
                    <a:pt x="0" y="391"/>
                  </a:cubicBezTo>
                  <a:cubicBezTo>
                    <a:pt x="0" y="396"/>
                    <a:pt x="0" y="396"/>
                    <a:pt x="0" y="396"/>
                  </a:cubicBezTo>
                  <a:cubicBezTo>
                    <a:pt x="109" y="396"/>
                    <a:pt x="198" y="307"/>
                    <a:pt x="198" y="198"/>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25"/>
            <p:cNvSpPr/>
            <p:nvPr/>
          </p:nvSpPr>
          <p:spPr>
            <a:xfrm rot="5400000">
              <a:off x="4193017" y="-378977"/>
              <a:ext cx="757963" cy="1701297"/>
            </a:xfrm>
            <a:custGeom>
              <a:rect b="b" l="l" r="r" t="t"/>
              <a:pathLst>
                <a:path extrusionOk="0" h="348" w="155">
                  <a:moveTo>
                    <a:pt x="154" y="193"/>
                  </a:moveTo>
                  <a:cubicBezTo>
                    <a:pt x="154" y="193"/>
                    <a:pt x="153" y="192"/>
                    <a:pt x="153" y="192"/>
                  </a:cubicBezTo>
                  <a:cubicBezTo>
                    <a:pt x="34" y="192"/>
                    <a:pt x="34" y="192"/>
                    <a:pt x="34" y="192"/>
                  </a:cubicBezTo>
                  <a:cubicBezTo>
                    <a:pt x="32" y="192"/>
                    <a:pt x="31" y="193"/>
                    <a:pt x="31" y="195"/>
                  </a:cubicBezTo>
                  <a:cubicBezTo>
                    <a:pt x="31" y="306"/>
                    <a:pt x="31" y="306"/>
                    <a:pt x="31" y="306"/>
                  </a:cubicBezTo>
                  <a:cubicBezTo>
                    <a:pt x="31" y="306"/>
                    <a:pt x="32" y="307"/>
                    <a:pt x="32" y="308"/>
                  </a:cubicBezTo>
                  <a:cubicBezTo>
                    <a:pt x="33" y="308"/>
                    <a:pt x="34" y="308"/>
                    <a:pt x="35" y="308"/>
                  </a:cubicBezTo>
                  <a:cubicBezTo>
                    <a:pt x="74" y="293"/>
                    <a:pt x="104" y="262"/>
                    <a:pt x="117" y="222"/>
                  </a:cubicBezTo>
                  <a:cubicBezTo>
                    <a:pt x="117" y="221"/>
                    <a:pt x="117" y="219"/>
                    <a:pt x="116" y="219"/>
                  </a:cubicBezTo>
                  <a:cubicBezTo>
                    <a:pt x="114" y="218"/>
                    <a:pt x="113" y="219"/>
                    <a:pt x="113" y="220"/>
                  </a:cubicBezTo>
                  <a:cubicBezTo>
                    <a:pt x="100" y="258"/>
                    <a:pt x="72" y="287"/>
                    <a:pt x="36" y="302"/>
                  </a:cubicBezTo>
                  <a:cubicBezTo>
                    <a:pt x="36" y="197"/>
                    <a:pt x="36" y="197"/>
                    <a:pt x="36" y="197"/>
                  </a:cubicBezTo>
                  <a:cubicBezTo>
                    <a:pt x="150" y="197"/>
                    <a:pt x="150" y="197"/>
                    <a:pt x="150" y="197"/>
                  </a:cubicBezTo>
                  <a:cubicBezTo>
                    <a:pt x="139" y="273"/>
                    <a:pt x="80" y="332"/>
                    <a:pt x="4" y="343"/>
                  </a:cubicBezTo>
                  <a:cubicBezTo>
                    <a:pt x="4" y="5"/>
                    <a:pt x="4" y="5"/>
                    <a:pt x="4" y="5"/>
                  </a:cubicBezTo>
                  <a:cubicBezTo>
                    <a:pt x="80" y="15"/>
                    <a:pt x="139" y="75"/>
                    <a:pt x="150" y="150"/>
                  </a:cubicBezTo>
                  <a:cubicBezTo>
                    <a:pt x="36" y="150"/>
                    <a:pt x="36" y="150"/>
                    <a:pt x="36" y="150"/>
                  </a:cubicBezTo>
                  <a:cubicBezTo>
                    <a:pt x="36" y="45"/>
                    <a:pt x="36" y="45"/>
                    <a:pt x="36" y="45"/>
                  </a:cubicBezTo>
                  <a:cubicBezTo>
                    <a:pt x="72" y="60"/>
                    <a:pt x="100" y="90"/>
                    <a:pt x="113" y="127"/>
                  </a:cubicBezTo>
                  <a:cubicBezTo>
                    <a:pt x="113" y="128"/>
                    <a:pt x="114" y="129"/>
                    <a:pt x="116" y="129"/>
                  </a:cubicBezTo>
                  <a:cubicBezTo>
                    <a:pt x="117" y="128"/>
                    <a:pt x="117" y="127"/>
                    <a:pt x="117" y="126"/>
                  </a:cubicBezTo>
                  <a:cubicBezTo>
                    <a:pt x="104" y="86"/>
                    <a:pt x="74" y="55"/>
                    <a:pt x="35" y="40"/>
                  </a:cubicBezTo>
                  <a:cubicBezTo>
                    <a:pt x="34" y="39"/>
                    <a:pt x="33" y="39"/>
                    <a:pt x="32" y="40"/>
                  </a:cubicBezTo>
                  <a:cubicBezTo>
                    <a:pt x="32" y="40"/>
                    <a:pt x="31" y="41"/>
                    <a:pt x="31" y="42"/>
                  </a:cubicBezTo>
                  <a:cubicBezTo>
                    <a:pt x="31" y="153"/>
                    <a:pt x="31" y="153"/>
                    <a:pt x="31" y="153"/>
                  </a:cubicBezTo>
                  <a:cubicBezTo>
                    <a:pt x="31" y="154"/>
                    <a:pt x="32" y="155"/>
                    <a:pt x="34" y="155"/>
                  </a:cubicBezTo>
                  <a:cubicBezTo>
                    <a:pt x="153" y="155"/>
                    <a:pt x="153" y="155"/>
                    <a:pt x="153" y="155"/>
                  </a:cubicBezTo>
                  <a:cubicBezTo>
                    <a:pt x="153" y="155"/>
                    <a:pt x="154" y="155"/>
                    <a:pt x="154" y="154"/>
                  </a:cubicBezTo>
                  <a:cubicBezTo>
                    <a:pt x="155" y="154"/>
                    <a:pt x="155" y="153"/>
                    <a:pt x="155" y="152"/>
                  </a:cubicBezTo>
                  <a:cubicBezTo>
                    <a:pt x="145" y="72"/>
                    <a:pt x="82" y="10"/>
                    <a:pt x="2" y="0"/>
                  </a:cubicBezTo>
                  <a:cubicBezTo>
                    <a:pt x="2" y="0"/>
                    <a:pt x="1" y="0"/>
                    <a:pt x="0" y="0"/>
                  </a:cubicBezTo>
                  <a:cubicBezTo>
                    <a:pt x="0" y="1"/>
                    <a:pt x="0" y="2"/>
                    <a:pt x="0" y="2"/>
                  </a:cubicBezTo>
                  <a:cubicBezTo>
                    <a:pt x="0" y="345"/>
                    <a:pt x="0" y="345"/>
                    <a:pt x="0" y="345"/>
                  </a:cubicBezTo>
                  <a:cubicBezTo>
                    <a:pt x="0" y="346"/>
                    <a:pt x="0" y="347"/>
                    <a:pt x="0" y="347"/>
                  </a:cubicBezTo>
                  <a:cubicBezTo>
                    <a:pt x="1" y="347"/>
                    <a:pt x="1" y="348"/>
                    <a:pt x="2" y="348"/>
                  </a:cubicBezTo>
                  <a:cubicBezTo>
                    <a:pt x="2" y="348"/>
                    <a:pt x="2" y="348"/>
                    <a:pt x="2" y="348"/>
                  </a:cubicBezTo>
                  <a:cubicBezTo>
                    <a:pt x="82" y="338"/>
                    <a:pt x="145" y="275"/>
                    <a:pt x="155" y="195"/>
                  </a:cubicBezTo>
                  <a:cubicBezTo>
                    <a:pt x="155" y="194"/>
                    <a:pt x="155" y="194"/>
                    <a:pt x="154" y="19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2" name="Google Shape;232;p25"/>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33" name="Google Shape;233;p2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4" name="Google Shape;234;p25"/>
          <p:cNvSpPr txBox="1"/>
          <p:nvPr>
            <p:ph idx="1" type="subTitle"/>
          </p:nvPr>
        </p:nvSpPr>
        <p:spPr>
          <a:xfrm>
            <a:off x="1658301" y="1786025"/>
            <a:ext cx="2319300" cy="83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5" name="Google Shape;235;p25"/>
          <p:cNvSpPr txBox="1"/>
          <p:nvPr>
            <p:ph idx="2" type="subTitle"/>
          </p:nvPr>
        </p:nvSpPr>
        <p:spPr>
          <a:xfrm>
            <a:off x="5166372" y="1786025"/>
            <a:ext cx="2319300" cy="834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6" name="Google Shape;236;p25"/>
          <p:cNvSpPr txBox="1"/>
          <p:nvPr>
            <p:ph idx="3" type="subTitle"/>
          </p:nvPr>
        </p:nvSpPr>
        <p:spPr>
          <a:xfrm>
            <a:off x="1658275" y="3380225"/>
            <a:ext cx="2319300" cy="834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7" name="Google Shape;237;p25"/>
          <p:cNvSpPr txBox="1"/>
          <p:nvPr>
            <p:ph idx="4" type="subTitle"/>
          </p:nvPr>
        </p:nvSpPr>
        <p:spPr>
          <a:xfrm>
            <a:off x="5166346" y="3380225"/>
            <a:ext cx="2319300" cy="834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8" name="Google Shape;238;p25"/>
          <p:cNvSpPr txBox="1"/>
          <p:nvPr>
            <p:ph idx="5" type="subTitle"/>
          </p:nvPr>
        </p:nvSpPr>
        <p:spPr>
          <a:xfrm>
            <a:off x="1658325" y="1483025"/>
            <a:ext cx="2319300" cy="379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39" name="Google Shape;239;p25"/>
          <p:cNvSpPr txBox="1"/>
          <p:nvPr>
            <p:ph idx="6" type="subTitle"/>
          </p:nvPr>
        </p:nvSpPr>
        <p:spPr>
          <a:xfrm>
            <a:off x="1658300" y="3077228"/>
            <a:ext cx="2319300" cy="379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40" name="Google Shape;240;p25"/>
          <p:cNvSpPr txBox="1"/>
          <p:nvPr>
            <p:ph idx="7" type="subTitle"/>
          </p:nvPr>
        </p:nvSpPr>
        <p:spPr>
          <a:xfrm>
            <a:off x="5166383" y="1483025"/>
            <a:ext cx="2319300" cy="379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41" name="Google Shape;241;p25"/>
          <p:cNvSpPr txBox="1"/>
          <p:nvPr>
            <p:ph idx="8" type="subTitle"/>
          </p:nvPr>
        </p:nvSpPr>
        <p:spPr>
          <a:xfrm>
            <a:off x="5166358" y="3077228"/>
            <a:ext cx="2319300" cy="379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42" name="Google Shape;242;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3" name="Shape 243"/>
        <p:cNvGrpSpPr/>
        <p:nvPr/>
      </p:nvGrpSpPr>
      <p:grpSpPr>
        <a:xfrm>
          <a:off x="0" y="0"/>
          <a:ext cx="0" cy="0"/>
          <a:chOff x="0" y="0"/>
          <a:chExt cx="0" cy="0"/>
        </a:xfrm>
      </p:grpSpPr>
      <p:sp>
        <p:nvSpPr>
          <p:cNvPr id="244" name="Google Shape;244;p26"/>
          <p:cNvSpPr/>
          <p:nvPr/>
        </p:nvSpPr>
        <p:spPr>
          <a:xfrm rot="-5400000">
            <a:off x="-724528" y="3312348"/>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26"/>
          <p:cNvSpPr/>
          <p:nvPr/>
        </p:nvSpPr>
        <p:spPr>
          <a:xfrm>
            <a:off x="8281694" y="-100439"/>
            <a:ext cx="1364792" cy="1892871"/>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26"/>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47" name="Google Shape;247;p26"/>
          <p:cNvSpPr txBox="1"/>
          <p:nvPr>
            <p:ph type="title"/>
          </p:nvPr>
        </p:nvSpPr>
        <p:spPr>
          <a:xfrm>
            <a:off x="720000" y="52807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8" name="Google Shape;248;p26"/>
          <p:cNvSpPr txBox="1"/>
          <p:nvPr>
            <p:ph idx="1" type="subTitle"/>
          </p:nvPr>
        </p:nvSpPr>
        <p:spPr>
          <a:xfrm>
            <a:off x="791180" y="1842000"/>
            <a:ext cx="2328000" cy="80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9" name="Google Shape;249;p26"/>
          <p:cNvSpPr txBox="1"/>
          <p:nvPr>
            <p:ph idx="2" type="subTitle"/>
          </p:nvPr>
        </p:nvSpPr>
        <p:spPr>
          <a:xfrm>
            <a:off x="3408678" y="1842000"/>
            <a:ext cx="2328000" cy="80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0" name="Google Shape;250;p26"/>
          <p:cNvSpPr txBox="1"/>
          <p:nvPr>
            <p:ph idx="3" type="subTitle"/>
          </p:nvPr>
        </p:nvSpPr>
        <p:spPr>
          <a:xfrm>
            <a:off x="791180" y="3350375"/>
            <a:ext cx="2328000" cy="80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1" name="Google Shape;251;p26"/>
          <p:cNvSpPr txBox="1"/>
          <p:nvPr>
            <p:ph idx="4" type="subTitle"/>
          </p:nvPr>
        </p:nvSpPr>
        <p:spPr>
          <a:xfrm>
            <a:off x="3408678" y="3350375"/>
            <a:ext cx="2328000" cy="80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2" name="Google Shape;252;p26"/>
          <p:cNvSpPr txBox="1"/>
          <p:nvPr>
            <p:ph idx="5" type="subTitle"/>
          </p:nvPr>
        </p:nvSpPr>
        <p:spPr>
          <a:xfrm>
            <a:off x="6024426" y="1842000"/>
            <a:ext cx="2328000" cy="80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3" name="Google Shape;253;p26"/>
          <p:cNvSpPr txBox="1"/>
          <p:nvPr>
            <p:ph idx="6" type="subTitle"/>
          </p:nvPr>
        </p:nvSpPr>
        <p:spPr>
          <a:xfrm>
            <a:off x="6024426" y="3350375"/>
            <a:ext cx="2328000" cy="808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4" name="Google Shape;254;p26"/>
          <p:cNvSpPr txBox="1"/>
          <p:nvPr>
            <p:ph idx="7" type="subTitle"/>
          </p:nvPr>
        </p:nvSpPr>
        <p:spPr>
          <a:xfrm>
            <a:off x="789425" y="1539000"/>
            <a:ext cx="2331900" cy="37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55" name="Google Shape;255;p26"/>
          <p:cNvSpPr txBox="1"/>
          <p:nvPr>
            <p:ph idx="8" type="subTitle"/>
          </p:nvPr>
        </p:nvSpPr>
        <p:spPr>
          <a:xfrm>
            <a:off x="3406923" y="1539000"/>
            <a:ext cx="2331900" cy="37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56" name="Google Shape;256;p26"/>
          <p:cNvSpPr txBox="1"/>
          <p:nvPr>
            <p:ph idx="9" type="subTitle"/>
          </p:nvPr>
        </p:nvSpPr>
        <p:spPr>
          <a:xfrm>
            <a:off x="6022672" y="1539000"/>
            <a:ext cx="2331900" cy="37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57" name="Google Shape;257;p26"/>
          <p:cNvSpPr txBox="1"/>
          <p:nvPr>
            <p:ph idx="13" type="subTitle"/>
          </p:nvPr>
        </p:nvSpPr>
        <p:spPr>
          <a:xfrm>
            <a:off x="789425" y="3047378"/>
            <a:ext cx="2331900" cy="37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58" name="Google Shape;258;p26"/>
          <p:cNvSpPr txBox="1"/>
          <p:nvPr>
            <p:ph idx="14" type="subTitle"/>
          </p:nvPr>
        </p:nvSpPr>
        <p:spPr>
          <a:xfrm>
            <a:off x="3406924" y="3047378"/>
            <a:ext cx="2331900" cy="37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59" name="Google Shape;259;p26"/>
          <p:cNvSpPr txBox="1"/>
          <p:nvPr>
            <p:ph idx="15" type="subTitle"/>
          </p:nvPr>
        </p:nvSpPr>
        <p:spPr>
          <a:xfrm>
            <a:off x="6022673" y="3047378"/>
            <a:ext cx="2331900" cy="37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sley"/>
              <a:buNone/>
              <a:defRPr sz="2000">
                <a:solidFill>
                  <a:schemeClr val="dk1"/>
                </a:solidFill>
                <a:latin typeface="Besley Medium"/>
                <a:ea typeface="Besley Medium"/>
                <a:cs typeface="Besley Medium"/>
                <a:sym typeface="Besley Medium"/>
              </a:defRPr>
            </a:lvl1pPr>
            <a:lvl2pPr lvl="1" rtl="0" algn="ctr">
              <a:lnSpc>
                <a:spcPct val="100000"/>
              </a:lnSpc>
              <a:spcBef>
                <a:spcPts val="0"/>
              </a:spcBef>
              <a:spcAft>
                <a:spcPts val="0"/>
              </a:spcAft>
              <a:buSzPts val="2400"/>
              <a:buFont typeface="Besley"/>
              <a:buNone/>
              <a:defRPr sz="2400">
                <a:latin typeface="Besley"/>
                <a:ea typeface="Besley"/>
                <a:cs typeface="Besley"/>
                <a:sym typeface="Besley"/>
              </a:defRPr>
            </a:lvl2pPr>
            <a:lvl3pPr lvl="2" rtl="0" algn="ctr">
              <a:lnSpc>
                <a:spcPct val="100000"/>
              </a:lnSpc>
              <a:spcBef>
                <a:spcPts val="0"/>
              </a:spcBef>
              <a:spcAft>
                <a:spcPts val="0"/>
              </a:spcAft>
              <a:buSzPts val="2400"/>
              <a:buFont typeface="Besley"/>
              <a:buNone/>
              <a:defRPr sz="2400">
                <a:latin typeface="Besley"/>
                <a:ea typeface="Besley"/>
                <a:cs typeface="Besley"/>
                <a:sym typeface="Besley"/>
              </a:defRPr>
            </a:lvl3pPr>
            <a:lvl4pPr lvl="3" rtl="0" algn="ctr">
              <a:lnSpc>
                <a:spcPct val="100000"/>
              </a:lnSpc>
              <a:spcBef>
                <a:spcPts val="0"/>
              </a:spcBef>
              <a:spcAft>
                <a:spcPts val="0"/>
              </a:spcAft>
              <a:buSzPts val="2400"/>
              <a:buFont typeface="Besley"/>
              <a:buNone/>
              <a:defRPr sz="2400">
                <a:latin typeface="Besley"/>
                <a:ea typeface="Besley"/>
                <a:cs typeface="Besley"/>
                <a:sym typeface="Besley"/>
              </a:defRPr>
            </a:lvl4pPr>
            <a:lvl5pPr lvl="4" rtl="0" algn="ctr">
              <a:lnSpc>
                <a:spcPct val="100000"/>
              </a:lnSpc>
              <a:spcBef>
                <a:spcPts val="0"/>
              </a:spcBef>
              <a:spcAft>
                <a:spcPts val="0"/>
              </a:spcAft>
              <a:buSzPts val="2400"/>
              <a:buFont typeface="Besley"/>
              <a:buNone/>
              <a:defRPr sz="2400">
                <a:latin typeface="Besley"/>
                <a:ea typeface="Besley"/>
                <a:cs typeface="Besley"/>
                <a:sym typeface="Besley"/>
              </a:defRPr>
            </a:lvl5pPr>
            <a:lvl6pPr lvl="5" rtl="0" algn="ctr">
              <a:lnSpc>
                <a:spcPct val="100000"/>
              </a:lnSpc>
              <a:spcBef>
                <a:spcPts val="0"/>
              </a:spcBef>
              <a:spcAft>
                <a:spcPts val="0"/>
              </a:spcAft>
              <a:buSzPts val="2400"/>
              <a:buFont typeface="Besley"/>
              <a:buNone/>
              <a:defRPr sz="2400">
                <a:latin typeface="Besley"/>
                <a:ea typeface="Besley"/>
                <a:cs typeface="Besley"/>
                <a:sym typeface="Besley"/>
              </a:defRPr>
            </a:lvl6pPr>
            <a:lvl7pPr lvl="6" rtl="0" algn="ctr">
              <a:lnSpc>
                <a:spcPct val="100000"/>
              </a:lnSpc>
              <a:spcBef>
                <a:spcPts val="0"/>
              </a:spcBef>
              <a:spcAft>
                <a:spcPts val="0"/>
              </a:spcAft>
              <a:buSzPts val="2400"/>
              <a:buFont typeface="Besley"/>
              <a:buNone/>
              <a:defRPr sz="2400">
                <a:latin typeface="Besley"/>
                <a:ea typeface="Besley"/>
                <a:cs typeface="Besley"/>
                <a:sym typeface="Besley"/>
              </a:defRPr>
            </a:lvl7pPr>
            <a:lvl8pPr lvl="7" rtl="0" algn="ctr">
              <a:lnSpc>
                <a:spcPct val="100000"/>
              </a:lnSpc>
              <a:spcBef>
                <a:spcPts val="0"/>
              </a:spcBef>
              <a:spcAft>
                <a:spcPts val="0"/>
              </a:spcAft>
              <a:buSzPts val="2400"/>
              <a:buFont typeface="Besley"/>
              <a:buNone/>
              <a:defRPr sz="2400">
                <a:latin typeface="Besley"/>
                <a:ea typeface="Besley"/>
                <a:cs typeface="Besley"/>
                <a:sym typeface="Besley"/>
              </a:defRPr>
            </a:lvl8pPr>
            <a:lvl9pPr lvl="8" rtl="0" algn="ctr">
              <a:lnSpc>
                <a:spcPct val="100000"/>
              </a:lnSpc>
              <a:spcBef>
                <a:spcPts val="0"/>
              </a:spcBef>
              <a:spcAft>
                <a:spcPts val="0"/>
              </a:spcAft>
              <a:buSzPts val="2400"/>
              <a:buFont typeface="Besley"/>
              <a:buNone/>
              <a:defRPr sz="2400">
                <a:latin typeface="Besley"/>
                <a:ea typeface="Besley"/>
                <a:cs typeface="Besley"/>
                <a:sym typeface="Besley"/>
              </a:defRPr>
            </a:lvl9pPr>
          </a:lstStyle>
          <a:p/>
        </p:txBody>
      </p:sp>
      <p:sp>
        <p:nvSpPr>
          <p:cNvPr id="260" name="Google Shape;260;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61" name="Shape 261"/>
        <p:cNvGrpSpPr/>
        <p:nvPr/>
      </p:nvGrpSpPr>
      <p:grpSpPr>
        <a:xfrm>
          <a:off x="0" y="0"/>
          <a:ext cx="0" cy="0"/>
          <a:chOff x="0" y="0"/>
          <a:chExt cx="0" cy="0"/>
        </a:xfrm>
      </p:grpSpPr>
      <p:pic>
        <p:nvPicPr>
          <p:cNvPr id="262" name="Google Shape;262;p27"/>
          <p:cNvPicPr preferRelativeResize="0"/>
          <p:nvPr/>
        </p:nvPicPr>
        <p:blipFill>
          <a:blip r:embed="rId2">
            <a:alphaModFix/>
          </a:blip>
          <a:stretch>
            <a:fillRect/>
          </a:stretch>
        </p:blipFill>
        <p:spPr>
          <a:xfrm rot="10800000">
            <a:off x="-11" y="3306701"/>
            <a:ext cx="1560785" cy="1836800"/>
          </a:xfrm>
          <a:prstGeom prst="rect">
            <a:avLst/>
          </a:prstGeom>
          <a:noFill/>
          <a:ln>
            <a:noFill/>
          </a:ln>
        </p:spPr>
      </p:pic>
      <p:pic>
        <p:nvPicPr>
          <p:cNvPr id="263" name="Google Shape;263;p27"/>
          <p:cNvPicPr preferRelativeResize="0"/>
          <p:nvPr/>
        </p:nvPicPr>
        <p:blipFill>
          <a:blip r:embed="rId3">
            <a:alphaModFix/>
          </a:blip>
          <a:stretch>
            <a:fillRect/>
          </a:stretch>
        </p:blipFill>
        <p:spPr>
          <a:xfrm>
            <a:off x="7251617" y="10"/>
            <a:ext cx="1892394" cy="2063636"/>
          </a:xfrm>
          <a:prstGeom prst="rect">
            <a:avLst/>
          </a:prstGeom>
          <a:noFill/>
          <a:ln>
            <a:noFill/>
          </a:ln>
        </p:spPr>
      </p:pic>
      <p:sp>
        <p:nvSpPr>
          <p:cNvPr id="264" name="Google Shape;264;p27"/>
          <p:cNvSpPr/>
          <p:nvPr/>
        </p:nvSpPr>
        <p:spPr>
          <a:xfrm>
            <a:off x="332525" y="273450"/>
            <a:ext cx="8478900" cy="45966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65" name="Google Shape;265;p27"/>
          <p:cNvSpPr txBox="1"/>
          <p:nvPr>
            <p:ph hasCustomPrompt="1" type="title"/>
          </p:nvPr>
        </p:nvSpPr>
        <p:spPr>
          <a:xfrm>
            <a:off x="789425" y="622825"/>
            <a:ext cx="39369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6" name="Google Shape;266;p27"/>
          <p:cNvSpPr txBox="1"/>
          <p:nvPr>
            <p:ph idx="1" type="subTitle"/>
          </p:nvPr>
        </p:nvSpPr>
        <p:spPr>
          <a:xfrm>
            <a:off x="789425" y="1391725"/>
            <a:ext cx="3936900" cy="372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67" name="Google Shape;267;p27"/>
          <p:cNvSpPr txBox="1"/>
          <p:nvPr>
            <p:ph hasCustomPrompt="1" idx="2" type="title"/>
          </p:nvPr>
        </p:nvSpPr>
        <p:spPr>
          <a:xfrm>
            <a:off x="789425" y="2000992"/>
            <a:ext cx="39369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8" name="Google Shape;268;p27"/>
          <p:cNvSpPr txBox="1"/>
          <p:nvPr>
            <p:ph idx="3" type="subTitle"/>
          </p:nvPr>
        </p:nvSpPr>
        <p:spPr>
          <a:xfrm>
            <a:off x="789425" y="2769888"/>
            <a:ext cx="3936900" cy="372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69" name="Google Shape;269;p27"/>
          <p:cNvSpPr txBox="1"/>
          <p:nvPr>
            <p:ph hasCustomPrompt="1" idx="4" type="title"/>
          </p:nvPr>
        </p:nvSpPr>
        <p:spPr>
          <a:xfrm>
            <a:off x="789425" y="3379159"/>
            <a:ext cx="39369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70" name="Google Shape;270;p27"/>
          <p:cNvSpPr txBox="1"/>
          <p:nvPr>
            <p:ph idx="5" type="subTitle"/>
          </p:nvPr>
        </p:nvSpPr>
        <p:spPr>
          <a:xfrm>
            <a:off x="789425" y="4148051"/>
            <a:ext cx="3936900" cy="372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71" name="Google Shape;271;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72" name="Shape 272"/>
        <p:cNvGrpSpPr/>
        <p:nvPr/>
      </p:nvGrpSpPr>
      <p:grpSpPr>
        <a:xfrm>
          <a:off x="0" y="0"/>
          <a:ext cx="0" cy="0"/>
          <a:chOff x="0" y="0"/>
          <a:chExt cx="0" cy="0"/>
        </a:xfrm>
      </p:grpSpPr>
      <p:sp>
        <p:nvSpPr>
          <p:cNvPr id="273" name="Google Shape;273;p28"/>
          <p:cNvSpPr/>
          <p:nvPr/>
        </p:nvSpPr>
        <p:spPr>
          <a:xfrm rot="5400000">
            <a:off x="5610151" y="-920724"/>
            <a:ext cx="908150" cy="2558375"/>
          </a:xfrm>
          <a:custGeom>
            <a:rect b="b" l="l" r="r" t="t"/>
            <a:pathLst>
              <a:path extrusionOk="0" h="707" w="251">
                <a:moveTo>
                  <a:pt x="27" y="707"/>
                </a:moveTo>
                <a:cubicBezTo>
                  <a:pt x="12" y="707"/>
                  <a:pt x="0" y="695"/>
                  <a:pt x="0" y="680"/>
                </a:cubicBezTo>
                <a:cubicBezTo>
                  <a:pt x="0" y="123"/>
                  <a:pt x="0" y="123"/>
                  <a:pt x="0" y="123"/>
                </a:cubicBezTo>
                <a:cubicBezTo>
                  <a:pt x="0" y="108"/>
                  <a:pt x="12" y="96"/>
                  <a:pt x="27" y="96"/>
                </a:cubicBezTo>
                <a:cubicBezTo>
                  <a:pt x="42" y="96"/>
                  <a:pt x="54" y="108"/>
                  <a:pt x="54" y="123"/>
                </a:cubicBezTo>
                <a:cubicBezTo>
                  <a:pt x="54" y="182"/>
                  <a:pt x="54" y="182"/>
                  <a:pt x="54" y="182"/>
                </a:cubicBezTo>
                <a:cubicBezTo>
                  <a:pt x="54" y="195"/>
                  <a:pt x="64" y="204"/>
                  <a:pt x="76" y="204"/>
                </a:cubicBezTo>
                <a:cubicBezTo>
                  <a:pt x="89" y="204"/>
                  <a:pt x="98" y="195"/>
                  <a:pt x="98" y="182"/>
                </a:cubicBezTo>
                <a:cubicBezTo>
                  <a:pt x="98" y="27"/>
                  <a:pt x="98" y="27"/>
                  <a:pt x="98" y="27"/>
                </a:cubicBezTo>
                <a:cubicBezTo>
                  <a:pt x="98" y="12"/>
                  <a:pt x="111" y="0"/>
                  <a:pt x="126" y="0"/>
                </a:cubicBezTo>
                <a:cubicBezTo>
                  <a:pt x="140" y="0"/>
                  <a:pt x="153" y="12"/>
                  <a:pt x="153" y="27"/>
                </a:cubicBezTo>
                <a:cubicBezTo>
                  <a:pt x="153" y="255"/>
                  <a:pt x="153" y="255"/>
                  <a:pt x="153" y="255"/>
                </a:cubicBezTo>
                <a:cubicBezTo>
                  <a:pt x="153" y="267"/>
                  <a:pt x="162" y="277"/>
                  <a:pt x="175" y="277"/>
                </a:cubicBezTo>
                <a:cubicBezTo>
                  <a:pt x="187" y="277"/>
                  <a:pt x="197" y="267"/>
                  <a:pt x="197" y="255"/>
                </a:cubicBezTo>
                <a:cubicBezTo>
                  <a:pt x="197" y="184"/>
                  <a:pt x="197" y="184"/>
                  <a:pt x="197" y="184"/>
                </a:cubicBezTo>
                <a:cubicBezTo>
                  <a:pt x="197" y="169"/>
                  <a:pt x="209" y="157"/>
                  <a:pt x="224" y="157"/>
                </a:cubicBezTo>
                <a:cubicBezTo>
                  <a:pt x="239" y="157"/>
                  <a:pt x="251" y="169"/>
                  <a:pt x="251" y="184"/>
                </a:cubicBezTo>
                <a:cubicBezTo>
                  <a:pt x="251" y="487"/>
                  <a:pt x="251" y="487"/>
                  <a:pt x="251" y="487"/>
                </a:cubicBezTo>
                <a:cubicBezTo>
                  <a:pt x="251" y="502"/>
                  <a:pt x="239" y="514"/>
                  <a:pt x="224" y="514"/>
                </a:cubicBezTo>
                <a:cubicBezTo>
                  <a:pt x="209" y="514"/>
                  <a:pt x="197" y="502"/>
                  <a:pt x="197" y="487"/>
                </a:cubicBezTo>
                <a:cubicBezTo>
                  <a:pt x="197" y="445"/>
                  <a:pt x="197" y="445"/>
                  <a:pt x="197" y="445"/>
                </a:cubicBezTo>
                <a:cubicBezTo>
                  <a:pt x="197" y="433"/>
                  <a:pt x="187" y="423"/>
                  <a:pt x="175" y="423"/>
                </a:cubicBezTo>
                <a:cubicBezTo>
                  <a:pt x="162" y="423"/>
                  <a:pt x="153" y="433"/>
                  <a:pt x="153" y="445"/>
                </a:cubicBezTo>
                <a:cubicBezTo>
                  <a:pt x="153" y="590"/>
                  <a:pt x="153" y="590"/>
                  <a:pt x="153" y="590"/>
                </a:cubicBezTo>
                <a:cubicBezTo>
                  <a:pt x="153" y="605"/>
                  <a:pt x="140" y="617"/>
                  <a:pt x="126" y="617"/>
                </a:cubicBezTo>
                <a:cubicBezTo>
                  <a:pt x="111" y="617"/>
                  <a:pt x="98" y="605"/>
                  <a:pt x="98" y="590"/>
                </a:cubicBezTo>
                <a:cubicBezTo>
                  <a:pt x="98" y="545"/>
                  <a:pt x="98" y="545"/>
                  <a:pt x="98" y="545"/>
                </a:cubicBezTo>
                <a:cubicBezTo>
                  <a:pt x="98" y="533"/>
                  <a:pt x="89" y="523"/>
                  <a:pt x="76" y="523"/>
                </a:cubicBezTo>
                <a:cubicBezTo>
                  <a:pt x="64" y="523"/>
                  <a:pt x="54" y="533"/>
                  <a:pt x="54" y="545"/>
                </a:cubicBezTo>
                <a:cubicBezTo>
                  <a:pt x="54" y="680"/>
                  <a:pt x="54" y="680"/>
                  <a:pt x="54" y="680"/>
                </a:cubicBezTo>
                <a:cubicBezTo>
                  <a:pt x="54" y="695"/>
                  <a:pt x="42" y="707"/>
                  <a:pt x="27" y="707"/>
                </a:cubicBezTo>
                <a:close/>
                <a:moveTo>
                  <a:pt x="27" y="101"/>
                </a:moveTo>
                <a:cubicBezTo>
                  <a:pt x="15" y="101"/>
                  <a:pt x="5" y="111"/>
                  <a:pt x="5" y="123"/>
                </a:cubicBezTo>
                <a:cubicBezTo>
                  <a:pt x="5" y="680"/>
                  <a:pt x="5" y="680"/>
                  <a:pt x="5" y="680"/>
                </a:cubicBezTo>
                <a:cubicBezTo>
                  <a:pt x="5" y="692"/>
                  <a:pt x="15" y="702"/>
                  <a:pt x="27" y="702"/>
                </a:cubicBezTo>
                <a:cubicBezTo>
                  <a:pt x="39" y="702"/>
                  <a:pt x="49" y="692"/>
                  <a:pt x="49" y="680"/>
                </a:cubicBezTo>
                <a:cubicBezTo>
                  <a:pt x="49" y="545"/>
                  <a:pt x="49" y="545"/>
                  <a:pt x="49" y="545"/>
                </a:cubicBezTo>
                <a:cubicBezTo>
                  <a:pt x="49" y="530"/>
                  <a:pt x="61" y="518"/>
                  <a:pt x="76" y="518"/>
                </a:cubicBezTo>
                <a:cubicBezTo>
                  <a:pt x="91" y="518"/>
                  <a:pt x="103" y="530"/>
                  <a:pt x="103" y="545"/>
                </a:cubicBezTo>
                <a:cubicBezTo>
                  <a:pt x="103" y="590"/>
                  <a:pt x="103" y="590"/>
                  <a:pt x="103" y="590"/>
                </a:cubicBezTo>
                <a:cubicBezTo>
                  <a:pt x="103" y="603"/>
                  <a:pt x="113" y="613"/>
                  <a:pt x="126" y="613"/>
                </a:cubicBezTo>
                <a:cubicBezTo>
                  <a:pt x="138" y="613"/>
                  <a:pt x="148" y="603"/>
                  <a:pt x="148" y="590"/>
                </a:cubicBezTo>
                <a:cubicBezTo>
                  <a:pt x="148" y="445"/>
                  <a:pt x="148" y="445"/>
                  <a:pt x="148" y="445"/>
                </a:cubicBezTo>
                <a:cubicBezTo>
                  <a:pt x="148" y="430"/>
                  <a:pt x="160" y="418"/>
                  <a:pt x="175" y="418"/>
                </a:cubicBezTo>
                <a:cubicBezTo>
                  <a:pt x="190" y="418"/>
                  <a:pt x="202" y="430"/>
                  <a:pt x="202" y="445"/>
                </a:cubicBezTo>
                <a:cubicBezTo>
                  <a:pt x="202" y="487"/>
                  <a:pt x="202" y="487"/>
                  <a:pt x="202" y="487"/>
                </a:cubicBezTo>
                <a:cubicBezTo>
                  <a:pt x="202" y="499"/>
                  <a:pt x="212" y="509"/>
                  <a:pt x="224" y="509"/>
                </a:cubicBezTo>
                <a:cubicBezTo>
                  <a:pt x="236" y="509"/>
                  <a:pt x="246" y="499"/>
                  <a:pt x="246" y="487"/>
                </a:cubicBezTo>
                <a:cubicBezTo>
                  <a:pt x="246" y="184"/>
                  <a:pt x="246" y="184"/>
                  <a:pt x="246" y="184"/>
                </a:cubicBezTo>
                <a:cubicBezTo>
                  <a:pt x="246" y="172"/>
                  <a:pt x="236" y="162"/>
                  <a:pt x="224" y="162"/>
                </a:cubicBezTo>
                <a:cubicBezTo>
                  <a:pt x="212" y="162"/>
                  <a:pt x="202" y="172"/>
                  <a:pt x="202" y="184"/>
                </a:cubicBezTo>
                <a:cubicBezTo>
                  <a:pt x="202" y="255"/>
                  <a:pt x="202" y="255"/>
                  <a:pt x="202" y="255"/>
                </a:cubicBezTo>
                <a:cubicBezTo>
                  <a:pt x="202" y="269"/>
                  <a:pt x="190" y="282"/>
                  <a:pt x="175" y="282"/>
                </a:cubicBezTo>
                <a:cubicBezTo>
                  <a:pt x="160" y="282"/>
                  <a:pt x="148" y="269"/>
                  <a:pt x="148" y="255"/>
                </a:cubicBezTo>
                <a:cubicBezTo>
                  <a:pt x="148" y="27"/>
                  <a:pt x="148" y="27"/>
                  <a:pt x="148" y="27"/>
                </a:cubicBezTo>
                <a:cubicBezTo>
                  <a:pt x="148" y="14"/>
                  <a:pt x="138" y="4"/>
                  <a:pt x="126" y="4"/>
                </a:cubicBezTo>
                <a:cubicBezTo>
                  <a:pt x="113" y="4"/>
                  <a:pt x="103" y="14"/>
                  <a:pt x="103" y="27"/>
                </a:cubicBezTo>
                <a:cubicBezTo>
                  <a:pt x="103" y="182"/>
                  <a:pt x="103" y="182"/>
                  <a:pt x="103" y="182"/>
                </a:cubicBezTo>
                <a:cubicBezTo>
                  <a:pt x="103" y="197"/>
                  <a:pt x="91" y="209"/>
                  <a:pt x="76" y="209"/>
                </a:cubicBezTo>
                <a:cubicBezTo>
                  <a:pt x="61" y="209"/>
                  <a:pt x="49" y="197"/>
                  <a:pt x="49" y="182"/>
                </a:cubicBezTo>
                <a:cubicBezTo>
                  <a:pt x="49" y="123"/>
                  <a:pt x="49" y="123"/>
                  <a:pt x="49" y="123"/>
                </a:cubicBezTo>
                <a:cubicBezTo>
                  <a:pt x="49" y="111"/>
                  <a:pt x="39" y="101"/>
                  <a:pt x="27" y="101"/>
                </a:cubicBezTo>
                <a:close/>
                <a:moveTo>
                  <a:pt x="76" y="382"/>
                </a:moveTo>
                <a:cubicBezTo>
                  <a:pt x="61" y="382"/>
                  <a:pt x="49" y="370"/>
                  <a:pt x="49" y="355"/>
                </a:cubicBezTo>
                <a:cubicBezTo>
                  <a:pt x="49" y="312"/>
                  <a:pt x="49" y="312"/>
                  <a:pt x="49" y="312"/>
                </a:cubicBezTo>
                <a:cubicBezTo>
                  <a:pt x="49" y="297"/>
                  <a:pt x="61" y="285"/>
                  <a:pt x="76" y="285"/>
                </a:cubicBezTo>
                <a:cubicBezTo>
                  <a:pt x="91" y="285"/>
                  <a:pt x="103" y="297"/>
                  <a:pt x="103" y="312"/>
                </a:cubicBezTo>
                <a:cubicBezTo>
                  <a:pt x="103" y="355"/>
                  <a:pt x="103" y="355"/>
                  <a:pt x="103" y="355"/>
                </a:cubicBezTo>
                <a:cubicBezTo>
                  <a:pt x="103" y="370"/>
                  <a:pt x="91" y="382"/>
                  <a:pt x="76" y="382"/>
                </a:cubicBezTo>
                <a:close/>
                <a:moveTo>
                  <a:pt x="76" y="290"/>
                </a:moveTo>
                <a:cubicBezTo>
                  <a:pt x="64" y="290"/>
                  <a:pt x="54" y="300"/>
                  <a:pt x="54" y="312"/>
                </a:cubicBezTo>
                <a:cubicBezTo>
                  <a:pt x="54" y="355"/>
                  <a:pt x="54" y="355"/>
                  <a:pt x="54" y="355"/>
                </a:cubicBezTo>
                <a:cubicBezTo>
                  <a:pt x="54" y="367"/>
                  <a:pt x="64" y="377"/>
                  <a:pt x="76" y="377"/>
                </a:cubicBezTo>
                <a:cubicBezTo>
                  <a:pt x="89" y="377"/>
                  <a:pt x="98" y="367"/>
                  <a:pt x="98" y="355"/>
                </a:cubicBezTo>
                <a:cubicBezTo>
                  <a:pt x="98" y="312"/>
                  <a:pt x="98" y="312"/>
                  <a:pt x="98" y="312"/>
                </a:cubicBezTo>
                <a:cubicBezTo>
                  <a:pt x="98" y="300"/>
                  <a:pt x="89" y="290"/>
                  <a:pt x="76" y="2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28"/>
          <p:cNvSpPr/>
          <p:nvPr/>
        </p:nvSpPr>
        <p:spPr>
          <a:xfrm rot="10800000">
            <a:off x="1525685" y="4172694"/>
            <a:ext cx="2030575" cy="1013350"/>
          </a:xfrm>
          <a:custGeom>
            <a:rect b="b" l="l" r="r" t="t"/>
            <a:pathLst>
              <a:path extrusionOk="0" h="221" w="443">
                <a:moveTo>
                  <a:pt x="443" y="0"/>
                </a:moveTo>
                <a:cubicBezTo>
                  <a:pt x="443" y="0"/>
                  <a:pt x="443" y="1"/>
                  <a:pt x="443" y="2"/>
                </a:cubicBezTo>
                <a:cubicBezTo>
                  <a:pt x="443" y="6"/>
                  <a:pt x="443" y="10"/>
                  <a:pt x="442" y="15"/>
                </a:cubicBezTo>
                <a:cubicBezTo>
                  <a:pt x="438" y="29"/>
                  <a:pt x="426" y="40"/>
                  <a:pt x="412" y="44"/>
                </a:cubicBezTo>
                <a:cubicBezTo>
                  <a:pt x="421" y="47"/>
                  <a:pt x="429" y="52"/>
                  <a:pt x="435" y="59"/>
                </a:cubicBezTo>
                <a:cubicBezTo>
                  <a:pt x="434" y="61"/>
                  <a:pt x="434" y="63"/>
                  <a:pt x="433" y="64"/>
                </a:cubicBezTo>
                <a:cubicBezTo>
                  <a:pt x="426" y="54"/>
                  <a:pt x="414" y="47"/>
                  <a:pt x="401" y="46"/>
                </a:cubicBezTo>
                <a:cubicBezTo>
                  <a:pt x="402" y="63"/>
                  <a:pt x="412" y="77"/>
                  <a:pt x="427" y="83"/>
                </a:cubicBezTo>
                <a:cubicBezTo>
                  <a:pt x="426" y="84"/>
                  <a:pt x="426" y="85"/>
                  <a:pt x="425" y="87"/>
                </a:cubicBezTo>
                <a:cubicBezTo>
                  <a:pt x="413" y="81"/>
                  <a:pt x="403" y="71"/>
                  <a:pt x="399" y="57"/>
                </a:cubicBezTo>
                <a:cubicBezTo>
                  <a:pt x="394" y="72"/>
                  <a:pt x="383" y="84"/>
                  <a:pt x="368" y="88"/>
                </a:cubicBezTo>
                <a:cubicBezTo>
                  <a:pt x="383" y="93"/>
                  <a:pt x="394" y="104"/>
                  <a:pt x="399" y="119"/>
                </a:cubicBezTo>
                <a:cubicBezTo>
                  <a:pt x="403" y="107"/>
                  <a:pt x="412" y="96"/>
                  <a:pt x="423" y="91"/>
                </a:cubicBezTo>
                <a:cubicBezTo>
                  <a:pt x="423" y="93"/>
                  <a:pt x="422" y="95"/>
                  <a:pt x="421" y="97"/>
                </a:cubicBezTo>
                <a:cubicBezTo>
                  <a:pt x="409" y="104"/>
                  <a:pt x="402" y="116"/>
                  <a:pt x="401" y="130"/>
                </a:cubicBezTo>
                <a:cubicBezTo>
                  <a:pt x="401" y="130"/>
                  <a:pt x="400" y="130"/>
                  <a:pt x="400" y="131"/>
                </a:cubicBezTo>
                <a:cubicBezTo>
                  <a:pt x="400" y="131"/>
                  <a:pt x="399" y="132"/>
                  <a:pt x="399" y="133"/>
                </a:cubicBezTo>
                <a:cubicBezTo>
                  <a:pt x="398" y="134"/>
                  <a:pt x="397" y="134"/>
                  <a:pt x="397" y="135"/>
                </a:cubicBezTo>
                <a:cubicBezTo>
                  <a:pt x="397" y="135"/>
                  <a:pt x="397" y="135"/>
                  <a:pt x="397" y="135"/>
                </a:cubicBezTo>
                <a:cubicBezTo>
                  <a:pt x="375" y="136"/>
                  <a:pt x="358" y="153"/>
                  <a:pt x="357" y="175"/>
                </a:cubicBezTo>
                <a:cubicBezTo>
                  <a:pt x="357" y="175"/>
                  <a:pt x="357" y="175"/>
                  <a:pt x="357" y="175"/>
                </a:cubicBezTo>
                <a:cubicBezTo>
                  <a:pt x="357" y="175"/>
                  <a:pt x="357" y="175"/>
                  <a:pt x="357" y="175"/>
                </a:cubicBezTo>
                <a:cubicBezTo>
                  <a:pt x="356" y="176"/>
                  <a:pt x="355" y="176"/>
                  <a:pt x="354" y="177"/>
                </a:cubicBezTo>
                <a:cubicBezTo>
                  <a:pt x="354" y="177"/>
                  <a:pt x="353" y="178"/>
                  <a:pt x="352" y="178"/>
                </a:cubicBezTo>
                <a:cubicBezTo>
                  <a:pt x="352" y="179"/>
                  <a:pt x="352" y="179"/>
                  <a:pt x="351" y="179"/>
                </a:cubicBezTo>
                <a:cubicBezTo>
                  <a:pt x="338" y="180"/>
                  <a:pt x="326" y="188"/>
                  <a:pt x="319" y="199"/>
                </a:cubicBezTo>
                <a:cubicBezTo>
                  <a:pt x="317" y="200"/>
                  <a:pt x="315" y="201"/>
                  <a:pt x="312" y="202"/>
                </a:cubicBezTo>
                <a:cubicBezTo>
                  <a:pt x="318" y="190"/>
                  <a:pt x="328" y="181"/>
                  <a:pt x="341" y="177"/>
                </a:cubicBezTo>
                <a:cubicBezTo>
                  <a:pt x="326" y="172"/>
                  <a:pt x="315" y="161"/>
                  <a:pt x="310" y="146"/>
                </a:cubicBezTo>
                <a:cubicBezTo>
                  <a:pt x="306" y="161"/>
                  <a:pt x="294" y="172"/>
                  <a:pt x="279" y="177"/>
                </a:cubicBezTo>
                <a:cubicBezTo>
                  <a:pt x="292" y="181"/>
                  <a:pt x="303" y="191"/>
                  <a:pt x="309" y="203"/>
                </a:cubicBezTo>
                <a:cubicBezTo>
                  <a:pt x="307" y="204"/>
                  <a:pt x="306" y="204"/>
                  <a:pt x="305" y="205"/>
                </a:cubicBezTo>
                <a:cubicBezTo>
                  <a:pt x="299" y="190"/>
                  <a:pt x="285" y="180"/>
                  <a:pt x="268" y="179"/>
                </a:cubicBezTo>
                <a:cubicBezTo>
                  <a:pt x="269" y="192"/>
                  <a:pt x="276" y="204"/>
                  <a:pt x="286" y="212"/>
                </a:cubicBezTo>
                <a:cubicBezTo>
                  <a:pt x="284" y="212"/>
                  <a:pt x="283" y="213"/>
                  <a:pt x="281" y="213"/>
                </a:cubicBezTo>
                <a:cubicBezTo>
                  <a:pt x="274" y="207"/>
                  <a:pt x="269" y="199"/>
                  <a:pt x="266" y="190"/>
                </a:cubicBezTo>
                <a:cubicBezTo>
                  <a:pt x="261" y="205"/>
                  <a:pt x="251" y="216"/>
                  <a:pt x="237" y="221"/>
                </a:cubicBezTo>
                <a:cubicBezTo>
                  <a:pt x="232" y="221"/>
                  <a:pt x="228" y="221"/>
                  <a:pt x="223" y="221"/>
                </a:cubicBezTo>
                <a:cubicBezTo>
                  <a:pt x="223" y="221"/>
                  <a:pt x="222" y="221"/>
                  <a:pt x="221" y="221"/>
                </a:cubicBezTo>
                <a:cubicBezTo>
                  <a:pt x="221" y="221"/>
                  <a:pt x="220" y="221"/>
                  <a:pt x="219" y="221"/>
                </a:cubicBezTo>
                <a:cubicBezTo>
                  <a:pt x="219" y="221"/>
                  <a:pt x="219" y="221"/>
                  <a:pt x="219" y="221"/>
                </a:cubicBezTo>
                <a:cubicBezTo>
                  <a:pt x="215" y="221"/>
                  <a:pt x="211" y="221"/>
                  <a:pt x="206" y="221"/>
                </a:cubicBezTo>
                <a:cubicBezTo>
                  <a:pt x="192" y="216"/>
                  <a:pt x="181" y="205"/>
                  <a:pt x="177" y="190"/>
                </a:cubicBezTo>
                <a:cubicBezTo>
                  <a:pt x="174" y="199"/>
                  <a:pt x="169" y="207"/>
                  <a:pt x="162" y="213"/>
                </a:cubicBezTo>
                <a:cubicBezTo>
                  <a:pt x="160" y="213"/>
                  <a:pt x="159" y="212"/>
                  <a:pt x="157" y="212"/>
                </a:cubicBezTo>
                <a:cubicBezTo>
                  <a:pt x="167" y="204"/>
                  <a:pt x="174" y="192"/>
                  <a:pt x="175" y="179"/>
                </a:cubicBezTo>
                <a:cubicBezTo>
                  <a:pt x="158" y="180"/>
                  <a:pt x="144" y="190"/>
                  <a:pt x="138" y="205"/>
                </a:cubicBezTo>
                <a:cubicBezTo>
                  <a:pt x="137" y="204"/>
                  <a:pt x="136" y="204"/>
                  <a:pt x="134" y="203"/>
                </a:cubicBezTo>
                <a:cubicBezTo>
                  <a:pt x="140" y="191"/>
                  <a:pt x="150" y="181"/>
                  <a:pt x="164" y="177"/>
                </a:cubicBezTo>
                <a:cubicBezTo>
                  <a:pt x="149" y="172"/>
                  <a:pt x="137" y="161"/>
                  <a:pt x="133" y="146"/>
                </a:cubicBezTo>
                <a:cubicBezTo>
                  <a:pt x="128" y="161"/>
                  <a:pt x="117" y="172"/>
                  <a:pt x="102" y="177"/>
                </a:cubicBezTo>
                <a:cubicBezTo>
                  <a:pt x="115" y="181"/>
                  <a:pt x="125" y="190"/>
                  <a:pt x="130" y="202"/>
                </a:cubicBezTo>
                <a:cubicBezTo>
                  <a:pt x="128" y="201"/>
                  <a:pt x="126" y="200"/>
                  <a:pt x="124" y="199"/>
                </a:cubicBezTo>
                <a:cubicBezTo>
                  <a:pt x="117" y="188"/>
                  <a:pt x="105" y="180"/>
                  <a:pt x="92" y="179"/>
                </a:cubicBezTo>
                <a:cubicBezTo>
                  <a:pt x="91" y="178"/>
                  <a:pt x="90" y="178"/>
                  <a:pt x="89" y="177"/>
                </a:cubicBezTo>
                <a:cubicBezTo>
                  <a:pt x="88" y="176"/>
                  <a:pt x="87" y="176"/>
                  <a:pt x="87" y="175"/>
                </a:cubicBezTo>
                <a:cubicBezTo>
                  <a:pt x="86" y="175"/>
                  <a:pt x="86" y="175"/>
                  <a:pt x="86" y="175"/>
                </a:cubicBezTo>
                <a:cubicBezTo>
                  <a:pt x="86" y="175"/>
                  <a:pt x="86" y="175"/>
                  <a:pt x="86" y="175"/>
                </a:cubicBezTo>
                <a:cubicBezTo>
                  <a:pt x="86" y="175"/>
                  <a:pt x="86" y="175"/>
                  <a:pt x="86" y="175"/>
                </a:cubicBezTo>
                <a:cubicBezTo>
                  <a:pt x="85" y="153"/>
                  <a:pt x="68" y="136"/>
                  <a:pt x="46" y="135"/>
                </a:cubicBezTo>
                <a:cubicBezTo>
                  <a:pt x="46" y="135"/>
                  <a:pt x="46" y="135"/>
                  <a:pt x="46" y="135"/>
                </a:cubicBezTo>
                <a:cubicBezTo>
                  <a:pt x="46" y="135"/>
                  <a:pt x="46" y="135"/>
                  <a:pt x="46" y="135"/>
                </a:cubicBezTo>
                <a:cubicBezTo>
                  <a:pt x="45" y="134"/>
                  <a:pt x="45" y="133"/>
                  <a:pt x="44" y="133"/>
                </a:cubicBezTo>
                <a:cubicBezTo>
                  <a:pt x="44" y="132"/>
                  <a:pt x="43" y="131"/>
                  <a:pt x="43" y="131"/>
                </a:cubicBezTo>
                <a:cubicBezTo>
                  <a:pt x="43" y="130"/>
                  <a:pt x="43" y="130"/>
                  <a:pt x="42" y="130"/>
                </a:cubicBezTo>
                <a:cubicBezTo>
                  <a:pt x="42" y="130"/>
                  <a:pt x="42" y="130"/>
                  <a:pt x="42" y="130"/>
                </a:cubicBezTo>
                <a:cubicBezTo>
                  <a:pt x="41" y="116"/>
                  <a:pt x="33" y="104"/>
                  <a:pt x="22" y="97"/>
                </a:cubicBezTo>
                <a:cubicBezTo>
                  <a:pt x="21" y="95"/>
                  <a:pt x="20" y="93"/>
                  <a:pt x="19" y="91"/>
                </a:cubicBezTo>
                <a:cubicBezTo>
                  <a:pt x="31" y="96"/>
                  <a:pt x="40" y="107"/>
                  <a:pt x="44" y="119"/>
                </a:cubicBezTo>
                <a:cubicBezTo>
                  <a:pt x="49" y="104"/>
                  <a:pt x="60" y="93"/>
                  <a:pt x="75" y="88"/>
                </a:cubicBezTo>
                <a:cubicBezTo>
                  <a:pt x="60" y="84"/>
                  <a:pt x="49" y="72"/>
                  <a:pt x="44" y="57"/>
                </a:cubicBezTo>
                <a:cubicBezTo>
                  <a:pt x="40" y="71"/>
                  <a:pt x="30" y="81"/>
                  <a:pt x="18" y="87"/>
                </a:cubicBezTo>
                <a:cubicBezTo>
                  <a:pt x="17" y="85"/>
                  <a:pt x="17" y="84"/>
                  <a:pt x="16" y="83"/>
                </a:cubicBezTo>
                <a:cubicBezTo>
                  <a:pt x="31" y="77"/>
                  <a:pt x="41" y="63"/>
                  <a:pt x="42" y="46"/>
                </a:cubicBezTo>
                <a:cubicBezTo>
                  <a:pt x="29" y="47"/>
                  <a:pt x="17" y="54"/>
                  <a:pt x="9" y="64"/>
                </a:cubicBezTo>
                <a:cubicBezTo>
                  <a:pt x="9" y="63"/>
                  <a:pt x="9" y="61"/>
                  <a:pt x="8" y="59"/>
                </a:cubicBezTo>
                <a:cubicBezTo>
                  <a:pt x="14" y="52"/>
                  <a:pt x="22" y="47"/>
                  <a:pt x="31" y="44"/>
                </a:cubicBezTo>
                <a:cubicBezTo>
                  <a:pt x="17" y="40"/>
                  <a:pt x="5" y="29"/>
                  <a:pt x="0" y="15"/>
                </a:cubicBezTo>
                <a:cubicBezTo>
                  <a:pt x="0" y="10"/>
                  <a:pt x="0" y="6"/>
                  <a:pt x="0" y="2"/>
                </a:cubicBezTo>
                <a:cubicBezTo>
                  <a:pt x="0" y="1"/>
                  <a:pt x="0" y="0"/>
                  <a:pt x="0" y="0"/>
                </a:cubicBezTo>
                <a:cubicBezTo>
                  <a:pt x="13" y="0"/>
                  <a:pt x="13" y="0"/>
                  <a:pt x="13" y="0"/>
                </a:cubicBezTo>
                <a:cubicBezTo>
                  <a:pt x="13" y="0"/>
                  <a:pt x="13" y="0"/>
                  <a:pt x="13" y="0"/>
                </a:cubicBezTo>
                <a:cubicBezTo>
                  <a:pt x="28" y="4"/>
                  <a:pt x="40" y="16"/>
                  <a:pt x="44" y="31"/>
                </a:cubicBezTo>
                <a:cubicBezTo>
                  <a:pt x="49" y="16"/>
                  <a:pt x="60" y="4"/>
                  <a:pt x="75" y="0"/>
                </a:cubicBezTo>
                <a:cubicBezTo>
                  <a:pt x="75" y="0"/>
                  <a:pt x="75" y="0"/>
                  <a:pt x="75" y="0"/>
                </a:cubicBezTo>
                <a:cubicBezTo>
                  <a:pt x="102" y="0"/>
                  <a:pt x="102" y="0"/>
                  <a:pt x="102" y="0"/>
                </a:cubicBezTo>
                <a:cubicBezTo>
                  <a:pt x="102" y="0"/>
                  <a:pt x="102" y="0"/>
                  <a:pt x="102" y="0"/>
                </a:cubicBezTo>
                <a:cubicBezTo>
                  <a:pt x="117" y="4"/>
                  <a:pt x="128" y="16"/>
                  <a:pt x="133" y="31"/>
                </a:cubicBezTo>
                <a:cubicBezTo>
                  <a:pt x="137" y="16"/>
                  <a:pt x="149" y="4"/>
                  <a:pt x="164" y="0"/>
                </a:cubicBezTo>
                <a:cubicBezTo>
                  <a:pt x="164" y="0"/>
                  <a:pt x="164" y="0"/>
                  <a:pt x="164" y="0"/>
                </a:cubicBezTo>
                <a:cubicBezTo>
                  <a:pt x="191" y="0"/>
                  <a:pt x="191" y="0"/>
                  <a:pt x="191" y="0"/>
                </a:cubicBezTo>
                <a:cubicBezTo>
                  <a:pt x="191" y="0"/>
                  <a:pt x="191" y="0"/>
                  <a:pt x="191" y="0"/>
                </a:cubicBezTo>
                <a:cubicBezTo>
                  <a:pt x="205" y="4"/>
                  <a:pt x="217" y="16"/>
                  <a:pt x="221" y="31"/>
                </a:cubicBezTo>
                <a:cubicBezTo>
                  <a:pt x="226" y="16"/>
                  <a:pt x="238" y="4"/>
                  <a:pt x="252" y="0"/>
                </a:cubicBezTo>
                <a:cubicBezTo>
                  <a:pt x="252" y="0"/>
                  <a:pt x="252" y="0"/>
                  <a:pt x="252" y="0"/>
                </a:cubicBezTo>
                <a:cubicBezTo>
                  <a:pt x="279" y="0"/>
                  <a:pt x="279" y="0"/>
                  <a:pt x="279" y="0"/>
                </a:cubicBezTo>
                <a:cubicBezTo>
                  <a:pt x="279" y="0"/>
                  <a:pt x="279" y="0"/>
                  <a:pt x="279" y="0"/>
                </a:cubicBezTo>
                <a:cubicBezTo>
                  <a:pt x="294" y="4"/>
                  <a:pt x="306" y="16"/>
                  <a:pt x="310" y="31"/>
                </a:cubicBezTo>
                <a:cubicBezTo>
                  <a:pt x="315" y="16"/>
                  <a:pt x="326" y="4"/>
                  <a:pt x="341" y="0"/>
                </a:cubicBezTo>
                <a:cubicBezTo>
                  <a:pt x="341" y="0"/>
                  <a:pt x="341" y="0"/>
                  <a:pt x="341" y="0"/>
                </a:cubicBezTo>
                <a:cubicBezTo>
                  <a:pt x="368" y="0"/>
                  <a:pt x="368" y="0"/>
                  <a:pt x="368" y="0"/>
                </a:cubicBezTo>
                <a:cubicBezTo>
                  <a:pt x="368" y="0"/>
                  <a:pt x="368" y="0"/>
                  <a:pt x="368" y="0"/>
                </a:cubicBezTo>
                <a:cubicBezTo>
                  <a:pt x="383" y="4"/>
                  <a:pt x="394" y="16"/>
                  <a:pt x="399" y="31"/>
                </a:cubicBezTo>
                <a:cubicBezTo>
                  <a:pt x="403" y="16"/>
                  <a:pt x="415" y="4"/>
                  <a:pt x="430" y="0"/>
                </a:cubicBezTo>
                <a:cubicBezTo>
                  <a:pt x="430" y="0"/>
                  <a:pt x="430" y="0"/>
                  <a:pt x="430" y="0"/>
                </a:cubicBezTo>
                <a:lnTo>
                  <a:pt x="443" y="0"/>
                </a:lnTo>
                <a:close/>
                <a:moveTo>
                  <a:pt x="42" y="42"/>
                </a:moveTo>
                <a:cubicBezTo>
                  <a:pt x="41" y="20"/>
                  <a:pt x="24" y="3"/>
                  <a:pt x="2" y="2"/>
                </a:cubicBezTo>
                <a:cubicBezTo>
                  <a:pt x="3" y="23"/>
                  <a:pt x="20" y="41"/>
                  <a:pt x="42" y="42"/>
                </a:cubicBezTo>
                <a:close/>
                <a:moveTo>
                  <a:pt x="312" y="42"/>
                </a:moveTo>
                <a:cubicBezTo>
                  <a:pt x="334" y="41"/>
                  <a:pt x="351" y="23"/>
                  <a:pt x="352" y="2"/>
                </a:cubicBezTo>
                <a:cubicBezTo>
                  <a:pt x="331" y="3"/>
                  <a:pt x="313" y="20"/>
                  <a:pt x="312" y="42"/>
                </a:cubicBezTo>
                <a:close/>
                <a:moveTo>
                  <a:pt x="324" y="44"/>
                </a:moveTo>
                <a:cubicBezTo>
                  <a:pt x="338" y="48"/>
                  <a:pt x="350" y="60"/>
                  <a:pt x="354" y="75"/>
                </a:cubicBezTo>
                <a:cubicBezTo>
                  <a:pt x="359" y="60"/>
                  <a:pt x="371" y="48"/>
                  <a:pt x="385" y="44"/>
                </a:cubicBezTo>
                <a:cubicBezTo>
                  <a:pt x="371" y="39"/>
                  <a:pt x="359" y="28"/>
                  <a:pt x="354" y="13"/>
                </a:cubicBezTo>
                <a:cubicBezTo>
                  <a:pt x="350" y="28"/>
                  <a:pt x="338" y="39"/>
                  <a:pt x="324" y="44"/>
                </a:cubicBezTo>
                <a:close/>
                <a:moveTo>
                  <a:pt x="312" y="46"/>
                </a:moveTo>
                <a:cubicBezTo>
                  <a:pt x="313" y="68"/>
                  <a:pt x="331" y="85"/>
                  <a:pt x="352" y="86"/>
                </a:cubicBezTo>
                <a:cubicBezTo>
                  <a:pt x="351" y="65"/>
                  <a:pt x="334" y="47"/>
                  <a:pt x="312" y="46"/>
                </a:cubicBezTo>
                <a:close/>
                <a:moveTo>
                  <a:pt x="268" y="2"/>
                </a:moveTo>
                <a:cubicBezTo>
                  <a:pt x="269" y="23"/>
                  <a:pt x="286" y="41"/>
                  <a:pt x="308" y="42"/>
                </a:cubicBezTo>
                <a:cubicBezTo>
                  <a:pt x="307" y="20"/>
                  <a:pt x="290" y="3"/>
                  <a:pt x="268" y="2"/>
                </a:cubicBezTo>
                <a:close/>
                <a:moveTo>
                  <a:pt x="266" y="13"/>
                </a:moveTo>
                <a:cubicBezTo>
                  <a:pt x="261" y="28"/>
                  <a:pt x="250" y="39"/>
                  <a:pt x="235" y="44"/>
                </a:cubicBezTo>
                <a:cubicBezTo>
                  <a:pt x="250" y="48"/>
                  <a:pt x="261" y="60"/>
                  <a:pt x="266" y="75"/>
                </a:cubicBezTo>
                <a:cubicBezTo>
                  <a:pt x="270" y="60"/>
                  <a:pt x="282" y="48"/>
                  <a:pt x="297" y="44"/>
                </a:cubicBezTo>
                <a:cubicBezTo>
                  <a:pt x="282" y="39"/>
                  <a:pt x="270" y="28"/>
                  <a:pt x="266" y="13"/>
                </a:cubicBezTo>
                <a:close/>
                <a:moveTo>
                  <a:pt x="268" y="86"/>
                </a:moveTo>
                <a:cubicBezTo>
                  <a:pt x="290" y="85"/>
                  <a:pt x="307" y="68"/>
                  <a:pt x="308" y="46"/>
                </a:cubicBezTo>
                <a:cubicBezTo>
                  <a:pt x="286" y="47"/>
                  <a:pt x="269" y="65"/>
                  <a:pt x="268" y="86"/>
                </a:cubicBezTo>
                <a:close/>
                <a:moveTo>
                  <a:pt x="224" y="42"/>
                </a:moveTo>
                <a:cubicBezTo>
                  <a:pt x="245" y="41"/>
                  <a:pt x="263" y="23"/>
                  <a:pt x="264" y="2"/>
                </a:cubicBezTo>
                <a:cubicBezTo>
                  <a:pt x="242" y="3"/>
                  <a:pt x="225" y="20"/>
                  <a:pt x="224" y="42"/>
                </a:cubicBezTo>
                <a:close/>
                <a:moveTo>
                  <a:pt x="224" y="46"/>
                </a:moveTo>
                <a:cubicBezTo>
                  <a:pt x="225" y="68"/>
                  <a:pt x="242" y="85"/>
                  <a:pt x="264" y="86"/>
                </a:cubicBezTo>
                <a:cubicBezTo>
                  <a:pt x="263" y="65"/>
                  <a:pt x="245" y="47"/>
                  <a:pt x="224" y="46"/>
                </a:cubicBezTo>
                <a:close/>
                <a:moveTo>
                  <a:pt x="221" y="57"/>
                </a:moveTo>
                <a:cubicBezTo>
                  <a:pt x="217" y="72"/>
                  <a:pt x="205" y="84"/>
                  <a:pt x="191" y="88"/>
                </a:cubicBezTo>
                <a:cubicBezTo>
                  <a:pt x="205" y="93"/>
                  <a:pt x="217" y="104"/>
                  <a:pt x="221" y="119"/>
                </a:cubicBezTo>
                <a:cubicBezTo>
                  <a:pt x="226" y="104"/>
                  <a:pt x="238" y="93"/>
                  <a:pt x="252" y="88"/>
                </a:cubicBezTo>
                <a:cubicBezTo>
                  <a:pt x="238" y="84"/>
                  <a:pt x="226" y="72"/>
                  <a:pt x="221" y="57"/>
                </a:cubicBezTo>
                <a:close/>
                <a:moveTo>
                  <a:pt x="224" y="130"/>
                </a:moveTo>
                <a:cubicBezTo>
                  <a:pt x="245" y="129"/>
                  <a:pt x="263" y="112"/>
                  <a:pt x="264" y="90"/>
                </a:cubicBezTo>
                <a:cubicBezTo>
                  <a:pt x="242" y="91"/>
                  <a:pt x="225" y="109"/>
                  <a:pt x="224" y="130"/>
                </a:cubicBezTo>
                <a:close/>
                <a:moveTo>
                  <a:pt x="179" y="90"/>
                </a:moveTo>
                <a:cubicBezTo>
                  <a:pt x="180" y="112"/>
                  <a:pt x="198" y="129"/>
                  <a:pt x="219" y="130"/>
                </a:cubicBezTo>
                <a:cubicBezTo>
                  <a:pt x="218" y="109"/>
                  <a:pt x="201" y="91"/>
                  <a:pt x="179" y="90"/>
                </a:cubicBezTo>
                <a:close/>
                <a:moveTo>
                  <a:pt x="219" y="46"/>
                </a:moveTo>
                <a:cubicBezTo>
                  <a:pt x="198" y="47"/>
                  <a:pt x="180" y="65"/>
                  <a:pt x="179" y="86"/>
                </a:cubicBezTo>
                <a:cubicBezTo>
                  <a:pt x="201" y="85"/>
                  <a:pt x="218" y="68"/>
                  <a:pt x="219" y="46"/>
                </a:cubicBezTo>
                <a:close/>
                <a:moveTo>
                  <a:pt x="179" y="2"/>
                </a:moveTo>
                <a:cubicBezTo>
                  <a:pt x="180" y="23"/>
                  <a:pt x="198" y="41"/>
                  <a:pt x="219" y="42"/>
                </a:cubicBezTo>
                <a:cubicBezTo>
                  <a:pt x="218" y="20"/>
                  <a:pt x="201" y="3"/>
                  <a:pt x="179" y="2"/>
                </a:cubicBezTo>
                <a:close/>
                <a:moveTo>
                  <a:pt x="177" y="13"/>
                </a:moveTo>
                <a:cubicBezTo>
                  <a:pt x="173" y="28"/>
                  <a:pt x="161" y="39"/>
                  <a:pt x="146" y="44"/>
                </a:cubicBezTo>
                <a:cubicBezTo>
                  <a:pt x="161" y="48"/>
                  <a:pt x="173" y="60"/>
                  <a:pt x="177" y="75"/>
                </a:cubicBezTo>
                <a:cubicBezTo>
                  <a:pt x="182" y="60"/>
                  <a:pt x="193" y="48"/>
                  <a:pt x="208" y="44"/>
                </a:cubicBezTo>
                <a:cubicBezTo>
                  <a:pt x="193" y="39"/>
                  <a:pt x="182" y="28"/>
                  <a:pt x="177" y="13"/>
                </a:cubicBezTo>
                <a:close/>
                <a:moveTo>
                  <a:pt x="135" y="42"/>
                </a:moveTo>
                <a:cubicBezTo>
                  <a:pt x="157" y="41"/>
                  <a:pt x="174" y="23"/>
                  <a:pt x="175" y="2"/>
                </a:cubicBezTo>
                <a:cubicBezTo>
                  <a:pt x="153" y="3"/>
                  <a:pt x="136" y="20"/>
                  <a:pt x="135" y="42"/>
                </a:cubicBezTo>
                <a:close/>
                <a:moveTo>
                  <a:pt x="135" y="46"/>
                </a:moveTo>
                <a:cubicBezTo>
                  <a:pt x="136" y="68"/>
                  <a:pt x="153" y="85"/>
                  <a:pt x="175" y="86"/>
                </a:cubicBezTo>
                <a:cubicBezTo>
                  <a:pt x="174" y="65"/>
                  <a:pt x="157" y="47"/>
                  <a:pt x="135" y="46"/>
                </a:cubicBezTo>
                <a:close/>
                <a:moveTo>
                  <a:pt x="91" y="2"/>
                </a:moveTo>
                <a:cubicBezTo>
                  <a:pt x="92" y="23"/>
                  <a:pt x="109" y="41"/>
                  <a:pt x="131" y="42"/>
                </a:cubicBezTo>
                <a:cubicBezTo>
                  <a:pt x="130" y="20"/>
                  <a:pt x="112" y="3"/>
                  <a:pt x="91" y="2"/>
                </a:cubicBezTo>
                <a:close/>
                <a:moveTo>
                  <a:pt x="89" y="13"/>
                </a:moveTo>
                <a:cubicBezTo>
                  <a:pt x="84" y="28"/>
                  <a:pt x="72" y="39"/>
                  <a:pt x="58" y="44"/>
                </a:cubicBezTo>
                <a:cubicBezTo>
                  <a:pt x="72" y="48"/>
                  <a:pt x="84" y="60"/>
                  <a:pt x="89" y="75"/>
                </a:cubicBezTo>
                <a:cubicBezTo>
                  <a:pt x="93" y="60"/>
                  <a:pt x="105" y="48"/>
                  <a:pt x="119" y="44"/>
                </a:cubicBezTo>
                <a:cubicBezTo>
                  <a:pt x="105" y="39"/>
                  <a:pt x="93" y="28"/>
                  <a:pt x="89" y="13"/>
                </a:cubicBezTo>
                <a:close/>
                <a:moveTo>
                  <a:pt x="91" y="86"/>
                </a:moveTo>
                <a:cubicBezTo>
                  <a:pt x="112" y="85"/>
                  <a:pt x="130" y="68"/>
                  <a:pt x="131" y="46"/>
                </a:cubicBezTo>
                <a:cubicBezTo>
                  <a:pt x="109" y="47"/>
                  <a:pt x="92" y="65"/>
                  <a:pt x="91" y="86"/>
                </a:cubicBezTo>
                <a:close/>
                <a:moveTo>
                  <a:pt x="46" y="42"/>
                </a:moveTo>
                <a:cubicBezTo>
                  <a:pt x="68" y="41"/>
                  <a:pt x="85" y="23"/>
                  <a:pt x="86" y="2"/>
                </a:cubicBezTo>
                <a:cubicBezTo>
                  <a:pt x="65" y="3"/>
                  <a:pt x="47" y="20"/>
                  <a:pt x="46" y="42"/>
                </a:cubicBezTo>
                <a:close/>
                <a:moveTo>
                  <a:pt x="86" y="86"/>
                </a:moveTo>
                <a:cubicBezTo>
                  <a:pt x="85" y="65"/>
                  <a:pt x="68" y="47"/>
                  <a:pt x="46" y="46"/>
                </a:cubicBezTo>
                <a:cubicBezTo>
                  <a:pt x="47" y="68"/>
                  <a:pt x="65" y="85"/>
                  <a:pt x="86" y="86"/>
                </a:cubicBezTo>
                <a:close/>
                <a:moveTo>
                  <a:pt x="46" y="130"/>
                </a:moveTo>
                <a:cubicBezTo>
                  <a:pt x="68" y="129"/>
                  <a:pt x="85" y="112"/>
                  <a:pt x="86" y="90"/>
                </a:cubicBezTo>
                <a:cubicBezTo>
                  <a:pt x="65" y="91"/>
                  <a:pt x="47" y="109"/>
                  <a:pt x="46" y="130"/>
                </a:cubicBezTo>
                <a:close/>
                <a:moveTo>
                  <a:pt x="89" y="163"/>
                </a:moveTo>
                <a:cubicBezTo>
                  <a:pt x="93" y="149"/>
                  <a:pt x="105" y="137"/>
                  <a:pt x="119" y="133"/>
                </a:cubicBezTo>
                <a:cubicBezTo>
                  <a:pt x="105" y="128"/>
                  <a:pt x="93" y="116"/>
                  <a:pt x="89" y="102"/>
                </a:cubicBezTo>
                <a:cubicBezTo>
                  <a:pt x="84" y="116"/>
                  <a:pt x="72" y="128"/>
                  <a:pt x="58" y="133"/>
                </a:cubicBezTo>
                <a:cubicBezTo>
                  <a:pt x="72" y="137"/>
                  <a:pt x="84" y="149"/>
                  <a:pt x="89" y="163"/>
                </a:cubicBezTo>
                <a:close/>
                <a:moveTo>
                  <a:pt x="131" y="135"/>
                </a:moveTo>
                <a:cubicBezTo>
                  <a:pt x="109" y="136"/>
                  <a:pt x="92" y="153"/>
                  <a:pt x="91" y="175"/>
                </a:cubicBezTo>
                <a:cubicBezTo>
                  <a:pt x="112" y="174"/>
                  <a:pt x="130" y="156"/>
                  <a:pt x="131" y="135"/>
                </a:cubicBezTo>
                <a:close/>
                <a:moveTo>
                  <a:pt x="131" y="130"/>
                </a:moveTo>
                <a:cubicBezTo>
                  <a:pt x="130" y="109"/>
                  <a:pt x="112" y="91"/>
                  <a:pt x="91" y="90"/>
                </a:cubicBezTo>
                <a:cubicBezTo>
                  <a:pt x="92" y="112"/>
                  <a:pt x="109" y="129"/>
                  <a:pt x="131" y="130"/>
                </a:cubicBezTo>
                <a:close/>
                <a:moveTo>
                  <a:pt x="133" y="119"/>
                </a:moveTo>
                <a:cubicBezTo>
                  <a:pt x="137" y="104"/>
                  <a:pt x="149" y="93"/>
                  <a:pt x="164" y="88"/>
                </a:cubicBezTo>
                <a:cubicBezTo>
                  <a:pt x="149" y="84"/>
                  <a:pt x="137" y="72"/>
                  <a:pt x="133" y="57"/>
                </a:cubicBezTo>
                <a:cubicBezTo>
                  <a:pt x="128" y="72"/>
                  <a:pt x="117" y="84"/>
                  <a:pt x="102" y="88"/>
                </a:cubicBezTo>
                <a:cubicBezTo>
                  <a:pt x="117" y="93"/>
                  <a:pt x="128" y="104"/>
                  <a:pt x="133" y="119"/>
                </a:cubicBezTo>
                <a:close/>
                <a:moveTo>
                  <a:pt x="135" y="130"/>
                </a:moveTo>
                <a:cubicBezTo>
                  <a:pt x="157" y="129"/>
                  <a:pt x="174" y="112"/>
                  <a:pt x="175" y="90"/>
                </a:cubicBezTo>
                <a:cubicBezTo>
                  <a:pt x="153" y="91"/>
                  <a:pt x="136" y="109"/>
                  <a:pt x="135" y="130"/>
                </a:cubicBezTo>
                <a:close/>
                <a:moveTo>
                  <a:pt x="175" y="175"/>
                </a:moveTo>
                <a:cubicBezTo>
                  <a:pt x="174" y="153"/>
                  <a:pt x="157" y="136"/>
                  <a:pt x="135" y="135"/>
                </a:cubicBezTo>
                <a:cubicBezTo>
                  <a:pt x="136" y="156"/>
                  <a:pt x="153" y="174"/>
                  <a:pt x="175" y="175"/>
                </a:cubicBezTo>
                <a:close/>
                <a:moveTo>
                  <a:pt x="177" y="163"/>
                </a:moveTo>
                <a:cubicBezTo>
                  <a:pt x="182" y="149"/>
                  <a:pt x="193" y="137"/>
                  <a:pt x="208" y="133"/>
                </a:cubicBezTo>
                <a:cubicBezTo>
                  <a:pt x="193" y="128"/>
                  <a:pt x="182" y="116"/>
                  <a:pt x="177" y="102"/>
                </a:cubicBezTo>
                <a:cubicBezTo>
                  <a:pt x="173" y="116"/>
                  <a:pt x="161" y="128"/>
                  <a:pt x="146" y="133"/>
                </a:cubicBezTo>
                <a:cubicBezTo>
                  <a:pt x="161" y="137"/>
                  <a:pt x="173" y="149"/>
                  <a:pt x="177" y="163"/>
                </a:cubicBezTo>
                <a:close/>
                <a:moveTo>
                  <a:pt x="179" y="175"/>
                </a:moveTo>
                <a:cubicBezTo>
                  <a:pt x="201" y="174"/>
                  <a:pt x="218" y="156"/>
                  <a:pt x="219" y="135"/>
                </a:cubicBezTo>
                <a:cubicBezTo>
                  <a:pt x="198" y="136"/>
                  <a:pt x="180" y="153"/>
                  <a:pt x="179" y="175"/>
                </a:cubicBezTo>
                <a:close/>
                <a:moveTo>
                  <a:pt x="219" y="219"/>
                </a:moveTo>
                <a:cubicBezTo>
                  <a:pt x="218" y="197"/>
                  <a:pt x="201" y="180"/>
                  <a:pt x="179" y="179"/>
                </a:cubicBezTo>
                <a:cubicBezTo>
                  <a:pt x="180" y="201"/>
                  <a:pt x="198" y="218"/>
                  <a:pt x="219" y="219"/>
                </a:cubicBezTo>
                <a:close/>
                <a:moveTo>
                  <a:pt x="252" y="177"/>
                </a:moveTo>
                <a:cubicBezTo>
                  <a:pt x="238" y="172"/>
                  <a:pt x="226" y="161"/>
                  <a:pt x="221" y="146"/>
                </a:cubicBezTo>
                <a:cubicBezTo>
                  <a:pt x="217" y="161"/>
                  <a:pt x="205" y="172"/>
                  <a:pt x="191" y="177"/>
                </a:cubicBezTo>
                <a:cubicBezTo>
                  <a:pt x="205" y="181"/>
                  <a:pt x="217" y="193"/>
                  <a:pt x="221" y="208"/>
                </a:cubicBezTo>
                <a:cubicBezTo>
                  <a:pt x="226" y="193"/>
                  <a:pt x="238" y="181"/>
                  <a:pt x="252" y="177"/>
                </a:cubicBezTo>
                <a:close/>
                <a:moveTo>
                  <a:pt x="264" y="179"/>
                </a:moveTo>
                <a:cubicBezTo>
                  <a:pt x="242" y="180"/>
                  <a:pt x="225" y="197"/>
                  <a:pt x="224" y="219"/>
                </a:cubicBezTo>
                <a:cubicBezTo>
                  <a:pt x="245" y="218"/>
                  <a:pt x="263" y="201"/>
                  <a:pt x="264" y="179"/>
                </a:cubicBezTo>
                <a:close/>
                <a:moveTo>
                  <a:pt x="264" y="175"/>
                </a:moveTo>
                <a:cubicBezTo>
                  <a:pt x="263" y="153"/>
                  <a:pt x="245" y="136"/>
                  <a:pt x="224" y="135"/>
                </a:cubicBezTo>
                <a:cubicBezTo>
                  <a:pt x="225" y="156"/>
                  <a:pt x="242" y="174"/>
                  <a:pt x="264" y="175"/>
                </a:cubicBezTo>
                <a:close/>
                <a:moveTo>
                  <a:pt x="297" y="133"/>
                </a:moveTo>
                <a:cubicBezTo>
                  <a:pt x="282" y="128"/>
                  <a:pt x="270" y="116"/>
                  <a:pt x="266" y="102"/>
                </a:cubicBezTo>
                <a:cubicBezTo>
                  <a:pt x="261" y="116"/>
                  <a:pt x="250" y="128"/>
                  <a:pt x="235" y="133"/>
                </a:cubicBezTo>
                <a:cubicBezTo>
                  <a:pt x="250" y="137"/>
                  <a:pt x="261" y="149"/>
                  <a:pt x="266" y="163"/>
                </a:cubicBezTo>
                <a:cubicBezTo>
                  <a:pt x="270" y="149"/>
                  <a:pt x="282" y="137"/>
                  <a:pt x="297" y="133"/>
                </a:cubicBezTo>
                <a:close/>
                <a:moveTo>
                  <a:pt x="308" y="135"/>
                </a:moveTo>
                <a:cubicBezTo>
                  <a:pt x="286" y="136"/>
                  <a:pt x="269" y="153"/>
                  <a:pt x="268" y="175"/>
                </a:cubicBezTo>
                <a:cubicBezTo>
                  <a:pt x="290" y="174"/>
                  <a:pt x="307" y="156"/>
                  <a:pt x="308" y="135"/>
                </a:cubicBezTo>
                <a:close/>
                <a:moveTo>
                  <a:pt x="308" y="130"/>
                </a:moveTo>
                <a:cubicBezTo>
                  <a:pt x="307" y="109"/>
                  <a:pt x="290" y="91"/>
                  <a:pt x="268" y="90"/>
                </a:cubicBezTo>
                <a:cubicBezTo>
                  <a:pt x="269" y="112"/>
                  <a:pt x="286" y="129"/>
                  <a:pt x="308" y="130"/>
                </a:cubicBezTo>
                <a:close/>
                <a:moveTo>
                  <a:pt x="310" y="119"/>
                </a:moveTo>
                <a:cubicBezTo>
                  <a:pt x="315" y="104"/>
                  <a:pt x="326" y="93"/>
                  <a:pt x="341" y="88"/>
                </a:cubicBezTo>
                <a:cubicBezTo>
                  <a:pt x="326" y="84"/>
                  <a:pt x="315" y="72"/>
                  <a:pt x="310" y="57"/>
                </a:cubicBezTo>
                <a:cubicBezTo>
                  <a:pt x="306" y="72"/>
                  <a:pt x="294" y="84"/>
                  <a:pt x="279" y="88"/>
                </a:cubicBezTo>
                <a:cubicBezTo>
                  <a:pt x="294" y="93"/>
                  <a:pt x="306" y="104"/>
                  <a:pt x="310" y="119"/>
                </a:cubicBezTo>
                <a:close/>
                <a:moveTo>
                  <a:pt x="312" y="130"/>
                </a:moveTo>
                <a:cubicBezTo>
                  <a:pt x="334" y="129"/>
                  <a:pt x="351" y="112"/>
                  <a:pt x="352" y="90"/>
                </a:cubicBezTo>
                <a:cubicBezTo>
                  <a:pt x="331" y="91"/>
                  <a:pt x="313" y="109"/>
                  <a:pt x="312" y="130"/>
                </a:cubicBezTo>
                <a:close/>
                <a:moveTo>
                  <a:pt x="352" y="175"/>
                </a:moveTo>
                <a:cubicBezTo>
                  <a:pt x="351" y="153"/>
                  <a:pt x="334" y="136"/>
                  <a:pt x="312" y="135"/>
                </a:cubicBezTo>
                <a:cubicBezTo>
                  <a:pt x="313" y="156"/>
                  <a:pt x="331" y="174"/>
                  <a:pt x="352" y="175"/>
                </a:cubicBezTo>
                <a:close/>
                <a:moveTo>
                  <a:pt x="385" y="133"/>
                </a:moveTo>
                <a:cubicBezTo>
                  <a:pt x="371" y="128"/>
                  <a:pt x="359" y="116"/>
                  <a:pt x="354" y="102"/>
                </a:cubicBezTo>
                <a:cubicBezTo>
                  <a:pt x="350" y="116"/>
                  <a:pt x="338" y="128"/>
                  <a:pt x="324" y="133"/>
                </a:cubicBezTo>
                <a:cubicBezTo>
                  <a:pt x="338" y="137"/>
                  <a:pt x="350" y="149"/>
                  <a:pt x="354" y="163"/>
                </a:cubicBezTo>
                <a:cubicBezTo>
                  <a:pt x="359" y="149"/>
                  <a:pt x="371" y="137"/>
                  <a:pt x="385" y="133"/>
                </a:cubicBezTo>
                <a:close/>
                <a:moveTo>
                  <a:pt x="357" y="90"/>
                </a:moveTo>
                <a:cubicBezTo>
                  <a:pt x="358" y="112"/>
                  <a:pt x="375" y="129"/>
                  <a:pt x="397" y="130"/>
                </a:cubicBezTo>
                <a:cubicBezTo>
                  <a:pt x="396" y="109"/>
                  <a:pt x="378" y="91"/>
                  <a:pt x="357" y="90"/>
                </a:cubicBezTo>
                <a:close/>
                <a:moveTo>
                  <a:pt x="397" y="46"/>
                </a:moveTo>
                <a:cubicBezTo>
                  <a:pt x="375" y="47"/>
                  <a:pt x="358" y="65"/>
                  <a:pt x="357" y="86"/>
                </a:cubicBezTo>
                <a:cubicBezTo>
                  <a:pt x="378" y="85"/>
                  <a:pt x="396" y="68"/>
                  <a:pt x="397" y="46"/>
                </a:cubicBezTo>
                <a:close/>
                <a:moveTo>
                  <a:pt x="397" y="42"/>
                </a:moveTo>
                <a:cubicBezTo>
                  <a:pt x="396" y="20"/>
                  <a:pt x="378" y="3"/>
                  <a:pt x="357" y="2"/>
                </a:cubicBezTo>
                <a:cubicBezTo>
                  <a:pt x="358" y="23"/>
                  <a:pt x="375" y="41"/>
                  <a:pt x="397" y="42"/>
                </a:cubicBezTo>
                <a:close/>
                <a:moveTo>
                  <a:pt x="441" y="2"/>
                </a:moveTo>
                <a:cubicBezTo>
                  <a:pt x="419" y="3"/>
                  <a:pt x="402" y="20"/>
                  <a:pt x="401" y="42"/>
                </a:cubicBezTo>
                <a:cubicBezTo>
                  <a:pt x="422" y="41"/>
                  <a:pt x="440" y="23"/>
                  <a:pt x="441" y="2"/>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275" name="Google Shape;275;p28"/>
          <p:cNvPicPr preferRelativeResize="0"/>
          <p:nvPr/>
        </p:nvPicPr>
        <p:blipFill>
          <a:blip r:embed="rId2">
            <a:alphaModFix/>
          </a:blip>
          <a:stretch>
            <a:fillRect/>
          </a:stretch>
        </p:blipFill>
        <p:spPr>
          <a:xfrm flipH="1">
            <a:off x="7251614" y="3077769"/>
            <a:ext cx="1892394" cy="2065732"/>
          </a:xfrm>
          <a:prstGeom prst="rect">
            <a:avLst/>
          </a:prstGeom>
          <a:noFill/>
          <a:ln>
            <a:noFill/>
          </a:ln>
        </p:spPr>
      </p:pic>
      <p:pic>
        <p:nvPicPr>
          <p:cNvPr id="276" name="Google Shape;276;p28"/>
          <p:cNvPicPr preferRelativeResize="0"/>
          <p:nvPr/>
        </p:nvPicPr>
        <p:blipFill>
          <a:blip r:embed="rId3">
            <a:alphaModFix/>
          </a:blip>
          <a:stretch>
            <a:fillRect/>
          </a:stretch>
        </p:blipFill>
        <p:spPr>
          <a:xfrm>
            <a:off x="-7" y="-12"/>
            <a:ext cx="1703718" cy="2147495"/>
          </a:xfrm>
          <a:prstGeom prst="rect">
            <a:avLst/>
          </a:prstGeom>
          <a:noFill/>
          <a:ln>
            <a:noFill/>
          </a:ln>
        </p:spPr>
      </p:pic>
      <p:sp>
        <p:nvSpPr>
          <p:cNvPr id="277" name="Google Shape;277;p28"/>
          <p:cNvSpPr/>
          <p:nvPr/>
        </p:nvSpPr>
        <p:spPr>
          <a:xfrm>
            <a:off x="484475" y="487800"/>
            <a:ext cx="8175000" cy="4167900"/>
          </a:xfrm>
          <a:prstGeom prst="rect">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78" name="Google Shape;278;p28"/>
          <p:cNvSpPr txBox="1"/>
          <p:nvPr>
            <p:ph type="title"/>
          </p:nvPr>
        </p:nvSpPr>
        <p:spPr>
          <a:xfrm>
            <a:off x="1018075" y="710413"/>
            <a:ext cx="3412200" cy="8946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9" name="Google Shape;279;p28"/>
          <p:cNvSpPr txBox="1"/>
          <p:nvPr>
            <p:ph idx="1" type="subTitle"/>
          </p:nvPr>
        </p:nvSpPr>
        <p:spPr>
          <a:xfrm>
            <a:off x="1018025" y="1605011"/>
            <a:ext cx="34122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0" name="Google Shape;280;p28"/>
          <p:cNvSpPr txBox="1"/>
          <p:nvPr/>
        </p:nvSpPr>
        <p:spPr>
          <a:xfrm>
            <a:off x="1018193" y="3444888"/>
            <a:ext cx="3412200" cy="6516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Assistant"/>
                <a:ea typeface="Assistant"/>
                <a:cs typeface="Assistant"/>
                <a:sym typeface="Assistant"/>
              </a:rPr>
              <a:t>CREDITS:</a:t>
            </a:r>
            <a:r>
              <a:rPr lang="en" sz="1000">
                <a:solidFill>
                  <a:schemeClr val="dk1"/>
                </a:solidFill>
                <a:latin typeface="Assistant"/>
                <a:ea typeface="Assistant"/>
                <a:cs typeface="Assistant"/>
                <a:sym typeface="Assistant"/>
              </a:rPr>
              <a:t> </a:t>
            </a:r>
            <a:r>
              <a:rPr lang="en" sz="1000">
                <a:solidFill>
                  <a:schemeClr val="dk1"/>
                </a:solidFill>
                <a:latin typeface="Assistant Medium"/>
                <a:ea typeface="Assistant Medium"/>
                <a:cs typeface="Assistant Medium"/>
                <a:sym typeface="Assistant Medium"/>
              </a:rPr>
              <a:t>This presentation template was created by </a:t>
            </a:r>
            <a:r>
              <a:rPr b="1" lang="en" sz="1000" u="sng">
                <a:solidFill>
                  <a:schemeClr val="dk1"/>
                </a:solidFill>
                <a:latin typeface="Assistant"/>
                <a:ea typeface="Assistant"/>
                <a:cs typeface="Assistant"/>
                <a:sym typeface="Assistant"/>
                <a:hlinkClick r:id="rId4">
                  <a:extLst>
                    <a:ext uri="{A12FA001-AC4F-418D-AE19-62706E023703}">
                      <ahyp:hlinkClr val="tx"/>
                    </a:ext>
                  </a:extLst>
                </a:hlinkClick>
              </a:rPr>
              <a:t>Slidesgo</a:t>
            </a:r>
            <a:r>
              <a:rPr lang="en" sz="1000">
                <a:solidFill>
                  <a:schemeClr val="dk1"/>
                </a:solidFill>
                <a:latin typeface="Assistant Medium"/>
                <a:ea typeface="Assistant Medium"/>
                <a:cs typeface="Assistant Medium"/>
                <a:sym typeface="Assistant Medium"/>
              </a:rPr>
              <a:t>, and includes icons by</a:t>
            </a:r>
            <a:r>
              <a:rPr lang="en" sz="1000">
                <a:solidFill>
                  <a:schemeClr val="dk1"/>
                </a:solidFill>
                <a:latin typeface="Assistant"/>
                <a:ea typeface="Assistant"/>
                <a:cs typeface="Assistant"/>
                <a:sym typeface="Assistant"/>
              </a:rPr>
              <a:t> </a:t>
            </a:r>
            <a:r>
              <a:rPr b="1" lang="en" sz="1000" u="sng">
                <a:solidFill>
                  <a:schemeClr val="dk1"/>
                </a:solidFill>
                <a:latin typeface="Assistant"/>
                <a:ea typeface="Assistant"/>
                <a:cs typeface="Assistant"/>
                <a:sym typeface="Assistant"/>
                <a:hlinkClick r:id="rId5">
                  <a:extLst>
                    <a:ext uri="{A12FA001-AC4F-418D-AE19-62706E023703}">
                      <ahyp:hlinkClr val="tx"/>
                    </a:ext>
                  </a:extLst>
                </a:hlinkClick>
              </a:rPr>
              <a:t>Flaticon</a:t>
            </a:r>
            <a:r>
              <a:rPr lang="en" sz="1000">
                <a:solidFill>
                  <a:schemeClr val="dk1"/>
                </a:solidFill>
                <a:latin typeface="Assistant Medium"/>
                <a:ea typeface="Assistant Medium"/>
                <a:cs typeface="Assistant Medium"/>
                <a:sym typeface="Assistant Medium"/>
              </a:rPr>
              <a:t>, and infographics &amp; images by </a:t>
            </a:r>
            <a:r>
              <a:rPr b="1" lang="en" sz="1000" u="sng">
                <a:solidFill>
                  <a:schemeClr val="dk1"/>
                </a:solidFill>
                <a:latin typeface="Assistant"/>
                <a:ea typeface="Assistant"/>
                <a:cs typeface="Assistant"/>
                <a:sym typeface="Assistant"/>
                <a:hlinkClick r:id="rId6">
                  <a:extLst>
                    <a:ext uri="{A12FA001-AC4F-418D-AE19-62706E023703}">
                      <ahyp:hlinkClr val="tx"/>
                    </a:ext>
                  </a:extLst>
                </a:hlinkClick>
              </a:rPr>
              <a:t>Freepik</a:t>
            </a:r>
            <a:r>
              <a:rPr lang="en" sz="1000" u="sng">
                <a:solidFill>
                  <a:schemeClr val="dk1"/>
                </a:solidFill>
                <a:latin typeface="Assistant"/>
                <a:ea typeface="Assistant"/>
                <a:cs typeface="Assistant"/>
                <a:sym typeface="Assistant"/>
              </a:rPr>
              <a:t> </a:t>
            </a:r>
            <a:endParaRPr b="1" sz="1000" u="sng">
              <a:solidFill>
                <a:schemeClr val="dk1"/>
              </a:solidFill>
              <a:latin typeface="Assistant"/>
              <a:ea typeface="Assistant"/>
              <a:cs typeface="Assistant"/>
              <a:sym typeface="Assistant"/>
            </a:endParaRPr>
          </a:p>
        </p:txBody>
      </p:sp>
      <p:sp>
        <p:nvSpPr>
          <p:cNvPr id="281" name="Google Shape;281;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bg>
      <p:bgPr>
        <a:solidFill>
          <a:schemeClr val="dk2"/>
        </a:solidFill>
      </p:bgPr>
    </p:bg>
    <p:spTree>
      <p:nvGrpSpPr>
        <p:cNvPr id="282" name="Shape 282"/>
        <p:cNvGrpSpPr/>
        <p:nvPr/>
      </p:nvGrpSpPr>
      <p:grpSpPr>
        <a:xfrm>
          <a:off x="0" y="0"/>
          <a:ext cx="0" cy="0"/>
          <a:chOff x="0" y="0"/>
          <a:chExt cx="0" cy="0"/>
        </a:xfrm>
      </p:grpSpPr>
      <p:pic>
        <p:nvPicPr>
          <p:cNvPr id="283" name="Google Shape;283;p29"/>
          <p:cNvPicPr preferRelativeResize="0"/>
          <p:nvPr/>
        </p:nvPicPr>
        <p:blipFill>
          <a:blip r:embed="rId2">
            <a:alphaModFix/>
          </a:blip>
          <a:stretch>
            <a:fillRect/>
          </a:stretch>
        </p:blipFill>
        <p:spPr>
          <a:xfrm>
            <a:off x="1" y="3306692"/>
            <a:ext cx="1892375" cy="1836806"/>
          </a:xfrm>
          <a:prstGeom prst="rect">
            <a:avLst/>
          </a:prstGeom>
          <a:noFill/>
          <a:ln>
            <a:noFill/>
          </a:ln>
        </p:spPr>
      </p:pic>
      <p:pic>
        <p:nvPicPr>
          <p:cNvPr id="284" name="Google Shape;284;p29"/>
          <p:cNvPicPr preferRelativeResize="0"/>
          <p:nvPr/>
        </p:nvPicPr>
        <p:blipFill>
          <a:blip r:embed="rId3">
            <a:alphaModFix/>
          </a:blip>
          <a:stretch>
            <a:fillRect/>
          </a:stretch>
        </p:blipFill>
        <p:spPr>
          <a:xfrm>
            <a:off x="7583214" y="1"/>
            <a:ext cx="1560785" cy="1836800"/>
          </a:xfrm>
          <a:prstGeom prst="rect">
            <a:avLst/>
          </a:prstGeom>
          <a:noFill/>
          <a:ln>
            <a:noFill/>
          </a:ln>
        </p:spPr>
      </p:pic>
      <p:sp>
        <p:nvSpPr>
          <p:cNvPr id="285" name="Google Shape;285;p29"/>
          <p:cNvSpPr/>
          <p:nvPr/>
        </p:nvSpPr>
        <p:spPr>
          <a:xfrm>
            <a:off x="332525" y="273450"/>
            <a:ext cx="8478900" cy="45966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86" name="Google Shape;286;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lt2"/>
        </a:solidFill>
      </p:bgPr>
    </p:bg>
    <p:spTree>
      <p:nvGrpSpPr>
        <p:cNvPr id="287" name="Shape 287"/>
        <p:cNvGrpSpPr/>
        <p:nvPr/>
      </p:nvGrpSpPr>
      <p:grpSpPr>
        <a:xfrm>
          <a:off x="0" y="0"/>
          <a:ext cx="0" cy="0"/>
          <a:chOff x="0" y="0"/>
          <a:chExt cx="0" cy="0"/>
        </a:xfrm>
      </p:grpSpPr>
      <p:pic>
        <p:nvPicPr>
          <p:cNvPr id="288" name="Google Shape;288;p30"/>
          <p:cNvPicPr preferRelativeResize="0"/>
          <p:nvPr/>
        </p:nvPicPr>
        <p:blipFill>
          <a:blip r:embed="rId2">
            <a:alphaModFix/>
          </a:blip>
          <a:stretch>
            <a:fillRect/>
          </a:stretch>
        </p:blipFill>
        <p:spPr>
          <a:xfrm rot="-5400000">
            <a:off x="7164939" y="3164444"/>
            <a:ext cx="1892394" cy="2065732"/>
          </a:xfrm>
          <a:prstGeom prst="rect">
            <a:avLst/>
          </a:prstGeom>
          <a:noFill/>
          <a:ln>
            <a:noFill/>
          </a:ln>
        </p:spPr>
      </p:pic>
      <p:pic>
        <p:nvPicPr>
          <p:cNvPr id="289" name="Google Shape;289;p30"/>
          <p:cNvPicPr preferRelativeResize="0"/>
          <p:nvPr/>
        </p:nvPicPr>
        <p:blipFill>
          <a:blip r:embed="rId3">
            <a:alphaModFix/>
          </a:blip>
          <a:stretch>
            <a:fillRect/>
          </a:stretch>
        </p:blipFill>
        <p:spPr>
          <a:xfrm>
            <a:off x="0" y="0"/>
            <a:ext cx="1892375" cy="1994800"/>
          </a:xfrm>
          <a:prstGeom prst="rect">
            <a:avLst/>
          </a:prstGeom>
          <a:noFill/>
          <a:ln>
            <a:noFill/>
          </a:ln>
        </p:spPr>
      </p:pic>
      <p:sp>
        <p:nvSpPr>
          <p:cNvPr id="290" name="Google Shape;290;p30"/>
          <p:cNvSpPr/>
          <p:nvPr/>
        </p:nvSpPr>
        <p:spPr>
          <a:xfrm>
            <a:off x="332525" y="273450"/>
            <a:ext cx="8478900" cy="4596600"/>
          </a:xfrm>
          <a:prstGeom prst="rect">
            <a:avLst/>
          </a:prstGeom>
          <a:solidFill>
            <a:schemeClr val="dk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oto Sans SC"/>
              <a:ea typeface="Noto Sans SC"/>
              <a:cs typeface="Noto Sans SC"/>
              <a:sym typeface="Noto Sans SC"/>
            </a:endParaRPr>
          </a:p>
        </p:txBody>
      </p:sp>
      <p:sp>
        <p:nvSpPr>
          <p:cNvPr id="291" name="Google Shape;291;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212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1pPr>
            <a:lvl2pPr lvl="1"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2pPr>
            <a:lvl3pPr lvl="2"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3pPr>
            <a:lvl4pPr lvl="3"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4pPr>
            <a:lvl5pPr lvl="4"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5pPr>
            <a:lvl6pPr lvl="5"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6pPr>
            <a:lvl7pPr lvl="6"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7pPr>
            <a:lvl8pPr lvl="7"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8pPr>
            <a:lvl9pPr lvl="8" rtl="0">
              <a:spcBef>
                <a:spcPts val="0"/>
              </a:spcBef>
              <a:spcAft>
                <a:spcPts val="0"/>
              </a:spcAft>
              <a:buClr>
                <a:schemeClr val="dk1"/>
              </a:buClr>
              <a:buSzPts val="3500"/>
              <a:buFont typeface="Besley"/>
              <a:buNone/>
              <a:defRPr sz="3500">
                <a:solidFill>
                  <a:schemeClr val="dk1"/>
                </a:solidFill>
                <a:latin typeface="Besley"/>
                <a:ea typeface="Besley"/>
                <a:cs typeface="Besley"/>
                <a:sym typeface="Besle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1pPr>
            <a:lvl2pPr indent="-317500" lvl="1" marL="9144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2pPr>
            <a:lvl3pPr indent="-317500" lvl="2" marL="13716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3pPr>
            <a:lvl4pPr indent="-317500" lvl="3" marL="18288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4pPr>
            <a:lvl5pPr indent="-317500" lvl="4" marL="22860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5pPr>
            <a:lvl6pPr indent="-317500" lvl="5" marL="27432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6pPr>
            <a:lvl7pPr indent="-317500" lvl="6" marL="32004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7pPr>
            <a:lvl8pPr indent="-317500" lvl="7" marL="36576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8pPr>
            <a:lvl9pPr indent="-317500" lvl="8" marL="4114800">
              <a:lnSpc>
                <a:spcPct val="100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Assistant Medium"/>
                <a:ea typeface="Assistant Medium"/>
                <a:cs typeface="Assistant Medium"/>
                <a:sym typeface="Assistant Medium"/>
              </a:defRPr>
            </a:lvl1pPr>
            <a:lvl2pPr lvl="1" algn="r">
              <a:buNone/>
              <a:defRPr sz="1300">
                <a:solidFill>
                  <a:schemeClr val="dk1"/>
                </a:solidFill>
                <a:latin typeface="Assistant Medium"/>
                <a:ea typeface="Assistant Medium"/>
                <a:cs typeface="Assistant Medium"/>
                <a:sym typeface="Assistant Medium"/>
              </a:defRPr>
            </a:lvl2pPr>
            <a:lvl3pPr lvl="2" algn="r">
              <a:buNone/>
              <a:defRPr sz="1300">
                <a:solidFill>
                  <a:schemeClr val="dk1"/>
                </a:solidFill>
                <a:latin typeface="Assistant Medium"/>
                <a:ea typeface="Assistant Medium"/>
                <a:cs typeface="Assistant Medium"/>
                <a:sym typeface="Assistant Medium"/>
              </a:defRPr>
            </a:lvl3pPr>
            <a:lvl4pPr lvl="3" algn="r">
              <a:buNone/>
              <a:defRPr sz="1300">
                <a:solidFill>
                  <a:schemeClr val="dk1"/>
                </a:solidFill>
                <a:latin typeface="Assistant Medium"/>
                <a:ea typeface="Assistant Medium"/>
                <a:cs typeface="Assistant Medium"/>
                <a:sym typeface="Assistant Medium"/>
              </a:defRPr>
            </a:lvl4pPr>
            <a:lvl5pPr lvl="4" algn="r">
              <a:buNone/>
              <a:defRPr sz="1300">
                <a:solidFill>
                  <a:schemeClr val="dk1"/>
                </a:solidFill>
                <a:latin typeface="Assistant Medium"/>
                <a:ea typeface="Assistant Medium"/>
                <a:cs typeface="Assistant Medium"/>
                <a:sym typeface="Assistant Medium"/>
              </a:defRPr>
            </a:lvl5pPr>
            <a:lvl6pPr lvl="5" algn="r">
              <a:buNone/>
              <a:defRPr sz="1300">
                <a:solidFill>
                  <a:schemeClr val="dk1"/>
                </a:solidFill>
                <a:latin typeface="Assistant Medium"/>
                <a:ea typeface="Assistant Medium"/>
                <a:cs typeface="Assistant Medium"/>
                <a:sym typeface="Assistant Medium"/>
              </a:defRPr>
            </a:lvl6pPr>
            <a:lvl7pPr lvl="6" algn="r">
              <a:buNone/>
              <a:defRPr sz="1300">
                <a:solidFill>
                  <a:schemeClr val="dk1"/>
                </a:solidFill>
                <a:latin typeface="Assistant Medium"/>
                <a:ea typeface="Assistant Medium"/>
                <a:cs typeface="Assistant Medium"/>
                <a:sym typeface="Assistant Medium"/>
              </a:defRPr>
            </a:lvl7pPr>
            <a:lvl8pPr lvl="7" algn="r">
              <a:buNone/>
              <a:defRPr sz="1300">
                <a:solidFill>
                  <a:schemeClr val="dk1"/>
                </a:solidFill>
                <a:latin typeface="Assistant Medium"/>
                <a:ea typeface="Assistant Medium"/>
                <a:cs typeface="Assistant Medium"/>
                <a:sym typeface="Assistant Medium"/>
              </a:defRPr>
            </a:lvl8pPr>
            <a:lvl9pPr lvl="8" algn="r">
              <a:buNone/>
              <a:defRPr sz="1300">
                <a:solidFill>
                  <a:schemeClr val="dk1"/>
                </a:solidFill>
                <a:latin typeface="Assistant Medium"/>
                <a:ea typeface="Assistant Medium"/>
                <a:cs typeface="Assistant Medium"/>
                <a:sym typeface="Assistant Medium"/>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google.com/presentation/d/1YPJELS1nMjvXcTMDb8vDjLH8I-vVrLLYlYU-yqnNrVM/edit?usp=share_link" TargetMode="External"/><Relationship Id="rId4" Type="http://schemas.openxmlformats.org/officeDocument/2006/relationships/hyperlink" Target="https://docs.google.com/presentation/d/1ot0-rtEmrKopZNAIVBhCAMFWvTt4Y2O_4OJXwJcO4x8/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1"/>
          <p:cNvSpPr txBox="1"/>
          <p:nvPr>
            <p:ph type="ctrTitle"/>
          </p:nvPr>
        </p:nvSpPr>
        <p:spPr>
          <a:xfrm>
            <a:off x="901450" y="1480200"/>
            <a:ext cx="4601700" cy="1610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t>Linked List</a:t>
            </a:r>
            <a:endParaRPr b="1"/>
          </a:p>
        </p:txBody>
      </p:sp>
      <p:sp>
        <p:nvSpPr>
          <p:cNvPr id="297" name="Google Shape;297;p31"/>
          <p:cNvSpPr txBox="1"/>
          <p:nvPr>
            <p:ph idx="1" type="subTitle"/>
          </p:nvPr>
        </p:nvSpPr>
        <p:spPr>
          <a:xfrm>
            <a:off x="901450" y="3623700"/>
            <a:ext cx="4296000" cy="651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rgbClr val="7E0001"/>
                </a:solidFill>
                <a:latin typeface="Manrope"/>
                <a:ea typeface="Manrope"/>
                <a:cs typeface="Manrope"/>
                <a:sym typeface="Manrope"/>
              </a:rPr>
              <a:t>THỰC HÀNH CẤU TRÚC DỮ LIỆU VÀ GIẢI THUẬT</a:t>
            </a:r>
            <a:endParaRPr b="1" sz="1300">
              <a:solidFill>
                <a:srgbClr val="7E0001"/>
              </a:solidFill>
              <a:latin typeface="Manrope"/>
              <a:ea typeface="Manrope"/>
              <a:cs typeface="Manrope"/>
              <a:sym typeface="Manrope"/>
            </a:endParaRPr>
          </a:p>
          <a:p>
            <a:pPr indent="0" lvl="0" marL="0" rtl="0" algn="l">
              <a:lnSpc>
                <a:spcPct val="115000"/>
              </a:lnSpc>
              <a:spcBef>
                <a:spcPts val="0"/>
              </a:spcBef>
              <a:spcAft>
                <a:spcPts val="0"/>
              </a:spcAft>
              <a:buNone/>
            </a:pPr>
            <a:r>
              <a:rPr lang="en" sz="1300">
                <a:solidFill>
                  <a:srgbClr val="7E0001"/>
                </a:solidFill>
                <a:latin typeface="Manrope"/>
                <a:ea typeface="Manrope"/>
                <a:cs typeface="Manrope"/>
                <a:sym typeface="Manrope"/>
              </a:rPr>
              <a:t>TUẦN 10 - THÁNG 12 NĂM 2025</a:t>
            </a:r>
            <a:endParaRPr sz="1700">
              <a:solidFill>
                <a:srgbClr val="7E0001"/>
              </a:solidFill>
              <a:latin typeface="Manrope"/>
              <a:ea typeface="Manrope"/>
              <a:cs typeface="Manrope"/>
              <a:sym typeface="Manrope"/>
            </a:endParaRPr>
          </a:p>
          <a:p>
            <a:pPr indent="0" lvl="0" marL="0" rtl="0" algn="l">
              <a:spcBef>
                <a:spcPts val="0"/>
              </a:spcBef>
              <a:spcAft>
                <a:spcPts val="0"/>
              </a:spcAft>
              <a:buNone/>
            </a:pPr>
            <a:r>
              <a:t/>
            </a:r>
            <a:endParaRPr sz="1300">
              <a:latin typeface="Assistant"/>
              <a:ea typeface="Assistant"/>
              <a:cs typeface="Assistant"/>
              <a:sym typeface="Assistant"/>
            </a:endParaRPr>
          </a:p>
        </p:txBody>
      </p:sp>
      <p:sp>
        <p:nvSpPr>
          <p:cNvPr id="298" name="Google Shape;298;p31"/>
          <p:cNvSpPr txBox="1"/>
          <p:nvPr/>
        </p:nvSpPr>
        <p:spPr>
          <a:xfrm>
            <a:off x="901450" y="836475"/>
            <a:ext cx="4378500" cy="84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rgbClr val="500000"/>
                </a:solidFill>
                <a:latin typeface="Manrope Light"/>
                <a:ea typeface="Manrope Light"/>
                <a:cs typeface="Manrope Light"/>
                <a:sym typeface="Manrope Light"/>
              </a:rPr>
              <a:t>TRƯỜNG ĐH KHOA HỌC TỰ NHIÊN - ĐHQG TPHCM</a:t>
            </a:r>
            <a:endParaRPr sz="1300">
              <a:solidFill>
                <a:srgbClr val="500000"/>
              </a:solidFill>
              <a:latin typeface="Manrope Light"/>
              <a:ea typeface="Manrope Light"/>
              <a:cs typeface="Manrope Light"/>
              <a:sym typeface="Manrope Light"/>
            </a:endParaRPr>
          </a:p>
          <a:p>
            <a:pPr indent="0" lvl="0" marL="0" rtl="0" algn="l">
              <a:lnSpc>
                <a:spcPct val="115000"/>
              </a:lnSpc>
              <a:spcBef>
                <a:spcPts val="0"/>
              </a:spcBef>
              <a:spcAft>
                <a:spcPts val="0"/>
              </a:spcAft>
              <a:buNone/>
            </a:pPr>
            <a:r>
              <a:rPr lang="en" sz="1300">
                <a:solidFill>
                  <a:srgbClr val="500000"/>
                </a:solidFill>
                <a:latin typeface="Manrope Light"/>
                <a:ea typeface="Manrope Light"/>
                <a:cs typeface="Manrope Light"/>
                <a:sym typeface="Manrope Light"/>
              </a:rPr>
              <a:t>KHOA TOÁN - TIN HỌC</a:t>
            </a:r>
            <a:endParaRPr sz="1300">
              <a:solidFill>
                <a:srgbClr val="500000"/>
              </a:solidFill>
              <a:latin typeface="Manrope Light"/>
              <a:ea typeface="Manrope Light"/>
              <a:cs typeface="Manrope Light"/>
              <a:sym typeface="Manrope Light"/>
            </a:endParaRPr>
          </a:p>
          <a:p>
            <a:pPr indent="0" lvl="0" marL="0" rtl="0" algn="l">
              <a:lnSpc>
                <a:spcPct val="115000"/>
              </a:lnSpc>
              <a:spcBef>
                <a:spcPts val="0"/>
              </a:spcBef>
              <a:spcAft>
                <a:spcPts val="0"/>
              </a:spcAft>
              <a:buNone/>
            </a:pPr>
            <a:r>
              <a:rPr lang="en" sz="1300">
                <a:solidFill>
                  <a:srgbClr val="500000"/>
                </a:solidFill>
                <a:latin typeface="Manrope Light"/>
                <a:ea typeface="Manrope Light"/>
                <a:cs typeface="Manrope Light"/>
                <a:sym typeface="Manrope Light"/>
              </a:rPr>
              <a:t>BỘ MÔN ỨNG DỤNG TIN HỌC</a:t>
            </a:r>
            <a:endParaRPr sz="1100"/>
          </a:p>
        </p:txBody>
      </p:sp>
      <p:pic>
        <p:nvPicPr>
          <p:cNvPr id="299" name="Google Shape;299;p31"/>
          <p:cNvPicPr preferRelativeResize="0"/>
          <p:nvPr/>
        </p:nvPicPr>
        <p:blipFill>
          <a:blip r:embed="rId3">
            <a:alphaModFix/>
          </a:blip>
          <a:stretch>
            <a:fillRect/>
          </a:stretch>
        </p:blipFill>
        <p:spPr>
          <a:xfrm>
            <a:off x="5432635" y="76200"/>
            <a:ext cx="3182959" cy="4838702"/>
          </a:xfrm>
          <a:prstGeom prst="rect">
            <a:avLst/>
          </a:prstGeom>
          <a:noFill/>
          <a:ln>
            <a:noFill/>
          </a:ln>
        </p:spPr>
      </p:pic>
      <p:pic>
        <p:nvPicPr>
          <p:cNvPr id="300" name="Google Shape;300;p31"/>
          <p:cNvPicPr preferRelativeResize="0"/>
          <p:nvPr/>
        </p:nvPicPr>
        <p:blipFill>
          <a:blip r:embed="rId4">
            <a:alphaModFix amt="13000"/>
          </a:blip>
          <a:stretch>
            <a:fillRect/>
          </a:stretch>
        </p:blipFill>
        <p:spPr>
          <a:xfrm>
            <a:off x="5965650" y="536900"/>
            <a:ext cx="2138624" cy="4180024"/>
          </a:xfrm>
          <a:prstGeom prst="rect">
            <a:avLst/>
          </a:prstGeom>
          <a:noFill/>
          <a:ln>
            <a:noFill/>
          </a:ln>
        </p:spPr>
      </p:pic>
      <p:grpSp>
        <p:nvGrpSpPr>
          <p:cNvPr id="301" name="Google Shape;301;p31"/>
          <p:cNvGrpSpPr/>
          <p:nvPr/>
        </p:nvGrpSpPr>
        <p:grpSpPr>
          <a:xfrm>
            <a:off x="7405113" y="4340549"/>
            <a:ext cx="336826" cy="351600"/>
            <a:chOff x="3811336" y="4060154"/>
            <a:chExt cx="351299" cy="366708"/>
          </a:xfrm>
        </p:grpSpPr>
        <p:sp>
          <p:nvSpPr>
            <p:cNvPr id="302" name="Google Shape;302;p31"/>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31"/>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31"/>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31"/>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31"/>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7" name="Google Shape;307;p31"/>
          <p:cNvGrpSpPr/>
          <p:nvPr/>
        </p:nvGrpSpPr>
        <p:grpSpPr>
          <a:xfrm>
            <a:off x="8104275" y="3647722"/>
            <a:ext cx="566412" cy="559049"/>
            <a:chOff x="486952" y="3946172"/>
            <a:chExt cx="829422" cy="817801"/>
          </a:xfrm>
        </p:grpSpPr>
        <p:sp>
          <p:nvSpPr>
            <p:cNvPr id="308" name="Google Shape;308;p31"/>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31"/>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0" name="Google Shape;310;p31"/>
          <p:cNvGrpSpPr/>
          <p:nvPr/>
        </p:nvGrpSpPr>
        <p:grpSpPr>
          <a:xfrm flipH="1">
            <a:off x="7995169" y="1898018"/>
            <a:ext cx="566412" cy="559049"/>
            <a:chOff x="486952" y="3946172"/>
            <a:chExt cx="829422" cy="817801"/>
          </a:xfrm>
        </p:grpSpPr>
        <p:sp>
          <p:nvSpPr>
            <p:cNvPr id="311" name="Google Shape;311;p31"/>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31"/>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13" name="Google Shape;313;p31"/>
          <p:cNvSpPr/>
          <p:nvPr/>
        </p:nvSpPr>
        <p:spPr>
          <a:xfrm flipH="1" rot="-1273329">
            <a:off x="6840070" y="1038186"/>
            <a:ext cx="275182" cy="259249"/>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31"/>
          <p:cNvSpPr/>
          <p:nvPr/>
        </p:nvSpPr>
        <p:spPr>
          <a:xfrm>
            <a:off x="7161799" y="4066574"/>
            <a:ext cx="152917" cy="152898"/>
          </a:xfrm>
          <a:custGeom>
            <a:rect b="b" l="l" r="r" t="t"/>
            <a:pathLst>
              <a:path extrusionOk="0" h="14723" w="14700">
                <a:moveTo>
                  <a:pt x="14700" y="9955"/>
                </a:moveTo>
                <a:lnTo>
                  <a:pt x="12867" y="8122"/>
                </a:lnTo>
                <a:lnTo>
                  <a:pt x="12525" y="8465"/>
                </a:lnTo>
                <a:cubicBezTo>
                  <a:pt x="12279" y="8270"/>
                  <a:pt x="11895" y="7916"/>
                  <a:pt x="11645" y="7513"/>
                </a:cubicBezTo>
                <a:lnTo>
                  <a:pt x="13200" y="5958"/>
                </a:lnTo>
                <a:lnTo>
                  <a:pt x="11369" y="4125"/>
                </a:lnTo>
                <a:lnTo>
                  <a:pt x="11027" y="4465"/>
                </a:lnTo>
                <a:cubicBezTo>
                  <a:pt x="10949" y="4426"/>
                  <a:pt x="10725" y="4308"/>
                  <a:pt x="10495" y="4119"/>
                </a:cubicBezTo>
                <a:cubicBezTo>
                  <a:pt x="10324" y="3979"/>
                  <a:pt x="10120" y="3776"/>
                  <a:pt x="9995" y="3527"/>
                </a:cubicBezTo>
                <a:lnTo>
                  <a:pt x="11690" y="1833"/>
                </a:lnTo>
                <a:lnTo>
                  <a:pt x="9857" y="0"/>
                </a:lnTo>
                <a:lnTo>
                  <a:pt x="8664" y="1193"/>
                </a:lnTo>
                <a:lnTo>
                  <a:pt x="6037" y="1193"/>
                </a:lnTo>
                <a:lnTo>
                  <a:pt x="4844" y="0"/>
                </a:lnTo>
                <a:lnTo>
                  <a:pt x="3010" y="1833"/>
                </a:lnTo>
                <a:lnTo>
                  <a:pt x="4705" y="3528"/>
                </a:lnTo>
                <a:cubicBezTo>
                  <a:pt x="4442" y="4058"/>
                  <a:pt x="3817" y="4393"/>
                  <a:pt x="3674" y="4465"/>
                </a:cubicBezTo>
                <a:lnTo>
                  <a:pt x="3332" y="4125"/>
                </a:lnTo>
                <a:lnTo>
                  <a:pt x="1500" y="5958"/>
                </a:lnTo>
                <a:lnTo>
                  <a:pt x="3055" y="7513"/>
                </a:lnTo>
                <a:cubicBezTo>
                  <a:pt x="2805" y="7916"/>
                  <a:pt x="2422" y="8270"/>
                  <a:pt x="2175" y="8465"/>
                </a:cubicBezTo>
                <a:lnTo>
                  <a:pt x="1832" y="8122"/>
                </a:lnTo>
                <a:lnTo>
                  <a:pt x="0" y="9955"/>
                </a:lnTo>
                <a:lnTo>
                  <a:pt x="1952" y="11907"/>
                </a:lnTo>
                <a:lnTo>
                  <a:pt x="2677" y="11907"/>
                </a:lnTo>
                <a:lnTo>
                  <a:pt x="2677" y="14723"/>
                </a:lnTo>
                <a:lnTo>
                  <a:pt x="12024" y="14723"/>
                </a:lnTo>
                <a:lnTo>
                  <a:pt x="12024" y="11907"/>
                </a:lnTo>
                <a:lnTo>
                  <a:pt x="12749" y="11907"/>
                </a:lnTo>
                <a:lnTo>
                  <a:pt x="14700" y="9955"/>
                </a:lnTo>
                <a:close/>
                <a:moveTo>
                  <a:pt x="4844" y="1222"/>
                </a:moveTo>
                <a:lnTo>
                  <a:pt x="5679" y="2057"/>
                </a:lnTo>
                <a:lnTo>
                  <a:pt x="9022" y="2057"/>
                </a:lnTo>
                <a:lnTo>
                  <a:pt x="9857" y="1222"/>
                </a:lnTo>
                <a:lnTo>
                  <a:pt x="10469" y="1833"/>
                </a:lnTo>
                <a:lnTo>
                  <a:pt x="9380" y="2921"/>
                </a:lnTo>
                <a:lnTo>
                  <a:pt x="5320" y="2921"/>
                </a:lnTo>
                <a:lnTo>
                  <a:pt x="4232" y="1833"/>
                </a:lnTo>
                <a:lnTo>
                  <a:pt x="4844" y="1222"/>
                </a:lnTo>
                <a:close/>
                <a:moveTo>
                  <a:pt x="5537" y="3785"/>
                </a:moveTo>
                <a:lnTo>
                  <a:pt x="9164" y="3785"/>
                </a:lnTo>
                <a:cubicBezTo>
                  <a:pt x="9439" y="4441"/>
                  <a:pt x="10027" y="4879"/>
                  <a:pt x="10392" y="5100"/>
                </a:cubicBezTo>
                <a:lnTo>
                  <a:pt x="10175" y="5318"/>
                </a:lnTo>
                <a:lnTo>
                  <a:pt x="4525" y="5318"/>
                </a:lnTo>
                <a:lnTo>
                  <a:pt x="4309" y="5100"/>
                </a:lnTo>
                <a:cubicBezTo>
                  <a:pt x="4674" y="4879"/>
                  <a:pt x="5262" y="4441"/>
                  <a:pt x="5537" y="3785"/>
                </a:cubicBezTo>
                <a:close/>
                <a:moveTo>
                  <a:pt x="3332" y="5347"/>
                </a:moveTo>
                <a:lnTo>
                  <a:pt x="4167" y="6182"/>
                </a:lnTo>
                <a:lnTo>
                  <a:pt x="10532" y="6182"/>
                </a:lnTo>
                <a:lnTo>
                  <a:pt x="11369" y="5347"/>
                </a:lnTo>
                <a:lnTo>
                  <a:pt x="11979" y="5958"/>
                </a:lnTo>
                <a:lnTo>
                  <a:pt x="10905" y="7031"/>
                </a:lnTo>
                <a:lnTo>
                  <a:pt x="10817" y="7046"/>
                </a:lnTo>
                <a:lnTo>
                  <a:pt x="3810" y="7046"/>
                </a:lnTo>
                <a:lnTo>
                  <a:pt x="2722" y="5958"/>
                </a:lnTo>
                <a:lnTo>
                  <a:pt x="3332" y="5347"/>
                </a:lnTo>
                <a:close/>
                <a:moveTo>
                  <a:pt x="3252" y="8650"/>
                </a:moveTo>
                <a:cubicBezTo>
                  <a:pt x="3490" y="8404"/>
                  <a:pt x="3682" y="8156"/>
                  <a:pt x="3827" y="7910"/>
                </a:cubicBezTo>
                <a:lnTo>
                  <a:pt x="10874" y="7910"/>
                </a:lnTo>
                <a:cubicBezTo>
                  <a:pt x="11020" y="8156"/>
                  <a:pt x="11210" y="8404"/>
                  <a:pt x="11449" y="8650"/>
                </a:cubicBezTo>
                <a:cubicBezTo>
                  <a:pt x="11619" y="8827"/>
                  <a:pt x="11784" y="8973"/>
                  <a:pt x="11910" y="9078"/>
                </a:cubicBezTo>
                <a:lnTo>
                  <a:pt x="11675" y="9315"/>
                </a:lnTo>
                <a:lnTo>
                  <a:pt x="3025" y="9315"/>
                </a:lnTo>
                <a:lnTo>
                  <a:pt x="2790" y="9078"/>
                </a:lnTo>
                <a:cubicBezTo>
                  <a:pt x="2917" y="8973"/>
                  <a:pt x="3082" y="8827"/>
                  <a:pt x="3252" y="8650"/>
                </a:cubicBezTo>
                <a:close/>
                <a:moveTo>
                  <a:pt x="11159" y="13859"/>
                </a:moveTo>
                <a:lnTo>
                  <a:pt x="7782" y="13859"/>
                </a:lnTo>
                <a:lnTo>
                  <a:pt x="7782" y="12995"/>
                </a:lnTo>
                <a:lnTo>
                  <a:pt x="6919" y="12995"/>
                </a:lnTo>
                <a:lnTo>
                  <a:pt x="6919" y="13859"/>
                </a:lnTo>
                <a:lnTo>
                  <a:pt x="3542" y="13859"/>
                </a:lnTo>
                <a:lnTo>
                  <a:pt x="3542" y="11907"/>
                </a:lnTo>
                <a:lnTo>
                  <a:pt x="11159" y="11907"/>
                </a:lnTo>
                <a:lnTo>
                  <a:pt x="11159" y="13859"/>
                </a:lnTo>
                <a:close/>
                <a:moveTo>
                  <a:pt x="12024" y="11043"/>
                </a:moveTo>
                <a:lnTo>
                  <a:pt x="12024" y="11037"/>
                </a:lnTo>
                <a:lnTo>
                  <a:pt x="2677" y="11037"/>
                </a:lnTo>
                <a:lnTo>
                  <a:pt x="2677" y="11043"/>
                </a:lnTo>
                <a:lnTo>
                  <a:pt x="2310" y="11043"/>
                </a:lnTo>
                <a:lnTo>
                  <a:pt x="1222" y="9955"/>
                </a:lnTo>
                <a:lnTo>
                  <a:pt x="1832" y="9344"/>
                </a:lnTo>
                <a:lnTo>
                  <a:pt x="2669" y="10179"/>
                </a:lnTo>
                <a:lnTo>
                  <a:pt x="12032" y="10179"/>
                </a:lnTo>
                <a:lnTo>
                  <a:pt x="12867" y="9344"/>
                </a:lnTo>
                <a:lnTo>
                  <a:pt x="13479" y="9955"/>
                </a:lnTo>
                <a:lnTo>
                  <a:pt x="12390" y="11043"/>
                </a:lnTo>
                <a:lnTo>
                  <a:pt x="12024" y="110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31"/>
          <p:cNvSpPr/>
          <p:nvPr/>
        </p:nvSpPr>
        <p:spPr>
          <a:xfrm>
            <a:off x="7405124" y="2224949"/>
            <a:ext cx="152917" cy="152898"/>
          </a:xfrm>
          <a:custGeom>
            <a:rect b="b" l="l" r="r" t="t"/>
            <a:pathLst>
              <a:path extrusionOk="0" h="14723" w="14700">
                <a:moveTo>
                  <a:pt x="14700" y="9955"/>
                </a:moveTo>
                <a:lnTo>
                  <a:pt x="12867" y="8122"/>
                </a:lnTo>
                <a:lnTo>
                  <a:pt x="12525" y="8465"/>
                </a:lnTo>
                <a:cubicBezTo>
                  <a:pt x="12279" y="8270"/>
                  <a:pt x="11895" y="7916"/>
                  <a:pt x="11645" y="7513"/>
                </a:cubicBezTo>
                <a:lnTo>
                  <a:pt x="13200" y="5958"/>
                </a:lnTo>
                <a:lnTo>
                  <a:pt x="11369" y="4125"/>
                </a:lnTo>
                <a:lnTo>
                  <a:pt x="11027" y="4465"/>
                </a:lnTo>
                <a:cubicBezTo>
                  <a:pt x="10949" y="4426"/>
                  <a:pt x="10725" y="4308"/>
                  <a:pt x="10495" y="4119"/>
                </a:cubicBezTo>
                <a:cubicBezTo>
                  <a:pt x="10324" y="3979"/>
                  <a:pt x="10120" y="3776"/>
                  <a:pt x="9995" y="3527"/>
                </a:cubicBezTo>
                <a:lnTo>
                  <a:pt x="11690" y="1833"/>
                </a:lnTo>
                <a:lnTo>
                  <a:pt x="9857" y="0"/>
                </a:lnTo>
                <a:lnTo>
                  <a:pt x="8664" y="1193"/>
                </a:lnTo>
                <a:lnTo>
                  <a:pt x="6037" y="1193"/>
                </a:lnTo>
                <a:lnTo>
                  <a:pt x="4844" y="0"/>
                </a:lnTo>
                <a:lnTo>
                  <a:pt x="3010" y="1833"/>
                </a:lnTo>
                <a:lnTo>
                  <a:pt x="4705" y="3528"/>
                </a:lnTo>
                <a:cubicBezTo>
                  <a:pt x="4442" y="4058"/>
                  <a:pt x="3817" y="4393"/>
                  <a:pt x="3674" y="4465"/>
                </a:cubicBezTo>
                <a:lnTo>
                  <a:pt x="3332" y="4125"/>
                </a:lnTo>
                <a:lnTo>
                  <a:pt x="1500" y="5958"/>
                </a:lnTo>
                <a:lnTo>
                  <a:pt x="3055" y="7513"/>
                </a:lnTo>
                <a:cubicBezTo>
                  <a:pt x="2805" y="7916"/>
                  <a:pt x="2422" y="8270"/>
                  <a:pt x="2175" y="8465"/>
                </a:cubicBezTo>
                <a:lnTo>
                  <a:pt x="1832" y="8122"/>
                </a:lnTo>
                <a:lnTo>
                  <a:pt x="0" y="9955"/>
                </a:lnTo>
                <a:lnTo>
                  <a:pt x="1952" y="11907"/>
                </a:lnTo>
                <a:lnTo>
                  <a:pt x="2677" y="11907"/>
                </a:lnTo>
                <a:lnTo>
                  <a:pt x="2677" y="14723"/>
                </a:lnTo>
                <a:lnTo>
                  <a:pt x="12024" y="14723"/>
                </a:lnTo>
                <a:lnTo>
                  <a:pt x="12024" y="11907"/>
                </a:lnTo>
                <a:lnTo>
                  <a:pt x="12749" y="11907"/>
                </a:lnTo>
                <a:lnTo>
                  <a:pt x="14700" y="9955"/>
                </a:lnTo>
                <a:close/>
                <a:moveTo>
                  <a:pt x="4844" y="1222"/>
                </a:moveTo>
                <a:lnTo>
                  <a:pt x="5679" y="2057"/>
                </a:lnTo>
                <a:lnTo>
                  <a:pt x="9022" y="2057"/>
                </a:lnTo>
                <a:lnTo>
                  <a:pt x="9857" y="1222"/>
                </a:lnTo>
                <a:lnTo>
                  <a:pt x="10469" y="1833"/>
                </a:lnTo>
                <a:lnTo>
                  <a:pt x="9380" y="2921"/>
                </a:lnTo>
                <a:lnTo>
                  <a:pt x="5320" y="2921"/>
                </a:lnTo>
                <a:lnTo>
                  <a:pt x="4232" y="1833"/>
                </a:lnTo>
                <a:lnTo>
                  <a:pt x="4844" y="1222"/>
                </a:lnTo>
                <a:close/>
                <a:moveTo>
                  <a:pt x="5537" y="3785"/>
                </a:moveTo>
                <a:lnTo>
                  <a:pt x="9164" y="3785"/>
                </a:lnTo>
                <a:cubicBezTo>
                  <a:pt x="9439" y="4441"/>
                  <a:pt x="10027" y="4879"/>
                  <a:pt x="10392" y="5100"/>
                </a:cubicBezTo>
                <a:lnTo>
                  <a:pt x="10175" y="5318"/>
                </a:lnTo>
                <a:lnTo>
                  <a:pt x="4525" y="5318"/>
                </a:lnTo>
                <a:lnTo>
                  <a:pt x="4309" y="5100"/>
                </a:lnTo>
                <a:cubicBezTo>
                  <a:pt x="4674" y="4879"/>
                  <a:pt x="5262" y="4441"/>
                  <a:pt x="5537" y="3785"/>
                </a:cubicBezTo>
                <a:close/>
                <a:moveTo>
                  <a:pt x="3332" y="5347"/>
                </a:moveTo>
                <a:lnTo>
                  <a:pt x="4167" y="6182"/>
                </a:lnTo>
                <a:lnTo>
                  <a:pt x="10532" y="6182"/>
                </a:lnTo>
                <a:lnTo>
                  <a:pt x="11369" y="5347"/>
                </a:lnTo>
                <a:lnTo>
                  <a:pt x="11979" y="5958"/>
                </a:lnTo>
                <a:lnTo>
                  <a:pt x="10905" y="7031"/>
                </a:lnTo>
                <a:lnTo>
                  <a:pt x="10817" y="7046"/>
                </a:lnTo>
                <a:lnTo>
                  <a:pt x="3810" y="7046"/>
                </a:lnTo>
                <a:lnTo>
                  <a:pt x="2722" y="5958"/>
                </a:lnTo>
                <a:lnTo>
                  <a:pt x="3332" y="5347"/>
                </a:lnTo>
                <a:close/>
                <a:moveTo>
                  <a:pt x="3252" y="8650"/>
                </a:moveTo>
                <a:cubicBezTo>
                  <a:pt x="3490" y="8404"/>
                  <a:pt x="3682" y="8156"/>
                  <a:pt x="3827" y="7910"/>
                </a:cubicBezTo>
                <a:lnTo>
                  <a:pt x="10874" y="7910"/>
                </a:lnTo>
                <a:cubicBezTo>
                  <a:pt x="11020" y="8156"/>
                  <a:pt x="11210" y="8404"/>
                  <a:pt x="11449" y="8650"/>
                </a:cubicBezTo>
                <a:cubicBezTo>
                  <a:pt x="11619" y="8827"/>
                  <a:pt x="11784" y="8973"/>
                  <a:pt x="11910" y="9078"/>
                </a:cubicBezTo>
                <a:lnTo>
                  <a:pt x="11675" y="9315"/>
                </a:lnTo>
                <a:lnTo>
                  <a:pt x="3025" y="9315"/>
                </a:lnTo>
                <a:lnTo>
                  <a:pt x="2790" y="9078"/>
                </a:lnTo>
                <a:cubicBezTo>
                  <a:pt x="2917" y="8973"/>
                  <a:pt x="3082" y="8827"/>
                  <a:pt x="3252" y="8650"/>
                </a:cubicBezTo>
                <a:close/>
                <a:moveTo>
                  <a:pt x="11159" y="13859"/>
                </a:moveTo>
                <a:lnTo>
                  <a:pt x="7782" y="13859"/>
                </a:lnTo>
                <a:lnTo>
                  <a:pt x="7782" y="12995"/>
                </a:lnTo>
                <a:lnTo>
                  <a:pt x="6919" y="12995"/>
                </a:lnTo>
                <a:lnTo>
                  <a:pt x="6919" y="13859"/>
                </a:lnTo>
                <a:lnTo>
                  <a:pt x="3542" y="13859"/>
                </a:lnTo>
                <a:lnTo>
                  <a:pt x="3542" y="11907"/>
                </a:lnTo>
                <a:lnTo>
                  <a:pt x="11159" y="11907"/>
                </a:lnTo>
                <a:lnTo>
                  <a:pt x="11159" y="13859"/>
                </a:lnTo>
                <a:close/>
                <a:moveTo>
                  <a:pt x="12024" y="11043"/>
                </a:moveTo>
                <a:lnTo>
                  <a:pt x="12024" y="11037"/>
                </a:lnTo>
                <a:lnTo>
                  <a:pt x="2677" y="11037"/>
                </a:lnTo>
                <a:lnTo>
                  <a:pt x="2677" y="11043"/>
                </a:lnTo>
                <a:lnTo>
                  <a:pt x="2310" y="11043"/>
                </a:lnTo>
                <a:lnTo>
                  <a:pt x="1222" y="9955"/>
                </a:lnTo>
                <a:lnTo>
                  <a:pt x="1832" y="9344"/>
                </a:lnTo>
                <a:lnTo>
                  <a:pt x="2669" y="10179"/>
                </a:lnTo>
                <a:lnTo>
                  <a:pt x="12032" y="10179"/>
                </a:lnTo>
                <a:lnTo>
                  <a:pt x="12867" y="9344"/>
                </a:lnTo>
                <a:lnTo>
                  <a:pt x="13479" y="9955"/>
                </a:lnTo>
                <a:lnTo>
                  <a:pt x="12390" y="11043"/>
                </a:lnTo>
                <a:lnTo>
                  <a:pt x="12024" y="110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31"/>
          <p:cNvSpPr txBox="1"/>
          <p:nvPr>
            <p:ph idx="4294967295" type="sldNum"/>
          </p:nvPr>
        </p:nvSpPr>
        <p:spPr>
          <a:xfrm>
            <a:off x="8404384" y="46736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2"/>
          <p:cNvSpPr txBox="1"/>
          <p:nvPr>
            <p:ph type="title"/>
          </p:nvPr>
        </p:nvSpPr>
        <p:spPr>
          <a:xfrm>
            <a:off x="486600" y="1434300"/>
            <a:ext cx="8168700" cy="122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300">
                <a:latin typeface="Manrope"/>
                <a:ea typeface="Manrope"/>
                <a:cs typeface="Manrope"/>
                <a:sym typeface="Manrope"/>
              </a:rPr>
              <a:t>Tham khảo cách dùng con trỏ (Pointer) trong C tại các slide:</a:t>
            </a:r>
            <a:endParaRPr sz="3300">
              <a:latin typeface="Manrope"/>
              <a:ea typeface="Manrope"/>
              <a:cs typeface="Manrope"/>
              <a:sym typeface="Manrope"/>
            </a:endParaRPr>
          </a:p>
        </p:txBody>
      </p:sp>
      <p:sp>
        <p:nvSpPr>
          <p:cNvPr id="322" name="Google Shape;322;p32"/>
          <p:cNvSpPr/>
          <p:nvPr/>
        </p:nvSpPr>
        <p:spPr>
          <a:xfrm rot="5400000">
            <a:off x="6972088" y="2966538"/>
            <a:ext cx="1222225" cy="1695150"/>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32"/>
          <p:cNvSpPr/>
          <p:nvPr/>
        </p:nvSpPr>
        <p:spPr>
          <a:xfrm>
            <a:off x="703849" y="3985067"/>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32"/>
          <p:cNvSpPr/>
          <p:nvPr/>
        </p:nvSpPr>
        <p:spPr>
          <a:xfrm>
            <a:off x="1113712" y="3668828"/>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32"/>
          <p:cNvSpPr/>
          <p:nvPr/>
        </p:nvSpPr>
        <p:spPr>
          <a:xfrm rot="10800000">
            <a:off x="7940845" y="682078"/>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32"/>
          <p:cNvSpPr/>
          <p:nvPr/>
        </p:nvSpPr>
        <p:spPr>
          <a:xfrm rot="10800000">
            <a:off x="7659249" y="1125254"/>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8" name="Google Shape;328;p32"/>
          <p:cNvSpPr txBox="1"/>
          <p:nvPr/>
        </p:nvSpPr>
        <p:spPr>
          <a:xfrm>
            <a:off x="2826450" y="2692925"/>
            <a:ext cx="3654600" cy="1239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800" u="sng">
                <a:solidFill>
                  <a:schemeClr val="dk1"/>
                </a:solidFill>
                <a:latin typeface="Manrope"/>
                <a:ea typeface="Manrope"/>
                <a:cs typeface="Manrope"/>
                <a:sym typeface="Manrope"/>
                <a:hlinkClick r:id="rId3">
                  <a:extLst>
                    <a:ext uri="{A12FA001-AC4F-418D-AE19-62706E023703}">
                      <ahyp:hlinkClr val="tx"/>
                    </a:ext>
                  </a:extLst>
                </a:hlinkClick>
              </a:rPr>
              <a:t>In03 - Con trỏ</a:t>
            </a:r>
            <a:endParaRPr b="1" sz="2800">
              <a:solidFill>
                <a:schemeClr val="dk1"/>
              </a:solidFill>
              <a:latin typeface="Manrope"/>
              <a:ea typeface="Manrope"/>
              <a:cs typeface="Manrope"/>
              <a:sym typeface="Manrope"/>
            </a:endParaRPr>
          </a:p>
          <a:p>
            <a:pPr indent="0" lvl="0" marL="0" rtl="0" algn="ctr">
              <a:lnSpc>
                <a:spcPct val="115000"/>
              </a:lnSpc>
              <a:spcBef>
                <a:spcPts val="1000"/>
              </a:spcBef>
              <a:spcAft>
                <a:spcPts val="1000"/>
              </a:spcAft>
              <a:buNone/>
            </a:pPr>
            <a:r>
              <a:rPr b="1" lang="en" sz="2800" u="sng">
                <a:solidFill>
                  <a:schemeClr val="dk1"/>
                </a:solidFill>
                <a:latin typeface="Manrope"/>
                <a:ea typeface="Manrope"/>
                <a:cs typeface="Manrope"/>
                <a:sym typeface="Manrope"/>
                <a:hlinkClick r:id="rId4">
                  <a:extLst>
                    <a:ext uri="{A12FA001-AC4F-418D-AE19-62706E023703}">
                      <ahyp:hlinkClr val="tx"/>
                    </a:ext>
                  </a:extLst>
                </a:hlinkClick>
              </a:rPr>
              <a:t>In05 - Hàm</a:t>
            </a:r>
            <a:endParaRPr sz="2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3"/>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334" name="Google Shape;334;p33"/>
          <p:cNvSpPr txBox="1"/>
          <p:nvPr>
            <p:ph idx="3" type="subTitle"/>
          </p:nvPr>
        </p:nvSpPr>
        <p:spPr>
          <a:xfrm>
            <a:off x="719975" y="4002800"/>
            <a:ext cx="2305500" cy="62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Everything, everywhere all at once</a:t>
            </a:r>
            <a:endParaRPr/>
          </a:p>
        </p:txBody>
      </p:sp>
      <p:sp>
        <p:nvSpPr>
          <p:cNvPr id="335" name="Google Shape;335;p33"/>
          <p:cNvSpPr txBox="1"/>
          <p:nvPr>
            <p:ph idx="1" type="subTitle"/>
          </p:nvPr>
        </p:nvSpPr>
        <p:spPr>
          <a:xfrm>
            <a:off x="719975" y="2189575"/>
            <a:ext cx="2305500" cy="62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a:t>
            </a:r>
            <a:r>
              <a:rPr lang="en"/>
              <a:t>brief introduction to a new data </a:t>
            </a:r>
            <a:r>
              <a:rPr lang="en"/>
              <a:t>structure</a:t>
            </a:r>
            <a:endParaRPr/>
          </a:p>
        </p:txBody>
      </p:sp>
      <p:sp>
        <p:nvSpPr>
          <p:cNvPr id="336" name="Google Shape;336;p33"/>
          <p:cNvSpPr txBox="1"/>
          <p:nvPr>
            <p:ph idx="2" type="subTitle"/>
          </p:nvPr>
        </p:nvSpPr>
        <p:spPr>
          <a:xfrm>
            <a:off x="3419246" y="2189575"/>
            <a:ext cx="2305500" cy="62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a node in a list</a:t>
            </a:r>
            <a:endParaRPr/>
          </a:p>
        </p:txBody>
      </p:sp>
      <p:sp>
        <p:nvSpPr>
          <p:cNvPr id="337" name="Google Shape;337;p33"/>
          <p:cNvSpPr txBox="1"/>
          <p:nvPr>
            <p:ph idx="4" type="subTitle"/>
          </p:nvPr>
        </p:nvSpPr>
        <p:spPr>
          <a:xfrm>
            <a:off x="3419250" y="3926600"/>
            <a:ext cx="1919100" cy="8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Insertion</a:t>
            </a:r>
            <a:endParaRPr/>
          </a:p>
          <a:p>
            <a:pPr indent="0" lvl="0" marL="0" rtl="0" algn="l">
              <a:spcBef>
                <a:spcPts val="0"/>
              </a:spcBef>
              <a:spcAft>
                <a:spcPts val="0"/>
              </a:spcAft>
              <a:buNone/>
            </a:pPr>
            <a:r>
              <a:rPr lang="en"/>
              <a:t>Deletion</a:t>
            </a:r>
            <a:endParaRPr/>
          </a:p>
        </p:txBody>
      </p:sp>
      <p:sp>
        <p:nvSpPr>
          <p:cNvPr id="338" name="Google Shape;338;p33"/>
          <p:cNvSpPr txBox="1"/>
          <p:nvPr>
            <p:ph idx="6" type="subTitle"/>
          </p:nvPr>
        </p:nvSpPr>
        <p:spPr>
          <a:xfrm>
            <a:off x="6118524" y="4002800"/>
            <a:ext cx="2305500" cy="62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malloc()</a:t>
            </a:r>
            <a:endParaRPr/>
          </a:p>
          <a:p>
            <a:pPr indent="0" lvl="0" marL="0" rtl="0" algn="l">
              <a:spcBef>
                <a:spcPts val="0"/>
              </a:spcBef>
              <a:spcAft>
                <a:spcPts val="0"/>
              </a:spcAft>
              <a:buNone/>
            </a:pPr>
            <a:r>
              <a:t/>
            </a:r>
            <a:endParaRPr/>
          </a:p>
        </p:txBody>
      </p:sp>
      <p:sp>
        <p:nvSpPr>
          <p:cNvPr id="339" name="Google Shape;339;p33"/>
          <p:cNvSpPr txBox="1"/>
          <p:nvPr>
            <p:ph idx="7" type="title"/>
          </p:nvPr>
        </p:nvSpPr>
        <p:spPr>
          <a:xfrm>
            <a:off x="818377" y="127220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40" name="Google Shape;340;p33"/>
          <p:cNvSpPr txBox="1"/>
          <p:nvPr>
            <p:ph idx="8" type="title"/>
          </p:nvPr>
        </p:nvSpPr>
        <p:spPr>
          <a:xfrm>
            <a:off x="818377" y="300924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341" name="Google Shape;341;p33"/>
          <p:cNvSpPr txBox="1"/>
          <p:nvPr>
            <p:ph idx="9" type="title"/>
          </p:nvPr>
        </p:nvSpPr>
        <p:spPr>
          <a:xfrm>
            <a:off x="3517652" y="127220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42" name="Google Shape;342;p33"/>
          <p:cNvSpPr txBox="1"/>
          <p:nvPr>
            <p:ph idx="13" type="title"/>
          </p:nvPr>
        </p:nvSpPr>
        <p:spPr>
          <a:xfrm>
            <a:off x="3517652" y="300924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43" name="Google Shape;343;p33"/>
          <p:cNvSpPr txBox="1"/>
          <p:nvPr>
            <p:ph idx="14" type="title"/>
          </p:nvPr>
        </p:nvSpPr>
        <p:spPr>
          <a:xfrm>
            <a:off x="6216927" y="1272208"/>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44" name="Google Shape;344;p33"/>
          <p:cNvSpPr txBox="1"/>
          <p:nvPr>
            <p:ph idx="15" type="title"/>
          </p:nvPr>
        </p:nvSpPr>
        <p:spPr>
          <a:xfrm>
            <a:off x="6216927" y="300924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45" name="Google Shape;345;p33"/>
          <p:cNvSpPr txBox="1"/>
          <p:nvPr>
            <p:ph idx="16" type="subTitle"/>
          </p:nvPr>
        </p:nvSpPr>
        <p:spPr>
          <a:xfrm>
            <a:off x="719975" y="1886575"/>
            <a:ext cx="2305500" cy="37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Linked List</a:t>
            </a:r>
            <a:endParaRPr/>
          </a:p>
        </p:txBody>
      </p:sp>
      <p:sp>
        <p:nvSpPr>
          <p:cNvPr id="346" name="Google Shape;346;p33"/>
          <p:cNvSpPr txBox="1"/>
          <p:nvPr>
            <p:ph idx="17" type="subTitle"/>
          </p:nvPr>
        </p:nvSpPr>
        <p:spPr>
          <a:xfrm>
            <a:off x="3419250" y="1886575"/>
            <a:ext cx="2305500" cy="37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Insertion</a:t>
            </a:r>
            <a:endParaRPr/>
          </a:p>
        </p:txBody>
      </p:sp>
      <p:sp>
        <p:nvSpPr>
          <p:cNvPr id="347" name="Google Shape;347;p33"/>
          <p:cNvSpPr txBox="1"/>
          <p:nvPr>
            <p:ph idx="19" type="subTitle"/>
          </p:nvPr>
        </p:nvSpPr>
        <p:spPr>
          <a:xfrm>
            <a:off x="719975" y="3488875"/>
            <a:ext cx="2305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Homework</a:t>
            </a:r>
            <a:endParaRPr sz="1800"/>
          </a:p>
        </p:txBody>
      </p:sp>
      <p:sp>
        <p:nvSpPr>
          <p:cNvPr id="348" name="Google Shape;348;p33"/>
          <p:cNvSpPr txBox="1"/>
          <p:nvPr>
            <p:ph idx="20" type="subTitle"/>
          </p:nvPr>
        </p:nvSpPr>
        <p:spPr>
          <a:xfrm>
            <a:off x="3419250" y="3623600"/>
            <a:ext cx="2305500" cy="37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Practices</a:t>
            </a:r>
            <a:endParaRPr/>
          </a:p>
        </p:txBody>
      </p:sp>
      <p:grpSp>
        <p:nvGrpSpPr>
          <p:cNvPr id="349" name="Google Shape;349;p33"/>
          <p:cNvGrpSpPr/>
          <p:nvPr/>
        </p:nvGrpSpPr>
        <p:grpSpPr>
          <a:xfrm flipH="1">
            <a:off x="8338014" y="4428199"/>
            <a:ext cx="336826" cy="351600"/>
            <a:chOff x="3811336" y="4060154"/>
            <a:chExt cx="351299" cy="366708"/>
          </a:xfrm>
        </p:grpSpPr>
        <p:sp>
          <p:nvSpPr>
            <p:cNvPr id="350" name="Google Shape;350;p33"/>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33"/>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33"/>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33"/>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33"/>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55" name="Google Shape;355;p33"/>
          <p:cNvSpPr/>
          <p:nvPr/>
        </p:nvSpPr>
        <p:spPr>
          <a:xfrm flipH="1" rot="-2700000">
            <a:off x="620468"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33"/>
          <p:cNvSpPr txBox="1"/>
          <p:nvPr>
            <p:ph idx="19" type="subTitle"/>
          </p:nvPr>
        </p:nvSpPr>
        <p:spPr>
          <a:xfrm>
            <a:off x="6108725" y="3456845"/>
            <a:ext cx="2305500" cy="68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Dynamic Memory Allocation</a:t>
            </a:r>
            <a:endParaRPr sz="1800"/>
          </a:p>
        </p:txBody>
      </p:sp>
      <p:cxnSp>
        <p:nvCxnSpPr>
          <p:cNvPr id="357" name="Google Shape;357;p33"/>
          <p:cNvCxnSpPr>
            <a:stCxn id="339" idx="3"/>
            <a:endCxn id="341" idx="1"/>
          </p:cNvCxnSpPr>
          <p:nvPr/>
        </p:nvCxnSpPr>
        <p:spPr>
          <a:xfrm>
            <a:off x="1553077" y="1496008"/>
            <a:ext cx="1964700" cy="0"/>
          </a:xfrm>
          <a:prstGeom prst="straightConnector1">
            <a:avLst/>
          </a:prstGeom>
          <a:noFill/>
          <a:ln cap="flat" cmpd="sng" w="19050">
            <a:solidFill>
              <a:schemeClr val="dk1"/>
            </a:solidFill>
            <a:prstDash val="solid"/>
            <a:round/>
            <a:headEnd len="med" w="med" type="none"/>
            <a:tailEnd len="med" w="med" type="stealth"/>
          </a:ln>
        </p:spPr>
      </p:cxnSp>
      <p:cxnSp>
        <p:nvCxnSpPr>
          <p:cNvPr id="358" name="Google Shape;358;p33"/>
          <p:cNvCxnSpPr>
            <a:stCxn id="343" idx="2"/>
            <a:endCxn id="344" idx="0"/>
          </p:cNvCxnSpPr>
          <p:nvPr/>
        </p:nvCxnSpPr>
        <p:spPr>
          <a:xfrm>
            <a:off x="6584277" y="1719808"/>
            <a:ext cx="0" cy="1289400"/>
          </a:xfrm>
          <a:prstGeom prst="straightConnector1">
            <a:avLst/>
          </a:prstGeom>
          <a:noFill/>
          <a:ln cap="flat" cmpd="sng" w="19050">
            <a:solidFill>
              <a:schemeClr val="dk1"/>
            </a:solidFill>
            <a:prstDash val="solid"/>
            <a:round/>
            <a:headEnd len="med" w="med" type="none"/>
            <a:tailEnd len="med" w="med" type="stealth"/>
          </a:ln>
        </p:spPr>
      </p:cxnSp>
      <p:cxnSp>
        <p:nvCxnSpPr>
          <p:cNvPr id="359" name="Google Shape;359;p33"/>
          <p:cNvCxnSpPr>
            <a:stCxn id="341" idx="3"/>
            <a:endCxn id="343" idx="1"/>
          </p:cNvCxnSpPr>
          <p:nvPr/>
        </p:nvCxnSpPr>
        <p:spPr>
          <a:xfrm>
            <a:off x="4252352" y="1496008"/>
            <a:ext cx="1964700" cy="0"/>
          </a:xfrm>
          <a:prstGeom prst="straightConnector1">
            <a:avLst/>
          </a:prstGeom>
          <a:noFill/>
          <a:ln cap="flat" cmpd="sng" w="19050">
            <a:solidFill>
              <a:schemeClr val="dk1"/>
            </a:solidFill>
            <a:prstDash val="solid"/>
            <a:round/>
            <a:headEnd len="med" w="med" type="none"/>
            <a:tailEnd len="med" w="med" type="stealth"/>
          </a:ln>
        </p:spPr>
      </p:cxnSp>
      <p:sp>
        <p:nvSpPr>
          <p:cNvPr id="360" name="Google Shape;360;p33"/>
          <p:cNvSpPr txBox="1"/>
          <p:nvPr>
            <p:ph idx="5" type="subTitle"/>
          </p:nvPr>
        </p:nvSpPr>
        <p:spPr>
          <a:xfrm>
            <a:off x="6584275" y="2174925"/>
            <a:ext cx="2305500" cy="37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Delete a node from a list</a:t>
            </a:r>
            <a:endParaRPr/>
          </a:p>
        </p:txBody>
      </p:sp>
      <p:sp>
        <p:nvSpPr>
          <p:cNvPr id="361" name="Google Shape;361;p33"/>
          <p:cNvSpPr txBox="1"/>
          <p:nvPr>
            <p:ph idx="18" type="subTitle"/>
          </p:nvPr>
        </p:nvSpPr>
        <p:spPr>
          <a:xfrm>
            <a:off x="6584275" y="1872200"/>
            <a:ext cx="2305500" cy="37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Deletion</a:t>
            </a:r>
            <a:endParaRPr/>
          </a:p>
        </p:txBody>
      </p:sp>
      <p:cxnSp>
        <p:nvCxnSpPr>
          <p:cNvPr id="362" name="Google Shape;362;p33"/>
          <p:cNvCxnSpPr>
            <a:stCxn id="344" idx="1"/>
            <a:endCxn id="342" idx="3"/>
          </p:cNvCxnSpPr>
          <p:nvPr/>
        </p:nvCxnSpPr>
        <p:spPr>
          <a:xfrm rot="10800000">
            <a:off x="4252227" y="3233041"/>
            <a:ext cx="1964700" cy="0"/>
          </a:xfrm>
          <a:prstGeom prst="straightConnector1">
            <a:avLst/>
          </a:prstGeom>
          <a:noFill/>
          <a:ln cap="flat" cmpd="sng" w="9525">
            <a:solidFill>
              <a:schemeClr val="dk2"/>
            </a:solidFill>
            <a:prstDash val="solid"/>
            <a:round/>
            <a:headEnd len="med" w="med" type="none"/>
            <a:tailEnd len="med" w="med" type="triangle"/>
          </a:ln>
        </p:spPr>
      </p:cxnSp>
      <p:cxnSp>
        <p:nvCxnSpPr>
          <p:cNvPr id="363" name="Google Shape;363;p33"/>
          <p:cNvCxnSpPr>
            <a:stCxn id="344" idx="1"/>
            <a:endCxn id="342" idx="3"/>
          </p:cNvCxnSpPr>
          <p:nvPr/>
        </p:nvCxnSpPr>
        <p:spPr>
          <a:xfrm rot="10800000">
            <a:off x="4252227" y="3233041"/>
            <a:ext cx="1964700" cy="0"/>
          </a:xfrm>
          <a:prstGeom prst="straightConnector1">
            <a:avLst/>
          </a:prstGeom>
          <a:noFill/>
          <a:ln cap="flat" cmpd="sng" w="19050">
            <a:solidFill>
              <a:schemeClr val="dk1"/>
            </a:solidFill>
            <a:prstDash val="solid"/>
            <a:round/>
            <a:headEnd len="med" w="med" type="none"/>
            <a:tailEnd len="med" w="med" type="stealth"/>
          </a:ln>
        </p:spPr>
      </p:cxnSp>
      <p:cxnSp>
        <p:nvCxnSpPr>
          <p:cNvPr id="364" name="Google Shape;364;p33"/>
          <p:cNvCxnSpPr>
            <a:stCxn id="342" idx="1"/>
            <a:endCxn id="340" idx="3"/>
          </p:cNvCxnSpPr>
          <p:nvPr/>
        </p:nvCxnSpPr>
        <p:spPr>
          <a:xfrm rot="10800000">
            <a:off x="1552952" y="3233041"/>
            <a:ext cx="1964700" cy="0"/>
          </a:xfrm>
          <a:prstGeom prst="straightConnector1">
            <a:avLst/>
          </a:prstGeom>
          <a:noFill/>
          <a:ln cap="flat" cmpd="sng" w="19050">
            <a:solidFill>
              <a:schemeClr val="dk1"/>
            </a:solidFill>
            <a:prstDash val="solid"/>
            <a:round/>
            <a:headEnd len="med" w="med" type="none"/>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4"/>
          <p:cNvSpPr txBox="1"/>
          <p:nvPr>
            <p:ph type="title"/>
          </p:nvPr>
        </p:nvSpPr>
        <p:spPr>
          <a:xfrm>
            <a:off x="4173425" y="2133000"/>
            <a:ext cx="3898800" cy="1254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t>Linked List</a:t>
            </a:r>
            <a:endParaRPr sz="4800"/>
          </a:p>
        </p:txBody>
      </p:sp>
      <p:sp>
        <p:nvSpPr>
          <p:cNvPr id="370" name="Google Shape;370;p34"/>
          <p:cNvSpPr txBox="1"/>
          <p:nvPr>
            <p:ph idx="1" type="subTitle"/>
          </p:nvPr>
        </p:nvSpPr>
        <p:spPr>
          <a:xfrm>
            <a:off x="4173425" y="3234600"/>
            <a:ext cx="3898800" cy="8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Single linked list</a:t>
            </a:r>
            <a:endParaRPr/>
          </a:p>
        </p:txBody>
      </p:sp>
      <p:pic>
        <p:nvPicPr>
          <p:cNvPr id="371" name="Google Shape;371;p34"/>
          <p:cNvPicPr preferRelativeResize="0"/>
          <p:nvPr/>
        </p:nvPicPr>
        <p:blipFill>
          <a:blip r:embed="rId3">
            <a:alphaModFix/>
          </a:blip>
          <a:stretch>
            <a:fillRect/>
          </a:stretch>
        </p:blipFill>
        <p:spPr>
          <a:xfrm>
            <a:off x="1111874" y="731388"/>
            <a:ext cx="2359750" cy="3680727"/>
          </a:xfrm>
          <a:prstGeom prst="rect">
            <a:avLst/>
          </a:prstGeom>
          <a:noFill/>
          <a:ln>
            <a:noFill/>
          </a:ln>
        </p:spPr>
      </p:pic>
      <p:grpSp>
        <p:nvGrpSpPr>
          <p:cNvPr id="372" name="Google Shape;372;p34"/>
          <p:cNvGrpSpPr/>
          <p:nvPr/>
        </p:nvGrpSpPr>
        <p:grpSpPr>
          <a:xfrm>
            <a:off x="662110" y="3462972"/>
            <a:ext cx="827007" cy="1032795"/>
            <a:chOff x="662110" y="3462972"/>
            <a:chExt cx="827007" cy="1032795"/>
          </a:xfrm>
        </p:grpSpPr>
        <p:sp>
          <p:nvSpPr>
            <p:cNvPr id="373" name="Google Shape;373;p34"/>
            <p:cNvSpPr/>
            <p:nvPr/>
          </p:nvSpPr>
          <p:spPr>
            <a:xfrm rot="9000000">
              <a:off x="765826" y="384456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34"/>
            <p:cNvSpPr/>
            <p:nvPr/>
          </p:nvSpPr>
          <p:spPr>
            <a:xfrm rot="-9900001">
              <a:off x="1088701" y="35028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75" name="Google Shape;375;p34"/>
          <p:cNvSpPr/>
          <p:nvPr/>
        </p:nvSpPr>
        <p:spPr>
          <a:xfrm>
            <a:off x="7926374" y="666004"/>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34"/>
          <p:cNvSpPr txBox="1"/>
          <p:nvPr>
            <p:ph idx="4294967295" type="title"/>
          </p:nvPr>
        </p:nvSpPr>
        <p:spPr>
          <a:xfrm>
            <a:off x="4325825" y="1413535"/>
            <a:ext cx="1162200" cy="9636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5000">
                <a:solidFill>
                  <a:schemeClr val="dk2"/>
                </a:solidFill>
              </a:rPr>
              <a:t>01</a:t>
            </a:r>
            <a:endParaRPr sz="5000">
              <a:solidFill>
                <a:schemeClr val="dk2"/>
              </a:solidFill>
            </a:endParaRPr>
          </a:p>
        </p:txBody>
      </p:sp>
      <p:sp>
        <p:nvSpPr>
          <p:cNvPr id="377" name="Google Shape;377;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5"/>
          <p:cNvSpPr txBox="1"/>
          <p:nvPr>
            <p:ph idx="1" type="subTitle"/>
          </p:nvPr>
        </p:nvSpPr>
        <p:spPr>
          <a:xfrm>
            <a:off x="548225" y="698500"/>
            <a:ext cx="3936900" cy="387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Mỗi </a:t>
            </a:r>
            <a:r>
              <a:rPr b="1" lang="en">
                <a:latin typeface="Manrope"/>
                <a:ea typeface="Manrope"/>
                <a:cs typeface="Manrope"/>
                <a:sym typeface="Manrope"/>
              </a:rPr>
              <a:t>node </a:t>
            </a:r>
            <a:r>
              <a:rPr lang="en">
                <a:latin typeface="Manrope Medium"/>
                <a:ea typeface="Manrope Medium"/>
                <a:cs typeface="Manrope Medium"/>
                <a:sym typeface="Manrope Medium"/>
              </a:rPr>
              <a:t>trong một danh sách liên kết đơn chứa 2 thành phần: dữ liệu và con trỏ đến node tiếp theo. </a:t>
            </a:r>
            <a:endParaRPr>
              <a:latin typeface="Manrope Medium"/>
              <a:ea typeface="Manrope Medium"/>
              <a:cs typeface="Manrope Medium"/>
              <a:sym typeface="Manrope Medium"/>
            </a:endParaRPr>
          </a:p>
          <a:p>
            <a:pPr indent="0" lvl="0" marL="0" rtl="0" algn="l">
              <a:spcBef>
                <a:spcPts val="1000"/>
              </a:spcBef>
              <a:spcAft>
                <a:spcPts val="0"/>
              </a:spcAft>
              <a:buNone/>
            </a:pPr>
            <a:r>
              <a:rPr lang="en">
                <a:latin typeface="Manrope Medium"/>
                <a:ea typeface="Manrope Medium"/>
                <a:cs typeface="Manrope Medium"/>
                <a:sym typeface="Manrope Medium"/>
              </a:rPr>
              <a:t>Danh sách liên kết đơn có phần </a:t>
            </a:r>
            <a:r>
              <a:rPr b="1" lang="en">
                <a:latin typeface="Manrope"/>
                <a:ea typeface="Manrope"/>
                <a:cs typeface="Manrope"/>
                <a:sym typeface="Manrope"/>
              </a:rPr>
              <a:t>HEAD</a:t>
            </a:r>
            <a:r>
              <a:rPr lang="en">
                <a:latin typeface="Manrope Medium"/>
                <a:ea typeface="Manrope Medium"/>
                <a:cs typeface="Manrope Medium"/>
                <a:sym typeface="Manrope Medium"/>
              </a:rPr>
              <a:t> là nút đầu tiên trong danh sách, </a:t>
            </a:r>
            <a:r>
              <a:rPr b="1" lang="en">
                <a:latin typeface="Manrope"/>
                <a:ea typeface="Manrope"/>
                <a:cs typeface="Manrope"/>
                <a:sym typeface="Manrope"/>
              </a:rPr>
              <a:t>TAIL</a:t>
            </a:r>
            <a:r>
              <a:rPr lang="en">
                <a:latin typeface="Manrope Medium"/>
                <a:ea typeface="Manrope Medium"/>
                <a:cs typeface="Manrope Medium"/>
                <a:sym typeface="Manrope Medium"/>
              </a:rPr>
              <a:t> là nút cuối cùng trong danh sách mà phần con trỏ của nó mang giá trị NULL. </a:t>
            </a:r>
            <a:endParaRPr>
              <a:latin typeface="Manrope Medium"/>
              <a:ea typeface="Manrope Medium"/>
              <a:cs typeface="Manrope Medium"/>
              <a:sym typeface="Manrope Medium"/>
            </a:endParaRPr>
          </a:p>
          <a:p>
            <a:pPr indent="0" lvl="0" marL="0" rtl="0" algn="l">
              <a:spcBef>
                <a:spcPts val="1000"/>
              </a:spcBef>
              <a:spcAft>
                <a:spcPts val="0"/>
              </a:spcAft>
              <a:buNone/>
            </a:pPr>
            <a:r>
              <a:rPr lang="en">
                <a:latin typeface="Manrope Medium"/>
                <a:ea typeface="Manrope Medium"/>
                <a:cs typeface="Manrope Medium"/>
                <a:sym typeface="Manrope Medium"/>
              </a:rPr>
              <a:t>Danh sách liên kết đơn hỗ trợ rất tốt trong việc cài đặt và quản lý </a:t>
            </a:r>
            <a:r>
              <a:rPr b="1" lang="en">
                <a:latin typeface="Manrope"/>
                <a:ea typeface="Manrope"/>
                <a:cs typeface="Manrope"/>
                <a:sym typeface="Manrope"/>
              </a:rPr>
              <a:t>Stack</a:t>
            </a:r>
            <a:r>
              <a:rPr lang="en">
                <a:latin typeface="Manrope Medium"/>
                <a:ea typeface="Manrope Medium"/>
                <a:cs typeface="Manrope Medium"/>
                <a:sym typeface="Manrope Medium"/>
              </a:rPr>
              <a:t> và </a:t>
            </a:r>
            <a:r>
              <a:rPr b="1" lang="en">
                <a:latin typeface="Manrope"/>
                <a:ea typeface="Manrope"/>
                <a:cs typeface="Manrope"/>
                <a:sym typeface="Manrope"/>
              </a:rPr>
              <a:t>Queue</a:t>
            </a:r>
            <a:r>
              <a:rPr lang="en">
                <a:latin typeface="Manrope Medium"/>
                <a:ea typeface="Manrope Medium"/>
                <a:cs typeface="Manrope Medium"/>
                <a:sym typeface="Manrope Medium"/>
              </a:rPr>
              <a:t>. Ngoài ra, danh sách liên kết đơn còn có thể được dùng để triển khai </a:t>
            </a:r>
            <a:r>
              <a:rPr b="1" lang="en">
                <a:latin typeface="Manrope"/>
                <a:ea typeface="Manrope"/>
                <a:cs typeface="Manrope"/>
                <a:sym typeface="Manrope"/>
              </a:rPr>
              <a:t>cây nhị phân </a:t>
            </a:r>
            <a:r>
              <a:rPr lang="en">
                <a:latin typeface="Manrope Medium"/>
                <a:ea typeface="Manrope Medium"/>
                <a:cs typeface="Manrope Medium"/>
                <a:sym typeface="Manrope Medium"/>
              </a:rPr>
              <a:t>(binary tree), </a:t>
            </a:r>
            <a:r>
              <a:rPr b="1" lang="en">
                <a:latin typeface="Manrope"/>
                <a:ea typeface="Manrope"/>
                <a:cs typeface="Manrope"/>
                <a:sym typeface="Manrope"/>
              </a:rPr>
              <a:t>cây tìm kiếm nhị phân</a:t>
            </a:r>
            <a:r>
              <a:rPr lang="en">
                <a:latin typeface="Manrope Medium"/>
                <a:ea typeface="Manrope Medium"/>
                <a:cs typeface="Manrope Medium"/>
                <a:sym typeface="Manrope Medium"/>
              </a:rPr>
              <a:t> (binary search tree) và </a:t>
            </a:r>
            <a:r>
              <a:rPr b="1" lang="en">
                <a:latin typeface="Manrope"/>
                <a:ea typeface="Manrope"/>
                <a:cs typeface="Manrope"/>
                <a:sym typeface="Manrope"/>
              </a:rPr>
              <a:t>đồ thị</a:t>
            </a:r>
            <a:r>
              <a:rPr lang="en">
                <a:latin typeface="Manrope Medium"/>
                <a:ea typeface="Manrope Medium"/>
                <a:cs typeface="Manrope Medium"/>
                <a:sym typeface="Manrope Medium"/>
              </a:rPr>
              <a:t> (graph).</a:t>
            </a:r>
            <a:endParaRPr>
              <a:latin typeface="Manrope Medium"/>
              <a:ea typeface="Manrope Medium"/>
              <a:cs typeface="Manrope Medium"/>
              <a:sym typeface="Manrope Medium"/>
            </a:endParaRPr>
          </a:p>
          <a:p>
            <a:pPr indent="0" lvl="0" marL="0" rtl="0" algn="l">
              <a:spcBef>
                <a:spcPts val="1000"/>
              </a:spcBef>
              <a:spcAft>
                <a:spcPts val="1000"/>
              </a:spcAft>
              <a:buNone/>
            </a:pPr>
            <a:r>
              <a:rPr lang="en">
                <a:latin typeface="Manrope Medium"/>
                <a:ea typeface="Manrope Medium"/>
                <a:cs typeface="Manrope Medium"/>
                <a:sym typeface="Manrope Medium"/>
              </a:rPr>
              <a:t> </a:t>
            </a:r>
            <a:endParaRPr>
              <a:latin typeface="Manrope Medium"/>
              <a:ea typeface="Manrope Medium"/>
              <a:cs typeface="Manrope Medium"/>
              <a:sym typeface="Manrope Medium"/>
            </a:endParaRPr>
          </a:p>
        </p:txBody>
      </p:sp>
      <p:grpSp>
        <p:nvGrpSpPr>
          <p:cNvPr id="383" name="Google Shape;383;p35"/>
          <p:cNvGrpSpPr/>
          <p:nvPr/>
        </p:nvGrpSpPr>
        <p:grpSpPr>
          <a:xfrm>
            <a:off x="4442550" y="535850"/>
            <a:ext cx="2058600" cy="1057500"/>
            <a:chOff x="5782875" y="612050"/>
            <a:chExt cx="2058600" cy="1057500"/>
          </a:xfrm>
        </p:grpSpPr>
        <p:grpSp>
          <p:nvGrpSpPr>
            <p:cNvPr id="384" name="Google Shape;384;p35"/>
            <p:cNvGrpSpPr/>
            <p:nvPr/>
          </p:nvGrpSpPr>
          <p:grpSpPr>
            <a:xfrm>
              <a:off x="5782875" y="936050"/>
              <a:ext cx="2058600" cy="733500"/>
              <a:chOff x="5528875" y="1072950"/>
              <a:chExt cx="2058600" cy="733500"/>
            </a:xfrm>
          </p:grpSpPr>
          <p:sp>
            <p:nvSpPr>
              <p:cNvPr id="385" name="Google Shape;385;p35"/>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386" name="Google Shape;386;p35"/>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sp>
          <p:nvSpPr>
            <p:cNvPr id="387" name="Google Shape;387;p35"/>
            <p:cNvSpPr txBox="1"/>
            <p:nvPr/>
          </p:nvSpPr>
          <p:spPr>
            <a:xfrm>
              <a:off x="5782875" y="61205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DATA</a:t>
              </a:r>
              <a:endParaRPr sz="1000"/>
            </a:p>
          </p:txBody>
        </p:sp>
      </p:grpSp>
      <p:grpSp>
        <p:nvGrpSpPr>
          <p:cNvPr id="388" name="Google Shape;388;p35"/>
          <p:cNvGrpSpPr/>
          <p:nvPr/>
        </p:nvGrpSpPr>
        <p:grpSpPr>
          <a:xfrm>
            <a:off x="5478075" y="1907450"/>
            <a:ext cx="2058600" cy="1057500"/>
            <a:chOff x="5782875" y="612050"/>
            <a:chExt cx="2058600" cy="1057500"/>
          </a:xfrm>
        </p:grpSpPr>
        <p:grpSp>
          <p:nvGrpSpPr>
            <p:cNvPr id="389" name="Google Shape;389;p35"/>
            <p:cNvGrpSpPr/>
            <p:nvPr/>
          </p:nvGrpSpPr>
          <p:grpSpPr>
            <a:xfrm>
              <a:off x="5782875" y="936050"/>
              <a:ext cx="2058600" cy="733500"/>
              <a:chOff x="5528875" y="1072950"/>
              <a:chExt cx="2058600" cy="733500"/>
            </a:xfrm>
          </p:grpSpPr>
          <p:sp>
            <p:nvSpPr>
              <p:cNvPr id="390" name="Google Shape;390;p35"/>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391" name="Google Shape;391;p35"/>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a:t>
                </a:r>
                <a:r>
                  <a:rPr lang="en">
                    <a:latin typeface="Consolas"/>
                    <a:ea typeface="Consolas"/>
                    <a:cs typeface="Consolas"/>
                    <a:sym typeface="Consolas"/>
                  </a:rPr>
                  <a:t>11f21</a:t>
                </a:r>
                <a:endParaRPr>
                  <a:latin typeface="Consolas"/>
                  <a:ea typeface="Consolas"/>
                  <a:cs typeface="Consolas"/>
                  <a:sym typeface="Consolas"/>
                </a:endParaRPr>
              </a:p>
            </p:txBody>
          </p:sp>
        </p:grpSp>
        <p:sp>
          <p:nvSpPr>
            <p:cNvPr id="392" name="Google Shape;392;p35"/>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a:t>
              </a:r>
              <a:r>
                <a:rPr lang="en" sz="1000">
                  <a:latin typeface="Consolas"/>
                  <a:ea typeface="Consolas"/>
                  <a:cs typeface="Consolas"/>
                  <a:sym typeface="Consolas"/>
                </a:rPr>
                <a:t>72</a:t>
              </a:r>
              <a:endParaRPr sz="1000"/>
            </a:p>
          </p:txBody>
        </p:sp>
      </p:grpSp>
      <p:grpSp>
        <p:nvGrpSpPr>
          <p:cNvPr id="393" name="Google Shape;393;p35"/>
          <p:cNvGrpSpPr/>
          <p:nvPr/>
        </p:nvGrpSpPr>
        <p:grpSpPr>
          <a:xfrm>
            <a:off x="6501150" y="3279050"/>
            <a:ext cx="2058600" cy="1057500"/>
            <a:chOff x="5782875" y="612050"/>
            <a:chExt cx="2058600" cy="1057500"/>
          </a:xfrm>
        </p:grpSpPr>
        <p:grpSp>
          <p:nvGrpSpPr>
            <p:cNvPr id="394" name="Google Shape;394;p35"/>
            <p:cNvGrpSpPr/>
            <p:nvPr/>
          </p:nvGrpSpPr>
          <p:grpSpPr>
            <a:xfrm>
              <a:off x="5782875" y="936050"/>
              <a:ext cx="2058600" cy="733500"/>
              <a:chOff x="5528875" y="1072950"/>
              <a:chExt cx="2058600" cy="733500"/>
            </a:xfrm>
          </p:grpSpPr>
          <p:sp>
            <p:nvSpPr>
              <p:cNvPr id="395" name="Google Shape;395;p35"/>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396" name="Google Shape;396;p35"/>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397" name="Google Shape;397;p35"/>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398" name="Google Shape;398;p35"/>
          <p:cNvCxnSpPr>
            <a:stCxn id="386" idx="2"/>
            <a:endCxn id="392" idx="0"/>
          </p:cNvCxnSpPr>
          <p:nvPr/>
        </p:nvCxnSpPr>
        <p:spPr>
          <a:xfrm>
            <a:off x="5986500" y="1593350"/>
            <a:ext cx="6300" cy="314100"/>
          </a:xfrm>
          <a:prstGeom prst="straightConnector1">
            <a:avLst/>
          </a:prstGeom>
          <a:noFill/>
          <a:ln cap="flat" cmpd="sng" w="9525">
            <a:solidFill>
              <a:schemeClr val="dk1"/>
            </a:solidFill>
            <a:prstDash val="solid"/>
            <a:round/>
            <a:headEnd len="med" w="med" type="none"/>
            <a:tailEnd len="med" w="med" type="triangle"/>
          </a:ln>
        </p:spPr>
      </p:cxnSp>
      <p:cxnSp>
        <p:nvCxnSpPr>
          <p:cNvPr id="399" name="Google Shape;399;p35"/>
          <p:cNvCxnSpPr>
            <a:stCxn id="391" idx="2"/>
            <a:endCxn id="397" idx="0"/>
          </p:cNvCxnSpPr>
          <p:nvPr/>
        </p:nvCxnSpPr>
        <p:spPr>
          <a:xfrm flipH="1">
            <a:off x="7015725" y="2964950"/>
            <a:ext cx="6300" cy="314100"/>
          </a:xfrm>
          <a:prstGeom prst="straightConnector1">
            <a:avLst/>
          </a:prstGeom>
          <a:noFill/>
          <a:ln cap="flat" cmpd="sng" w="9525">
            <a:solidFill>
              <a:schemeClr val="dk1"/>
            </a:solidFill>
            <a:prstDash val="solid"/>
            <a:round/>
            <a:headEnd len="med" w="med" type="none"/>
            <a:tailEnd len="med" w="med" type="triangle"/>
          </a:ln>
        </p:spPr>
      </p:cxnSp>
      <p:sp>
        <p:nvSpPr>
          <p:cNvPr id="400" name="Google Shape;400;p35"/>
          <p:cNvSpPr txBox="1"/>
          <p:nvPr>
            <p:ph type="title"/>
          </p:nvPr>
        </p:nvSpPr>
        <p:spPr>
          <a:xfrm>
            <a:off x="4442550" y="1593350"/>
            <a:ext cx="1035600" cy="423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401" name="Google Shape;401;p35"/>
          <p:cNvSpPr txBox="1"/>
          <p:nvPr>
            <p:ph type="title"/>
          </p:nvPr>
        </p:nvSpPr>
        <p:spPr>
          <a:xfrm>
            <a:off x="6501075" y="4313725"/>
            <a:ext cx="1035600" cy="423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700"/>
              <a:t>TAIL</a:t>
            </a:r>
            <a:endParaRPr sz="1700"/>
          </a:p>
        </p:txBody>
      </p:sp>
      <p:sp>
        <p:nvSpPr>
          <p:cNvPr id="402" name="Google Shape;402;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35"/>
          <p:cNvSpPr txBox="1"/>
          <p:nvPr/>
        </p:nvSpPr>
        <p:spPr>
          <a:xfrm>
            <a:off x="5473200" y="53585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POINTER</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6"/>
          <p:cNvSpPr txBox="1"/>
          <p:nvPr>
            <p:ph idx="1" type="subTitle"/>
          </p:nvPr>
        </p:nvSpPr>
        <p:spPr>
          <a:xfrm>
            <a:off x="855225" y="783175"/>
            <a:ext cx="3420600" cy="378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khai báo một node trong danh sách liên kết, ta sử dụng một cấu trúc struct gồm có 2 thành phần:</a:t>
            </a:r>
            <a:endParaRPr>
              <a:latin typeface="Manrope Medium"/>
              <a:ea typeface="Manrope Medium"/>
              <a:cs typeface="Manrope Medium"/>
              <a:sym typeface="Manrope Medium"/>
            </a:endParaRPr>
          </a:p>
          <a:p>
            <a:pPr indent="-317500" lvl="0" marL="457200" rtl="0" algn="l">
              <a:spcBef>
                <a:spcPts val="1000"/>
              </a:spcBef>
              <a:spcAft>
                <a:spcPts val="0"/>
              </a:spcAft>
              <a:buSzPts val="1400"/>
              <a:buFont typeface="Manrope Medium"/>
              <a:buChar char="-"/>
            </a:pPr>
            <a:r>
              <a:rPr lang="en">
                <a:latin typeface="Manrope Medium"/>
                <a:ea typeface="Manrope Medium"/>
                <a:cs typeface="Manrope Medium"/>
                <a:sym typeface="Manrope Medium"/>
              </a:rPr>
              <a:t>Data kèm theo kiểu dữ liệu phù hợp (int, float, char,...)</a:t>
            </a:r>
            <a:endParaRPr>
              <a:latin typeface="Manrope Medium"/>
              <a:ea typeface="Manrope Medium"/>
              <a:cs typeface="Manrope Medium"/>
              <a:sym typeface="Manrope Medium"/>
            </a:endParaRPr>
          </a:p>
          <a:p>
            <a:pPr indent="-317500" lvl="0" marL="457200" rtl="0" algn="l">
              <a:spcBef>
                <a:spcPts val="0"/>
              </a:spcBef>
              <a:spcAft>
                <a:spcPts val="0"/>
              </a:spcAft>
              <a:buSzPts val="1400"/>
              <a:buFont typeface="Manrope Medium"/>
              <a:buChar char="-"/>
            </a:pPr>
            <a:r>
              <a:rPr lang="en">
                <a:latin typeface="Manrope Medium"/>
                <a:ea typeface="Manrope Medium"/>
                <a:cs typeface="Manrope Medium"/>
                <a:sym typeface="Manrope Medium"/>
              </a:rPr>
              <a:t>Con trỏ kiểu struct next và trỏ đến thành phần data của nút tiếp theo.</a:t>
            </a:r>
            <a:r>
              <a:rPr lang="en">
                <a:latin typeface="Manrope Medium"/>
                <a:ea typeface="Manrope Medium"/>
                <a:cs typeface="Manrope Medium"/>
                <a:sym typeface="Manrope Medium"/>
              </a:rPr>
              <a:t> </a:t>
            </a:r>
            <a:endParaRPr>
              <a:latin typeface="Manrope Medium"/>
              <a:ea typeface="Manrope Medium"/>
              <a:cs typeface="Manrope Medium"/>
              <a:sym typeface="Manrope Medium"/>
            </a:endParaRPr>
          </a:p>
          <a:p>
            <a:pPr indent="0" lvl="0" marL="0" rtl="0" algn="l">
              <a:spcBef>
                <a:spcPts val="1000"/>
              </a:spcBef>
              <a:spcAft>
                <a:spcPts val="0"/>
              </a:spcAft>
              <a:buNone/>
            </a:pPr>
            <a:r>
              <a:rPr lang="en">
                <a:latin typeface="Manrope Medium"/>
                <a:ea typeface="Manrope Medium"/>
                <a:cs typeface="Manrope Medium"/>
                <a:sym typeface="Manrope Medium"/>
              </a:rPr>
              <a:t>Ngoài ra ta có thể định nghĩa thêm cấu trúc danh sách liên kết để tiện cho các thao tác trong tương lai.</a:t>
            </a:r>
            <a:endParaRPr>
              <a:latin typeface="Manrope Medium"/>
              <a:ea typeface="Manrope Medium"/>
              <a:cs typeface="Manrope Medium"/>
              <a:sym typeface="Manrope Medium"/>
            </a:endParaRPr>
          </a:p>
          <a:p>
            <a:pPr indent="0" lvl="0" marL="0" rtl="0" algn="l">
              <a:spcBef>
                <a:spcPts val="1000"/>
              </a:spcBef>
              <a:spcAft>
                <a:spcPts val="1000"/>
              </a:spcAft>
              <a:buNone/>
            </a:pPr>
            <a:r>
              <a:rPr lang="en">
                <a:latin typeface="Manrope Medium"/>
                <a:ea typeface="Manrope Medium"/>
                <a:cs typeface="Manrope Medium"/>
                <a:sym typeface="Manrope Medium"/>
              </a:rPr>
              <a:t>Thư viện &lt;stdlib.h&gt; hỗ trợ rất tốt cho các khai báo trên.</a:t>
            </a:r>
            <a:endParaRPr>
              <a:latin typeface="Manrope Medium"/>
              <a:ea typeface="Manrope Medium"/>
              <a:cs typeface="Manrope Medium"/>
              <a:sym typeface="Manrope Medium"/>
            </a:endParaRPr>
          </a:p>
        </p:txBody>
      </p:sp>
      <p:sp>
        <p:nvSpPr>
          <p:cNvPr id="409" name="Google Shape;409;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36"/>
          <p:cNvSpPr txBox="1"/>
          <p:nvPr/>
        </p:nvSpPr>
        <p:spPr>
          <a:xfrm>
            <a:off x="5238750" y="783175"/>
            <a:ext cx="3085200" cy="1293000"/>
          </a:xfrm>
          <a:prstGeom prst="rect">
            <a:avLst/>
          </a:prstGeom>
          <a:noFill/>
          <a:ln cap="flat" cmpd="sng" w="19050">
            <a:solidFill>
              <a:schemeClr val="dk1"/>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Consolas"/>
                <a:ea typeface="Consolas"/>
                <a:cs typeface="Consolas"/>
                <a:sym typeface="Consolas"/>
              </a:rPr>
              <a:t>struct Node{</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int data;</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struct Node* next;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sp>
        <p:nvSpPr>
          <p:cNvPr id="411" name="Google Shape;411;p36"/>
          <p:cNvSpPr txBox="1"/>
          <p:nvPr/>
        </p:nvSpPr>
        <p:spPr>
          <a:xfrm>
            <a:off x="5238750" y="2311400"/>
            <a:ext cx="3085200" cy="1985700"/>
          </a:xfrm>
          <a:prstGeom prst="rect">
            <a:avLst/>
          </a:prstGeom>
          <a:noFill/>
          <a:ln cap="flat" cmpd="sng" w="19050">
            <a:solidFill>
              <a:schemeClr val="dk1"/>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Consolas"/>
                <a:ea typeface="Consolas"/>
                <a:cs typeface="Consolas"/>
                <a:sym typeface="Consolas"/>
              </a:rPr>
              <a:t>typedef struct NodeType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int data;</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struct NodeType* next;</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Node;</a:t>
            </a:r>
            <a:endParaRPr sz="1300">
              <a:latin typeface="Consolas"/>
              <a:ea typeface="Consolas"/>
              <a:cs typeface="Consolas"/>
              <a:sym typeface="Consolas"/>
            </a:endParaRPr>
          </a:p>
          <a:p>
            <a:pPr indent="0" lvl="0" marL="0" rtl="0" algn="l">
              <a:spcBef>
                <a:spcPts val="0"/>
              </a:spcBef>
              <a:spcAft>
                <a:spcPts val="0"/>
              </a:spcAft>
              <a:buNone/>
            </a:pPr>
            <a:r>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typedef struct LinkedListType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Node* head;</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LinkedList;</a:t>
            </a:r>
            <a:endParaRPr sz="1300">
              <a:latin typeface="Consolas"/>
              <a:ea typeface="Consolas"/>
              <a:cs typeface="Consolas"/>
              <a:sym typeface="Consolas"/>
            </a:endParaRPr>
          </a:p>
          <a:p>
            <a:pPr indent="0" lvl="0" marL="0" rtl="0" algn="l">
              <a:spcBef>
                <a:spcPts val="0"/>
              </a:spcBef>
              <a:spcAft>
                <a:spcPts val="0"/>
              </a:spcAft>
              <a:buNone/>
            </a:pPr>
            <a:r>
              <a:t/>
            </a:r>
            <a:endParaRPr sz="1300">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37"/>
          <p:cNvPicPr preferRelativeResize="0"/>
          <p:nvPr/>
        </p:nvPicPr>
        <p:blipFill>
          <a:blip r:embed="rId3">
            <a:alphaModFix/>
          </a:blip>
          <a:stretch>
            <a:fillRect/>
          </a:stretch>
        </p:blipFill>
        <p:spPr>
          <a:xfrm>
            <a:off x="5096426" y="806200"/>
            <a:ext cx="3535998" cy="3683482"/>
          </a:xfrm>
          <a:prstGeom prst="rect">
            <a:avLst/>
          </a:prstGeom>
          <a:noFill/>
          <a:ln>
            <a:noFill/>
          </a:ln>
        </p:spPr>
      </p:pic>
      <p:grpSp>
        <p:nvGrpSpPr>
          <p:cNvPr id="417" name="Google Shape;417;p37"/>
          <p:cNvGrpSpPr/>
          <p:nvPr/>
        </p:nvGrpSpPr>
        <p:grpSpPr>
          <a:xfrm>
            <a:off x="8164996" y="3937779"/>
            <a:ext cx="531984" cy="768918"/>
            <a:chOff x="7979252" y="3809703"/>
            <a:chExt cx="620534" cy="896907"/>
          </a:xfrm>
        </p:grpSpPr>
        <p:grpSp>
          <p:nvGrpSpPr>
            <p:cNvPr id="418" name="Google Shape;418;p37"/>
            <p:cNvGrpSpPr/>
            <p:nvPr/>
          </p:nvGrpSpPr>
          <p:grpSpPr>
            <a:xfrm flipH="1">
              <a:off x="7979252" y="4333118"/>
              <a:ext cx="357763" cy="373493"/>
              <a:chOff x="3811336" y="4060154"/>
              <a:chExt cx="351299" cy="366708"/>
            </a:xfrm>
          </p:grpSpPr>
          <p:sp>
            <p:nvSpPr>
              <p:cNvPr id="419" name="Google Shape;419;p37"/>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37"/>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37"/>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37"/>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37"/>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4" name="Google Shape;424;p37"/>
            <p:cNvGrpSpPr/>
            <p:nvPr/>
          </p:nvGrpSpPr>
          <p:grpSpPr>
            <a:xfrm flipH="1">
              <a:off x="8071502" y="3809703"/>
              <a:ext cx="528284" cy="551566"/>
              <a:chOff x="3811336" y="4060154"/>
              <a:chExt cx="351299" cy="366708"/>
            </a:xfrm>
          </p:grpSpPr>
          <p:sp>
            <p:nvSpPr>
              <p:cNvPr id="425" name="Google Shape;425;p37"/>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37"/>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37"/>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37"/>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37"/>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30" name="Google Shape;430;p37"/>
          <p:cNvSpPr txBox="1"/>
          <p:nvPr>
            <p:ph type="title"/>
          </p:nvPr>
        </p:nvSpPr>
        <p:spPr>
          <a:xfrm>
            <a:off x="592025" y="1980600"/>
            <a:ext cx="3898800" cy="1254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t>Insertion</a:t>
            </a:r>
            <a:endParaRPr sz="4800"/>
          </a:p>
        </p:txBody>
      </p:sp>
      <p:sp>
        <p:nvSpPr>
          <p:cNvPr id="431" name="Google Shape;431;p37"/>
          <p:cNvSpPr txBox="1"/>
          <p:nvPr>
            <p:ph idx="4294967295" type="subTitle"/>
          </p:nvPr>
        </p:nvSpPr>
        <p:spPr>
          <a:xfrm>
            <a:off x="668225" y="3158400"/>
            <a:ext cx="3898800" cy="8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a node in a list</a:t>
            </a:r>
            <a:endParaRPr/>
          </a:p>
        </p:txBody>
      </p:sp>
      <p:sp>
        <p:nvSpPr>
          <p:cNvPr id="432" name="Google Shape;432;p37"/>
          <p:cNvSpPr txBox="1"/>
          <p:nvPr>
            <p:ph idx="4294967295" type="title"/>
          </p:nvPr>
        </p:nvSpPr>
        <p:spPr>
          <a:xfrm>
            <a:off x="744425" y="1261135"/>
            <a:ext cx="1162200" cy="9636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5000">
                <a:solidFill>
                  <a:schemeClr val="dk2"/>
                </a:solidFill>
              </a:rPr>
              <a:t>02</a:t>
            </a:r>
            <a:endParaRPr sz="5000">
              <a:solidFill>
                <a:schemeClr val="dk2"/>
              </a:solidFill>
            </a:endParaRPr>
          </a:p>
        </p:txBody>
      </p:sp>
      <p:sp>
        <p:nvSpPr>
          <p:cNvPr id="433" name="Google Shape;433;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8"/>
          <p:cNvSpPr txBox="1"/>
          <p:nvPr>
            <p:ph type="title"/>
          </p:nvPr>
        </p:nvSpPr>
        <p:spPr>
          <a:xfrm>
            <a:off x="354400" y="334175"/>
            <a:ext cx="35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Insert at Head</a:t>
            </a:r>
            <a:endParaRPr b="1"/>
          </a:p>
        </p:txBody>
      </p:sp>
      <p:grpSp>
        <p:nvGrpSpPr>
          <p:cNvPr id="439" name="Google Shape;439;p38"/>
          <p:cNvGrpSpPr/>
          <p:nvPr/>
        </p:nvGrpSpPr>
        <p:grpSpPr>
          <a:xfrm>
            <a:off x="544813" y="4428199"/>
            <a:ext cx="336826" cy="351600"/>
            <a:chOff x="3811336" y="4060154"/>
            <a:chExt cx="351299" cy="366708"/>
          </a:xfrm>
        </p:grpSpPr>
        <p:sp>
          <p:nvSpPr>
            <p:cNvPr id="440" name="Google Shape;440;p38"/>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38"/>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2" name="Google Shape;442;p38"/>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38"/>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38"/>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45" name="Google Shape;445;p38"/>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7" name="Google Shape;447;p38"/>
          <p:cNvSpPr txBox="1"/>
          <p:nvPr>
            <p:ph idx="4294967295" type="subTitle"/>
          </p:nvPr>
        </p:nvSpPr>
        <p:spPr>
          <a:xfrm>
            <a:off x="354400" y="931325"/>
            <a:ext cx="3420600" cy="336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chèn một nút mới vào đầu của danh sách liên kết, ta làm từng bước sau:</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Khởi tạo một nút mang </a:t>
            </a:r>
            <a:r>
              <a:rPr b="1" lang="en">
                <a:latin typeface="Manrope"/>
                <a:ea typeface="Manrope"/>
                <a:cs typeface="Manrope"/>
                <a:sym typeface="Manrope"/>
              </a:rPr>
              <a:t>data</a:t>
            </a:r>
            <a:r>
              <a:rPr lang="en">
                <a:latin typeface="Manrope Medium"/>
                <a:ea typeface="Manrope Medium"/>
                <a:cs typeface="Manrope Medium"/>
                <a:sym typeface="Manrope Medium"/>
              </a:rPr>
              <a:t> cần chèn và </a:t>
            </a:r>
            <a:r>
              <a:rPr b="1" lang="en">
                <a:latin typeface="Manrope"/>
                <a:ea typeface="Manrope"/>
                <a:cs typeface="Manrope"/>
                <a:sym typeface="Manrope"/>
              </a:rPr>
              <a:t>con trỏ mang giá trị NULL </a:t>
            </a:r>
            <a:r>
              <a:rPr lang="en">
                <a:latin typeface="Manrope Medium"/>
                <a:ea typeface="Manrope Medium"/>
                <a:cs typeface="Manrope Medium"/>
                <a:sym typeface="Manrope Medium"/>
              </a:rPr>
              <a:t>bằng cách yêu cầu máy tính cấp phát một vùng nhớ cho nút này.</a:t>
            </a:r>
            <a:endParaRPr>
              <a:latin typeface="Manrope Medium"/>
              <a:ea typeface="Manrope Medium"/>
              <a:cs typeface="Manrope Medium"/>
              <a:sym typeface="Manrope Medium"/>
            </a:endParaRPr>
          </a:p>
        </p:txBody>
      </p:sp>
      <p:grpSp>
        <p:nvGrpSpPr>
          <p:cNvPr id="448" name="Google Shape;448;p38"/>
          <p:cNvGrpSpPr/>
          <p:nvPr/>
        </p:nvGrpSpPr>
        <p:grpSpPr>
          <a:xfrm>
            <a:off x="4518750" y="1374050"/>
            <a:ext cx="2063250" cy="1057500"/>
            <a:chOff x="5782875" y="612050"/>
            <a:chExt cx="2063250" cy="1057500"/>
          </a:xfrm>
        </p:grpSpPr>
        <p:grpSp>
          <p:nvGrpSpPr>
            <p:cNvPr id="449" name="Google Shape;449;p38"/>
            <p:cNvGrpSpPr/>
            <p:nvPr/>
          </p:nvGrpSpPr>
          <p:grpSpPr>
            <a:xfrm>
              <a:off x="5782875" y="936050"/>
              <a:ext cx="2063250" cy="733500"/>
              <a:chOff x="5528875" y="1072950"/>
              <a:chExt cx="2063250" cy="733500"/>
            </a:xfrm>
          </p:grpSpPr>
          <p:sp>
            <p:nvSpPr>
              <p:cNvPr id="450" name="Google Shape;450;p38"/>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451" name="Google Shape;451;p38"/>
              <p:cNvSpPr/>
              <p:nvPr/>
            </p:nvSpPr>
            <p:spPr>
              <a:xfrm>
                <a:off x="656282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sp>
          <p:nvSpPr>
            <p:cNvPr id="452" name="Google Shape;452;p38"/>
            <p:cNvSpPr txBox="1"/>
            <p:nvPr/>
          </p:nvSpPr>
          <p:spPr>
            <a:xfrm>
              <a:off x="5784225" y="61205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1x012e11</a:t>
              </a:r>
              <a:endParaRPr sz="1000"/>
            </a:p>
          </p:txBody>
        </p:sp>
      </p:grpSp>
      <p:grpSp>
        <p:nvGrpSpPr>
          <p:cNvPr id="453" name="Google Shape;453;p38"/>
          <p:cNvGrpSpPr/>
          <p:nvPr/>
        </p:nvGrpSpPr>
        <p:grpSpPr>
          <a:xfrm>
            <a:off x="5554275" y="2841050"/>
            <a:ext cx="2058600" cy="733500"/>
            <a:chOff x="5528875" y="1072950"/>
            <a:chExt cx="2058600" cy="733500"/>
          </a:xfrm>
        </p:grpSpPr>
        <p:sp>
          <p:nvSpPr>
            <p:cNvPr id="454" name="Google Shape;454;p38"/>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455" name="Google Shape;455;p38"/>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grpSp>
        <p:nvGrpSpPr>
          <p:cNvPr id="456" name="Google Shape;456;p38"/>
          <p:cNvGrpSpPr/>
          <p:nvPr/>
        </p:nvGrpSpPr>
        <p:grpSpPr>
          <a:xfrm>
            <a:off x="6577350" y="3755450"/>
            <a:ext cx="2058600" cy="733500"/>
            <a:chOff x="5528875" y="1072950"/>
            <a:chExt cx="2058600" cy="733500"/>
          </a:xfrm>
        </p:grpSpPr>
        <p:sp>
          <p:nvSpPr>
            <p:cNvPr id="457" name="Google Shape;457;p38"/>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458" name="Google Shape;458;p38"/>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cxnSp>
        <p:nvCxnSpPr>
          <p:cNvPr id="459" name="Google Shape;459;p38"/>
          <p:cNvCxnSpPr>
            <a:stCxn id="451" idx="2"/>
            <a:endCxn id="454" idx="0"/>
          </p:cNvCxnSpPr>
          <p:nvPr/>
        </p:nvCxnSpPr>
        <p:spPr>
          <a:xfrm>
            <a:off x="6067350" y="2431550"/>
            <a:ext cx="1500" cy="409500"/>
          </a:xfrm>
          <a:prstGeom prst="straightConnector1">
            <a:avLst/>
          </a:prstGeom>
          <a:noFill/>
          <a:ln cap="flat" cmpd="sng" w="9525">
            <a:solidFill>
              <a:schemeClr val="dk1"/>
            </a:solidFill>
            <a:prstDash val="solid"/>
            <a:round/>
            <a:headEnd len="med" w="med" type="none"/>
            <a:tailEnd len="med" w="med" type="triangle"/>
          </a:ln>
        </p:spPr>
      </p:cxnSp>
      <p:cxnSp>
        <p:nvCxnSpPr>
          <p:cNvPr id="460" name="Google Shape;460;p38"/>
          <p:cNvCxnSpPr>
            <a:stCxn id="455" idx="2"/>
            <a:endCxn id="457" idx="0"/>
          </p:cNvCxnSpPr>
          <p:nvPr/>
        </p:nvCxnSpPr>
        <p:spPr>
          <a:xfrm flipH="1">
            <a:off x="7091925" y="3574550"/>
            <a:ext cx="6300" cy="180900"/>
          </a:xfrm>
          <a:prstGeom prst="straightConnector1">
            <a:avLst/>
          </a:prstGeom>
          <a:noFill/>
          <a:ln cap="flat" cmpd="sng" w="9525">
            <a:solidFill>
              <a:schemeClr val="dk1"/>
            </a:solidFill>
            <a:prstDash val="solid"/>
            <a:round/>
            <a:headEnd len="med" w="med" type="none"/>
            <a:tailEnd len="med" w="med" type="triangle"/>
          </a:ln>
        </p:spPr>
      </p:cxnSp>
      <p:sp>
        <p:nvSpPr>
          <p:cNvPr id="461" name="Google Shape;461;p38"/>
          <p:cNvSpPr txBox="1"/>
          <p:nvPr>
            <p:ph type="title"/>
          </p:nvPr>
        </p:nvSpPr>
        <p:spPr>
          <a:xfrm>
            <a:off x="4518750" y="24929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462" name="Google Shape;462;p38"/>
          <p:cNvSpPr txBox="1"/>
          <p:nvPr>
            <p:ph type="title"/>
          </p:nvPr>
        </p:nvSpPr>
        <p:spPr>
          <a:xfrm>
            <a:off x="6577275" y="44661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grpSp>
        <p:nvGrpSpPr>
          <p:cNvPr id="463" name="Google Shape;463;p38"/>
          <p:cNvGrpSpPr/>
          <p:nvPr/>
        </p:nvGrpSpPr>
        <p:grpSpPr>
          <a:xfrm>
            <a:off x="951900" y="3454175"/>
            <a:ext cx="2062200" cy="733500"/>
            <a:chOff x="5528875" y="1072950"/>
            <a:chExt cx="2062200" cy="733500"/>
          </a:xfrm>
        </p:grpSpPr>
        <p:sp>
          <p:nvSpPr>
            <p:cNvPr id="464" name="Google Shape;464;p38"/>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465" name="Google Shape;465;p38"/>
            <p:cNvSpPr/>
            <p:nvPr/>
          </p:nvSpPr>
          <p:spPr>
            <a:xfrm>
              <a:off x="65617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466" name="Google Shape;466;p38"/>
          <p:cNvSpPr txBox="1"/>
          <p:nvPr/>
        </p:nvSpPr>
        <p:spPr>
          <a:xfrm>
            <a:off x="951900" y="3191675"/>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1x013e11</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9"/>
          <p:cNvSpPr txBox="1"/>
          <p:nvPr>
            <p:ph type="title"/>
          </p:nvPr>
        </p:nvSpPr>
        <p:spPr>
          <a:xfrm>
            <a:off x="354400" y="334175"/>
            <a:ext cx="306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at Head</a:t>
            </a:r>
            <a:endParaRPr/>
          </a:p>
        </p:txBody>
      </p:sp>
      <p:sp>
        <p:nvSpPr>
          <p:cNvPr id="472" name="Google Shape;472;p39"/>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39"/>
          <p:cNvSpPr txBox="1"/>
          <p:nvPr>
            <p:ph idx="4294967295" type="subTitle"/>
          </p:nvPr>
        </p:nvSpPr>
        <p:spPr>
          <a:xfrm>
            <a:off x="354400" y="931325"/>
            <a:ext cx="3122700" cy="381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chèn một nút mới vào đầu của danh sách liên kết, ta làm từng bước sau:</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Khởi tạo một nút mang </a:t>
            </a:r>
            <a:r>
              <a:rPr b="1" lang="en">
                <a:latin typeface="Manrope"/>
                <a:ea typeface="Manrope"/>
                <a:cs typeface="Manrope"/>
                <a:sym typeface="Manrope"/>
              </a:rPr>
              <a:t>data</a:t>
            </a:r>
            <a:r>
              <a:rPr lang="en">
                <a:latin typeface="Manrope Medium"/>
                <a:ea typeface="Manrope Medium"/>
                <a:cs typeface="Manrope Medium"/>
                <a:sym typeface="Manrope Medium"/>
              </a:rPr>
              <a:t> cần chèn và </a:t>
            </a:r>
            <a:r>
              <a:rPr b="1" lang="en">
                <a:latin typeface="Manrope"/>
                <a:ea typeface="Manrope"/>
                <a:cs typeface="Manrope"/>
                <a:sym typeface="Manrope"/>
              </a:rPr>
              <a:t>con trỏ mang giá trị NULL </a:t>
            </a:r>
            <a:r>
              <a:rPr lang="en">
                <a:latin typeface="Manrope Medium"/>
                <a:ea typeface="Manrope Medium"/>
                <a:cs typeface="Manrope Medium"/>
                <a:sym typeface="Manrope Medium"/>
              </a:rPr>
              <a:t>bằng cách yêu cầu máy tính cấp phát một vùng nhớ cho nút này.</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2</a:t>
            </a:r>
            <a:r>
              <a:rPr lang="en">
                <a:latin typeface="Manrope Medium"/>
                <a:ea typeface="Manrope Medium"/>
                <a:cs typeface="Manrope Medium"/>
                <a:sym typeface="Manrope Medium"/>
              </a:rPr>
              <a:t>: Next của node mới trỏ đến HEAD.</a:t>
            </a:r>
            <a:endParaRPr>
              <a:latin typeface="Manrope Medium"/>
              <a:ea typeface="Manrope Medium"/>
              <a:cs typeface="Manrope Medium"/>
              <a:sym typeface="Manrope Medium"/>
            </a:endParaRPr>
          </a:p>
        </p:txBody>
      </p:sp>
      <p:grpSp>
        <p:nvGrpSpPr>
          <p:cNvPr id="475" name="Google Shape;475;p39"/>
          <p:cNvGrpSpPr/>
          <p:nvPr/>
        </p:nvGrpSpPr>
        <p:grpSpPr>
          <a:xfrm>
            <a:off x="4518750" y="1374050"/>
            <a:ext cx="2058600" cy="1057500"/>
            <a:chOff x="5782875" y="612050"/>
            <a:chExt cx="2058600" cy="1057500"/>
          </a:xfrm>
        </p:grpSpPr>
        <p:grpSp>
          <p:nvGrpSpPr>
            <p:cNvPr id="476" name="Google Shape;476;p39"/>
            <p:cNvGrpSpPr/>
            <p:nvPr/>
          </p:nvGrpSpPr>
          <p:grpSpPr>
            <a:xfrm>
              <a:off x="5782875" y="936050"/>
              <a:ext cx="2058600" cy="733500"/>
              <a:chOff x="5528875" y="1072950"/>
              <a:chExt cx="2058600" cy="733500"/>
            </a:xfrm>
          </p:grpSpPr>
          <p:sp>
            <p:nvSpPr>
              <p:cNvPr id="477" name="Google Shape;477;p39"/>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478" name="Google Shape;478;p39"/>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sp>
          <p:nvSpPr>
            <p:cNvPr id="479" name="Google Shape;479;p39"/>
            <p:cNvSpPr txBox="1"/>
            <p:nvPr/>
          </p:nvSpPr>
          <p:spPr>
            <a:xfrm>
              <a:off x="5782875" y="61205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1x012e11</a:t>
              </a:r>
              <a:endParaRPr sz="1000"/>
            </a:p>
          </p:txBody>
        </p:sp>
      </p:grpSp>
      <p:grpSp>
        <p:nvGrpSpPr>
          <p:cNvPr id="480" name="Google Shape;480;p39"/>
          <p:cNvGrpSpPr/>
          <p:nvPr/>
        </p:nvGrpSpPr>
        <p:grpSpPr>
          <a:xfrm>
            <a:off x="5554275" y="2841050"/>
            <a:ext cx="2058600" cy="733500"/>
            <a:chOff x="5528875" y="1072950"/>
            <a:chExt cx="2058600" cy="733500"/>
          </a:xfrm>
        </p:grpSpPr>
        <p:sp>
          <p:nvSpPr>
            <p:cNvPr id="481" name="Google Shape;481;p39"/>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482" name="Google Shape;482;p39"/>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grpSp>
        <p:nvGrpSpPr>
          <p:cNvPr id="483" name="Google Shape;483;p39"/>
          <p:cNvGrpSpPr/>
          <p:nvPr/>
        </p:nvGrpSpPr>
        <p:grpSpPr>
          <a:xfrm>
            <a:off x="6577350" y="3755450"/>
            <a:ext cx="2058600" cy="733500"/>
            <a:chOff x="5528875" y="1072950"/>
            <a:chExt cx="2058600" cy="733500"/>
          </a:xfrm>
        </p:grpSpPr>
        <p:sp>
          <p:nvSpPr>
            <p:cNvPr id="484" name="Google Shape;484;p39"/>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485" name="Google Shape;485;p39"/>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cxnSp>
        <p:nvCxnSpPr>
          <p:cNvPr id="486" name="Google Shape;486;p39"/>
          <p:cNvCxnSpPr>
            <a:stCxn id="478" idx="2"/>
            <a:endCxn id="481" idx="0"/>
          </p:cNvCxnSpPr>
          <p:nvPr/>
        </p:nvCxnSpPr>
        <p:spPr>
          <a:xfrm>
            <a:off x="6062700" y="2431550"/>
            <a:ext cx="6300" cy="409500"/>
          </a:xfrm>
          <a:prstGeom prst="straightConnector1">
            <a:avLst/>
          </a:prstGeom>
          <a:noFill/>
          <a:ln cap="flat" cmpd="sng" w="9525">
            <a:solidFill>
              <a:schemeClr val="dk1"/>
            </a:solidFill>
            <a:prstDash val="solid"/>
            <a:round/>
            <a:headEnd len="med" w="med" type="none"/>
            <a:tailEnd len="med" w="med" type="triangle"/>
          </a:ln>
        </p:spPr>
      </p:cxnSp>
      <p:cxnSp>
        <p:nvCxnSpPr>
          <p:cNvPr id="487" name="Google Shape;487;p39"/>
          <p:cNvCxnSpPr>
            <a:stCxn id="482" idx="2"/>
            <a:endCxn id="484" idx="0"/>
          </p:cNvCxnSpPr>
          <p:nvPr/>
        </p:nvCxnSpPr>
        <p:spPr>
          <a:xfrm flipH="1">
            <a:off x="7091925" y="3574550"/>
            <a:ext cx="6300" cy="180900"/>
          </a:xfrm>
          <a:prstGeom prst="straightConnector1">
            <a:avLst/>
          </a:prstGeom>
          <a:noFill/>
          <a:ln cap="flat" cmpd="sng" w="9525">
            <a:solidFill>
              <a:schemeClr val="dk1"/>
            </a:solidFill>
            <a:prstDash val="solid"/>
            <a:round/>
            <a:headEnd len="med" w="med" type="none"/>
            <a:tailEnd len="med" w="med" type="triangle"/>
          </a:ln>
        </p:spPr>
      </p:cxnSp>
      <p:sp>
        <p:nvSpPr>
          <p:cNvPr id="488" name="Google Shape;488;p39"/>
          <p:cNvSpPr txBox="1"/>
          <p:nvPr>
            <p:ph type="title"/>
          </p:nvPr>
        </p:nvSpPr>
        <p:spPr>
          <a:xfrm>
            <a:off x="4518750" y="24167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489" name="Google Shape;489;p39"/>
          <p:cNvSpPr txBox="1"/>
          <p:nvPr>
            <p:ph type="title"/>
          </p:nvPr>
        </p:nvSpPr>
        <p:spPr>
          <a:xfrm>
            <a:off x="6577275" y="44661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grpSp>
        <p:nvGrpSpPr>
          <p:cNvPr id="490" name="Google Shape;490;p39"/>
          <p:cNvGrpSpPr/>
          <p:nvPr/>
        </p:nvGrpSpPr>
        <p:grpSpPr>
          <a:xfrm>
            <a:off x="3477100" y="408275"/>
            <a:ext cx="2058600" cy="733500"/>
            <a:chOff x="5528875" y="1072950"/>
            <a:chExt cx="2058600" cy="733500"/>
          </a:xfrm>
        </p:grpSpPr>
        <p:sp>
          <p:nvSpPr>
            <p:cNvPr id="491" name="Google Shape;491;p39"/>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492" name="Google Shape;492;p39"/>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1x012e11</a:t>
              </a:r>
              <a:endParaRPr>
                <a:latin typeface="Consolas"/>
                <a:ea typeface="Consolas"/>
                <a:cs typeface="Consolas"/>
                <a:sym typeface="Consolas"/>
              </a:endParaRPr>
            </a:p>
          </p:txBody>
        </p:sp>
      </p:grpSp>
      <p:sp>
        <p:nvSpPr>
          <p:cNvPr id="493" name="Google Shape;493;p39"/>
          <p:cNvSpPr txBox="1"/>
          <p:nvPr/>
        </p:nvSpPr>
        <p:spPr>
          <a:xfrm>
            <a:off x="3477100" y="16060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1x013e11</a:t>
            </a:r>
            <a:endParaRPr sz="1000"/>
          </a:p>
        </p:txBody>
      </p:sp>
      <p:cxnSp>
        <p:nvCxnSpPr>
          <p:cNvPr id="494" name="Google Shape;494;p39"/>
          <p:cNvCxnSpPr>
            <a:stCxn id="492" idx="2"/>
            <a:endCxn id="479" idx="0"/>
          </p:cNvCxnSpPr>
          <p:nvPr/>
        </p:nvCxnSpPr>
        <p:spPr>
          <a:xfrm>
            <a:off x="5021050" y="1141775"/>
            <a:ext cx="14100" cy="2322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0"/>
          <p:cNvSpPr txBox="1"/>
          <p:nvPr>
            <p:ph type="title"/>
          </p:nvPr>
        </p:nvSpPr>
        <p:spPr>
          <a:xfrm>
            <a:off x="354400" y="334175"/>
            <a:ext cx="306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at Head</a:t>
            </a:r>
            <a:endParaRPr/>
          </a:p>
        </p:txBody>
      </p:sp>
      <p:sp>
        <p:nvSpPr>
          <p:cNvPr id="500" name="Google Shape;500;p40"/>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2" name="Google Shape;502;p40"/>
          <p:cNvSpPr txBox="1"/>
          <p:nvPr>
            <p:ph idx="4294967295" type="subTitle"/>
          </p:nvPr>
        </p:nvSpPr>
        <p:spPr>
          <a:xfrm>
            <a:off x="354400" y="931325"/>
            <a:ext cx="3122700" cy="381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chèn một nút mới vào đầu của danh sách liên kết, ta làm từng bước sau:</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Khởi tạo một nút mang </a:t>
            </a:r>
            <a:r>
              <a:rPr b="1" lang="en">
                <a:latin typeface="Manrope"/>
                <a:ea typeface="Manrope"/>
                <a:cs typeface="Manrope"/>
                <a:sym typeface="Manrope"/>
              </a:rPr>
              <a:t>data</a:t>
            </a:r>
            <a:r>
              <a:rPr lang="en">
                <a:latin typeface="Manrope Medium"/>
                <a:ea typeface="Manrope Medium"/>
                <a:cs typeface="Manrope Medium"/>
                <a:sym typeface="Manrope Medium"/>
              </a:rPr>
              <a:t> cần chèn và </a:t>
            </a:r>
            <a:r>
              <a:rPr b="1" lang="en">
                <a:latin typeface="Manrope"/>
                <a:ea typeface="Manrope"/>
                <a:cs typeface="Manrope"/>
                <a:sym typeface="Manrope"/>
              </a:rPr>
              <a:t>con trỏ mang giá trị NULL </a:t>
            </a:r>
            <a:r>
              <a:rPr lang="en">
                <a:latin typeface="Manrope Medium"/>
                <a:ea typeface="Manrope Medium"/>
                <a:cs typeface="Manrope Medium"/>
                <a:sym typeface="Manrope Medium"/>
              </a:rPr>
              <a:t>bằng cách yêu cầu máy tính cấp phát một vùng nhớ cho nút này.</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2</a:t>
            </a:r>
            <a:r>
              <a:rPr lang="en">
                <a:latin typeface="Manrope Medium"/>
                <a:ea typeface="Manrope Medium"/>
                <a:cs typeface="Manrope Medium"/>
                <a:sym typeface="Manrope Medium"/>
              </a:rPr>
              <a:t>: </a:t>
            </a:r>
            <a:r>
              <a:rPr lang="en">
                <a:latin typeface="Manrope Medium"/>
                <a:ea typeface="Manrope Medium"/>
                <a:cs typeface="Manrope Medium"/>
                <a:sym typeface="Manrope Medium"/>
              </a:rPr>
              <a:t>Next của node mới trỏ đến HEAD.</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3</a:t>
            </a:r>
            <a:r>
              <a:rPr lang="en">
                <a:latin typeface="Manrope Medium"/>
                <a:ea typeface="Manrope Medium"/>
                <a:cs typeface="Manrope Medium"/>
                <a:sym typeface="Manrope Medium"/>
              </a:rPr>
              <a:t>: Node mới trở thành HEAD.</a:t>
            </a:r>
            <a:endParaRPr>
              <a:latin typeface="Manrope Medium"/>
              <a:ea typeface="Manrope Medium"/>
              <a:cs typeface="Manrope Medium"/>
              <a:sym typeface="Manrope Medium"/>
            </a:endParaRPr>
          </a:p>
        </p:txBody>
      </p:sp>
      <p:grpSp>
        <p:nvGrpSpPr>
          <p:cNvPr id="503" name="Google Shape;503;p40"/>
          <p:cNvGrpSpPr/>
          <p:nvPr/>
        </p:nvGrpSpPr>
        <p:grpSpPr>
          <a:xfrm>
            <a:off x="4518750" y="1374050"/>
            <a:ext cx="2058600" cy="1057500"/>
            <a:chOff x="5782875" y="612050"/>
            <a:chExt cx="2058600" cy="1057500"/>
          </a:xfrm>
        </p:grpSpPr>
        <p:grpSp>
          <p:nvGrpSpPr>
            <p:cNvPr id="504" name="Google Shape;504;p40"/>
            <p:cNvGrpSpPr/>
            <p:nvPr/>
          </p:nvGrpSpPr>
          <p:grpSpPr>
            <a:xfrm>
              <a:off x="5782875" y="936050"/>
              <a:ext cx="2058600" cy="733500"/>
              <a:chOff x="5528875" y="1072950"/>
              <a:chExt cx="2058600" cy="733500"/>
            </a:xfrm>
          </p:grpSpPr>
          <p:sp>
            <p:nvSpPr>
              <p:cNvPr id="505" name="Google Shape;505;p40"/>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506" name="Google Shape;506;p40"/>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sp>
          <p:nvSpPr>
            <p:cNvPr id="507" name="Google Shape;507;p40"/>
            <p:cNvSpPr txBox="1"/>
            <p:nvPr/>
          </p:nvSpPr>
          <p:spPr>
            <a:xfrm>
              <a:off x="5782875" y="61205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1x012e11</a:t>
              </a:r>
              <a:endParaRPr sz="1000"/>
            </a:p>
          </p:txBody>
        </p:sp>
      </p:grpSp>
      <p:grpSp>
        <p:nvGrpSpPr>
          <p:cNvPr id="508" name="Google Shape;508;p40"/>
          <p:cNvGrpSpPr/>
          <p:nvPr/>
        </p:nvGrpSpPr>
        <p:grpSpPr>
          <a:xfrm>
            <a:off x="5554275" y="2841050"/>
            <a:ext cx="2058600" cy="733500"/>
            <a:chOff x="5528875" y="1072950"/>
            <a:chExt cx="2058600" cy="733500"/>
          </a:xfrm>
        </p:grpSpPr>
        <p:sp>
          <p:nvSpPr>
            <p:cNvPr id="509" name="Google Shape;509;p40"/>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510" name="Google Shape;510;p40"/>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grpSp>
        <p:nvGrpSpPr>
          <p:cNvPr id="511" name="Google Shape;511;p40"/>
          <p:cNvGrpSpPr/>
          <p:nvPr/>
        </p:nvGrpSpPr>
        <p:grpSpPr>
          <a:xfrm>
            <a:off x="6577350" y="3755450"/>
            <a:ext cx="2058600" cy="733500"/>
            <a:chOff x="5528875" y="1072950"/>
            <a:chExt cx="2058600" cy="733500"/>
          </a:xfrm>
        </p:grpSpPr>
        <p:sp>
          <p:nvSpPr>
            <p:cNvPr id="512" name="Google Shape;512;p40"/>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513" name="Google Shape;513;p40"/>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cxnSp>
        <p:nvCxnSpPr>
          <p:cNvPr id="514" name="Google Shape;514;p40"/>
          <p:cNvCxnSpPr>
            <a:stCxn id="506" idx="2"/>
            <a:endCxn id="509" idx="0"/>
          </p:cNvCxnSpPr>
          <p:nvPr/>
        </p:nvCxnSpPr>
        <p:spPr>
          <a:xfrm>
            <a:off x="6062700" y="2431550"/>
            <a:ext cx="6300" cy="409500"/>
          </a:xfrm>
          <a:prstGeom prst="straightConnector1">
            <a:avLst/>
          </a:prstGeom>
          <a:noFill/>
          <a:ln cap="flat" cmpd="sng" w="9525">
            <a:solidFill>
              <a:schemeClr val="dk1"/>
            </a:solidFill>
            <a:prstDash val="solid"/>
            <a:round/>
            <a:headEnd len="med" w="med" type="none"/>
            <a:tailEnd len="med" w="med" type="triangle"/>
          </a:ln>
        </p:spPr>
      </p:cxnSp>
      <p:cxnSp>
        <p:nvCxnSpPr>
          <p:cNvPr id="515" name="Google Shape;515;p40"/>
          <p:cNvCxnSpPr>
            <a:stCxn id="510" idx="2"/>
            <a:endCxn id="512" idx="0"/>
          </p:cNvCxnSpPr>
          <p:nvPr/>
        </p:nvCxnSpPr>
        <p:spPr>
          <a:xfrm flipH="1">
            <a:off x="7091925" y="3574550"/>
            <a:ext cx="6300" cy="180900"/>
          </a:xfrm>
          <a:prstGeom prst="straightConnector1">
            <a:avLst/>
          </a:prstGeom>
          <a:noFill/>
          <a:ln cap="flat" cmpd="sng" w="9525">
            <a:solidFill>
              <a:schemeClr val="dk1"/>
            </a:solidFill>
            <a:prstDash val="solid"/>
            <a:round/>
            <a:headEnd len="med" w="med" type="none"/>
            <a:tailEnd len="med" w="med" type="triangle"/>
          </a:ln>
        </p:spPr>
      </p:cxnSp>
      <p:sp>
        <p:nvSpPr>
          <p:cNvPr id="516" name="Google Shape;516;p40"/>
          <p:cNvSpPr txBox="1"/>
          <p:nvPr>
            <p:ph type="title"/>
          </p:nvPr>
        </p:nvSpPr>
        <p:spPr>
          <a:xfrm>
            <a:off x="6577275" y="44661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grpSp>
        <p:nvGrpSpPr>
          <p:cNvPr id="517" name="Google Shape;517;p40"/>
          <p:cNvGrpSpPr/>
          <p:nvPr/>
        </p:nvGrpSpPr>
        <p:grpSpPr>
          <a:xfrm>
            <a:off x="3477100" y="408275"/>
            <a:ext cx="2058600" cy="733500"/>
            <a:chOff x="5528875" y="1072950"/>
            <a:chExt cx="2058600" cy="733500"/>
          </a:xfrm>
        </p:grpSpPr>
        <p:sp>
          <p:nvSpPr>
            <p:cNvPr id="518" name="Google Shape;518;p40"/>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519" name="Google Shape;519;p40"/>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1x012e11</a:t>
              </a:r>
              <a:endParaRPr>
                <a:latin typeface="Consolas"/>
                <a:ea typeface="Consolas"/>
                <a:cs typeface="Consolas"/>
                <a:sym typeface="Consolas"/>
              </a:endParaRPr>
            </a:p>
          </p:txBody>
        </p:sp>
      </p:grpSp>
      <p:sp>
        <p:nvSpPr>
          <p:cNvPr id="520" name="Google Shape;520;p40"/>
          <p:cNvSpPr txBox="1"/>
          <p:nvPr/>
        </p:nvSpPr>
        <p:spPr>
          <a:xfrm>
            <a:off x="3477100" y="16060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1x013e11</a:t>
            </a:r>
            <a:endParaRPr sz="1000"/>
          </a:p>
        </p:txBody>
      </p:sp>
      <p:cxnSp>
        <p:nvCxnSpPr>
          <p:cNvPr id="521" name="Google Shape;521;p40"/>
          <p:cNvCxnSpPr>
            <a:stCxn id="519" idx="2"/>
            <a:endCxn id="507" idx="0"/>
          </p:cNvCxnSpPr>
          <p:nvPr/>
        </p:nvCxnSpPr>
        <p:spPr>
          <a:xfrm>
            <a:off x="5021050" y="1141775"/>
            <a:ext cx="14100" cy="232200"/>
          </a:xfrm>
          <a:prstGeom prst="straightConnector1">
            <a:avLst/>
          </a:prstGeom>
          <a:noFill/>
          <a:ln cap="flat" cmpd="sng" w="9525">
            <a:solidFill>
              <a:schemeClr val="dk1"/>
            </a:solidFill>
            <a:prstDash val="solid"/>
            <a:round/>
            <a:headEnd len="med" w="med" type="none"/>
            <a:tailEnd len="med" w="med" type="triangle"/>
          </a:ln>
        </p:spPr>
      </p:cxnSp>
      <p:sp>
        <p:nvSpPr>
          <p:cNvPr id="522" name="Google Shape;522;p40"/>
          <p:cNvSpPr txBox="1"/>
          <p:nvPr>
            <p:ph type="title"/>
          </p:nvPr>
        </p:nvSpPr>
        <p:spPr>
          <a:xfrm>
            <a:off x="3451950" y="11213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1"/>
          <p:cNvSpPr txBox="1"/>
          <p:nvPr>
            <p:ph type="title"/>
          </p:nvPr>
        </p:nvSpPr>
        <p:spPr>
          <a:xfrm>
            <a:off x="354400" y="334175"/>
            <a:ext cx="306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Insert at Tail</a:t>
            </a:r>
            <a:endParaRPr b="1"/>
          </a:p>
        </p:txBody>
      </p:sp>
      <p:grpSp>
        <p:nvGrpSpPr>
          <p:cNvPr id="528" name="Google Shape;528;p41"/>
          <p:cNvGrpSpPr/>
          <p:nvPr/>
        </p:nvGrpSpPr>
        <p:grpSpPr>
          <a:xfrm>
            <a:off x="544813" y="4428199"/>
            <a:ext cx="336826" cy="351600"/>
            <a:chOff x="3811336" y="4060154"/>
            <a:chExt cx="351299" cy="366708"/>
          </a:xfrm>
        </p:grpSpPr>
        <p:sp>
          <p:nvSpPr>
            <p:cNvPr id="529" name="Google Shape;529;p41"/>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0" name="Google Shape;530;p41"/>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1" name="Google Shape;531;p41"/>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2" name="Google Shape;532;p41"/>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3" name="Google Shape;533;p41"/>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34" name="Google Shape;534;p41"/>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6" name="Google Shape;536;p41"/>
          <p:cNvSpPr txBox="1"/>
          <p:nvPr>
            <p:ph idx="4294967295" type="subTitle"/>
          </p:nvPr>
        </p:nvSpPr>
        <p:spPr>
          <a:xfrm>
            <a:off x="354400" y="931325"/>
            <a:ext cx="3420600" cy="336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chèn một nút mới vào cuối của danh sách liên kết, ta làm từng bước sau:</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Khởi tạo một nút mang </a:t>
            </a:r>
            <a:r>
              <a:rPr b="1" lang="en">
                <a:latin typeface="Manrope"/>
                <a:ea typeface="Manrope"/>
                <a:cs typeface="Manrope"/>
                <a:sym typeface="Manrope"/>
              </a:rPr>
              <a:t>data</a:t>
            </a:r>
            <a:r>
              <a:rPr lang="en">
                <a:latin typeface="Manrope Medium"/>
                <a:ea typeface="Manrope Medium"/>
                <a:cs typeface="Manrope Medium"/>
                <a:sym typeface="Manrope Medium"/>
              </a:rPr>
              <a:t> cần chèn và </a:t>
            </a:r>
            <a:r>
              <a:rPr b="1" lang="en">
                <a:latin typeface="Manrope"/>
                <a:ea typeface="Manrope"/>
                <a:cs typeface="Manrope"/>
                <a:sym typeface="Manrope"/>
              </a:rPr>
              <a:t>con trỏ mang giá trị NULL </a:t>
            </a:r>
            <a:r>
              <a:rPr lang="en">
                <a:latin typeface="Manrope Medium"/>
                <a:ea typeface="Manrope Medium"/>
                <a:cs typeface="Manrope Medium"/>
                <a:sym typeface="Manrope Medium"/>
              </a:rPr>
              <a:t>bằng cách yêu cầu máy tính cấp phát một vùng nhớ cho nút này.</a:t>
            </a:r>
            <a:endParaRPr>
              <a:latin typeface="Manrope Medium"/>
              <a:ea typeface="Manrope Medium"/>
              <a:cs typeface="Manrope Medium"/>
              <a:sym typeface="Manrope Medium"/>
            </a:endParaRPr>
          </a:p>
        </p:txBody>
      </p:sp>
      <p:grpSp>
        <p:nvGrpSpPr>
          <p:cNvPr id="537" name="Google Shape;537;p41"/>
          <p:cNvGrpSpPr/>
          <p:nvPr/>
        </p:nvGrpSpPr>
        <p:grpSpPr>
          <a:xfrm>
            <a:off x="4518750" y="307250"/>
            <a:ext cx="2058600" cy="1057500"/>
            <a:chOff x="5782875" y="612050"/>
            <a:chExt cx="2058600" cy="1057500"/>
          </a:xfrm>
        </p:grpSpPr>
        <p:grpSp>
          <p:nvGrpSpPr>
            <p:cNvPr id="538" name="Google Shape;538;p41"/>
            <p:cNvGrpSpPr/>
            <p:nvPr/>
          </p:nvGrpSpPr>
          <p:grpSpPr>
            <a:xfrm>
              <a:off x="5782875" y="936050"/>
              <a:ext cx="2058600" cy="733500"/>
              <a:chOff x="5528875" y="1072950"/>
              <a:chExt cx="2058600" cy="733500"/>
            </a:xfrm>
          </p:grpSpPr>
          <p:sp>
            <p:nvSpPr>
              <p:cNvPr id="539" name="Google Shape;539;p41"/>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540" name="Google Shape;540;p41"/>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sp>
          <p:nvSpPr>
            <p:cNvPr id="541" name="Google Shape;541;p41"/>
            <p:cNvSpPr txBox="1"/>
            <p:nvPr/>
          </p:nvSpPr>
          <p:spPr>
            <a:xfrm>
              <a:off x="5782875" y="61205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1x012e11</a:t>
              </a:r>
              <a:endParaRPr sz="1000"/>
            </a:p>
          </p:txBody>
        </p:sp>
      </p:grpSp>
      <p:grpSp>
        <p:nvGrpSpPr>
          <p:cNvPr id="542" name="Google Shape;542;p41"/>
          <p:cNvGrpSpPr/>
          <p:nvPr/>
        </p:nvGrpSpPr>
        <p:grpSpPr>
          <a:xfrm>
            <a:off x="5554275" y="1774250"/>
            <a:ext cx="2058600" cy="733500"/>
            <a:chOff x="5528875" y="1072950"/>
            <a:chExt cx="2058600" cy="733500"/>
          </a:xfrm>
        </p:grpSpPr>
        <p:sp>
          <p:nvSpPr>
            <p:cNvPr id="543" name="Google Shape;543;p41"/>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544" name="Google Shape;544;p41"/>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grpSp>
        <p:nvGrpSpPr>
          <p:cNvPr id="545" name="Google Shape;545;p41"/>
          <p:cNvGrpSpPr/>
          <p:nvPr/>
        </p:nvGrpSpPr>
        <p:grpSpPr>
          <a:xfrm>
            <a:off x="6577350" y="2688650"/>
            <a:ext cx="2058600" cy="733500"/>
            <a:chOff x="5528875" y="1072950"/>
            <a:chExt cx="2058600" cy="733500"/>
          </a:xfrm>
        </p:grpSpPr>
        <p:sp>
          <p:nvSpPr>
            <p:cNvPr id="546" name="Google Shape;546;p41"/>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547" name="Google Shape;547;p41"/>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cxnSp>
        <p:nvCxnSpPr>
          <p:cNvPr id="548" name="Google Shape;548;p41"/>
          <p:cNvCxnSpPr>
            <a:stCxn id="540" idx="2"/>
            <a:endCxn id="543" idx="0"/>
          </p:cNvCxnSpPr>
          <p:nvPr/>
        </p:nvCxnSpPr>
        <p:spPr>
          <a:xfrm>
            <a:off x="6062700" y="1364750"/>
            <a:ext cx="6300" cy="409500"/>
          </a:xfrm>
          <a:prstGeom prst="straightConnector1">
            <a:avLst/>
          </a:prstGeom>
          <a:noFill/>
          <a:ln cap="flat" cmpd="sng" w="9525">
            <a:solidFill>
              <a:schemeClr val="dk1"/>
            </a:solidFill>
            <a:prstDash val="solid"/>
            <a:round/>
            <a:headEnd len="med" w="med" type="none"/>
            <a:tailEnd len="med" w="med" type="triangle"/>
          </a:ln>
        </p:spPr>
      </p:cxnSp>
      <p:cxnSp>
        <p:nvCxnSpPr>
          <p:cNvPr id="549" name="Google Shape;549;p41"/>
          <p:cNvCxnSpPr>
            <a:stCxn id="544" idx="2"/>
            <a:endCxn id="546" idx="0"/>
          </p:cNvCxnSpPr>
          <p:nvPr/>
        </p:nvCxnSpPr>
        <p:spPr>
          <a:xfrm flipH="1">
            <a:off x="7091925" y="2507750"/>
            <a:ext cx="6300" cy="180900"/>
          </a:xfrm>
          <a:prstGeom prst="straightConnector1">
            <a:avLst/>
          </a:prstGeom>
          <a:noFill/>
          <a:ln cap="flat" cmpd="sng" w="9525">
            <a:solidFill>
              <a:schemeClr val="dk1"/>
            </a:solidFill>
            <a:prstDash val="solid"/>
            <a:round/>
            <a:headEnd len="med" w="med" type="none"/>
            <a:tailEnd len="med" w="med" type="triangle"/>
          </a:ln>
        </p:spPr>
      </p:cxnSp>
      <p:sp>
        <p:nvSpPr>
          <p:cNvPr id="550" name="Google Shape;550;p41"/>
          <p:cNvSpPr txBox="1"/>
          <p:nvPr>
            <p:ph type="title"/>
          </p:nvPr>
        </p:nvSpPr>
        <p:spPr>
          <a:xfrm>
            <a:off x="4518750" y="13499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551" name="Google Shape;551;p41"/>
          <p:cNvSpPr txBox="1"/>
          <p:nvPr>
            <p:ph type="title"/>
          </p:nvPr>
        </p:nvSpPr>
        <p:spPr>
          <a:xfrm>
            <a:off x="6577275" y="33993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grpSp>
        <p:nvGrpSpPr>
          <p:cNvPr id="552" name="Google Shape;552;p41"/>
          <p:cNvGrpSpPr/>
          <p:nvPr/>
        </p:nvGrpSpPr>
        <p:grpSpPr>
          <a:xfrm>
            <a:off x="951900" y="3454175"/>
            <a:ext cx="2058600" cy="733500"/>
            <a:chOff x="5528875" y="1072950"/>
            <a:chExt cx="2058600" cy="733500"/>
          </a:xfrm>
        </p:grpSpPr>
        <p:sp>
          <p:nvSpPr>
            <p:cNvPr id="553" name="Google Shape;553;p41"/>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554" name="Google Shape;554;p41"/>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555" name="Google Shape;555;p41"/>
          <p:cNvSpPr txBox="1"/>
          <p:nvPr/>
        </p:nvSpPr>
        <p:spPr>
          <a:xfrm>
            <a:off x="951900" y="3191675"/>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1x013e11</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2"/>
          <p:cNvSpPr txBox="1"/>
          <p:nvPr>
            <p:ph type="title"/>
          </p:nvPr>
        </p:nvSpPr>
        <p:spPr>
          <a:xfrm>
            <a:off x="354400" y="334175"/>
            <a:ext cx="306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Insert at Tail</a:t>
            </a:r>
            <a:endParaRPr b="1"/>
          </a:p>
        </p:txBody>
      </p:sp>
      <p:grpSp>
        <p:nvGrpSpPr>
          <p:cNvPr id="561" name="Google Shape;561;p42"/>
          <p:cNvGrpSpPr/>
          <p:nvPr/>
        </p:nvGrpSpPr>
        <p:grpSpPr>
          <a:xfrm>
            <a:off x="544813" y="4428199"/>
            <a:ext cx="336826" cy="351600"/>
            <a:chOff x="3811336" y="4060154"/>
            <a:chExt cx="351299" cy="366708"/>
          </a:xfrm>
        </p:grpSpPr>
        <p:sp>
          <p:nvSpPr>
            <p:cNvPr id="562" name="Google Shape;562;p42"/>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42"/>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42"/>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42"/>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42"/>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67" name="Google Shape;567;p42"/>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9" name="Google Shape;569;p42"/>
          <p:cNvSpPr txBox="1"/>
          <p:nvPr>
            <p:ph idx="4294967295" type="subTitle"/>
          </p:nvPr>
        </p:nvSpPr>
        <p:spPr>
          <a:xfrm>
            <a:off x="354400" y="931325"/>
            <a:ext cx="3420600" cy="33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chèn một nút mới vào cuối của danh sách liên kết, ta làm từng bước sau:</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Khởi tạo một nút mang </a:t>
            </a:r>
            <a:r>
              <a:rPr b="1" lang="en">
                <a:latin typeface="Manrope"/>
                <a:ea typeface="Manrope"/>
                <a:cs typeface="Manrope"/>
                <a:sym typeface="Manrope"/>
              </a:rPr>
              <a:t>data</a:t>
            </a:r>
            <a:r>
              <a:rPr lang="en">
                <a:latin typeface="Manrope Medium"/>
                <a:ea typeface="Manrope Medium"/>
                <a:cs typeface="Manrope Medium"/>
                <a:sym typeface="Manrope Medium"/>
              </a:rPr>
              <a:t> cần chèn và </a:t>
            </a:r>
            <a:r>
              <a:rPr b="1" lang="en">
                <a:latin typeface="Manrope"/>
                <a:ea typeface="Manrope"/>
                <a:cs typeface="Manrope"/>
                <a:sym typeface="Manrope"/>
              </a:rPr>
              <a:t>con trỏ mang giá trị NULL </a:t>
            </a:r>
            <a:r>
              <a:rPr lang="en">
                <a:latin typeface="Manrope Medium"/>
                <a:ea typeface="Manrope Medium"/>
                <a:cs typeface="Manrope Medium"/>
                <a:sym typeface="Manrope Medium"/>
              </a:rPr>
              <a:t>bằng cách yêu cầu máy tính cấp phát một vùng nhớ cho nút này.</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2</a:t>
            </a:r>
            <a:r>
              <a:rPr lang="en">
                <a:latin typeface="Manrope Medium"/>
                <a:ea typeface="Manrope Medium"/>
                <a:cs typeface="Manrope Medium"/>
                <a:sym typeface="Manrope Medium"/>
              </a:rPr>
              <a:t>: Tìm đến node cuối cùng (Tail). Next của Tail hiện tại trỏ đến node cần chèn.</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3: </a:t>
            </a:r>
            <a:r>
              <a:rPr lang="en">
                <a:latin typeface="Manrope Medium"/>
                <a:ea typeface="Manrope Medium"/>
                <a:cs typeface="Manrope Medium"/>
                <a:sym typeface="Manrope Medium"/>
              </a:rPr>
              <a:t>Tail là node mới.</a:t>
            </a:r>
            <a:endParaRPr>
              <a:latin typeface="Manrope Medium"/>
              <a:ea typeface="Manrope Medium"/>
              <a:cs typeface="Manrope Medium"/>
              <a:sym typeface="Manrope Medium"/>
            </a:endParaRPr>
          </a:p>
        </p:txBody>
      </p:sp>
      <p:grpSp>
        <p:nvGrpSpPr>
          <p:cNvPr id="570" name="Google Shape;570;p42"/>
          <p:cNvGrpSpPr/>
          <p:nvPr/>
        </p:nvGrpSpPr>
        <p:grpSpPr>
          <a:xfrm>
            <a:off x="3604350" y="307250"/>
            <a:ext cx="2058600" cy="1057500"/>
            <a:chOff x="5782875" y="612050"/>
            <a:chExt cx="2058600" cy="1057500"/>
          </a:xfrm>
        </p:grpSpPr>
        <p:grpSp>
          <p:nvGrpSpPr>
            <p:cNvPr id="571" name="Google Shape;571;p42"/>
            <p:cNvGrpSpPr/>
            <p:nvPr/>
          </p:nvGrpSpPr>
          <p:grpSpPr>
            <a:xfrm>
              <a:off x="5782875" y="936050"/>
              <a:ext cx="2058600" cy="733500"/>
              <a:chOff x="5528875" y="1072950"/>
              <a:chExt cx="2058600" cy="733500"/>
            </a:xfrm>
          </p:grpSpPr>
          <p:sp>
            <p:nvSpPr>
              <p:cNvPr id="572" name="Google Shape;572;p42"/>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573" name="Google Shape;573;p42"/>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sp>
          <p:nvSpPr>
            <p:cNvPr id="574" name="Google Shape;574;p42"/>
            <p:cNvSpPr txBox="1"/>
            <p:nvPr/>
          </p:nvSpPr>
          <p:spPr>
            <a:xfrm>
              <a:off x="5782875" y="612050"/>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1x012e11</a:t>
              </a:r>
              <a:endParaRPr sz="1000"/>
            </a:p>
          </p:txBody>
        </p:sp>
      </p:grpSp>
      <p:grpSp>
        <p:nvGrpSpPr>
          <p:cNvPr id="575" name="Google Shape;575;p42"/>
          <p:cNvGrpSpPr/>
          <p:nvPr/>
        </p:nvGrpSpPr>
        <p:grpSpPr>
          <a:xfrm>
            <a:off x="4639875" y="1698050"/>
            <a:ext cx="2058600" cy="733500"/>
            <a:chOff x="5528875" y="1072950"/>
            <a:chExt cx="2058600" cy="733500"/>
          </a:xfrm>
        </p:grpSpPr>
        <p:sp>
          <p:nvSpPr>
            <p:cNvPr id="576" name="Google Shape;576;p42"/>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577" name="Google Shape;577;p42"/>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grpSp>
        <p:nvGrpSpPr>
          <p:cNvPr id="578" name="Google Shape;578;p42"/>
          <p:cNvGrpSpPr/>
          <p:nvPr/>
        </p:nvGrpSpPr>
        <p:grpSpPr>
          <a:xfrm>
            <a:off x="5662950" y="2688650"/>
            <a:ext cx="2058600" cy="733500"/>
            <a:chOff x="5528875" y="1072950"/>
            <a:chExt cx="2058600" cy="733500"/>
          </a:xfrm>
        </p:grpSpPr>
        <p:sp>
          <p:nvSpPr>
            <p:cNvPr id="579" name="Google Shape;579;p42"/>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580" name="Google Shape;580;p42"/>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1x013e11</a:t>
              </a:r>
              <a:endParaRPr>
                <a:latin typeface="Consolas"/>
                <a:ea typeface="Consolas"/>
                <a:cs typeface="Consolas"/>
                <a:sym typeface="Consolas"/>
              </a:endParaRPr>
            </a:p>
          </p:txBody>
        </p:sp>
      </p:grpSp>
      <p:cxnSp>
        <p:nvCxnSpPr>
          <p:cNvPr id="581" name="Google Shape;581;p42"/>
          <p:cNvCxnSpPr>
            <a:stCxn id="573" idx="2"/>
            <a:endCxn id="576" idx="0"/>
          </p:cNvCxnSpPr>
          <p:nvPr/>
        </p:nvCxnSpPr>
        <p:spPr>
          <a:xfrm>
            <a:off x="5148300" y="1364750"/>
            <a:ext cx="6300" cy="333300"/>
          </a:xfrm>
          <a:prstGeom prst="straightConnector1">
            <a:avLst/>
          </a:prstGeom>
          <a:noFill/>
          <a:ln cap="flat" cmpd="sng" w="9525">
            <a:solidFill>
              <a:schemeClr val="dk1"/>
            </a:solidFill>
            <a:prstDash val="solid"/>
            <a:round/>
            <a:headEnd len="med" w="med" type="none"/>
            <a:tailEnd len="med" w="med" type="triangle"/>
          </a:ln>
        </p:spPr>
      </p:cxnSp>
      <p:cxnSp>
        <p:nvCxnSpPr>
          <p:cNvPr id="582" name="Google Shape;582;p42"/>
          <p:cNvCxnSpPr>
            <a:stCxn id="577" idx="2"/>
            <a:endCxn id="579" idx="0"/>
          </p:cNvCxnSpPr>
          <p:nvPr/>
        </p:nvCxnSpPr>
        <p:spPr>
          <a:xfrm flipH="1">
            <a:off x="6177525" y="2431550"/>
            <a:ext cx="6300" cy="257100"/>
          </a:xfrm>
          <a:prstGeom prst="straightConnector1">
            <a:avLst/>
          </a:prstGeom>
          <a:noFill/>
          <a:ln cap="flat" cmpd="sng" w="9525">
            <a:solidFill>
              <a:schemeClr val="dk1"/>
            </a:solidFill>
            <a:prstDash val="solid"/>
            <a:round/>
            <a:headEnd len="med" w="med" type="none"/>
            <a:tailEnd len="med" w="med" type="triangle"/>
          </a:ln>
        </p:spPr>
      </p:cxnSp>
      <p:sp>
        <p:nvSpPr>
          <p:cNvPr id="583" name="Google Shape;583;p42"/>
          <p:cNvSpPr txBox="1"/>
          <p:nvPr>
            <p:ph type="title"/>
          </p:nvPr>
        </p:nvSpPr>
        <p:spPr>
          <a:xfrm>
            <a:off x="3604350" y="14261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584" name="Google Shape;584;p42"/>
          <p:cNvSpPr txBox="1"/>
          <p:nvPr>
            <p:ph type="title"/>
          </p:nvPr>
        </p:nvSpPr>
        <p:spPr>
          <a:xfrm>
            <a:off x="6738700" y="45141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grpSp>
        <p:nvGrpSpPr>
          <p:cNvPr id="585" name="Google Shape;585;p42"/>
          <p:cNvGrpSpPr/>
          <p:nvPr/>
        </p:nvGrpSpPr>
        <p:grpSpPr>
          <a:xfrm>
            <a:off x="6738700" y="3856825"/>
            <a:ext cx="2058600" cy="733500"/>
            <a:chOff x="5528875" y="1072950"/>
            <a:chExt cx="2058600" cy="733500"/>
          </a:xfrm>
        </p:grpSpPr>
        <p:sp>
          <p:nvSpPr>
            <p:cNvPr id="586" name="Google Shape;586;p42"/>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587" name="Google Shape;587;p42"/>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588" name="Google Shape;588;p42"/>
          <p:cNvSpPr txBox="1"/>
          <p:nvPr/>
        </p:nvSpPr>
        <p:spPr>
          <a:xfrm>
            <a:off x="6738700" y="3594325"/>
            <a:ext cx="982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1x013e11</a:t>
            </a:r>
            <a:endParaRPr sz="1000"/>
          </a:p>
        </p:txBody>
      </p:sp>
      <p:cxnSp>
        <p:nvCxnSpPr>
          <p:cNvPr id="589" name="Google Shape;589;p42"/>
          <p:cNvCxnSpPr>
            <a:stCxn id="580" idx="2"/>
            <a:endCxn id="588" idx="0"/>
          </p:cNvCxnSpPr>
          <p:nvPr/>
        </p:nvCxnSpPr>
        <p:spPr>
          <a:xfrm>
            <a:off x="7206900" y="3422150"/>
            <a:ext cx="23100" cy="1722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3"/>
          <p:cNvSpPr txBox="1"/>
          <p:nvPr>
            <p:ph type="title"/>
          </p:nvPr>
        </p:nvSpPr>
        <p:spPr>
          <a:xfrm>
            <a:off x="354400" y="33417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Insert at anywhere</a:t>
            </a:r>
            <a:endParaRPr b="1"/>
          </a:p>
        </p:txBody>
      </p:sp>
      <p:sp>
        <p:nvSpPr>
          <p:cNvPr id="595" name="Google Shape;595;p43"/>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7" name="Google Shape;597;p43"/>
          <p:cNvSpPr txBox="1"/>
          <p:nvPr>
            <p:ph idx="4294967295" type="subTitle"/>
          </p:nvPr>
        </p:nvSpPr>
        <p:spPr>
          <a:xfrm>
            <a:off x="354400" y="931325"/>
            <a:ext cx="3420600" cy="156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chèn một nút vào giữa danh sách liên kết, ta làm các bước như sau:</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Khởi tạo một nút mang </a:t>
            </a:r>
            <a:r>
              <a:rPr b="1" lang="en">
                <a:latin typeface="Manrope"/>
                <a:ea typeface="Manrope"/>
                <a:cs typeface="Manrope"/>
                <a:sym typeface="Manrope"/>
              </a:rPr>
              <a:t>data</a:t>
            </a:r>
            <a:r>
              <a:rPr lang="en">
                <a:latin typeface="Manrope Medium"/>
                <a:ea typeface="Manrope Medium"/>
                <a:cs typeface="Manrope Medium"/>
                <a:sym typeface="Manrope Medium"/>
              </a:rPr>
              <a:t> cần chèn và </a:t>
            </a:r>
            <a:r>
              <a:rPr b="1" lang="en">
                <a:latin typeface="Manrope"/>
                <a:ea typeface="Manrope"/>
                <a:cs typeface="Manrope"/>
                <a:sym typeface="Manrope"/>
              </a:rPr>
              <a:t>con trỏ mang giá trị NULL </a:t>
            </a:r>
            <a:r>
              <a:rPr lang="en">
                <a:latin typeface="Manrope Medium"/>
                <a:ea typeface="Manrope Medium"/>
                <a:cs typeface="Manrope Medium"/>
                <a:sym typeface="Manrope Medium"/>
              </a:rPr>
              <a:t>bằng cách yêu cầu máy tính cấp phát một vùng nhớ cho nút này.</a:t>
            </a:r>
            <a:endParaRPr>
              <a:latin typeface="Manrope Medium"/>
              <a:ea typeface="Manrope Medium"/>
              <a:cs typeface="Manrope Medium"/>
              <a:sym typeface="Manrope Medium"/>
            </a:endParaRPr>
          </a:p>
        </p:txBody>
      </p:sp>
      <p:grpSp>
        <p:nvGrpSpPr>
          <p:cNvPr id="598" name="Google Shape;598;p43"/>
          <p:cNvGrpSpPr/>
          <p:nvPr/>
        </p:nvGrpSpPr>
        <p:grpSpPr>
          <a:xfrm>
            <a:off x="919425" y="3029475"/>
            <a:ext cx="2058600" cy="733500"/>
            <a:chOff x="5528875" y="1072950"/>
            <a:chExt cx="2058600" cy="733500"/>
          </a:xfrm>
        </p:grpSpPr>
        <p:sp>
          <p:nvSpPr>
            <p:cNvPr id="599" name="Google Shape;599;p43"/>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600" name="Google Shape;600;p43"/>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601" name="Google Shape;601;p43"/>
          <p:cNvSpPr txBox="1"/>
          <p:nvPr/>
        </p:nvSpPr>
        <p:spPr>
          <a:xfrm>
            <a:off x="919425" y="2766975"/>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1x013e11</a:t>
            </a:r>
            <a:endParaRPr sz="1000"/>
          </a:p>
        </p:txBody>
      </p:sp>
      <p:grpSp>
        <p:nvGrpSpPr>
          <p:cNvPr id="602" name="Google Shape;602;p43"/>
          <p:cNvGrpSpPr/>
          <p:nvPr/>
        </p:nvGrpSpPr>
        <p:grpSpPr>
          <a:xfrm>
            <a:off x="4442550" y="859850"/>
            <a:ext cx="2058600" cy="733500"/>
            <a:chOff x="5528875" y="1072950"/>
            <a:chExt cx="2058600" cy="733500"/>
          </a:xfrm>
        </p:grpSpPr>
        <p:sp>
          <p:nvSpPr>
            <p:cNvPr id="603" name="Google Shape;603;p43"/>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604" name="Google Shape;604;p43"/>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grpSp>
        <p:nvGrpSpPr>
          <p:cNvPr id="605" name="Google Shape;605;p43"/>
          <p:cNvGrpSpPr/>
          <p:nvPr/>
        </p:nvGrpSpPr>
        <p:grpSpPr>
          <a:xfrm>
            <a:off x="5478075" y="1907450"/>
            <a:ext cx="2058600" cy="1057500"/>
            <a:chOff x="5782875" y="612050"/>
            <a:chExt cx="2058600" cy="1057500"/>
          </a:xfrm>
        </p:grpSpPr>
        <p:grpSp>
          <p:nvGrpSpPr>
            <p:cNvPr id="606" name="Google Shape;606;p43"/>
            <p:cNvGrpSpPr/>
            <p:nvPr/>
          </p:nvGrpSpPr>
          <p:grpSpPr>
            <a:xfrm>
              <a:off x="5782875" y="936050"/>
              <a:ext cx="2058600" cy="733500"/>
              <a:chOff x="5528875" y="1072950"/>
              <a:chExt cx="2058600" cy="733500"/>
            </a:xfrm>
          </p:grpSpPr>
          <p:sp>
            <p:nvSpPr>
              <p:cNvPr id="607" name="Google Shape;607;p43"/>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608" name="Google Shape;608;p43"/>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sp>
          <p:nvSpPr>
            <p:cNvPr id="609" name="Google Shape;609;p43"/>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610" name="Google Shape;610;p43"/>
          <p:cNvGrpSpPr/>
          <p:nvPr/>
        </p:nvGrpSpPr>
        <p:grpSpPr>
          <a:xfrm>
            <a:off x="6501150" y="3279050"/>
            <a:ext cx="2058600" cy="1057500"/>
            <a:chOff x="5782875" y="612050"/>
            <a:chExt cx="2058600" cy="1057500"/>
          </a:xfrm>
        </p:grpSpPr>
        <p:grpSp>
          <p:nvGrpSpPr>
            <p:cNvPr id="611" name="Google Shape;611;p43"/>
            <p:cNvGrpSpPr/>
            <p:nvPr/>
          </p:nvGrpSpPr>
          <p:grpSpPr>
            <a:xfrm>
              <a:off x="5782875" y="936050"/>
              <a:ext cx="2058600" cy="733500"/>
              <a:chOff x="5528875" y="1072950"/>
              <a:chExt cx="2058600" cy="733500"/>
            </a:xfrm>
          </p:grpSpPr>
          <p:sp>
            <p:nvSpPr>
              <p:cNvPr id="612" name="Google Shape;612;p43"/>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613" name="Google Shape;613;p43"/>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614" name="Google Shape;614;p43"/>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615" name="Google Shape;615;p43"/>
          <p:cNvCxnSpPr>
            <a:stCxn id="604" idx="2"/>
            <a:endCxn id="609" idx="0"/>
          </p:cNvCxnSpPr>
          <p:nvPr/>
        </p:nvCxnSpPr>
        <p:spPr>
          <a:xfrm>
            <a:off x="5986500" y="1593350"/>
            <a:ext cx="6300" cy="314100"/>
          </a:xfrm>
          <a:prstGeom prst="straightConnector1">
            <a:avLst/>
          </a:prstGeom>
          <a:noFill/>
          <a:ln cap="flat" cmpd="sng" w="9525">
            <a:solidFill>
              <a:schemeClr val="dk1"/>
            </a:solidFill>
            <a:prstDash val="solid"/>
            <a:round/>
            <a:headEnd len="med" w="med" type="none"/>
            <a:tailEnd len="med" w="med" type="triangle"/>
          </a:ln>
        </p:spPr>
      </p:cxnSp>
      <p:cxnSp>
        <p:nvCxnSpPr>
          <p:cNvPr id="616" name="Google Shape;616;p43"/>
          <p:cNvCxnSpPr>
            <a:stCxn id="608" idx="2"/>
            <a:endCxn id="614" idx="0"/>
          </p:cNvCxnSpPr>
          <p:nvPr/>
        </p:nvCxnSpPr>
        <p:spPr>
          <a:xfrm flipH="1">
            <a:off x="7015725" y="2964950"/>
            <a:ext cx="6300" cy="314100"/>
          </a:xfrm>
          <a:prstGeom prst="straightConnector1">
            <a:avLst/>
          </a:prstGeom>
          <a:noFill/>
          <a:ln cap="flat" cmpd="sng" w="9525">
            <a:solidFill>
              <a:schemeClr val="dk1"/>
            </a:solidFill>
            <a:prstDash val="solid"/>
            <a:round/>
            <a:headEnd len="med" w="med" type="none"/>
            <a:tailEnd len="med" w="med" type="triangle"/>
          </a:ln>
        </p:spPr>
      </p:cxnSp>
      <p:sp>
        <p:nvSpPr>
          <p:cNvPr id="617" name="Google Shape;617;p43"/>
          <p:cNvSpPr txBox="1"/>
          <p:nvPr>
            <p:ph type="title"/>
          </p:nvPr>
        </p:nvSpPr>
        <p:spPr>
          <a:xfrm>
            <a:off x="4442550" y="159335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618" name="Google Shape;618;p43"/>
          <p:cNvSpPr txBox="1"/>
          <p:nvPr>
            <p:ph type="title"/>
          </p:nvPr>
        </p:nvSpPr>
        <p:spPr>
          <a:xfrm>
            <a:off x="6501075" y="43137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4"/>
          <p:cNvSpPr txBox="1"/>
          <p:nvPr>
            <p:ph type="title"/>
          </p:nvPr>
        </p:nvSpPr>
        <p:spPr>
          <a:xfrm>
            <a:off x="354400" y="29542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at anywhere</a:t>
            </a:r>
            <a:endParaRPr/>
          </a:p>
        </p:txBody>
      </p:sp>
      <p:sp>
        <p:nvSpPr>
          <p:cNvPr id="624" name="Google Shape;624;p44"/>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6" name="Google Shape;626;p44"/>
          <p:cNvSpPr txBox="1"/>
          <p:nvPr>
            <p:ph idx="4294967295" type="subTitle"/>
          </p:nvPr>
        </p:nvSpPr>
        <p:spPr>
          <a:xfrm>
            <a:off x="354400" y="931325"/>
            <a:ext cx="3420600" cy="332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chèn một nút vào giữa danh sách liên kết, ta làm các bước như sau:</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Khởi tạo một nút mang </a:t>
            </a:r>
            <a:r>
              <a:rPr b="1" lang="en">
                <a:latin typeface="Manrope"/>
                <a:ea typeface="Manrope"/>
                <a:cs typeface="Manrope"/>
                <a:sym typeface="Manrope"/>
              </a:rPr>
              <a:t>data</a:t>
            </a:r>
            <a:r>
              <a:rPr lang="en">
                <a:latin typeface="Manrope Medium"/>
                <a:ea typeface="Manrope Medium"/>
                <a:cs typeface="Manrope Medium"/>
                <a:sym typeface="Manrope Medium"/>
              </a:rPr>
              <a:t> cần chèn và </a:t>
            </a:r>
            <a:r>
              <a:rPr b="1" lang="en">
                <a:latin typeface="Manrope"/>
                <a:ea typeface="Manrope"/>
                <a:cs typeface="Manrope"/>
                <a:sym typeface="Manrope"/>
              </a:rPr>
              <a:t>con trỏ mang giá trị NULL </a:t>
            </a:r>
            <a:r>
              <a:rPr lang="en">
                <a:latin typeface="Manrope Medium"/>
                <a:ea typeface="Manrope Medium"/>
                <a:cs typeface="Manrope Medium"/>
                <a:sym typeface="Manrope Medium"/>
              </a:rPr>
              <a:t>bằng cách yêu cầu máy tính cấp phát một vùng nhớ cho nút này.</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2</a:t>
            </a:r>
            <a:r>
              <a:rPr lang="en">
                <a:latin typeface="Manrope Medium"/>
                <a:ea typeface="Manrope Medium"/>
                <a:cs typeface="Manrope Medium"/>
                <a:sym typeface="Manrope Medium"/>
              </a:rPr>
              <a:t>: Tìm đến node mà ta cần chèn vào </a:t>
            </a:r>
            <a:r>
              <a:rPr b="1" lang="en">
                <a:latin typeface="Manrope"/>
                <a:ea typeface="Manrope"/>
                <a:cs typeface="Manrope"/>
                <a:sym typeface="Manrope"/>
              </a:rPr>
              <a:t>sau </a:t>
            </a:r>
            <a:r>
              <a:rPr lang="en">
                <a:latin typeface="Manrope Medium"/>
                <a:ea typeface="Manrope Medium"/>
                <a:cs typeface="Manrope Medium"/>
                <a:sym typeface="Manrope Medium"/>
              </a:rPr>
              <a:t>nó và gán con trỏ next của nó cho con trỏ next của node cần chèn.</a:t>
            </a:r>
            <a:endParaRPr>
              <a:latin typeface="Manrope Medium"/>
              <a:ea typeface="Manrope Medium"/>
              <a:cs typeface="Manrope Medium"/>
              <a:sym typeface="Manrope Medium"/>
            </a:endParaRPr>
          </a:p>
          <a:p>
            <a:pPr indent="0" lvl="0" marL="0" rtl="0" algn="l">
              <a:spcBef>
                <a:spcPts val="1000"/>
              </a:spcBef>
              <a:spcAft>
                <a:spcPts val="1000"/>
              </a:spcAft>
              <a:buNone/>
            </a:pPr>
            <a:r>
              <a:t/>
            </a:r>
            <a:endParaRPr>
              <a:latin typeface="Manrope Medium"/>
              <a:ea typeface="Manrope Medium"/>
              <a:cs typeface="Manrope Medium"/>
              <a:sym typeface="Manrope Medium"/>
            </a:endParaRPr>
          </a:p>
        </p:txBody>
      </p:sp>
      <p:grpSp>
        <p:nvGrpSpPr>
          <p:cNvPr id="627" name="Google Shape;627;p44"/>
          <p:cNvGrpSpPr/>
          <p:nvPr/>
        </p:nvGrpSpPr>
        <p:grpSpPr>
          <a:xfrm>
            <a:off x="6514500" y="2833975"/>
            <a:ext cx="2058600" cy="733500"/>
            <a:chOff x="5528875" y="1072950"/>
            <a:chExt cx="2058600" cy="733500"/>
          </a:xfrm>
        </p:grpSpPr>
        <p:sp>
          <p:nvSpPr>
            <p:cNvPr id="628" name="Google Shape;628;p44"/>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629" name="Google Shape;629;p44"/>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sp>
        <p:nvSpPr>
          <p:cNvPr id="630" name="Google Shape;630;p44"/>
          <p:cNvSpPr txBox="1"/>
          <p:nvPr/>
        </p:nvSpPr>
        <p:spPr>
          <a:xfrm>
            <a:off x="6514500" y="2495275"/>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1x013e11</a:t>
            </a:r>
            <a:endParaRPr sz="1000"/>
          </a:p>
        </p:txBody>
      </p:sp>
      <p:grpSp>
        <p:nvGrpSpPr>
          <p:cNvPr id="631" name="Google Shape;631;p44"/>
          <p:cNvGrpSpPr/>
          <p:nvPr/>
        </p:nvGrpSpPr>
        <p:grpSpPr>
          <a:xfrm>
            <a:off x="4442550" y="326450"/>
            <a:ext cx="2058600" cy="733500"/>
            <a:chOff x="5528875" y="1072950"/>
            <a:chExt cx="2058600" cy="733500"/>
          </a:xfrm>
        </p:grpSpPr>
        <p:sp>
          <p:nvSpPr>
            <p:cNvPr id="632" name="Google Shape;632;p44"/>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633" name="Google Shape;633;p44"/>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grpSp>
        <p:nvGrpSpPr>
          <p:cNvPr id="634" name="Google Shape;634;p44"/>
          <p:cNvGrpSpPr/>
          <p:nvPr/>
        </p:nvGrpSpPr>
        <p:grpSpPr>
          <a:xfrm>
            <a:off x="5478075" y="1221650"/>
            <a:ext cx="2058600" cy="1057500"/>
            <a:chOff x="5782875" y="612050"/>
            <a:chExt cx="2058600" cy="1057500"/>
          </a:xfrm>
        </p:grpSpPr>
        <p:grpSp>
          <p:nvGrpSpPr>
            <p:cNvPr id="635" name="Google Shape;635;p44"/>
            <p:cNvGrpSpPr/>
            <p:nvPr/>
          </p:nvGrpSpPr>
          <p:grpSpPr>
            <a:xfrm>
              <a:off x="5782875" y="936050"/>
              <a:ext cx="2058600" cy="733500"/>
              <a:chOff x="5528875" y="1072950"/>
              <a:chExt cx="2058600" cy="733500"/>
            </a:xfrm>
          </p:grpSpPr>
          <p:sp>
            <p:nvSpPr>
              <p:cNvPr id="636" name="Google Shape;636;p44"/>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637" name="Google Shape;637;p44"/>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sp>
          <p:nvSpPr>
            <p:cNvPr id="638" name="Google Shape;638;p44"/>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639" name="Google Shape;639;p44"/>
          <p:cNvGrpSpPr/>
          <p:nvPr/>
        </p:nvGrpSpPr>
        <p:grpSpPr>
          <a:xfrm>
            <a:off x="5053350" y="3583850"/>
            <a:ext cx="2058600" cy="1057500"/>
            <a:chOff x="5782875" y="612050"/>
            <a:chExt cx="2058600" cy="1057500"/>
          </a:xfrm>
        </p:grpSpPr>
        <p:grpSp>
          <p:nvGrpSpPr>
            <p:cNvPr id="640" name="Google Shape;640;p44"/>
            <p:cNvGrpSpPr/>
            <p:nvPr/>
          </p:nvGrpSpPr>
          <p:grpSpPr>
            <a:xfrm>
              <a:off x="5782875" y="936050"/>
              <a:ext cx="2058600" cy="733500"/>
              <a:chOff x="5528875" y="1072950"/>
              <a:chExt cx="2058600" cy="733500"/>
            </a:xfrm>
          </p:grpSpPr>
          <p:sp>
            <p:nvSpPr>
              <p:cNvPr id="641" name="Google Shape;641;p44"/>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642" name="Google Shape;642;p44"/>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643" name="Google Shape;643;p44"/>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644" name="Google Shape;644;p44"/>
          <p:cNvCxnSpPr>
            <a:stCxn id="633" idx="2"/>
            <a:endCxn id="638" idx="0"/>
          </p:cNvCxnSpPr>
          <p:nvPr/>
        </p:nvCxnSpPr>
        <p:spPr>
          <a:xfrm>
            <a:off x="5986500" y="1059950"/>
            <a:ext cx="6300" cy="161700"/>
          </a:xfrm>
          <a:prstGeom prst="straightConnector1">
            <a:avLst/>
          </a:prstGeom>
          <a:noFill/>
          <a:ln cap="flat" cmpd="sng" w="9525">
            <a:solidFill>
              <a:schemeClr val="dk1"/>
            </a:solidFill>
            <a:prstDash val="solid"/>
            <a:round/>
            <a:headEnd len="med" w="med" type="none"/>
            <a:tailEnd len="med" w="med" type="triangle"/>
          </a:ln>
        </p:spPr>
      </p:cxnSp>
      <p:cxnSp>
        <p:nvCxnSpPr>
          <p:cNvPr id="645" name="Google Shape;645;p44"/>
          <p:cNvCxnSpPr>
            <a:stCxn id="629" idx="2"/>
            <a:endCxn id="643" idx="3"/>
          </p:cNvCxnSpPr>
          <p:nvPr/>
        </p:nvCxnSpPr>
        <p:spPr>
          <a:xfrm flipH="1">
            <a:off x="6082650" y="3567475"/>
            <a:ext cx="1975800" cy="185700"/>
          </a:xfrm>
          <a:prstGeom prst="straightConnector1">
            <a:avLst/>
          </a:prstGeom>
          <a:noFill/>
          <a:ln cap="flat" cmpd="sng" w="9525">
            <a:solidFill>
              <a:schemeClr val="dk1"/>
            </a:solidFill>
            <a:prstDash val="solid"/>
            <a:round/>
            <a:headEnd len="med" w="med" type="none"/>
            <a:tailEnd len="med" w="med" type="triangle"/>
          </a:ln>
        </p:spPr>
      </p:cxnSp>
      <p:sp>
        <p:nvSpPr>
          <p:cNvPr id="646" name="Google Shape;646;p44"/>
          <p:cNvSpPr txBox="1"/>
          <p:nvPr>
            <p:ph type="title"/>
          </p:nvPr>
        </p:nvSpPr>
        <p:spPr>
          <a:xfrm>
            <a:off x="4442550" y="98375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647" name="Google Shape;647;p44"/>
          <p:cNvSpPr txBox="1"/>
          <p:nvPr>
            <p:ph type="title"/>
          </p:nvPr>
        </p:nvSpPr>
        <p:spPr>
          <a:xfrm>
            <a:off x="5053350" y="454110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5"/>
          <p:cNvSpPr txBox="1"/>
          <p:nvPr>
            <p:ph type="title"/>
          </p:nvPr>
        </p:nvSpPr>
        <p:spPr>
          <a:xfrm>
            <a:off x="354400" y="29542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at anywhere</a:t>
            </a:r>
            <a:endParaRPr/>
          </a:p>
        </p:txBody>
      </p:sp>
      <p:sp>
        <p:nvSpPr>
          <p:cNvPr id="653" name="Google Shape;653;p45"/>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4" name="Google Shape;654;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5" name="Google Shape;655;p45"/>
          <p:cNvSpPr txBox="1"/>
          <p:nvPr>
            <p:ph idx="4294967295" type="subTitle"/>
          </p:nvPr>
        </p:nvSpPr>
        <p:spPr>
          <a:xfrm>
            <a:off x="354400" y="931325"/>
            <a:ext cx="3420600" cy="332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chèn một nút vào giữa danh sách liên kết, ta làm các bước như sau:</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Khởi tạo một nút mang </a:t>
            </a:r>
            <a:r>
              <a:rPr b="1" lang="en">
                <a:latin typeface="Manrope"/>
                <a:ea typeface="Manrope"/>
                <a:cs typeface="Manrope"/>
                <a:sym typeface="Manrope"/>
              </a:rPr>
              <a:t>data</a:t>
            </a:r>
            <a:r>
              <a:rPr lang="en">
                <a:latin typeface="Manrope Medium"/>
                <a:ea typeface="Manrope Medium"/>
                <a:cs typeface="Manrope Medium"/>
                <a:sym typeface="Manrope Medium"/>
              </a:rPr>
              <a:t> cần chèn và </a:t>
            </a:r>
            <a:r>
              <a:rPr b="1" lang="en">
                <a:latin typeface="Manrope"/>
                <a:ea typeface="Manrope"/>
                <a:cs typeface="Manrope"/>
                <a:sym typeface="Manrope"/>
              </a:rPr>
              <a:t>con trỏ mang giá trị NULL </a:t>
            </a:r>
            <a:r>
              <a:rPr lang="en">
                <a:latin typeface="Manrope Medium"/>
                <a:ea typeface="Manrope Medium"/>
                <a:cs typeface="Manrope Medium"/>
                <a:sym typeface="Manrope Medium"/>
              </a:rPr>
              <a:t>bằng cách yêu cầu máy tính cấp phát một vùng nhớ cho nút này.</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2</a:t>
            </a:r>
            <a:r>
              <a:rPr lang="en">
                <a:latin typeface="Manrope Medium"/>
                <a:ea typeface="Manrope Medium"/>
                <a:cs typeface="Manrope Medium"/>
                <a:sym typeface="Manrope Medium"/>
              </a:rPr>
              <a:t>: Tìm đến node mà ta cần chèn vào </a:t>
            </a:r>
            <a:r>
              <a:rPr b="1" lang="en">
                <a:latin typeface="Manrope"/>
                <a:ea typeface="Manrope"/>
                <a:cs typeface="Manrope"/>
                <a:sym typeface="Manrope"/>
              </a:rPr>
              <a:t>sau </a:t>
            </a:r>
            <a:r>
              <a:rPr lang="en">
                <a:latin typeface="Manrope Medium"/>
                <a:ea typeface="Manrope Medium"/>
                <a:cs typeface="Manrope Medium"/>
                <a:sym typeface="Manrope Medium"/>
              </a:rPr>
              <a:t>nó và gán con trỏ next của nó cho con trỏ next của node cần chèn.</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3</a:t>
            </a:r>
            <a:r>
              <a:rPr lang="en">
                <a:latin typeface="Manrope Medium"/>
                <a:ea typeface="Manrope Medium"/>
                <a:cs typeface="Manrope Medium"/>
                <a:sym typeface="Manrope Medium"/>
              </a:rPr>
              <a:t>: Next của node cần chèn trỏ đến node sau nó.</a:t>
            </a:r>
            <a:endParaRPr>
              <a:latin typeface="Manrope Medium"/>
              <a:ea typeface="Manrope Medium"/>
              <a:cs typeface="Manrope Medium"/>
              <a:sym typeface="Manrope Medium"/>
            </a:endParaRPr>
          </a:p>
        </p:txBody>
      </p:sp>
      <p:grpSp>
        <p:nvGrpSpPr>
          <p:cNvPr id="656" name="Google Shape;656;p45"/>
          <p:cNvGrpSpPr/>
          <p:nvPr/>
        </p:nvGrpSpPr>
        <p:grpSpPr>
          <a:xfrm>
            <a:off x="6514500" y="2833975"/>
            <a:ext cx="2058600" cy="733500"/>
            <a:chOff x="5528875" y="1072950"/>
            <a:chExt cx="2058600" cy="733500"/>
          </a:xfrm>
        </p:grpSpPr>
        <p:sp>
          <p:nvSpPr>
            <p:cNvPr id="657" name="Google Shape;657;p45"/>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658" name="Google Shape;658;p45"/>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sp>
        <p:nvSpPr>
          <p:cNvPr id="659" name="Google Shape;659;p45"/>
          <p:cNvSpPr txBox="1"/>
          <p:nvPr/>
        </p:nvSpPr>
        <p:spPr>
          <a:xfrm>
            <a:off x="6514500" y="2495275"/>
            <a:ext cx="1032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1x013e11</a:t>
            </a:r>
            <a:endParaRPr sz="1000"/>
          </a:p>
        </p:txBody>
      </p:sp>
      <p:grpSp>
        <p:nvGrpSpPr>
          <p:cNvPr id="660" name="Google Shape;660;p45"/>
          <p:cNvGrpSpPr/>
          <p:nvPr/>
        </p:nvGrpSpPr>
        <p:grpSpPr>
          <a:xfrm>
            <a:off x="4442550" y="326450"/>
            <a:ext cx="2058600" cy="733500"/>
            <a:chOff x="5528875" y="1072950"/>
            <a:chExt cx="2058600" cy="733500"/>
          </a:xfrm>
        </p:grpSpPr>
        <p:sp>
          <p:nvSpPr>
            <p:cNvPr id="661" name="Google Shape;661;p45"/>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662" name="Google Shape;662;p45"/>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grpSp>
        <p:nvGrpSpPr>
          <p:cNvPr id="663" name="Google Shape;663;p45"/>
          <p:cNvGrpSpPr/>
          <p:nvPr/>
        </p:nvGrpSpPr>
        <p:grpSpPr>
          <a:xfrm>
            <a:off x="5478075" y="1221650"/>
            <a:ext cx="2058600" cy="1057500"/>
            <a:chOff x="5782875" y="612050"/>
            <a:chExt cx="2058600" cy="1057500"/>
          </a:xfrm>
        </p:grpSpPr>
        <p:grpSp>
          <p:nvGrpSpPr>
            <p:cNvPr id="664" name="Google Shape;664;p45"/>
            <p:cNvGrpSpPr/>
            <p:nvPr/>
          </p:nvGrpSpPr>
          <p:grpSpPr>
            <a:xfrm>
              <a:off x="5782875" y="936050"/>
              <a:ext cx="2058600" cy="733500"/>
              <a:chOff x="5528875" y="1072950"/>
              <a:chExt cx="2058600" cy="733500"/>
            </a:xfrm>
          </p:grpSpPr>
          <p:sp>
            <p:nvSpPr>
              <p:cNvPr id="665" name="Google Shape;665;p45"/>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666" name="Google Shape;666;p45"/>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1x013e11</a:t>
                </a:r>
                <a:endParaRPr>
                  <a:latin typeface="Consolas"/>
                  <a:ea typeface="Consolas"/>
                  <a:cs typeface="Consolas"/>
                  <a:sym typeface="Consolas"/>
                </a:endParaRPr>
              </a:p>
            </p:txBody>
          </p:sp>
        </p:grpSp>
        <p:sp>
          <p:nvSpPr>
            <p:cNvPr id="667" name="Google Shape;667;p45"/>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668" name="Google Shape;668;p45"/>
          <p:cNvGrpSpPr/>
          <p:nvPr/>
        </p:nvGrpSpPr>
        <p:grpSpPr>
          <a:xfrm>
            <a:off x="5891550" y="3583850"/>
            <a:ext cx="2058600" cy="1057500"/>
            <a:chOff x="5782875" y="612050"/>
            <a:chExt cx="2058600" cy="1057500"/>
          </a:xfrm>
        </p:grpSpPr>
        <p:grpSp>
          <p:nvGrpSpPr>
            <p:cNvPr id="669" name="Google Shape;669;p45"/>
            <p:cNvGrpSpPr/>
            <p:nvPr/>
          </p:nvGrpSpPr>
          <p:grpSpPr>
            <a:xfrm>
              <a:off x="5782875" y="936050"/>
              <a:ext cx="2058600" cy="733500"/>
              <a:chOff x="5528875" y="1072950"/>
              <a:chExt cx="2058600" cy="733500"/>
            </a:xfrm>
          </p:grpSpPr>
          <p:sp>
            <p:nvSpPr>
              <p:cNvPr id="670" name="Google Shape;670;p45"/>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671" name="Google Shape;671;p45"/>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672" name="Google Shape;672;p45"/>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673" name="Google Shape;673;p45"/>
          <p:cNvCxnSpPr>
            <a:stCxn id="662" idx="2"/>
            <a:endCxn id="667" idx="0"/>
          </p:cNvCxnSpPr>
          <p:nvPr/>
        </p:nvCxnSpPr>
        <p:spPr>
          <a:xfrm>
            <a:off x="5986500" y="1059950"/>
            <a:ext cx="6300" cy="161700"/>
          </a:xfrm>
          <a:prstGeom prst="straightConnector1">
            <a:avLst/>
          </a:prstGeom>
          <a:noFill/>
          <a:ln cap="flat" cmpd="sng" w="9525">
            <a:solidFill>
              <a:schemeClr val="dk1"/>
            </a:solidFill>
            <a:prstDash val="solid"/>
            <a:round/>
            <a:headEnd len="med" w="med" type="none"/>
            <a:tailEnd len="med" w="med" type="triangle"/>
          </a:ln>
        </p:spPr>
      </p:cxnSp>
      <p:cxnSp>
        <p:nvCxnSpPr>
          <p:cNvPr id="674" name="Google Shape;674;p45"/>
          <p:cNvCxnSpPr>
            <a:stCxn id="658" idx="2"/>
            <a:endCxn id="672" idx="3"/>
          </p:cNvCxnSpPr>
          <p:nvPr/>
        </p:nvCxnSpPr>
        <p:spPr>
          <a:xfrm flipH="1">
            <a:off x="6920850" y="3567475"/>
            <a:ext cx="1137600" cy="185700"/>
          </a:xfrm>
          <a:prstGeom prst="straightConnector1">
            <a:avLst/>
          </a:prstGeom>
          <a:noFill/>
          <a:ln cap="flat" cmpd="sng" w="9525">
            <a:solidFill>
              <a:schemeClr val="dk1"/>
            </a:solidFill>
            <a:prstDash val="solid"/>
            <a:round/>
            <a:headEnd len="med" w="med" type="none"/>
            <a:tailEnd len="med" w="med" type="triangle"/>
          </a:ln>
        </p:spPr>
      </p:cxnSp>
      <p:sp>
        <p:nvSpPr>
          <p:cNvPr id="675" name="Google Shape;675;p45"/>
          <p:cNvSpPr txBox="1"/>
          <p:nvPr>
            <p:ph type="title"/>
          </p:nvPr>
        </p:nvSpPr>
        <p:spPr>
          <a:xfrm>
            <a:off x="4442550" y="98375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676" name="Google Shape;676;p45"/>
          <p:cNvSpPr txBox="1"/>
          <p:nvPr>
            <p:ph type="title"/>
          </p:nvPr>
        </p:nvSpPr>
        <p:spPr>
          <a:xfrm>
            <a:off x="5891550" y="454080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cxnSp>
        <p:nvCxnSpPr>
          <p:cNvPr id="677" name="Google Shape;677;p45"/>
          <p:cNvCxnSpPr>
            <a:stCxn id="666" idx="2"/>
            <a:endCxn id="659" idx="0"/>
          </p:cNvCxnSpPr>
          <p:nvPr/>
        </p:nvCxnSpPr>
        <p:spPr>
          <a:xfrm>
            <a:off x="7022025" y="2279150"/>
            <a:ext cx="9000" cy="2160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46"/>
          <p:cNvSpPr txBox="1"/>
          <p:nvPr>
            <p:ph type="title"/>
          </p:nvPr>
        </p:nvSpPr>
        <p:spPr>
          <a:xfrm>
            <a:off x="953525" y="2420138"/>
            <a:ext cx="40143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Deletion</a:t>
            </a:r>
            <a:endParaRPr/>
          </a:p>
        </p:txBody>
      </p:sp>
      <p:sp>
        <p:nvSpPr>
          <p:cNvPr id="683" name="Google Shape;683;p46"/>
          <p:cNvSpPr txBox="1"/>
          <p:nvPr>
            <p:ph idx="2" type="title"/>
          </p:nvPr>
        </p:nvSpPr>
        <p:spPr>
          <a:xfrm>
            <a:off x="1029725" y="1380260"/>
            <a:ext cx="1162200" cy="96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684" name="Google Shape;684;p46"/>
          <p:cNvSpPr txBox="1"/>
          <p:nvPr>
            <p:ph idx="1" type="subTitle"/>
          </p:nvPr>
        </p:nvSpPr>
        <p:spPr>
          <a:xfrm>
            <a:off x="1029725" y="3338138"/>
            <a:ext cx="4014300" cy="42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Delete a node from a list</a:t>
            </a:r>
            <a:endParaRPr/>
          </a:p>
        </p:txBody>
      </p:sp>
      <p:pic>
        <p:nvPicPr>
          <p:cNvPr id="685" name="Google Shape;685;p46"/>
          <p:cNvPicPr preferRelativeResize="0"/>
          <p:nvPr/>
        </p:nvPicPr>
        <p:blipFill>
          <a:blip r:embed="rId3">
            <a:alphaModFix/>
          </a:blip>
          <a:stretch>
            <a:fillRect/>
          </a:stretch>
        </p:blipFill>
        <p:spPr>
          <a:xfrm flipH="1">
            <a:off x="5561149" y="564800"/>
            <a:ext cx="2773276" cy="4013901"/>
          </a:xfrm>
          <a:prstGeom prst="rect">
            <a:avLst/>
          </a:prstGeom>
          <a:noFill/>
          <a:ln>
            <a:noFill/>
          </a:ln>
        </p:spPr>
      </p:pic>
      <p:grpSp>
        <p:nvGrpSpPr>
          <p:cNvPr id="686" name="Google Shape;686;p46"/>
          <p:cNvGrpSpPr/>
          <p:nvPr/>
        </p:nvGrpSpPr>
        <p:grpSpPr>
          <a:xfrm>
            <a:off x="713227" y="641003"/>
            <a:ext cx="528284" cy="551566"/>
            <a:chOff x="3811336" y="4060154"/>
            <a:chExt cx="351299" cy="366708"/>
          </a:xfrm>
        </p:grpSpPr>
        <p:sp>
          <p:nvSpPr>
            <p:cNvPr id="687" name="Google Shape;687;p46"/>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8" name="Google Shape;688;p46"/>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9" name="Google Shape;689;p46"/>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0" name="Google Shape;690;p46"/>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1" name="Google Shape;691;p46"/>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92" name="Google Shape;692;p46"/>
          <p:cNvGrpSpPr/>
          <p:nvPr/>
        </p:nvGrpSpPr>
        <p:grpSpPr>
          <a:xfrm>
            <a:off x="8154998" y="3338143"/>
            <a:ext cx="357763" cy="373493"/>
            <a:chOff x="3811336" y="4060154"/>
            <a:chExt cx="351299" cy="366708"/>
          </a:xfrm>
        </p:grpSpPr>
        <p:sp>
          <p:nvSpPr>
            <p:cNvPr id="693" name="Google Shape;693;p46"/>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46"/>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5" name="Google Shape;695;p46"/>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6" name="Google Shape;696;p46"/>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7" name="Google Shape;697;p46"/>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98" name="Google Shape;698;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47"/>
          <p:cNvSpPr txBox="1"/>
          <p:nvPr>
            <p:ph type="title"/>
          </p:nvPr>
        </p:nvSpPr>
        <p:spPr>
          <a:xfrm>
            <a:off x="354400" y="33417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Delete</a:t>
            </a:r>
            <a:r>
              <a:rPr b="1" lang="en"/>
              <a:t> at </a:t>
            </a:r>
            <a:r>
              <a:rPr b="1" lang="en"/>
              <a:t>head</a:t>
            </a:r>
            <a:endParaRPr b="1"/>
          </a:p>
        </p:txBody>
      </p:sp>
      <p:sp>
        <p:nvSpPr>
          <p:cNvPr id="704" name="Google Shape;704;p47"/>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5" name="Google Shape;705;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6" name="Google Shape;706;p47"/>
          <p:cNvSpPr txBox="1"/>
          <p:nvPr>
            <p:ph idx="4294967295" type="subTitle"/>
          </p:nvPr>
        </p:nvSpPr>
        <p:spPr>
          <a:xfrm>
            <a:off x="354400" y="931325"/>
            <a:ext cx="3420600" cy="156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a:t>
            </a:r>
            <a:r>
              <a:rPr lang="en">
                <a:latin typeface="Manrope Medium"/>
                <a:ea typeface="Manrope Medium"/>
                <a:cs typeface="Manrope Medium"/>
                <a:sym typeface="Manrope Medium"/>
              </a:rPr>
              <a:t>xoá</a:t>
            </a:r>
            <a:r>
              <a:rPr lang="en">
                <a:latin typeface="Manrope Medium"/>
                <a:ea typeface="Manrope Medium"/>
                <a:cs typeface="Manrope Medium"/>
                <a:sym typeface="Manrope Medium"/>
              </a:rPr>
              <a:t> một nút ở </a:t>
            </a:r>
            <a:r>
              <a:rPr lang="en">
                <a:latin typeface="Manrope Medium"/>
                <a:ea typeface="Manrope Medium"/>
                <a:cs typeface="Manrope Medium"/>
                <a:sym typeface="Manrope Medium"/>
              </a:rPr>
              <a:t>đầu</a:t>
            </a:r>
            <a:r>
              <a:rPr lang="en">
                <a:latin typeface="Manrope Medium"/>
                <a:ea typeface="Manrope Medium"/>
                <a:cs typeface="Manrope Medium"/>
                <a:sym typeface="Manrope Medium"/>
              </a:rPr>
              <a:t> danh sách liên kết, ta </a:t>
            </a:r>
            <a:r>
              <a:rPr lang="en">
                <a:latin typeface="Manrope Medium"/>
                <a:ea typeface="Manrope Medium"/>
                <a:cs typeface="Manrope Medium"/>
                <a:sym typeface="Manrope Medium"/>
              </a:rPr>
              <a:t>cần:</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Gán HEAD cho node thứ hai bằng cách gán head cho con trỏ next của chính nó hiện tại (1x098e72).</a:t>
            </a:r>
            <a:endParaRPr>
              <a:latin typeface="Manrope Medium"/>
              <a:ea typeface="Manrope Medium"/>
              <a:cs typeface="Manrope Medium"/>
              <a:sym typeface="Manrope Medium"/>
            </a:endParaRPr>
          </a:p>
        </p:txBody>
      </p:sp>
      <p:grpSp>
        <p:nvGrpSpPr>
          <p:cNvPr id="707" name="Google Shape;707;p47"/>
          <p:cNvGrpSpPr/>
          <p:nvPr/>
        </p:nvGrpSpPr>
        <p:grpSpPr>
          <a:xfrm>
            <a:off x="4442550" y="859850"/>
            <a:ext cx="2058600" cy="733500"/>
            <a:chOff x="5528875" y="1072950"/>
            <a:chExt cx="2058600" cy="733500"/>
          </a:xfrm>
        </p:grpSpPr>
        <p:sp>
          <p:nvSpPr>
            <p:cNvPr id="708" name="Google Shape;708;p47"/>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709" name="Google Shape;709;p47"/>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grpSp>
        <p:nvGrpSpPr>
          <p:cNvPr id="710" name="Google Shape;710;p47"/>
          <p:cNvGrpSpPr/>
          <p:nvPr/>
        </p:nvGrpSpPr>
        <p:grpSpPr>
          <a:xfrm>
            <a:off x="5478075" y="1907450"/>
            <a:ext cx="2058600" cy="1057500"/>
            <a:chOff x="5782875" y="612050"/>
            <a:chExt cx="2058600" cy="1057500"/>
          </a:xfrm>
        </p:grpSpPr>
        <p:grpSp>
          <p:nvGrpSpPr>
            <p:cNvPr id="711" name="Google Shape;711;p47"/>
            <p:cNvGrpSpPr/>
            <p:nvPr/>
          </p:nvGrpSpPr>
          <p:grpSpPr>
            <a:xfrm>
              <a:off x="5782875" y="936050"/>
              <a:ext cx="2058600" cy="733500"/>
              <a:chOff x="5528875" y="1072950"/>
              <a:chExt cx="2058600" cy="733500"/>
            </a:xfrm>
          </p:grpSpPr>
          <p:sp>
            <p:nvSpPr>
              <p:cNvPr id="712" name="Google Shape;712;p47"/>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713" name="Google Shape;713;p47"/>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sp>
          <p:nvSpPr>
            <p:cNvPr id="714" name="Google Shape;714;p47"/>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715" name="Google Shape;715;p47"/>
          <p:cNvGrpSpPr/>
          <p:nvPr/>
        </p:nvGrpSpPr>
        <p:grpSpPr>
          <a:xfrm>
            <a:off x="6501150" y="3279050"/>
            <a:ext cx="2058600" cy="1057500"/>
            <a:chOff x="5782875" y="612050"/>
            <a:chExt cx="2058600" cy="1057500"/>
          </a:xfrm>
        </p:grpSpPr>
        <p:grpSp>
          <p:nvGrpSpPr>
            <p:cNvPr id="716" name="Google Shape;716;p47"/>
            <p:cNvGrpSpPr/>
            <p:nvPr/>
          </p:nvGrpSpPr>
          <p:grpSpPr>
            <a:xfrm>
              <a:off x="5782875" y="936050"/>
              <a:ext cx="2058600" cy="733500"/>
              <a:chOff x="5528875" y="1072950"/>
              <a:chExt cx="2058600" cy="733500"/>
            </a:xfrm>
          </p:grpSpPr>
          <p:sp>
            <p:nvSpPr>
              <p:cNvPr id="717" name="Google Shape;717;p47"/>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718" name="Google Shape;718;p47"/>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719" name="Google Shape;719;p47"/>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720" name="Google Shape;720;p47"/>
          <p:cNvCxnSpPr>
            <a:stCxn id="709" idx="2"/>
            <a:endCxn id="714" idx="0"/>
          </p:cNvCxnSpPr>
          <p:nvPr/>
        </p:nvCxnSpPr>
        <p:spPr>
          <a:xfrm>
            <a:off x="5986500" y="1593350"/>
            <a:ext cx="6300" cy="314100"/>
          </a:xfrm>
          <a:prstGeom prst="straightConnector1">
            <a:avLst/>
          </a:prstGeom>
          <a:noFill/>
          <a:ln cap="flat" cmpd="sng" w="9525">
            <a:solidFill>
              <a:schemeClr val="dk1"/>
            </a:solidFill>
            <a:prstDash val="solid"/>
            <a:round/>
            <a:headEnd len="med" w="med" type="none"/>
            <a:tailEnd len="med" w="med" type="triangle"/>
          </a:ln>
        </p:spPr>
      </p:cxnSp>
      <p:cxnSp>
        <p:nvCxnSpPr>
          <p:cNvPr id="721" name="Google Shape;721;p47"/>
          <p:cNvCxnSpPr>
            <a:stCxn id="713" idx="2"/>
            <a:endCxn id="719" idx="0"/>
          </p:cNvCxnSpPr>
          <p:nvPr/>
        </p:nvCxnSpPr>
        <p:spPr>
          <a:xfrm flipH="1">
            <a:off x="7015725" y="2964950"/>
            <a:ext cx="6300" cy="314100"/>
          </a:xfrm>
          <a:prstGeom prst="straightConnector1">
            <a:avLst/>
          </a:prstGeom>
          <a:noFill/>
          <a:ln cap="flat" cmpd="sng" w="9525">
            <a:solidFill>
              <a:schemeClr val="dk1"/>
            </a:solidFill>
            <a:prstDash val="solid"/>
            <a:round/>
            <a:headEnd len="med" w="med" type="none"/>
            <a:tailEnd len="med" w="med" type="triangle"/>
          </a:ln>
        </p:spPr>
      </p:cxnSp>
      <p:sp>
        <p:nvSpPr>
          <p:cNvPr id="722" name="Google Shape;722;p47"/>
          <p:cNvSpPr txBox="1"/>
          <p:nvPr>
            <p:ph type="title"/>
          </p:nvPr>
        </p:nvSpPr>
        <p:spPr>
          <a:xfrm>
            <a:off x="5471850" y="296495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723" name="Google Shape;723;p47"/>
          <p:cNvSpPr txBox="1"/>
          <p:nvPr>
            <p:ph type="title"/>
          </p:nvPr>
        </p:nvSpPr>
        <p:spPr>
          <a:xfrm>
            <a:off x="6501075" y="43137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48"/>
          <p:cNvSpPr txBox="1"/>
          <p:nvPr>
            <p:ph type="title"/>
          </p:nvPr>
        </p:nvSpPr>
        <p:spPr>
          <a:xfrm>
            <a:off x="354400" y="33417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Delete at head</a:t>
            </a:r>
            <a:endParaRPr/>
          </a:p>
        </p:txBody>
      </p:sp>
      <p:sp>
        <p:nvSpPr>
          <p:cNvPr id="729" name="Google Shape;729;p48"/>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0" name="Google Shape;730;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1" name="Google Shape;731;p48"/>
          <p:cNvSpPr txBox="1"/>
          <p:nvPr>
            <p:ph idx="4294967295" type="subTitle"/>
          </p:nvPr>
        </p:nvSpPr>
        <p:spPr>
          <a:xfrm>
            <a:off x="354400" y="931325"/>
            <a:ext cx="3420600" cy="283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xoá một nút ở đầu danh sách liên kết, ta cần:</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Gán HEAD cho node thứ hai bằng cách gán head cho con trỏ next của chính nó hiện tại (1x098e72).</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2:</a:t>
            </a:r>
            <a:r>
              <a:rPr lang="en">
                <a:latin typeface="Manrope Medium"/>
                <a:ea typeface="Manrope Medium"/>
                <a:cs typeface="Manrope Medium"/>
                <a:sym typeface="Manrope Medium"/>
              </a:rPr>
              <a:t> Giải phóng vùng nhớ lưu trữ node vừa xoá.</a:t>
            </a:r>
            <a:endParaRPr>
              <a:latin typeface="Manrope Medium"/>
              <a:ea typeface="Manrope Medium"/>
              <a:cs typeface="Manrope Medium"/>
              <a:sym typeface="Manrope Medium"/>
            </a:endParaRPr>
          </a:p>
        </p:txBody>
      </p:sp>
      <p:grpSp>
        <p:nvGrpSpPr>
          <p:cNvPr id="732" name="Google Shape;732;p48"/>
          <p:cNvGrpSpPr/>
          <p:nvPr/>
        </p:nvGrpSpPr>
        <p:grpSpPr>
          <a:xfrm>
            <a:off x="5478075" y="1907450"/>
            <a:ext cx="2058600" cy="1057500"/>
            <a:chOff x="5782875" y="612050"/>
            <a:chExt cx="2058600" cy="1057500"/>
          </a:xfrm>
        </p:grpSpPr>
        <p:grpSp>
          <p:nvGrpSpPr>
            <p:cNvPr id="733" name="Google Shape;733;p48"/>
            <p:cNvGrpSpPr/>
            <p:nvPr/>
          </p:nvGrpSpPr>
          <p:grpSpPr>
            <a:xfrm>
              <a:off x="5782875" y="936050"/>
              <a:ext cx="2058600" cy="733500"/>
              <a:chOff x="5528875" y="1072950"/>
              <a:chExt cx="2058600" cy="733500"/>
            </a:xfrm>
          </p:grpSpPr>
          <p:sp>
            <p:nvSpPr>
              <p:cNvPr id="734" name="Google Shape;734;p48"/>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735" name="Google Shape;735;p48"/>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sp>
          <p:nvSpPr>
            <p:cNvPr id="736" name="Google Shape;736;p48"/>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737" name="Google Shape;737;p48"/>
          <p:cNvGrpSpPr/>
          <p:nvPr/>
        </p:nvGrpSpPr>
        <p:grpSpPr>
          <a:xfrm>
            <a:off x="6501150" y="3279050"/>
            <a:ext cx="2058600" cy="1057500"/>
            <a:chOff x="5782875" y="612050"/>
            <a:chExt cx="2058600" cy="1057500"/>
          </a:xfrm>
        </p:grpSpPr>
        <p:grpSp>
          <p:nvGrpSpPr>
            <p:cNvPr id="738" name="Google Shape;738;p48"/>
            <p:cNvGrpSpPr/>
            <p:nvPr/>
          </p:nvGrpSpPr>
          <p:grpSpPr>
            <a:xfrm>
              <a:off x="5782875" y="936050"/>
              <a:ext cx="2058600" cy="733500"/>
              <a:chOff x="5528875" y="1072950"/>
              <a:chExt cx="2058600" cy="733500"/>
            </a:xfrm>
          </p:grpSpPr>
          <p:sp>
            <p:nvSpPr>
              <p:cNvPr id="739" name="Google Shape;739;p48"/>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740" name="Google Shape;740;p48"/>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741" name="Google Shape;741;p48"/>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742" name="Google Shape;742;p48"/>
          <p:cNvCxnSpPr>
            <a:stCxn id="735" idx="2"/>
            <a:endCxn id="741" idx="0"/>
          </p:cNvCxnSpPr>
          <p:nvPr/>
        </p:nvCxnSpPr>
        <p:spPr>
          <a:xfrm flipH="1">
            <a:off x="7015725" y="2964950"/>
            <a:ext cx="6300" cy="314100"/>
          </a:xfrm>
          <a:prstGeom prst="straightConnector1">
            <a:avLst/>
          </a:prstGeom>
          <a:noFill/>
          <a:ln cap="flat" cmpd="sng" w="9525">
            <a:solidFill>
              <a:schemeClr val="dk1"/>
            </a:solidFill>
            <a:prstDash val="solid"/>
            <a:round/>
            <a:headEnd len="med" w="med" type="none"/>
            <a:tailEnd len="med" w="med" type="triangle"/>
          </a:ln>
        </p:spPr>
      </p:cxnSp>
      <p:sp>
        <p:nvSpPr>
          <p:cNvPr id="743" name="Google Shape;743;p48"/>
          <p:cNvSpPr txBox="1"/>
          <p:nvPr>
            <p:ph type="title"/>
          </p:nvPr>
        </p:nvSpPr>
        <p:spPr>
          <a:xfrm>
            <a:off x="5509350" y="296495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744" name="Google Shape;744;p48"/>
          <p:cNvSpPr txBox="1"/>
          <p:nvPr>
            <p:ph type="title"/>
          </p:nvPr>
        </p:nvSpPr>
        <p:spPr>
          <a:xfrm>
            <a:off x="6501075" y="43137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grpSp>
        <p:nvGrpSpPr>
          <p:cNvPr id="745" name="Google Shape;745;p48"/>
          <p:cNvGrpSpPr/>
          <p:nvPr/>
        </p:nvGrpSpPr>
        <p:grpSpPr>
          <a:xfrm>
            <a:off x="4442550" y="859850"/>
            <a:ext cx="2058600" cy="733500"/>
            <a:chOff x="5528875" y="1072950"/>
            <a:chExt cx="2058600" cy="733500"/>
          </a:xfrm>
        </p:grpSpPr>
        <p:sp>
          <p:nvSpPr>
            <p:cNvPr id="746" name="Google Shape;746;p48"/>
            <p:cNvSpPr/>
            <p:nvPr/>
          </p:nvSpPr>
          <p:spPr>
            <a:xfrm>
              <a:off x="5528875" y="1072950"/>
              <a:ext cx="1029300" cy="733500"/>
            </a:xfrm>
            <a:prstGeom prst="rect">
              <a:avLst/>
            </a:prstGeom>
            <a:noFill/>
            <a:ln cap="flat" cmpd="sng" w="1905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2F2F2"/>
                  </a:solidFill>
                  <a:latin typeface="Consolas"/>
                  <a:ea typeface="Consolas"/>
                  <a:cs typeface="Consolas"/>
                  <a:sym typeface="Consolas"/>
                </a:rPr>
                <a:t>8</a:t>
              </a:r>
              <a:endParaRPr>
                <a:solidFill>
                  <a:srgbClr val="F2F2F2"/>
                </a:solidFill>
                <a:latin typeface="Consolas"/>
                <a:ea typeface="Consolas"/>
                <a:cs typeface="Consolas"/>
                <a:sym typeface="Consolas"/>
              </a:endParaRPr>
            </a:p>
          </p:txBody>
        </p:sp>
        <p:sp>
          <p:nvSpPr>
            <p:cNvPr id="747" name="Google Shape;747;p48"/>
            <p:cNvSpPr/>
            <p:nvPr/>
          </p:nvSpPr>
          <p:spPr>
            <a:xfrm>
              <a:off x="6558175" y="1072950"/>
              <a:ext cx="1029300" cy="733500"/>
            </a:xfrm>
            <a:prstGeom prst="rect">
              <a:avLst/>
            </a:prstGeom>
            <a:noFill/>
            <a:ln cap="flat" cmpd="sng" w="1905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2F2F2"/>
                  </a:solidFill>
                  <a:latin typeface="Consolas"/>
                  <a:ea typeface="Consolas"/>
                  <a:cs typeface="Consolas"/>
                  <a:sym typeface="Consolas"/>
                </a:rPr>
                <a:t>1x098e72</a:t>
              </a:r>
              <a:endParaRPr>
                <a:solidFill>
                  <a:srgbClr val="F2F2F2"/>
                </a:solidFill>
                <a:latin typeface="Consolas"/>
                <a:ea typeface="Consolas"/>
                <a:cs typeface="Consolas"/>
                <a:sym typeface="Consolas"/>
              </a:endParaRPr>
            </a:p>
          </p:txBody>
        </p:sp>
      </p:grpSp>
      <p:cxnSp>
        <p:nvCxnSpPr>
          <p:cNvPr id="748" name="Google Shape;748;p48"/>
          <p:cNvCxnSpPr>
            <a:stCxn id="747" idx="2"/>
          </p:cNvCxnSpPr>
          <p:nvPr/>
        </p:nvCxnSpPr>
        <p:spPr>
          <a:xfrm>
            <a:off x="5986500" y="1593350"/>
            <a:ext cx="6300" cy="314100"/>
          </a:xfrm>
          <a:prstGeom prst="straightConnector1">
            <a:avLst/>
          </a:prstGeom>
          <a:noFill/>
          <a:ln cap="flat" cmpd="sng" w="9525">
            <a:solidFill>
              <a:srgbClr val="E3E9ED"/>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49"/>
          <p:cNvSpPr txBox="1"/>
          <p:nvPr>
            <p:ph type="title"/>
          </p:nvPr>
        </p:nvSpPr>
        <p:spPr>
          <a:xfrm>
            <a:off x="354400" y="33417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Delete at </a:t>
            </a:r>
            <a:r>
              <a:rPr b="1" lang="en"/>
              <a:t>tail</a:t>
            </a:r>
            <a:endParaRPr b="1"/>
          </a:p>
        </p:txBody>
      </p:sp>
      <p:sp>
        <p:nvSpPr>
          <p:cNvPr id="754" name="Google Shape;754;p49"/>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5" name="Google Shape;755;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6" name="Google Shape;756;p49"/>
          <p:cNvSpPr txBox="1"/>
          <p:nvPr>
            <p:ph idx="4294967295" type="subTitle"/>
          </p:nvPr>
        </p:nvSpPr>
        <p:spPr>
          <a:xfrm>
            <a:off x="354400" y="931325"/>
            <a:ext cx="3420600" cy="156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xoá một nút ở </a:t>
            </a:r>
            <a:r>
              <a:rPr lang="en">
                <a:latin typeface="Manrope Medium"/>
                <a:ea typeface="Manrope Medium"/>
                <a:cs typeface="Manrope Medium"/>
                <a:sym typeface="Manrope Medium"/>
              </a:rPr>
              <a:t>cuối</a:t>
            </a:r>
            <a:r>
              <a:rPr lang="en">
                <a:latin typeface="Manrope Medium"/>
                <a:ea typeface="Manrope Medium"/>
                <a:cs typeface="Manrope Medium"/>
                <a:sym typeface="Manrope Medium"/>
              </a:rPr>
              <a:t> danh sách liên kết, ta cần:</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a:t>
            </a:r>
            <a:r>
              <a:rPr lang="en">
                <a:latin typeface="Manrope Medium"/>
                <a:ea typeface="Manrope Medium"/>
                <a:cs typeface="Manrope Medium"/>
                <a:sym typeface="Manrope Medium"/>
              </a:rPr>
              <a:t>Duyệt đến node trước TAIL. Gán con trỏ next của node đó cho NULL. Gán TAIL cho node này.</a:t>
            </a:r>
            <a:endParaRPr>
              <a:latin typeface="Manrope Medium"/>
              <a:ea typeface="Manrope Medium"/>
              <a:cs typeface="Manrope Medium"/>
              <a:sym typeface="Manrope Medium"/>
            </a:endParaRPr>
          </a:p>
        </p:txBody>
      </p:sp>
      <p:grpSp>
        <p:nvGrpSpPr>
          <p:cNvPr id="757" name="Google Shape;757;p49"/>
          <p:cNvGrpSpPr/>
          <p:nvPr/>
        </p:nvGrpSpPr>
        <p:grpSpPr>
          <a:xfrm>
            <a:off x="4442550" y="859850"/>
            <a:ext cx="2058600" cy="733500"/>
            <a:chOff x="5528875" y="1072950"/>
            <a:chExt cx="2058600" cy="733500"/>
          </a:xfrm>
        </p:grpSpPr>
        <p:sp>
          <p:nvSpPr>
            <p:cNvPr id="758" name="Google Shape;758;p49"/>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759" name="Google Shape;759;p49"/>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grpSp>
        <p:nvGrpSpPr>
          <p:cNvPr id="760" name="Google Shape;760;p49"/>
          <p:cNvGrpSpPr/>
          <p:nvPr/>
        </p:nvGrpSpPr>
        <p:grpSpPr>
          <a:xfrm>
            <a:off x="5478075" y="1907450"/>
            <a:ext cx="2058600" cy="1057500"/>
            <a:chOff x="5782875" y="612050"/>
            <a:chExt cx="2058600" cy="1057500"/>
          </a:xfrm>
        </p:grpSpPr>
        <p:grpSp>
          <p:nvGrpSpPr>
            <p:cNvPr id="761" name="Google Shape;761;p49"/>
            <p:cNvGrpSpPr/>
            <p:nvPr/>
          </p:nvGrpSpPr>
          <p:grpSpPr>
            <a:xfrm>
              <a:off x="5782875" y="936050"/>
              <a:ext cx="2058600" cy="733500"/>
              <a:chOff x="5528875" y="1072950"/>
              <a:chExt cx="2058600" cy="733500"/>
            </a:xfrm>
          </p:grpSpPr>
          <p:sp>
            <p:nvSpPr>
              <p:cNvPr id="762" name="Google Shape;762;p49"/>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763" name="Google Shape;763;p49"/>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764" name="Google Shape;764;p49"/>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765" name="Google Shape;765;p49"/>
          <p:cNvGrpSpPr/>
          <p:nvPr/>
        </p:nvGrpSpPr>
        <p:grpSpPr>
          <a:xfrm>
            <a:off x="6501150" y="3279050"/>
            <a:ext cx="2058600" cy="1057500"/>
            <a:chOff x="5782875" y="612050"/>
            <a:chExt cx="2058600" cy="1057500"/>
          </a:xfrm>
        </p:grpSpPr>
        <p:grpSp>
          <p:nvGrpSpPr>
            <p:cNvPr id="766" name="Google Shape;766;p49"/>
            <p:cNvGrpSpPr/>
            <p:nvPr/>
          </p:nvGrpSpPr>
          <p:grpSpPr>
            <a:xfrm>
              <a:off x="5782875" y="936050"/>
              <a:ext cx="2058600" cy="733500"/>
              <a:chOff x="5528875" y="1072950"/>
              <a:chExt cx="2058600" cy="733500"/>
            </a:xfrm>
          </p:grpSpPr>
          <p:sp>
            <p:nvSpPr>
              <p:cNvPr id="767" name="Google Shape;767;p49"/>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768" name="Google Shape;768;p49"/>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769" name="Google Shape;769;p49"/>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770" name="Google Shape;770;p49"/>
          <p:cNvCxnSpPr>
            <a:stCxn id="759" idx="2"/>
            <a:endCxn id="764" idx="0"/>
          </p:cNvCxnSpPr>
          <p:nvPr/>
        </p:nvCxnSpPr>
        <p:spPr>
          <a:xfrm>
            <a:off x="5986500" y="1593350"/>
            <a:ext cx="6300" cy="314100"/>
          </a:xfrm>
          <a:prstGeom prst="straightConnector1">
            <a:avLst/>
          </a:prstGeom>
          <a:noFill/>
          <a:ln cap="flat" cmpd="sng" w="9525">
            <a:solidFill>
              <a:schemeClr val="dk1"/>
            </a:solidFill>
            <a:prstDash val="solid"/>
            <a:round/>
            <a:headEnd len="med" w="med" type="none"/>
            <a:tailEnd len="med" w="med" type="triangle"/>
          </a:ln>
        </p:spPr>
      </p:cxnSp>
      <p:sp>
        <p:nvSpPr>
          <p:cNvPr id="771" name="Google Shape;771;p49"/>
          <p:cNvSpPr txBox="1"/>
          <p:nvPr>
            <p:ph type="title"/>
          </p:nvPr>
        </p:nvSpPr>
        <p:spPr>
          <a:xfrm>
            <a:off x="4442550" y="165470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772" name="Google Shape;772;p49"/>
          <p:cNvSpPr txBox="1"/>
          <p:nvPr>
            <p:ph type="title"/>
          </p:nvPr>
        </p:nvSpPr>
        <p:spPr>
          <a:xfrm>
            <a:off x="5478150" y="296495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50"/>
          <p:cNvSpPr txBox="1"/>
          <p:nvPr>
            <p:ph type="title"/>
          </p:nvPr>
        </p:nvSpPr>
        <p:spPr>
          <a:xfrm>
            <a:off x="354400" y="33417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Delete at tail</a:t>
            </a:r>
            <a:endParaRPr/>
          </a:p>
        </p:txBody>
      </p:sp>
      <p:sp>
        <p:nvSpPr>
          <p:cNvPr id="778" name="Google Shape;778;p50"/>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9" name="Google Shape;779;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0" name="Google Shape;780;p50"/>
          <p:cNvSpPr txBox="1"/>
          <p:nvPr>
            <p:ph idx="4294967295" type="subTitle"/>
          </p:nvPr>
        </p:nvSpPr>
        <p:spPr>
          <a:xfrm>
            <a:off x="354400" y="931325"/>
            <a:ext cx="3420600" cy="203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xoá một nút ở cuối danh sách liên kết, ta cần:</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Duyệt đến node trước TAIL. Gán con trỏ next của node đó cho NULL. Gán TAIL cho node này.</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2:</a:t>
            </a:r>
            <a:r>
              <a:rPr lang="en">
                <a:latin typeface="Manrope Medium"/>
                <a:ea typeface="Manrope Medium"/>
                <a:cs typeface="Manrope Medium"/>
                <a:sym typeface="Manrope Medium"/>
              </a:rPr>
              <a:t> Giải phóng vùng nhớ lưu trữ node cần xoá.</a:t>
            </a:r>
            <a:endParaRPr>
              <a:latin typeface="Manrope Medium"/>
              <a:ea typeface="Manrope Medium"/>
              <a:cs typeface="Manrope Medium"/>
              <a:sym typeface="Manrope Medium"/>
            </a:endParaRPr>
          </a:p>
        </p:txBody>
      </p:sp>
      <p:grpSp>
        <p:nvGrpSpPr>
          <p:cNvPr id="781" name="Google Shape;781;p50"/>
          <p:cNvGrpSpPr/>
          <p:nvPr/>
        </p:nvGrpSpPr>
        <p:grpSpPr>
          <a:xfrm>
            <a:off x="4442550" y="859850"/>
            <a:ext cx="2058600" cy="733500"/>
            <a:chOff x="5528875" y="1072950"/>
            <a:chExt cx="2058600" cy="733500"/>
          </a:xfrm>
        </p:grpSpPr>
        <p:sp>
          <p:nvSpPr>
            <p:cNvPr id="782" name="Google Shape;782;p50"/>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783" name="Google Shape;783;p50"/>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grpSp>
        <p:nvGrpSpPr>
          <p:cNvPr id="784" name="Google Shape;784;p50"/>
          <p:cNvGrpSpPr/>
          <p:nvPr/>
        </p:nvGrpSpPr>
        <p:grpSpPr>
          <a:xfrm>
            <a:off x="5478075" y="1907450"/>
            <a:ext cx="2058600" cy="1057500"/>
            <a:chOff x="5782875" y="612050"/>
            <a:chExt cx="2058600" cy="1057500"/>
          </a:xfrm>
        </p:grpSpPr>
        <p:grpSp>
          <p:nvGrpSpPr>
            <p:cNvPr id="785" name="Google Shape;785;p50"/>
            <p:cNvGrpSpPr/>
            <p:nvPr/>
          </p:nvGrpSpPr>
          <p:grpSpPr>
            <a:xfrm>
              <a:off x="5782875" y="936050"/>
              <a:ext cx="2058600" cy="733500"/>
              <a:chOff x="5528875" y="1072950"/>
              <a:chExt cx="2058600" cy="733500"/>
            </a:xfrm>
          </p:grpSpPr>
          <p:sp>
            <p:nvSpPr>
              <p:cNvPr id="786" name="Google Shape;786;p50"/>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787" name="Google Shape;787;p50"/>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788" name="Google Shape;788;p50"/>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789" name="Google Shape;789;p50"/>
          <p:cNvGrpSpPr/>
          <p:nvPr/>
        </p:nvGrpSpPr>
        <p:grpSpPr>
          <a:xfrm>
            <a:off x="6501150" y="3279050"/>
            <a:ext cx="2058600" cy="1057500"/>
            <a:chOff x="5782875" y="612050"/>
            <a:chExt cx="2058600" cy="1057500"/>
          </a:xfrm>
        </p:grpSpPr>
        <p:grpSp>
          <p:nvGrpSpPr>
            <p:cNvPr id="790" name="Google Shape;790;p50"/>
            <p:cNvGrpSpPr/>
            <p:nvPr/>
          </p:nvGrpSpPr>
          <p:grpSpPr>
            <a:xfrm>
              <a:off x="5782875" y="936050"/>
              <a:ext cx="2058600" cy="733500"/>
              <a:chOff x="5528875" y="1072950"/>
              <a:chExt cx="2058600" cy="733500"/>
            </a:xfrm>
          </p:grpSpPr>
          <p:sp>
            <p:nvSpPr>
              <p:cNvPr id="791" name="Google Shape;791;p50"/>
              <p:cNvSpPr/>
              <p:nvPr/>
            </p:nvSpPr>
            <p:spPr>
              <a:xfrm>
                <a:off x="5528875" y="1072950"/>
                <a:ext cx="1029300" cy="733500"/>
              </a:xfrm>
              <a:prstGeom prst="rect">
                <a:avLst/>
              </a:prstGeom>
              <a:noFill/>
              <a:ln cap="flat" cmpd="sng" w="1905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2F2F2"/>
                    </a:solidFill>
                    <a:latin typeface="Consolas"/>
                    <a:ea typeface="Consolas"/>
                    <a:cs typeface="Consolas"/>
                    <a:sym typeface="Consolas"/>
                  </a:rPr>
                  <a:t>19</a:t>
                </a:r>
                <a:endParaRPr>
                  <a:solidFill>
                    <a:srgbClr val="F2F2F2"/>
                  </a:solidFill>
                  <a:latin typeface="Consolas"/>
                  <a:ea typeface="Consolas"/>
                  <a:cs typeface="Consolas"/>
                  <a:sym typeface="Consolas"/>
                </a:endParaRPr>
              </a:p>
            </p:txBody>
          </p:sp>
          <p:sp>
            <p:nvSpPr>
              <p:cNvPr id="792" name="Google Shape;792;p50"/>
              <p:cNvSpPr/>
              <p:nvPr/>
            </p:nvSpPr>
            <p:spPr>
              <a:xfrm>
                <a:off x="6558175" y="1072950"/>
                <a:ext cx="1029300" cy="733500"/>
              </a:xfrm>
              <a:prstGeom prst="rect">
                <a:avLst/>
              </a:prstGeom>
              <a:noFill/>
              <a:ln cap="flat" cmpd="sng" w="1905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2F2F2"/>
                    </a:solidFill>
                    <a:latin typeface="Consolas"/>
                    <a:ea typeface="Consolas"/>
                    <a:cs typeface="Consolas"/>
                    <a:sym typeface="Consolas"/>
                  </a:rPr>
                  <a:t>NULL</a:t>
                </a:r>
                <a:endParaRPr>
                  <a:solidFill>
                    <a:srgbClr val="F2F2F2"/>
                  </a:solidFill>
                  <a:latin typeface="Consolas"/>
                  <a:ea typeface="Consolas"/>
                  <a:cs typeface="Consolas"/>
                  <a:sym typeface="Consolas"/>
                </a:endParaRPr>
              </a:p>
            </p:txBody>
          </p:sp>
        </p:grpSp>
        <p:sp>
          <p:nvSpPr>
            <p:cNvPr id="793" name="Google Shape;793;p50"/>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F2F2F2"/>
                  </a:solidFill>
                  <a:latin typeface="Consolas"/>
                  <a:ea typeface="Consolas"/>
                  <a:cs typeface="Consolas"/>
                  <a:sym typeface="Consolas"/>
                </a:rPr>
                <a:t>1x011f21</a:t>
              </a:r>
              <a:endParaRPr sz="1000">
                <a:solidFill>
                  <a:srgbClr val="F2F2F2"/>
                </a:solidFill>
              </a:endParaRPr>
            </a:p>
          </p:txBody>
        </p:sp>
      </p:grpSp>
      <p:cxnSp>
        <p:nvCxnSpPr>
          <p:cNvPr id="794" name="Google Shape;794;p50"/>
          <p:cNvCxnSpPr>
            <a:stCxn id="783" idx="2"/>
            <a:endCxn id="788" idx="0"/>
          </p:cNvCxnSpPr>
          <p:nvPr/>
        </p:nvCxnSpPr>
        <p:spPr>
          <a:xfrm>
            <a:off x="5986500" y="1593350"/>
            <a:ext cx="6300" cy="314100"/>
          </a:xfrm>
          <a:prstGeom prst="straightConnector1">
            <a:avLst/>
          </a:prstGeom>
          <a:noFill/>
          <a:ln cap="flat" cmpd="sng" w="9525">
            <a:solidFill>
              <a:schemeClr val="dk1"/>
            </a:solidFill>
            <a:prstDash val="solid"/>
            <a:round/>
            <a:headEnd len="med" w="med" type="none"/>
            <a:tailEnd len="med" w="med" type="triangle"/>
          </a:ln>
        </p:spPr>
      </p:cxnSp>
      <p:sp>
        <p:nvSpPr>
          <p:cNvPr id="795" name="Google Shape;795;p50"/>
          <p:cNvSpPr txBox="1"/>
          <p:nvPr>
            <p:ph type="title"/>
          </p:nvPr>
        </p:nvSpPr>
        <p:spPr>
          <a:xfrm>
            <a:off x="4442550" y="165470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796" name="Google Shape;796;p50"/>
          <p:cNvSpPr txBox="1"/>
          <p:nvPr>
            <p:ph type="title"/>
          </p:nvPr>
        </p:nvSpPr>
        <p:spPr>
          <a:xfrm>
            <a:off x="5478150" y="2964950"/>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51"/>
          <p:cNvSpPr txBox="1"/>
          <p:nvPr>
            <p:ph type="title"/>
          </p:nvPr>
        </p:nvSpPr>
        <p:spPr>
          <a:xfrm>
            <a:off x="354400" y="33417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Delete at </a:t>
            </a:r>
            <a:r>
              <a:rPr b="1" lang="en"/>
              <a:t>anywhere</a:t>
            </a:r>
            <a:endParaRPr b="1"/>
          </a:p>
        </p:txBody>
      </p:sp>
      <p:sp>
        <p:nvSpPr>
          <p:cNvPr id="802" name="Google Shape;802;p51"/>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3" name="Google Shape;803;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4" name="Google Shape;804;p51"/>
          <p:cNvSpPr txBox="1"/>
          <p:nvPr>
            <p:ph idx="4294967295" type="subTitle"/>
          </p:nvPr>
        </p:nvSpPr>
        <p:spPr>
          <a:xfrm>
            <a:off x="354400" y="931325"/>
            <a:ext cx="3420600" cy="7335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latin typeface="Manrope Medium"/>
                <a:ea typeface="Manrope Medium"/>
                <a:cs typeface="Manrope Medium"/>
                <a:sym typeface="Manrope Medium"/>
              </a:rPr>
              <a:t>Để xoá một nút ở </a:t>
            </a:r>
            <a:r>
              <a:rPr lang="en">
                <a:latin typeface="Manrope Medium"/>
                <a:ea typeface="Manrope Medium"/>
                <a:cs typeface="Manrope Medium"/>
                <a:sym typeface="Manrope Medium"/>
              </a:rPr>
              <a:t>giữa danh sách liên kết, ta cần thực hiện các bước sau</a:t>
            </a:r>
            <a:r>
              <a:rPr lang="en">
                <a:latin typeface="Manrope Medium"/>
                <a:ea typeface="Manrope Medium"/>
                <a:cs typeface="Manrope Medium"/>
                <a:sym typeface="Manrope Medium"/>
              </a:rPr>
              <a:t>:</a:t>
            </a:r>
            <a:endParaRPr>
              <a:latin typeface="Manrope Medium"/>
              <a:ea typeface="Manrope Medium"/>
              <a:cs typeface="Manrope Medium"/>
              <a:sym typeface="Manrope Medium"/>
            </a:endParaRPr>
          </a:p>
        </p:txBody>
      </p:sp>
      <p:grpSp>
        <p:nvGrpSpPr>
          <p:cNvPr id="805" name="Google Shape;805;p51"/>
          <p:cNvGrpSpPr/>
          <p:nvPr/>
        </p:nvGrpSpPr>
        <p:grpSpPr>
          <a:xfrm>
            <a:off x="4442550" y="859850"/>
            <a:ext cx="2058600" cy="733500"/>
            <a:chOff x="5528875" y="1072950"/>
            <a:chExt cx="2058600" cy="733500"/>
          </a:xfrm>
        </p:grpSpPr>
        <p:sp>
          <p:nvSpPr>
            <p:cNvPr id="806" name="Google Shape;806;p51"/>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807" name="Google Shape;807;p51"/>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1x098e72</a:t>
              </a:r>
              <a:endParaRPr>
                <a:latin typeface="Consolas"/>
                <a:ea typeface="Consolas"/>
                <a:cs typeface="Consolas"/>
                <a:sym typeface="Consolas"/>
              </a:endParaRPr>
            </a:p>
          </p:txBody>
        </p:sp>
      </p:grpSp>
      <p:grpSp>
        <p:nvGrpSpPr>
          <p:cNvPr id="808" name="Google Shape;808;p51"/>
          <p:cNvGrpSpPr/>
          <p:nvPr/>
        </p:nvGrpSpPr>
        <p:grpSpPr>
          <a:xfrm>
            <a:off x="5478075" y="1907450"/>
            <a:ext cx="2058600" cy="1057500"/>
            <a:chOff x="5782875" y="612050"/>
            <a:chExt cx="2058600" cy="1057500"/>
          </a:xfrm>
        </p:grpSpPr>
        <p:grpSp>
          <p:nvGrpSpPr>
            <p:cNvPr id="809" name="Google Shape;809;p51"/>
            <p:cNvGrpSpPr/>
            <p:nvPr/>
          </p:nvGrpSpPr>
          <p:grpSpPr>
            <a:xfrm>
              <a:off x="5782875" y="936050"/>
              <a:ext cx="2058600" cy="733500"/>
              <a:chOff x="5528875" y="1072950"/>
              <a:chExt cx="2058600" cy="733500"/>
            </a:xfrm>
          </p:grpSpPr>
          <p:sp>
            <p:nvSpPr>
              <p:cNvPr id="810" name="Google Shape;810;p51"/>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811" name="Google Shape;811;p51"/>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sp>
          <p:nvSpPr>
            <p:cNvPr id="812" name="Google Shape;812;p51"/>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813" name="Google Shape;813;p51"/>
          <p:cNvGrpSpPr/>
          <p:nvPr/>
        </p:nvGrpSpPr>
        <p:grpSpPr>
          <a:xfrm>
            <a:off x="6501150" y="3279050"/>
            <a:ext cx="2058600" cy="1057500"/>
            <a:chOff x="5782875" y="612050"/>
            <a:chExt cx="2058600" cy="1057500"/>
          </a:xfrm>
        </p:grpSpPr>
        <p:grpSp>
          <p:nvGrpSpPr>
            <p:cNvPr id="814" name="Google Shape;814;p51"/>
            <p:cNvGrpSpPr/>
            <p:nvPr/>
          </p:nvGrpSpPr>
          <p:grpSpPr>
            <a:xfrm>
              <a:off x="5782875" y="936050"/>
              <a:ext cx="2058600" cy="733500"/>
              <a:chOff x="5528875" y="1072950"/>
              <a:chExt cx="2058600" cy="733500"/>
            </a:xfrm>
          </p:grpSpPr>
          <p:sp>
            <p:nvSpPr>
              <p:cNvPr id="815" name="Google Shape;815;p51"/>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816" name="Google Shape;816;p51"/>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817" name="Google Shape;817;p51"/>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818" name="Google Shape;818;p51"/>
          <p:cNvCxnSpPr>
            <a:stCxn id="807" idx="2"/>
            <a:endCxn id="812" idx="0"/>
          </p:cNvCxnSpPr>
          <p:nvPr/>
        </p:nvCxnSpPr>
        <p:spPr>
          <a:xfrm>
            <a:off x="5986500" y="1593350"/>
            <a:ext cx="6300" cy="314100"/>
          </a:xfrm>
          <a:prstGeom prst="straightConnector1">
            <a:avLst/>
          </a:prstGeom>
          <a:noFill/>
          <a:ln cap="flat" cmpd="sng" w="9525">
            <a:solidFill>
              <a:schemeClr val="dk1"/>
            </a:solidFill>
            <a:prstDash val="solid"/>
            <a:round/>
            <a:headEnd len="med" w="med" type="none"/>
            <a:tailEnd len="med" w="med" type="triangle"/>
          </a:ln>
        </p:spPr>
      </p:cxnSp>
      <p:cxnSp>
        <p:nvCxnSpPr>
          <p:cNvPr id="819" name="Google Shape;819;p51"/>
          <p:cNvCxnSpPr>
            <a:stCxn id="811" idx="2"/>
            <a:endCxn id="817" idx="0"/>
          </p:cNvCxnSpPr>
          <p:nvPr/>
        </p:nvCxnSpPr>
        <p:spPr>
          <a:xfrm flipH="1">
            <a:off x="7015725" y="2964950"/>
            <a:ext cx="6300" cy="314100"/>
          </a:xfrm>
          <a:prstGeom prst="straightConnector1">
            <a:avLst/>
          </a:prstGeom>
          <a:noFill/>
          <a:ln cap="flat" cmpd="sng" w="9525">
            <a:solidFill>
              <a:schemeClr val="dk1"/>
            </a:solidFill>
            <a:prstDash val="solid"/>
            <a:round/>
            <a:headEnd len="med" w="med" type="none"/>
            <a:tailEnd len="med" w="med" type="triangle"/>
          </a:ln>
        </p:spPr>
      </p:cxnSp>
      <p:sp>
        <p:nvSpPr>
          <p:cNvPr id="820" name="Google Shape;820;p51"/>
          <p:cNvSpPr txBox="1"/>
          <p:nvPr>
            <p:ph type="title"/>
          </p:nvPr>
        </p:nvSpPr>
        <p:spPr>
          <a:xfrm>
            <a:off x="4442550" y="160017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821" name="Google Shape;821;p51"/>
          <p:cNvSpPr txBox="1"/>
          <p:nvPr>
            <p:ph type="title"/>
          </p:nvPr>
        </p:nvSpPr>
        <p:spPr>
          <a:xfrm>
            <a:off x="6501075" y="43137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52"/>
          <p:cNvSpPr txBox="1"/>
          <p:nvPr>
            <p:ph type="title"/>
          </p:nvPr>
        </p:nvSpPr>
        <p:spPr>
          <a:xfrm>
            <a:off x="354400" y="33417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Delete at anywhere</a:t>
            </a:r>
            <a:endParaRPr/>
          </a:p>
        </p:txBody>
      </p:sp>
      <p:sp>
        <p:nvSpPr>
          <p:cNvPr id="827" name="Google Shape;827;p52"/>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8" name="Google Shape;828;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9" name="Google Shape;829;p52"/>
          <p:cNvSpPr txBox="1"/>
          <p:nvPr>
            <p:ph idx="4294967295" type="subTitle"/>
          </p:nvPr>
        </p:nvSpPr>
        <p:spPr>
          <a:xfrm>
            <a:off x="354400" y="931325"/>
            <a:ext cx="3420600" cy="156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xoá một nút ở giữa danh sách liên kết, ta cần thực hiện các bước sau:</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Duyệt đến node cần xoá và một node trước nó. Gán con trỏ next của node cần xoá cho con trỏ next của node trước nó.</a:t>
            </a:r>
            <a:endParaRPr>
              <a:latin typeface="Manrope Medium"/>
              <a:ea typeface="Manrope Medium"/>
              <a:cs typeface="Manrope Medium"/>
              <a:sym typeface="Manrope Medium"/>
            </a:endParaRPr>
          </a:p>
        </p:txBody>
      </p:sp>
      <p:grpSp>
        <p:nvGrpSpPr>
          <p:cNvPr id="830" name="Google Shape;830;p52"/>
          <p:cNvGrpSpPr/>
          <p:nvPr/>
        </p:nvGrpSpPr>
        <p:grpSpPr>
          <a:xfrm>
            <a:off x="4442550" y="859850"/>
            <a:ext cx="2058600" cy="733500"/>
            <a:chOff x="5528875" y="1072950"/>
            <a:chExt cx="2058600" cy="733500"/>
          </a:xfrm>
        </p:grpSpPr>
        <p:sp>
          <p:nvSpPr>
            <p:cNvPr id="831" name="Google Shape;831;p52"/>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832" name="Google Shape;832;p52"/>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grpSp>
        <p:nvGrpSpPr>
          <p:cNvPr id="833" name="Google Shape;833;p52"/>
          <p:cNvGrpSpPr/>
          <p:nvPr/>
        </p:nvGrpSpPr>
        <p:grpSpPr>
          <a:xfrm>
            <a:off x="5478075" y="1907450"/>
            <a:ext cx="2058600" cy="1057500"/>
            <a:chOff x="5782875" y="612050"/>
            <a:chExt cx="2058600" cy="1057500"/>
          </a:xfrm>
        </p:grpSpPr>
        <p:grpSp>
          <p:nvGrpSpPr>
            <p:cNvPr id="834" name="Google Shape;834;p52"/>
            <p:cNvGrpSpPr/>
            <p:nvPr/>
          </p:nvGrpSpPr>
          <p:grpSpPr>
            <a:xfrm>
              <a:off x="5782875" y="936050"/>
              <a:ext cx="2058600" cy="733500"/>
              <a:chOff x="5528875" y="1072950"/>
              <a:chExt cx="2058600" cy="733500"/>
            </a:xfrm>
          </p:grpSpPr>
          <p:sp>
            <p:nvSpPr>
              <p:cNvPr id="835" name="Google Shape;835;p52"/>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836" name="Google Shape;836;p52"/>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sp>
          <p:nvSpPr>
            <p:cNvPr id="837" name="Google Shape;837;p52"/>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1x098e72</a:t>
              </a:r>
              <a:endParaRPr sz="1000"/>
            </a:p>
          </p:txBody>
        </p:sp>
      </p:grpSp>
      <p:grpSp>
        <p:nvGrpSpPr>
          <p:cNvPr id="838" name="Google Shape;838;p52"/>
          <p:cNvGrpSpPr/>
          <p:nvPr/>
        </p:nvGrpSpPr>
        <p:grpSpPr>
          <a:xfrm>
            <a:off x="6501150" y="3279050"/>
            <a:ext cx="2058600" cy="1057500"/>
            <a:chOff x="5782875" y="612050"/>
            <a:chExt cx="2058600" cy="1057500"/>
          </a:xfrm>
        </p:grpSpPr>
        <p:grpSp>
          <p:nvGrpSpPr>
            <p:cNvPr id="839" name="Google Shape;839;p52"/>
            <p:cNvGrpSpPr/>
            <p:nvPr/>
          </p:nvGrpSpPr>
          <p:grpSpPr>
            <a:xfrm>
              <a:off x="5782875" y="936050"/>
              <a:ext cx="2058600" cy="733500"/>
              <a:chOff x="5528875" y="1072950"/>
              <a:chExt cx="2058600" cy="733500"/>
            </a:xfrm>
          </p:grpSpPr>
          <p:sp>
            <p:nvSpPr>
              <p:cNvPr id="840" name="Google Shape;840;p52"/>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841" name="Google Shape;841;p52"/>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842" name="Google Shape;842;p52"/>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cxnSp>
        <p:nvCxnSpPr>
          <p:cNvPr id="843" name="Google Shape;843;p52"/>
          <p:cNvCxnSpPr>
            <a:stCxn id="836" idx="2"/>
            <a:endCxn id="842" idx="0"/>
          </p:cNvCxnSpPr>
          <p:nvPr/>
        </p:nvCxnSpPr>
        <p:spPr>
          <a:xfrm flipH="1">
            <a:off x="7015725" y="2964950"/>
            <a:ext cx="6300" cy="314100"/>
          </a:xfrm>
          <a:prstGeom prst="straightConnector1">
            <a:avLst/>
          </a:prstGeom>
          <a:noFill/>
          <a:ln cap="flat" cmpd="sng" w="9525">
            <a:solidFill>
              <a:schemeClr val="dk1"/>
            </a:solidFill>
            <a:prstDash val="solid"/>
            <a:round/>
            <a:headEnd len="med" w="med" type="none"/>
            <a:tailEnd len="med" w="med" type="triangle"/>
          </a:ln>
        </p:spPr>
      </p:cxnSp>
      <p:sp>
        <p:nvSpPr>
          <p:cNvPr id="844" name="Google Shape;844;p52"/>
          <p:cNvSpPr txBox="1"/>
          <p:nvPr>
            <p:ph type="title"/>
          </p:nvPr>
        </p:nvSpPr>
        <p:spPr>
          <a:xfrm>
            <a:off x="4442550" y="160017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845" name="Google Shape;845;p52"/>
          <p:cNvSpPr txBox="1"/>
          <p:nvPr>
            <p:ph type="title"/>
          </p:nvPr>
        </p:nvSpPr>
        <p:spPr>
          <a:xfrm>
            <a:off x="6501075" y="43137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sp>
        <p:nvSpPr>
          <p:cNvPr id="846" name="Google Shape;846;p52"/>
          <p:cNvSpPr/>
          <p:nvPr/>
        </p:nvSpPr>
        <p:spPr>
          <a:xfrm>
            <a:off x="5966450" y="1602600"/>
            <a:ext cx="1884150" cy="1851675"/>
          </a:xfrm>
          <a:custGeom>
            <a:rect b="b" l="l" r="r" t="t"/>
            <a:pathLst>
              <a:path extrusionOk="0" h="74067" w="75366">
                <a:moveTo>
                  <a:pt x="0" y="0"/>
                </a:moveTo>
                <a:lnTo>
                  <a:pt x="0" y="11262"/>
                </a:lnTo>
                <a:lnTo>
                  <a:pt x="75366" y="12994"/>
                </a:lnTo>
                <a:lnTo>
                  <a:pt x="74067" y="74067"/>
                </a:lnTo>
                <a:lnTo>
                  <a:pt x="53709" y="73634"/>
                </a:lnTo>
              </a:path>
            </a:pathLst>
          </a:custGeom>
          <a:noFill/>
          <a:ln cap="flat" cmpd="sng" w="19050">
            <a:solidFill>
              <a:schemeClr val="dk1"/>
            </a:solidFill>
            <a:prstDash val="solid"/>
            <a:round/>
            <a:headEnd len="med" w="med" type="none"/>
            <a:tailEnd len="med" w="med" type="stealth"/>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53"/>
          <p:cNvSpPr txBox="1"/>
          <p:nvPr>
            <p:ph type="title"/>
          </p:nvPr>
        </p:nvSpPr>
        <p:spPr>
          <a:xfrm>
            <a:off x="354400" y="334175"/>
            <a:ext cx="494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Delete at anywhere</a:t>
            </a:r>
            <a:endParaRPr/>
          </a:p>
        </p:txBody>
      </p:sp>
      <p:sp>
        <p:nvSpPr>
          <p:cNvPr id="852" name="Google Shape;852;p53"/>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3" name="Google Shape;853;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4" name="Google Shape;854;p53"/>
          <p:cNvSpPr txBox="1"/>
          <p:nvPr>
            <p:ph idx="4294967295" type="subTitle"/>
          </p:nvPr>
        </p:nvSpPr>
        <p:spPr>
          <a:xfrm>
            <a:off x="354400" y="931325"/>
            <a:ext cx="3420600" cy="314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anrope Medium"/>
                <a:ea typeface="Manrope Medium"/>
                <a:cs typeface="Manrope Medium"/>
                <a:sym typeface="Manrope Medium"/>
              </a:rPr>
              <a:t>Để xoá một nút ở giữa danh sách liên kết, ta cần thực hiện các bước sau:</a:t>
            </a:r>
            <a:endParaRPr>
              <a:latin typeface="Manrope Medium"/>
              <a:ea typeface="Manrope Medium"/>
              <a:cs typeface="Manrope Medium"/>
              <a:sym typeface="Manrope Medium"/>
            </a:endParaRPr>
          </a:p>
          <a:p>
            <a:pPr indent="0" lvl="0" marL="0" rtl="0" algn="l">
              <a:spcBef>
                <a:spcPts val="1000"/>
              </a:spcBef>
              <a:spcAft>
                <a:spcPts val="0"/>
              </a:spcAft>
              <a:buNone/>
            </a:pPr>
            <a:r>
              <a:rPr b="1" lang="en">
                <a:latin typeface="Manrope"/>
                <a:ea typeface="Manrope"/>
                <a:cs typeface="Manrope"/>
                <a:sym typeface="Manrope"/>
              </a:rPr>
              <a:t>Bước 1</a:t>
            </a:r>
            <a:r>
              <a:rPr lang="en">
                <a:latin typeface="Manrope Medium"/>
                <a:ea typeface="Manrope Medium"/>
                <a:cs typeface="Manrope Medium"/>
                <a:sym typeface="Manrope Medium"/>
              </a:rPr>
              <a:t>: Duyệt đến node cần xoá và một node trước nó. Gán con trỏ next của node cần xoá cho con trỏ next của node trước nó.</a:t>
            </a:r>
            <a:endParaRPr>
              <a:latin typeface="Manrope Medium"/>
              <a:ea typeface="Manrope Medium"/>
              <a:cs typeface="Manrope Medium"/>
              <a:sym typeface="Manrope Medium"/>
            </a:endParaRPr>
          </a:p>
          <a:p>
            <a:pPr indent="0" lvl="0" marL="0" rtl="0" algn="l">
              <a:spcBef>
                <a:spcPts val="1000"/>
              </a:spcBef>
              <a:spcAft>
                <a:spcPts val="1000"/>
              </a:spcAft>
              <a:buNone/>
            </a:pPr>
            <a:r>
              <a:rPr b="1" lang="en">
                <a:latin typeface="Manrope"/>
                <a:ea typeface="Manrope"/>
                <a:cs typeface="Manrope"/>
                <a:sym typeface="Manrope"/>
              </a:rPr>
              <a:t>Bước 2: </a:t>
            </a:r>
            <a:r>
              <a:rPr lang="en">
                <a:latin typeface="Manrope Medium"/>
                <a:ea typeface="Manrope Medium"/>
                <a:cs typeface="Manrope Medium"/>
                <a:sym typeface="Manrope Medium"/>
              </a:rPr>
              <a:t>Giải phóng vùng nhớ lưu trữ node cần xoá.</a:t>
            </a:r>
            <a:endParaRPr>
              <a:latin typeface="Manrope Medium"/>
              <a:ea typeface="Manrope Medium"/>
              <a:cs typeface="Manrope Medium"/>
              <a:sym typeface="Manrope Medium"/>
            </a:endParaRPr>
          </a:p>
        </p:txBody>
      </p:sp>
      <p:grpSp>
        <p:nvGrpSpPr>
          <p:cNvPr id="855" name="Google Shape;855;p53"/>
          <p:cNvGrpSpPr/>
          <p:nvPr/>
        </p:nvGrpSpPr>
        <p:grpSpPr>
          <a:xfrm>
            <a:off x="4442550" y="859850"/>
            <a:ext cx="2058600" cy="733500"/>
            <a:chOff x="5528875" y="1072950"/>
            <a:chExt cx="2058600" cy="733500"/>
          </a:xfrm>
        </p:grpSpPr>
        <p:sp>
          <p:nvSpPr>
            <p:cNvPr id="856" name="Google Shape;856;p53"/>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857" name="Google Shape;857;p53"/>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1x011f21</a:t>
              </a:r>
              <a:endParaRPr>
                <a:latin typeface="Consolas"/>
                <a:ea typeface="Consolas"/>
                <a:cs typeface="Consolas"/>
                <a:sym typeface="Consolas"/>
              </a:endParaRPr>
            </a:p>
          </p:txBody>
        </p:sp>
      </p:grpSp>
      <p:grpSp>
        <p:nvGrpSpPr>
          <p:cNvPr id="858" name="Google Shape;858;p53"/>
          <p:cNvGrpSpPr/>
          <p:nvPr/>
        </p:nvGrpSpPr>
        <p:grpSpPr>
          <a:xfrm>
            <a:off x="6501150" y="3279050"/>
            <a:ext cx="2058600" cy="1057500"/>
            <a:chOff x="5782875" y="612050"/>
            <a:chExt cx="2058600" cy="1057500"/>
          </a:xfrm>
        </p:grpSpPr>
        <p:grpSp>
          <p:nvGrpSpPr>
            <p:cNvPr id="859" name="Google Shape;859;p53"/>
            <p:cNvGrpSpPr/>
            <p:nvPr/>
          </p:nvGrpSpPr>
          <p:grpSpPr>
            <a:xfrm>
              <a:off x="5782875" y="936050"/>
              <a:ext cx="2058600" cy="733500"/>
              <a:chOff x="5528875" y="1072950"/>
              <a:chExt cx="2058600" cy="733500"/>
            </a:xfrm>
          </p:grpSpPr>
          <p:sp>
            <p:nvSpPr>
              <p:cNvPr id="860" name="Google Shape;860;p53"/>
              <p:cNvSpPr/>
              <p:nvPr/>
            </p:nvSpPr>
            <p:spPr>
              <a:xfrm>
                <a:off x="5528875" y="1072950"/>
                <a:ext cx="1029300" cy="733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19</a:t>
                </a:r>
                <a:endParaRPr>
                  <a:latin typeface="Consolas"/>
                  <a:ea typeface="Consolas"/>
                  <a:cs typeface="Consolas"/>
                  <a:sym typeface="Consolas"/>
                </a:endParaRPr>
              </a:p>
            </p:txBody>
          </p:sp>
          <p:sp>
            <p:nvSpPr>
              <p:cNvPr id="861" name="Google Shape;861;p53"/>
              <p:cNvSpPr/>
              <p:nvPr/>
            </p:nvSpPr>
            <p:spPr>
              <a:xfrm>
                <a:off x="6558175" y="1072950"/>
                <a:ext cx="1029300" cy="7335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NULL</a:t>
                </a:r>
                <a:endParaRPr>
                  <a:latin typeface="Consolas"/>
                  <a:ea typeface="Consolas"/>
                  <a:cs typeface="Consolas"/>
                  <a:sym typeface="Consolas"/>
                </a:endParaRPr>
              </a:p>
            </p:txBody>
          </p:sp>
        </p:grpSp>
        <p:sp>
          <p:nvSpPr>
            <p:cNvPr id="862" name="Google Shape;862;p53"/>
            <p:cNvSpPr txBox="1"/>
            <p:nvPr/>
          </p:nvSpPr>
          <p:spPr>
            <a:xfrm>
              <a:off x="5782875" y="612050"/>
              <a:ext cx="1029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Consolas"/>
                  <a:ea typeface="Consolas"/>
                  <a:cs typeface="Consolas"/>
                  <a:sym typeface="Consolas"/>
                </a:rPr>
                <a:t>1x011f21</a:t>
              </a:r>
              <a:endParaRPr sz="1000"/>
            </a:p>
          </p:txBody>
        </p:sp>
      </p:grpSp>
      <p:sp>
        <p:nvSpPr>
          <p:cNvPr id="863" name="Google Shape;863;p53"/>
          <p:cNvSpPr txBox="1"/>
          <p:nvPr>
            <p:ph type="title"/>
          </p:nvPr>
        </p:nvSpPr>
        <p:spPr>
          <a:xfrm>
            <a:off x="4442550" y="160017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HEAD</a:t>
            </a:r>
            <a:endParaRPr sz="1700"/>
          </a:p>
        </p:txBody>
      </p:sp>
      <p:sp>
        <p:nvSpPr>
          <p:cNvPr id="864" name="Google Shape;864;p53"/>
          <p:cNvSpPr txBox="1"/>
          <p:nvPr>
            <p:ph type="title"/>
          </p:nvPr>
        </p:nvSpPr>
        <p:spPr>
          <a:xfrm>
            <a:off x="6501075" y="4313725"/>
            <a:ext cx="1035600" cy="42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TAIL</a:t>
            </a:r>
            <a:endParaRPr sz="1700"/>
          </a:p>
        </p:txBody>
      </p:sp>
      <p:grpSp>
        <p:nvGrpSpPr>
          <p:cNvPr id="865" name="Google Shape;865;p53"/>
          <p:cNvGrpSpPr/>
          <p:nvPr/>
        </p:nvGrpSpPr>
        <p:grpSpPr>
          <a:xfrm>
            <a:off x="5478075" y="1907450"/>
            <a:ext cx="2058600" cy="1057500"/>
            <a:chOff x="5782875" y="612050"/>
            <a:chExt cx="2058600" cy="1057500"/>
          </a:xfrm>
        </p:grpSpPr>
        <p:grpSp>
          <p:nvGrpSpPr>
            <p:cNvPr id="866" name="Google Shape;866;p53"/>
            <p:cNvGrpSpPr/>
            <p:nvPr/>
          </p:nvGrpSpPr>
          <p:grpSpPr>
            <a:xfrm>
              <a:off x="5782875" y="936050"/>
              <a:ext cx="2058600" cy="733500"/>
              <a:chOff x="5528875" y="1072950"/>
              <a:chExt cx="2058600" cy="733500"/>
            </a:xfrm>
          </p:grpSpPr>
          <p:sp>
            <p:nvSpPr>
              <p:cNvPr id="867" name="Google Shape;867;p53"/>
              <p:cNvSpPr/>
              <p:nvPr/>
            </p:nvSpPr>
            <p:spPr>
              <a:xfrm>
                <a:off x="5528875" y="1072950"/>
                <a:ext cx="1029300" cy="733500"/>
              </a:xfrm>
              <a:prstGeom prst="rect">
                <a:avLst/>
              </a:prstGeom>
              <a:noFill/>
              <a:ln cap="flat" cmpd="sng" w="1905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2F2F2"/>
                    </a:solidFill>
                    <a:latin typeface="Consolas"/>
                    <a:ea typeface="Consolas"/>
                    <a:cs typeface="Consolas"/>
                    <a:sym typeface="Consolas"/>
                  </a:rPr>
                  <a:t>12</a:t>
                </a:r>
                <a:endParaRPr>
                  <a:solidFill>
                    <a:srgbClr val="F2F2F2"/>
                  </a:solidFill>
                  <a:latin typeface="Consolas"/>
                  <a:ea typeface="Consolas"/>
                  <a:cs typeface="Consolas"/>
                  <a:sym typeface="Consolas"/>
                </a:endParaRPr>
              </a:p>
            </p:txBody>
          </p:sp>
          <p:sp>
            <p:nvSpPr>
              <p:cNvPr id="868" name="Google Shape;868;p53"/>
              <p:cNvSpPr/>
              <p:nvPr/>
            </p:nvSpPr>
            <p:spPr>
              <a:xfrm>
                <a:off x="6558175" y="1072950"/>
                <a:ext cx="1029300" cy="733500"/>
              </a:xfrm>
              <a:prstGeom prst="rect">
                <a:avLst/>
              </a:prstGeom>
              <a:noFill/>
              <a:ln cap="flat" cmpd="sng" w="1905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2F2F2"/>
                    </a:solidFill>
                    <a:latin typeface="Consolas"/>
                    <a:ea typeface="Consolas"/>
                    <a:cs typeface="Consolas"/>
                    <a:sym typeface="Consolas"/>
                  </a:rPr>
                  <a:t>1x011f21</a:t>
                </a:r>
                <a:endParaRPr>
                  <a:solidFill>
                    <a:srgbClr val="F2F2F2"/>
                  </a:solidFill>
                  <a:latin typeface="Consolas"/>
                  <a:ea typeface="Consolas"/>
                  <a:cs typeface="Consolas"/>
                  <a:sym typeface="Consolas"/>
                </a:endParaRPr>
              </a:p>
            </p:txBody>
          </p:sp>
        </p:grpSp>
        <p:sp>
          <p:nvSpPr>
            <p:cNvPr id="869" name="Google Shape;869;p53"/>
            <p:cNvSpPr txBox="1"/>
            <p:nvPr/>
          </p:nvSpPr>
          <p:spPr>
            <a:xfrm>
              <a:off x="5782875" y="612050"/>
              <a:ext cx="1029300" cy="338700"/>
            </a:xfrm>
            <a:prstGeom prst="rect">
              <a:avLst/>
            </a:prstGeom>
            <a:noFill/>
            <a:ln cap="flat" cmpd="sng" w="9525">
              <a:solidFill>
                <a:srgbClr val="F2F2F2"/>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F2F2F2"/>
                  </a:solidFill>
                  <a:latin typeface="Consolas"/>
                  <a:ea typeface="Consolas"/>
                  <a:cs typeface="Consolas"/>
                  <a:sym typeface="Consolas"/>
                </a:rPr>
                <a:t>1x098e72</a:t>
              </a:r>
              <a:endParaRPr sz="1000">
                <a:solidFill>
                  <a:srgbClr val="F2F2F2"/>
                </a:solidFill>
              </a:endParaRPr>
            </a:p>
          </p:txBody>
        </p:sp>
      </p:grpSp>
      <p:cxnSp>
        <p:nvCxnSpPr>
          <p:cNvPr id="870" name="Google Shape;870;p53"/>
          <p:cNvCxnSpPr>
            <a:stCxn id="857" idx="2"/>
            <a:endCxn id="862" idx="0"/>
          </p:cNvCxnSpPr>
          <p:nvPr/>
        </p:nvCxnSpPr>
        <p:spPr>
          <a:xfrm>
            <a:off x="5986500" y="1593350"/>
            <a:ext cx="1029300" cy="16857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54"/>
          <p:cNvSpPr txBox="1"/>
          <p:nvPr>
            <p:ph type="title"/>
          </p:nvPr>
        </p:nvSpPr>
        <p:spPr>
          <a:xfrm>
            <a:off x="953525" y="2420150"/>
            <a:ext cx="4555200" cy="118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Dynamic </a:t>
            </a:r>
            <a:endParaRPr sz="3300"/>
          </a:p>
          <a:p>
            <a:pPr indent="0" lvl="0" marL="0" rtl="0" algn="l">
              <a:spcBef>
                <a:spcPts val="0"/>
              </a:spcBef>
              <a:spcAft>
                <a:spcPts val="0"/>
              </a:spcAft>
              <a:buNone/>
            </a:pPr>
            <a:r>
              <a:rPr lang="en" sz="3300"/>
              <a:t>Memory Allocation</a:t>
            </a:r>
            <a:endParaRPr sz="3300"/>
          </a:p>
        </p:txBody>
      </p:sp>
      <p:sp>
        <p:nvSpPr>
          <p:cNvPr id="876" name="Google Shape;876;p54"/>
          <p:cNvSpPr txBox="1"/>
          <p:nvPr>
            <p:ph idx="4294967295" type="title"/>
          </p:nvPr>
        </p:nvSpPr>
        <p:spPr>
          <a:xfrm>
            <a:off x="1029725" y="1380360"/>
            <a:ext cx="1162200" cy="9636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5000">
                <a:solidFill>
                  <a:schemeClr val="dk2"/>
                </a:solidFill>
              </a:rPr>
              <a:t>04</a:t>
            </a:r>
            <a:endParaRPr sz="5000">
              <a:solidFill>
                <a:schemeClr val="dk2"/>
              </a:solidFill>
            </a:endParaRPr>
          </a:p>
        </p:txBody>
      </p:sp>
      <p:sp>
        <p:nvSpPr>
          <p:cNvPr id="877" name="Google Shape;877;p54"/>
          <p:cNvSpPr txBox="1"/>
          <p:nvPr>
            <p:ph idx="4294967295" type="subTitle"/>
          </p:nvPr>
        </p:nvSpPr>
        <p:spPr>
          <a:xfrm>
            <a:off x="953525" y="3490552"/>
            <a:ext cx="4014300" cy="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malloc()</a:t>
            </a:r>
            <a:endParaRPr/>
          </a:p>
        </p:txBody>
      </p:sp>
      <p:sp>
        <p:nvSpPr>
          <p:cNvPr id="878" name="Google Shape;878;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9" name="Google Shape;879;p54"/>
          <p:cNvSpPr/>
          <p:nvPr/>
        </p:nvSpPr>
        <p:spPr>
          <a:xfrm>
            <a:off x="5360700" y="3894475"/>
            <a:ext cx="480258" cy="475276"/>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880" name="Google Shape;880;p54"/>
          <p:cNvPicPr preferRelativeResize="0"/>
          <p:nvPr/>
        </p:nvPicPr>
        <p:blipFill>
          <a:blip r:embed="rId3">
            <a:alphaModFix/>
          </a:blip>
          <a:stretch>
            <a:fillRect/>
          </a:stretch>
        </p:blipFill>
        <p:spPr>
          <a:xfrm flipH="1">
            <a:off x="5560787" y="680275"/>
            <a:ext cx="2552750" cy="3689477"/>
          </a:xfrm>
          <a:prstGeom prst="rect">
            <a:avLst/>
          </a:prstGeom>
          <a:noFill/>
          <a:ln>
            <a:noFill/>
          </a:ln>
        </p:spPr>
      </p:pic>
      <p:grpSp>
        <p:nvGrpSpPr>
          <p:cNvPr id="881" name="Google Shape;881;p54"/>
          <p:cNvGrpSpPr/>
          <p:nvPr/>
        </p:nvGrpSpPr>
        <p:grpSpPr>
          <a:xfrm>
            <a:off x="7826102" y="729203"/>
            <a:ext cx="620534" cy="896907"/>
            <a:chOff x="7902302" y="729203"/>
            <a:chExt cx="620534" cy="896907"/>
          </a:xfrm>
        </p:grpSpPr>
        <p:grpSp>
          <p:nvGrpSpPr>
            <p:cNvPr id="882" name="Google Shape;882;p54"/>
            <p:cNvGrpSpPr/>
            <p:nvPr/>
          </p:nvGrpSpPr>
          <p:grpSpPr>
            <a:xfrm>
              <a:off x="8165073" y="1252618"/>
              <a:ext cx="357763" cy="373493"/>
              <a:chOff x="3811336" y="4060154"/>
              <a:chExt cx="351299" cy="366708"/>
            </a:xfrm>
          </p:grpSpPr>
          <p:sp>
            <p:nvSpPr>
              <p:cNvPr id="883" name="Google Shape;883;p54"/>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4" name="Google Shape;884;p54"/>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5" name="Google Shape;885;p54"/>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6" name="Google Shape;886;p54"/>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7" name="Google Shape;887;p54"/>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88" name="Google Shape;888;p54"/>
            <p:cNvGrpSpPr/>
            <p:nvPr/>
          </p:nvGrpSpPr>
          <p:grpSpPr>
            <a:xfrm>
              <a:off x="7902302" y="729203"/>
              <a:ext cx="528284" cy="551566"/>
              <a:chOff x="3811336" y="4060154"/>
              <a:chExt cx="351299" cy="366708"/>
            </a:xfrm>
          </p:grpSpPr>
          <p:sp>
            <p:nvSpPr>
              <p:cNvPr id="889" name="Google Shape;889;p54"/>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0" name="Google Shape;890;p54"/>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1" name="Google Shape;891;p54"/>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2" name="Google Shape;892;p54"/>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3" name="Google Shape;893;p54"/>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grpSp>
        <p:nvGrpSpPr>
          <p:cNvPr id="898" name="Google Shape;898;p55"/>
          <p:cNvGrpSpPr/>
          <p:nvPr/>
        </p:nvGrpSpPr>
        <p:grpSpPr>
          <a:xfrm>
            <a:off x="964901" y="659360"/>
            <a:ext cx="2697360" cy="3672365"/>
            <a:chOff x="1269701" y="735560"/>
            <a:chExt cx="2697360" cy="3672365"/>
          </a:xfrm>
        </p:grpSpPr>
        <p:sp>
          <p:nvSpPr>
            <p:cNvPr id="899" name="Google Shape;899;p55"/>
            <p:cNvSpPr/>
            <p:nvPr/>
          </p:nvSpPr>
          <p:spPr>
            <a:xfrm>
              <a:off x="1269701" y="735560"/>
              <a:ext cx="2697360" cy="3672365"/>
            </a:xfrm>
            <a:custGeom>
              <a:rect b="b" l="l" r="r" t="t"/>
              <a:pathLst>
                <a:path extrusionOk="0" h="190426" w="143096">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5"/>
            <p:cNvSpPr/>
            <p:nvPr/>
          </p:nvSpPr>
          <p:spPr>
            <a:xfrm>
              <a:off x="2451551" y="4233647"/>
              <a:ext cx="336819" cy="113759"/>
            </a:xfrm>
            <a:custGeom>
              <a:rect b="b" l="l" r="r" t="t"/>
              <a:pathLst>
                <a:path extrusionOk="0" h="7859" w="2326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 name="Google Shape;901;p55"/>
          <p:cNvGrpSpPr/>
          <p:nvPr/>
        </p:nvGrpSpPr>
        <p:grpSpPr>
          <a:xfrm>
            <a:off x="544813" y="4428199"/>
            <a:ext cx="336826" cy="351600"/>
            <a:chOff x="3811336" y="4060154"/>
            <a:chExt cx="351299" cy="366708"/>
          </a:xfrm>
        </p:grpSpPr>
        <p:sp>
          <p:nvSpPr>
            <p:cNvPr id="902" name="Google Shape;902;p55"/>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3" name="Google Shape;903;p55"/>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4" name="Google Shape;904;p55"/>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5" name="Google Shape;905;p55"/>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6" name="Google Shape;906;p55"/>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07" name="Google Shape;907;p55"/>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8" name="Google Shape;908;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9" name="Google Shape;909;p55"/>
          <p:cNvSpPr/>
          <p:nvPr/>
        </p:nvSpPr>
        <p:spPr>
          <a:xfrm>
            <a:off x="1073650" y="752300"/>
            <a:ext cx="2479854" cy="3229149"/>
          </a:xfrm>
          <a:custGeom>
            <a:rect b="b" l="l" r="r" t="t"/>
            <a:pathLst>
              <a:path extrusionOk="0" h="190426" w="143096">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55"/>
          <p:cNvSpPr txBox="1"/>
          <p:nvPr>
            <p:ph type="title"/>
          </p:nvPr>
        </p:nvSpPr>
        <p:spPr>
          <a:xfrm>
            <a:off x="1073675" y="977525"/>
            <a:ext cx="2479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lt2"/>
                </a:solidFill>
              </a:rPr>
              <a:t>malloc(</a:t>
            </a:r>
            <a:r>
              <a:rPr lang="en">
                <a:solidFill>
                  <a:schemeClr val="lt2"/>
                </a:solidFill>
              </a:rPr>
              <a:t>size</a:t>
            </a:r>
            <a:r>
              <a:rPr lang="en">
                <a:solidFill>
                  <a:schemeClr val="lt2"/>
                </a:solidFill>
              </a:rPr>
              <a:t>)</a:t>
            </a:r>
            <a:endParaRPr>
              <a:solidFill>
                <a:schemeClr val="lt2"/>
              </a:solidFill>
            </a:endParaRPr>
          </a:p>
        </p:txBody>
      </p:sp>
      <p:sp>
        <p:nvSpPr>
          <p:cNvPr id="911" name="Google Shape;911;p55"/>
          <p:cNvSpPr txBox="1"/>
          <p:nvPr>
            <p:ph idx="1" type="subTitle"/>
          </p:nvPr>
        </p:nvSpPr>
        <p:spPr>
          <a:xfrm>
            <a:off x="1073675" y="2073150"/>
            <a:ext cx="2479800" cy="175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Manrope"/>
                <a:ea typeface="Manrope"/>
                <a:cs typeface="Manrope"/>
                <a:sym typeface="Manrope"/>
              </a:rPr>
              <a:t>Kiểu:</a:t>
            </a:r>
            <a:r>
              <a:rPr lang="en">
                <a:latin typeface="Manrope Light"/>
                <a:ea typeface="Manrope Light"/>
                <a:cs typeface="Manrope Light"/>
                <a:sym typeface="Manrope Light"/>
              </a:rPr>
              <a:t> Hàm</a:t>
            </a:r>
            <a:endParaRPr>
              <a:latin typeface="Manrope Light"/>
              <a:ea typeface="Manrope Light"/>
              <a:cs typeface="Manrope Light"/>
              <a:sym typeface="Manrope Light"/>
            </a:endParaRPr>
          </a:p>
          <a:p>
            <a:pPr indent="0" lvl="0" marL="0" rtl="0" algn="l">
              <a:spcBef>
                <a:spcPts val="0"/>
              </a:spcBef>
              <a:spcAft>
                <a:spcPts val="0"/>
              </a:spcAft>
              <a:buNone/>
            </a:pPr>
            <a:r>
              <a:rPr b="1" lang="en">
                <a:latin typeface="Manrope"/>
                <a:ea typeface="Manrope"/>
                <a:cs typeface="Manrope"/>
                <a:sym typeface="Manrope"/>
              </a:rPr>
              <a:t>INPUT:</a:t>
            </a:r>
            <a:r>
              <a:rPr lang="en">
                <a:latin typeface="Manrope Light"/>
                <a:ea typeface="Manrope Light"/>
                <a:cs typeface="Manrope Light"/>
                <a:sym typeface="Manrope Light"/>
              </a:rPr>
              <a:t> kích cỡ byte</a:t>
            </a:r>
            <a:endParaRPr>
              <a:latin typeface="Manrope Light"/>
              <a:ea typeface="Manrope Light"/>
              <a:cs typeface="Manrope Light"/>
              <a:sym typeface="Manrope Light"/>
            </a:endParaRPr>
          </a:p>
          <a:p>
            <a:pPr indent="0" lvl="0" marL="0" rtl="0" algn="l">
              <a:spcBef>
                <a:spcPts val="0"/>
              </a:spcBef>
              <a:spcAft>
                <a:spcPts val="0"/>
              </a:spcAft>
              <a:buNone/>
            </a:pPr>
            <a:r>
              <a:rPr b="1" lang="en">
                <a:latin typeface="Manrope"/>
                <a:ea typeface="Manrope"/>
                <a:cs typeface="Manrope"/>
                <a:sym typeface="Manrope"/>
              </a:rPr>
              <a:t>OUTPUT:</a:t>
            </a:r>
            <a:r>
              <a:rPr lang="en">
                <a:latin typeface="Manrope Light"/>
                <a:ea typeface="Manrope Light"/>
                <a:cs typeface="Manrope Light"/>
                <a:sym typeface="Manrope Light"/>
              </a:rPr>
              <a:t> địa chỉ vùng nhớ được cấp phát hoặc NULL nếu không tìm được.</a:t>
            </a:r>
            <a:endParaRPr>
              <a:latin typeface="Manrope Light"/>
              <a:ea typeface="Manrope Light"/>
              <a:cs typeface="Manrope Light"/>
              <a:sym typeface="Manrope Light"/>
            </a:endParaRPr>
          </a:p>
          <a:p>
            <a:pPr indent="0" lvl="0" marL="0" rtl="0" algn="l">
              <a:spcBef>
                <a:spcPts val="0"/>
              </a:spcBef>
              <a:spcAft>
                <a:spcPts val="0"/>
              </a:spcAft>
              <a:buNone/>
            </a:pPr>
            <a:r>
              <a:rPr b="1" lang="en">
                <a:latin typeface="Manrope"/>
                <a:ea typeface="Manrope"/>
                <a:cs typeface="Manrope"/>
                <a:sym typeface="Manrope"/>
              </a:rPr>
              <a:t>Hàm đi kèm</a:t>
            </a:r>
            <a:r>
              <a:rPr b="1" lang="en">
                <a:latin typeface="Manrope"/>
                <a:ea typeface="Manrope"/>
                <a:cs typeface="Manrope"/>
                <a:sym typeface="Manrope"/>
              </a:rPr>
              <a:t>:</a:t>
            </a:r>
            <a:r>
              <a:rPr lang="en">
                <a:latin typeface="Manrope Light"/>
                <a:ea typeface="Manrope Light"/>
                <a:cs typeface="Manrope Light"/>
                <a:sym typeface="Manrope Light"/>
              </a:rPr>
              <a:t> </a:t>
            </a:r>
            <a:r>
              <a:rPr lang="en">
                <a:solidFill>
                  <a:schemeClr val="dk2"/>
                </a:solidFill>
                <a:highlight>
                  <a:schemeClr val="dk1"/>
                </a:highlight>
                <a:latin typeface="Manrope Light"/>
                <a:ea typeface="Manrope Light"/>
                <a:cs typeface="Manrope Light"/>
                <a:sym typeface="Manrope Light"/>
              </a:rPr>
              <a:t>free()</a:t>
            </a:r>
            <a:r>
              <a:rPr lang="en">
                <a:latin typeface="Manrope Light"/>
                <a:ea typeface="Manrope Light"/>
                <a:cs typeface="Manrope Light"/>
                <a:sym typeface="Manrope Light"/>
              </a:rPr>
              <a:t> dùng để giải phóng vùng nhớ được cấp phát.</a:t>
            </a:r>
            <a:endParaRPr>
              <a:latin typeface="Manrope Light"/>
              <a:ea typeface="Manrope Light"/>
              <a:cs typeface="Manrope Light"/>
              <a:sym typeface="Manrope Light"/>
            </a:endParaRPr>
          </a:p>
        </p:txBody>
      </p:sp>
      <p:sp>
        <p:nvSpPr>
          <p:cNvPr id="912" name="Google Shape;912;p55"/>
          <p:cNvSpPr/>
          <p:nvPr/>
        </p:nvSpPr>
        <p:spPr>
          <a:xfrm>
            <a:off x="1324486" y="1672430"/>
            <a:ext cx="219600" cy="219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5"/>
          <p:cNvSpPr/>
          <p:nvPr/>
        </p:nvSpPr>
        <p:spPr>
          <a:xfrm>
            <a:off x="1764032" y="1672430"/>
            <a:ext cx="219600" cy="219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5"/>
          <p:cNvSpPr/>
          <p:nvPr/>
        </p:nvSpPr>
        <p:spPr>
          <a:xfrm>
            <a:off x="2205082" y="1672430"/>
            <a:ext cx="219600" cy="219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5"/>
          <p:cNvSpPr/>
          <p:nvPr/>
        </p:nvSpPr>
        <p:spPr>
          <a:xfrm>
            <a:off x="2646132" y="1672430"/>
            <a:ext cx="219600" cy="219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5"/>
          <p:cNvSpPr/>
          <p:nvPr/>
        </p:nvSpPr>
        <p:spPr>
          <a:xfrm>
            <a:off x="3087183" y="1672430"/>
            <a:ext cx="219600" cy="219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7" name="Google Shape;917;p55"/>
          <p:cNvCxnSpPr>
            <a:stCxn id="912" idx="3"/>
            <a:endCxn id="913" idx="1"/>
          </p:cNvCxnSpPr>
          <p:nvPr/>
        </p:nvCxnSpPr>
        <p:spPr>
          <a:xfrm>
            <a:off x="1544086" y="1782230"/>
            <a:ext cx="219900" cy="0"/>
          </a:xfrm>
          <a:prstGeom prst="straightConnector1">
            <a:avLst/>
          </a:prstGeom>
          <a:noFill/>
          <a:ln cap="flat" cmpd="sng" w="9525">
            <a:solidFill>
              <a:schemeClr val="dk1"/>
            </a:solidFill>
            <a:prstDash val="solid"/>
            <a:round/>
            <a:headEnd len="med" w="med" type="none"/>
            <a:tailEnd len="med" w="med" type="none"/>
          </a:ln>
        </p:spPr>
      </p:cxnSp>
      <p:cxnSp>
        <p:nvCxnSpPr>
          <p:cNvPr id="918" name="Google Shape;918;p55"/>
          <p:cNvCxnSpPr>
            <a:stCxn id="913" idx="3"/>
            <a:endCxn id="914" idx="1"/>
          </p:cNvCxnSpPr>
          <p:nvPr/>
        </p:nvCxnSpPr>
        <p:spPr>
          <a:xfrm>
            <a:off x="1983632" y="1782230"/>
            <a:ext cx="221400" cy="0"/>
          </a:xfrm>
          <a:prstGeom prst="straightConnector1">
            <a:avLst/>
          </a:prstGeom>
          <a:noFill/>
          <a:ln cap="flat" cmpd="sng" w="9525">
            <a:solidFill>
              <a:schemeClr val="dk1"/>
            </a:solidFill>
            <a:prstDash val="solid"/>
            <a:round/>
            <a:headEnd len="med" w="med" type="none"/>
            <a:tailEnd len="med" w="med" type="none"/>
          </a:ln>
        </p:spPr>
      </p:cxnSp>
      <p:cxnSp>
        <p:nvCxnSpPr>
          <p:cNvPr id="919" name="Google Shape;919;p55"/>
          <p:cNvCxnSpPr>
            <a:stCxn id="914" idx="3"/>
            <a:endCxn id="915" idx="1"/>
          </p:cNvCxnSpPr>
          <p:nvPr/>
        </p:nvCxnSpPr>
        <p:spPr>
          <a:xfrm>
            <a:off x="2424682" y="1782230"/>
            <a:ext cx="221400" cy="0"/>
          </a:xfrm>
          <a:prstGeom prst="straightConnector1">
            <a:avLst/>
          </a:prstGeom>
          <a:noFill/>
          <a:ln cap="flat" cmpd="sng" w="9525">
            <a:solidFill>
              <a:schemeClr val="dk1"/>
            </a:solidFill>
            <a:prstDash val="solid"/>
            <a:round/>
            <a:headEnd len="med" w="med" type="none"/>
            <a:tailEnd len="med" w="med" type="none"/>
          </a:ln>
        </p:spPr>
      </p:cxnSp>
      <p:cxnSp>
        <p:nvCxnSpPr>
          <p:cNvPr id="920" name="Google Shape;920;p55"/>
          <p:cNvCxnSpPr>
            <a:stCxn id="915" idx="3"/>
            <a:endCxn id="916" idx="1"/>
          </p:cNvCxnSpPr>
          <p:nvPr/>
        </p:nvCxnSpPr>
        <p:spPr>
          <a:xfrm>
            <a:off x="2865732" y="1782230"/>
            <a:ext cx="221400" cy="0"/>
          </a:xfrm>
          <a:prstGeom prst="straightConnector1">
            <a:avLst/>
          </a:prstGeom>
          <a:noFill/>
          <a:ln cap="flat" cmpd="sng" w="9525">
            <a:solidFill>
              <a:schemeClr val="dk1"/>
            </a:solidFill>
            <a:prstDash val="solid"/>
            <a:round/>
            <a:headEnd len="med" w="med" type="none"/>
            <a:tailEnd len="med" w="med" type="none"/>
          </a:ln>
        </p:spPr>
      </p:cxnSp>
      <p:cxnSp>
        <p:nvCxnSpPr>
          <p:cNvPr id="921" name="Google Shape;921;p55"/>
          <p:cNvCxnSpPr>
            <a:endCxn id="912" idx="1"/>
          </p:cNvCxnSpPr>
          <p:nvPr/>
        </p:nvCxnSpPr>
        <p:spPr>
          <a:xfrm>
            <a:off x="1102786" y="1782230"/>
            <a:ext cx="221700" cy="0"/>
          </a:xfrm>
          <a:prstGeom prst="straightConnector1">
            <a:avLst/>
          </a:prstGeom>
          <a:noFill/>
          <a:ln cap="flat" cmpd="sng" w="9525">
            <a:solidFill>
              <a:schemeClr val="dk1"/>
            </a:solidFill>
            <a:prstDash val="solid"/>
            <a:round/>
            <a:headEnd len="med" w="med" type="triangle"/>
            <a:tailEnd len="med" w="med" type="none"/>
          </a:ln>
        </p:spPr>
      </p:cxnSp>
      <p:cxnSp>
        <p:nvCxnSpPr>
          <p:cNvPr id="922" name="Google Shape;922;p55"/>
          <p:cNvCxnSpPr>
            <a:endCxn id="916" idx="3"/>
          </p:cNvCxnSpPr>
          <p:nvPr/>
        </p:nvCxnSpPr>
        <p:spPr>
          <a:xfrm rot="10800000">
            <a:off x="3306783" y="1782230"/>
            <a:ext cx="221700" cy="0"/>
          </a:xfrm>
          <a:prstGeom prst="straightConnector1">
            <a:avLst/>
          </a:prstGeom>
          <a:noFill/>
          <a:ln cap="flat" cmpd="sng" w="9525">
            <a:solidFill>
              <a:schemeClr val="dk1"/>
            </a:solidFill>
            <a:prstDash val="solid"/>
            <a:round/>
            <a:headEnd len="med" w="med" type="triangle"/>
            <a:tailEnd len="med" w="med" type="none"/>
          </a:ln>
        </p:spPr>
      </p:cxnSp>
      <p:grpSp>
        <p:nvGrpSpPr>
          <p:cNvPr id="923" name="Google Shape;923;p55"/>
          <p:cNvGrpSpPr/>
          <p:nvPr/>
        </p:nvGrpSpPr>
        <p:grpSpPr>
          <a:xfrm>
            <a:off x="2681037" y="1711978"/>
            <a:ext cx="149488" cy="140349"/>
            <a:chOff x="6698536" y="3269377"/>
            <a:chExt cx="390002" cy="366159"/>
          </a:xfrm>
        </p:grpSpPr>
        <p:sp>
          <p:nvSpPr>
            <p:cNvPr id="924" name="Google Shape;924;p55"/>
            <p:cNvSpPr/>
            <p:nvPr/>
          </p:nvSpPr>
          <p:spPr>
            <a:xfrm>
              <a:off x="6698536" y="3269377"/>
              <a:ext cx="390002" cy="366159"/>
            </a:xfrm>
            <a:custGeom>
              <a:rect b="b" l="l" r="r" t="t"/>
              <a:pathLst>
                <a:path extrusionOk="0" h="13803" w="14724">
                  <a:moveTo>
                    <a:pt x="14444" y="4082"/>
                  </a:moveTo>
                  <a:cubicBezTo>
                    <a:pt x="13592" y="3760"/>
                    <a:pt x="12700" y="3542"/>
                    <a:pt x="11790" y="3432"/>
                  </a:cubicBezTo>
                  <a:lnTo>
                    <a:pt x="11790" y="1300"/>
                  </a:lnTo>
                  <a:lnTo>
                    <a:pt x="11490" y="1204"/>
                  </a:lnTo>
                  <a:cubicBezTo>
                    <a:pt x="9979" y="723"/>
                    <a:pt x="8385" y="479"/>
                    <a:pt x="6759" y="479"/>
                  </a:cubicBezTo>
                  <a:cubicBezTo>
                    <a:pt x="5330" y="479"/>
                    <a:pt x="3930" y="666"/>
                    <a:pt x="2589" y="1037"/>
                  </a:cubicBezTo>
                  <a:lnTo>
                    <a:pt x="2589" y="0"/>
                  </a:lnTo>
                  <a:lnTo>
                    <a:pt x="0" y="0"/>
                  </a:lnTo>
                  <a:lnTo>
                    <a:pt x="0" y="13803"/>
                  </a:lnTo>
                  <a:lnTo>
                    <a:pt x="2589" y="13803"/>
                  </a:lnTo>
                  <a:lnTo>
                    <a:pt x="2589" y="9134"/>
                  </a:lnTo>
                  <a:cubicBezTo>
                    <a:pt x="3725" y="8799"/>
                    <a:pt x="4907" y="8606"/>
                    <a:pt x="6097" y="8553"/>
                  </a:cubicBezTo>
                  <a:lnTo>
                    <a:pt x="6097" y="12314"/>
                  </a:lnTo>
                  <a:lnTo>
                    <a:pt x="6680" y="12094"/>
                  </a:lnTo>
                  <a:cubicBezTo>
                    <a:pt x="7872" y="11644"/>
                    <a:pt x="9127" y="11416"/>
                    <a:pt x="10410" y="11416"/>
                  </a:cubicBezTo>
                  <a:cubicBezTo>
                    <a:pt x="11694" y="11416"/>
                    <a:pt x="12949" y="11644"/>
                    <a:pt x="14140" y="12094"/>
                  </a:cubicBezTo>
                  <a:lnTo>
                    <a:pt x="14724" y="12314"/>
                  </a:lnTo>
                  <a:lnTo>
                    <a:pt x="14724" y="4187"/>
                  </a:lnTo>
                  <a:lnTo>
                    <a:pt x="14444" y="4082"/>
                  </a:lnTo>
                  <a:close/>
                  <a:moveTo>
                    <a:pt x="1725" y="12940"/>
                  </a:moveTo>
                  <a:lnTo>
                    <a:pt x="863" y="12940"/>
                  </a:lnTo>
                  <a:lnTo>
                    <a:pt x="863" y="863"/>
                  </a:lnTo>
                  <a:lnTo>
                    <a:pt x="1725" y="863"/>
                  </a:lnTo>
                  <a:lnTo>
                    <a:pt x="1725" y="12940"/>
                  </a:lnTo>
                  <a:close/>
                  <a:moveTo>
                    <a:pt x="2589" y="1934"/>
                  </a:moveTo>
                  <a:cubicBezTo>
                    <a:pt x="3925" y="1541"/>
                    <a:pt x="5327" y="1341"/>
                    <a:pt x="6759" y="1341"/>
                  </a:cubicBezTo>
                  <a:cubicBezTo>
                    <a:pt x="8189" y="1341"/>
                    <a:pt x="9590" y="1541"/>
                    <a:pt x="10927" y="1934"/>
                  </a:cubicBezTo>
                  <a:lnTo>
                    <a:pt x="10927" y="8236"/>
                  </a:lnTo>
                  <a:cubicBezTo>
                    <a:pt x="9574" y="7863"/>
                    <a:pt x="8165" y="7676"/>
                    <a:pt x="6757" y="7676"/>
                  </a:cubicBezTo>
                  <a:cubicBezTo>
                    <a:pt x="5349" y="7676"/>
                    <a:pt x="3940" y="7863"/>
                    <a:pt x="2589" y="8236"/>
                  </a:cubicBezTo>
                  <a:lnTo>
                    <a:pt x="2589" y="1934"/>
                  </a:lnTo>
                  <a:close/>
                  <a:moveTo>
                    <a:pt x="10275" y="8958"/>
                  </a:moveTo>
                  <a:lnTo>
                    <a:pt x="6959" y="10931"/>
                  </a:lnTo>
                  <a:lnTo>
                    <a:pt x="6959" y="8540"/>
                  </a:lnTo>
                  <a:cubicBezTo>
                    <a:pt x="8075" y="8555"/>
                    <a:pt x="9192" y="8694"/>
                    <a:pt x="10275" y="8958"/>
                  </a:cubicBezTo>
                  <a:close/>
                  <a:moveTo>
                    <a:pt x="13860" y="11084"/>
                  </a:moveTo>
                  <a:cubicBezTo>
                    <a:pt x="12749" y="10732"/>
                    <a:pt x="11590" y="10554"/>
                    <a:pt x="10410" y="10554"/>
                  </a:cubicBezTo>
                  <a:cubicBezTo>
                    <a:pt x="9992" y="10554"/>
                    <a:pt x="9579" y="10576"/>
                    <a:pt x="9167" y="10621"/>
                  </a:cubicBezTo>
                  <a:lnTo>
                    <a:pt x="11790" y="9060"/>
                  </a:lnTo>
                  <a:lnTo>
                    <a:pt x="11790" y="4302"/>
                  </a:lnTo>
                  <a:cubicBezTo>
                    <a:pt x="12497" y="4394"/>
                    <a:pt x="13190" y="4557"/>
                    <a:pt x="13860" y="4788"/>
                  </a:cubicBezTo>
                  <a:lnTo>
                    <a:pt x="13860" y="11084"/>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5" name="Google Shape;925;p55"/>
            <p:cNvSpPr/>
            <p:nvPr/>
          </p:nvSpPr>
          <p:spPr>
            <a:xfrm>
              <a:off x="6793159" y="3335201"/>
              <a:ext cx="113547" cy="107792"/>
            </a:xfrm>
            <a:custGeom>
              <a:rect b="b" l="l" r="r" t="t"/>
              <a:pathLst>
                <a:path extrusionOk="0" h="4073" w="4284">
                  <a:moveTo>
                    <a:pt x="3400" y="2661"/>
                  </a:moveTo>
                  <a:lnTo>
                    <a:pt x="4284" y="1556"/>
                  </a:lnTo>
                  <a:lnTo>
                    <a:pt x="2920" y="1181"/>
                  </a:lnTo>
                  <a:lnTo>
                    <a:pt x="2142" y="0"/>
                  </a:lnTo>
                  <a:lnTo>
                    <a:pt x="1364" y="1181"/>
                  </a:lnTo>
                  <a:lnTo>
                    <a:pt x="0" y="1556"/>
                  </a:lnTo>
                  <a:lnTo>
                    <a:pt x="884" y="2661"/>
                  </a:lnTo>
                  <a:lnTo>
                    <a:pt x="819" y="4073"/>
                  </a:lnTo>
                  <a:lnTo>
                    <a:pt x="2142" y="3575"/>
                  </a:lnTo>
                  <a:lnTo>
                    <a:pt x="3465" y="4073"/>
                  </a:lnTo>
                  <a:lnTo>
                    <a:pt x="3400" y="2661"/>
                  </a:lnTo>
                  <a:close/>
                  <a:moveTo>
                    <a:pt x="2544" y="2805"/>
                  </a:moveTo>
                  <a:lnTo>
                    <a:pt x="2142" y="2653"/>
                  </a:lnTo>
                  <a:lnTo>
                    <a:pt x="1740" y="2805"/>
                  </a:lnTo>
                  <a:lnTo>
                    <a:pt x="1760" y="2376"/>
                  </a:lnTo>
                  <a:lnTo>
                    <a:pt x="1492" y="2040"/>
                  </a:lnTo>
                  <a:lnTo>
                    <a:pt x="1905" y="1927"/>
                  </a:lnTo>
                  <a:lnTo>
                    <a:pt x="2142" y="1568"/>
                  </a:lnTo>
                  <a:lnTo>
                    <a:pt x="2379" y="1927"/>
                  </a:lnTo>
                  <a:lnTo>
                    <a:pt x="2792" y="2040"/>
                  </a:lnTo>
                  <a:lnTo>
                    <a:pt x="2524" y="2376"/>
                  </a:lnTo>
                  <a:lnTo>
                    <a:pt x="2544" y="280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6" name="Google Shape;926;p55"/>
            <p:cNvSpPr/>
            <p:nvPr/>
          </p:nvSpPr>
          <p:spPr>
            <a:xfrm>
              <a:off x="6942908" y="3380455"/>
              <a:ext cx="22200" cy="231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7" name="Google Shape;927;p55"/>
            <p:cNvSpPr/>
            <p:nvPr/>
          </p:nvSpPr>
          <p:spPr>
            <a:xfrm>
              <a:off x="6932212" y="3328618"/>
              <a:ext cx="22200" cy="231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8" name="Google Shape;928;p55"/>
            <p:cNvSpPr/>
            <p:nvPr/>
          </p:nvSpPr>
          <p:spPr>
            <a:xfrm>
              <a:off x="6921516" y="3432291"/>
              <a:ext cx="22200" cy="231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29" name="Google Shape;929;p55"/>
          <p:cNvSpPr/>
          <p:nvPr/>
        </p:nvSpPr>
        <p:spPr>
          <a:xfrm>
            <a:off x="1359499" y="1702945"/>
            <a:ext cx="149499" cy="149512"/>
          </a:xfrm>
          <a:custGeom>
            <a:rect b="b" l="l" r="r" t="t"/>
            <a:pathLst>
              <a:path extrusionOk="0" h="14723" w="14700">
                <a:moveTo>
                  <a:pt x="14700" y="9955"/>
                </a:moveTo>
                <a:lnTo>
                  <a:pt x="12867" y="8122"/>
                </a:lnTo>
                <a:lnTo>
                  <a:pt x="12525" y="8465"/>
                </a:lnTo>
                <a:cubicBezTo>
                  <a:pt x="12279" y="8270"/>
                  <a:pt x="11895" y="7916"/>
                  <a:pt x="11645" y="7513"/>
                </a:cubicBezTo>
                <a:lnTo>
                  <a:pt x="13200" y="5958"/>
                </a:lnTo>
                <a:lnTo>
                  <a:pt x="11369" y="4125"/>
                </a:lnTo>
                <a:lnTo>
                  <a:pt x="11027" y="4465"/>
                </a:lnTo>
                <a:cubicBezTo>
                  <a:pt x="10949" y="4426"/>
                  <a:pt x="10725" y="4308"/>
                  <a:pt x="10495" y="4119"/>
                </a:cubicBezTo>
                <a:cubicBezTo>
                  <a:pt x="10324" y="3979"/>
                  <a:pt x="10120" y="3776"/>
                  <a:pt x="9995" y="3527"/>
                </a:cubicBezTo>
                <a:lnTo>
                  <a:pt x="11690" y="1833"/>
                </a:lnTo>
                <a:lnTo>
                  <a:pt x="9857" y="0"/>
                </a:lnTo>
                <a:lnTo>
                  <a:pt x="8664" y="1193"/>
                </a:lnTo>
                <a:lnTo>
                  <a:pt x="6037" y="1193"/>
                </a:lnTo>
                <a:lnTo>
                  <a:pt x="4844" y="0"/>
                </a:lnTo>
                <a:lnTo>
                  <a:pt x="3010" y="1833"/>
                </a:lnTo>
                <a:lnTo>
                  <a:pt x="4705" y="3528"/>
                </a:lnTo>
                <a:cubicBezTo>
                  <a:pt x="4442" y="4058"/>
                  <a:pt x="3817" y="4393"/>
                  <a:pt x="3674" y="4465"/>
                </a:cubicBezTo>
                <a:lnTo>
                  <a:pt x="3332" y="4125"/>
                </a:lnTo>
                <a:lnTo>
                  <a:pt x="1500" y="5958"/>
                </a:lnTo>
                <a:lnTo>
                  <a:pt x="3055" y="7513"/>
                </a:lnTo>
                <a:cubicBezTo>
                  <a:pt x="2805" y="7916"/>
                  <a:pt x="2422" y="8270"/>
                  <a:pt x="2175" y="8465"/>
                </a:cubicBezTo>
                <a:lnTo>
                  <a:pt x="1832" y="8122"/>
                </a:lnTo>
                <a:lnTo>
                  <a:pt x="0" y="9955"/>
                </a:lnTo>
                <a:lnTo>
                  <a:pt x="1952" y="11907"/>
                </a:lnTo>
                <a:lnTo>
                  <a:pt x="2677" y="11907"/>
                </a:lnTo>
                <a:lnTo>
                  <a:pt x="2677" y="14723"/>
                </a:lnTo>
                <a:lnTo>
                  <a:pt x="12024" y="14723"/>
                </a:lnTo>
                <a:lnTo>
                  <a:pt x="12024" y="11907"/>
                </a:lnTo>
                <a:lnTo>
                  <a:pt x="12749" y="11907"/>
                </a:lnTo>
                <a:lnTo>
                  <a:pt x="14700" y="9955"/>
                </a:lnTo>
                <a:close/>
                <a:moveTo>
                  <a:pt x="4844" y="1222"/>
                </a:moveTo>
                <a:lnTo>
                  <a:pt x="5679" y="2057"/>
                </a:lnTo>
                <a:lnTo>
                  <a:pt x="9022" y="2057"/>
                </a:lnTo>
                <a:lnTo>
                  <a:pt x="9857" y="1222"/>
                </a:lnTo>
                <a:lnTo>
                  <a:pt x="10469" y="1833"/>
                </a:lnTo>
                <a:lnTo>
                  <a:pt x="9380" y="2921"/>
                </a:lnTo>
                <a:lnTo>
                  <a:pt x="5320" y="2921"/>
                </a:lnTo>
                <a:lnTo>
                  <a:pt x="4232" y="1833"/>
                </a:lnTo>
                <a:lnTo>
                  <a:pt x="4844" y="1222"/>
                </a:lnTo>
                <a:close/>
                <a:moveTo>
                  <a:pt x="5537" y="3785"/>
                </a:moveTo>
                <a:lnTo>
                  <a:pt x="9164" y="3785"/>
                </a:lnTo>
                <a:cubicBezTo>
                  <a:pt x="9439" y="4441"/>
                  <a:pt x="10027" y="4879"/>
                  <a:pt x="10392" y="5100"/>
                </a:cubicBezTo>
                <a:lnTo>
                  <a:pt x="10175" y="5318"/>
                </a:lnTo>
                <a:lnTo>
                  <a:pt x="4525" y="5318"/>
                </a:lnTo>
                <a:lnTo>
                  <a:pt x="4309" y="5100"/>
                </a:lnTo>
                <a:cubicBezTo>
                  <a:pt x="4674" y="4879"/>
                  <a:pt x="5262" y="4441"/>
                  <a:pt x="5537" y="3785"/>
                </a:cubicBezTo>
                <a:close/>
                <a:moveTo>
                  <a:pt x="3332" y="5347"/>
                </a:moveTo>
                <a:lnTo>
                  <a:pt x="4167" y="6182"/>
                </a:lnTo>
                <a:lnTo>
                  <a:pt x="10532" y="6182"/>
                </a:lnTo>
                <a:lnTo>
                  <a:pt x="11369" y="5347"/>
                </a:lnTo>
                <a:lnTo>
                  <a:pt x="11979" y="5958"/>
                </a:lnTo>
                <a:lnTo>
                  <a:pt x="10905" y="7031"/>
                </a:lnTo>
                <a:lnTo>
                  <a:pt x="10817" y="7046"/>
                </a:lnTo>
                <a:lnTo>
                  <a:pt x="3810" y="7046"/>
                </a:lnTo>
                <a:lnTo>
                  <a:pt x="2722" y="5958"/>
                </a:lnTo>
                <a:lnTo>
                  <a:pt x="3332" y="5347"/>
                </a:lnTo>
                <a:close/>
                <a:moveTo>
                  <a:pt x="3252" y="8650"/>
                </a:moveTo>
                <a:cubicBezTo>
                  <a:pt x="3490" y="8404"/>
                  <a:pt x="3682" y="8156"/>
                  <a:pt x="3827" y="7910"/>
                </a:cubicBezTo>
                <a:lnTo>
                  <a:pt x="10874" y="7910"/>
                </a:lnTo>
                <a:cubicBezTo>
                  <a:pt x="11020" y="8156"/>
                  <a:pt x="11210" y="8404"/>
                  <a:pt x="11449" y="8650"/>
                </a:cubicBezTo>
                <a:cubicBezTo>
                  <a:pt x="11619" y="8827"/>
                  <a:pt x="11784" y="8973"/>
                  <a:pt x="11910" y="9078"/>
                </a:cubicBezTo>
                <a:lnTo>
                  <a:pt x="11675" y="9315"/>
                </a:lnTo>
                <a:lnTo>
                  <a:pt x="3025" y="9315"/>
                </a:lnTo>
                <a:lnTo>
                  <a:pt x="2790" y="9078"/>
                </a:lnTo>
                <a:cubicBezTo>
                  <a:pt x="2917" y="8973"/>
                  <a:pt x="3082" y="8827"/>
                  <a:pt x="3252" y="8650"/>
                </a:cubicBezTo>
                <a:close/>
                <a:moveTo>
                  <a:pt x="11159" y="13859"/>
                </a:moveTo>
                <a:lnTo>
                  <a:pt x="7782" y="13859"/>
                </a:lnTo>
                <a:lnTo>
                  <a:pt x="7782" y="12995"/>
                </a:lnTo>
                <a:lnTo>
                  <a:pt x="6919" y="12995"/>
                </a:lnTo>
                <a:lnTo>
                  <a:pt x="6919" y="13859"/>
                </a:lnTo>
                <a:lnTo>
                  <a:pt x="3542" y="13859"/>
                </a:lnTo>
                <a:lnTo>
                  <a:pt x="3542" y="11907"/>
                </a:lnTo>
                <a:lnTo>
                  <a:pt x="11159" y="11907"/>
                </a:lnTo>
                <a:lnTo>
                  <a:pt x="11159" y="13859"/>
                </a:lnTo>
                <a:close/>
                <a:moveTo>
                  <a:pt x="12024" y="11043"/>
                </a:moveTo>
                <a:lnTo>
                  <a:pt x="12024" y="11037"/>
                </a:lnTo>
                <a:lnTo>
                  <a:pt x="2677" y="11037"/>
                </a:lnTo>
                <a:lnTo>
                  <a:pt x="2677" y="11043"/>
                </a:lnTo>
                <a:lnTo>
                  <a:pt x="2310" y="11043"/>
                </a:lnTo>
                <a:lnTo>
                  <a:pt x="1222" y="9955"/>
                </a:lnTo>
                <a:lnTo>
                  <a:pt x="1832" y="9344"/>
                </a:lnTo>
                <a:lnTo>
                  <a:pt x="2669" y="10179"/>
                </a:lnTo>
                <a:lnTo>
                  <a:pt x="12032" y="10179"/>
                </a:lnTo>
                <a:lnTo>
                  <a:pt x="12867" y="9344"/>
                </a:lnTo>
                <a:lnTo>
                  <a:pt x="13479" y="9955"/>
                </a:lnTo>
                <a:lnTo>
                  <a:pt x="12390" y="11043"/>
                </a:lnTo>
                <a:lnTo>
                  <a:pt x="12024" y="11043"/>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55"/>
          <p:cNvSpPr/>
          <p:nvPr/>
        </p:nvSpPr>
        <p:spPr>
          <a:xfrm>
            <a:off x="2239921" y="1702788"/>
            <a:ext cx="149807" cy="149819"/>
          </a:xfrm>
          <a:custGeom>
            <a:rect b="b" l="l" r="r" t="t"/>
            <a:pathLst>
              <a:path extrusionOk="0" h="14717" w="14723">
                <a:moveTo>
                  <a:pt x="14723" y="6301"/>
                </a:moveTo>
                <a:lnTo>
                  <a:pt x="12887" y="4465"/>
                </a:lnTo>
                <a:lnTo>
                  <a:pt x="12544" y="4809"/>
                </a:lnTo>
                <a:cubicBezTo>
                  <a:pt x="12236" y="4566"/>
                  <a:pt x="11716" y="4074"/>
                  <a:pt x="11506" y="3551"/>
                </a:cubicBezTo>
                <a:lnTo>
                  <a:pt x="13221" y="1836"/>
                </a:lnTo>
                <a:lnTo>
                  <a:pt x="11385" y="0"/>
                </a:lnTo>
                <a:lnTo>
                  <a:pt x="10190" y="1195"/>
                </a:lnTo>
                <a:lnTo>
                  <a:pt x="4533" y="1195"/>
                </a:lnTo>
                <a:lnTo>
                  <a:pt x="3338" y="0"/>
                </a:lnTo>
                <a:lnTo>
                  <a:pt x="1502" y="1836"/>
                </a:lnTo>
                <a:lnTo>
                  <a:pt x="3217" y="3551"/>
                </a:lnTo>
                <a:cubicBezTo>
                  <a:pt x="3007" y="4074"/>
                  <a:pt x="2487" y="4566"/>
                  <a:pt x="2179" y="4809"/>
                </a:cubicBezTo>
                <a:lnTo>
                  <a:pt x="1836" y="4465"/>
                </a:lnTo>
                <a:lnTo>
                  <a:pt x="0" y="6301"/>
                </a:lnTo>
                <a:lnTo>
                  <a:pt x="1955" y="8256"/>
                </a:lnTo>
                <a:lnTo>
                  <a:pt x="2213" y="8256"/>
                </a:lnTo>
                <a:lnTo>
                  <a:pt x="2213" y="14717"/>
                </a:lnTo>
                <a:lnTo>
                  <a:pt x="4809" y="14717"/>
                </a:lnTo>
                <a:lnTo>
                  <a:pt x="4809" y="8256"/>
                </a:lnTo>
                <a:lnTo>
                  <a:pt x="9914" y="8256"/>
                </a:lnTo>
                <a:lnTo>
                  <a:pt x="9914" y="14717"/>
                </a:lnTo>
                <a:lnTo>
                  <a:pt x="12510" y="14717"/>
                </a:lnTo>
                <a:lnTo>
                  <a:pt x="12510" y="8256"/>
                </a:lnTo>
                <a:lnTo>
                  <a:pt x="12768" y="8256"/>
                </a:lnTo>
                <a:lnTo>
                  <a:pt x="14723" y="6301"/>
                </a:lnTo>
                <a:close/>
                <a:moveTo>
                  <a:pt x="3338" y="1224"/>
                </a:moveTo>
                <a:lnTo>
                  <a:pt x="4174" y="2060"/>
                </a:lnTo>
                <a:lnTo>
                  <a:pt x="10549" y="2060"/>
                </a:lnTo>
                <a:lnTo>
                  <a:pt x="11385" y="1224"/>
                </a:lnTo>
                <a:lnTo>
                  <a:pt x="11997" y="1836"/>
                </a:lnTo>
                <a:lnTo>
                  <a:pt x="10907" y="2926"/>
                </a:lnTo>
                <a:lnTo>
                  <a:pt x="3816" y="2926"/>
                </a:lnTo>
                <a:lnTo>
                  <a:pt x="2726" y="1836"/>
                </a:lnTo>
                <a:lnTo>
                  <a:pt x="3338" y="1224"/>
                </a:lnTo>
                <a:close/>
                <a:moveTo>
                  <a:pt x="3257" y="4994"/>
                </a:moveTo>
                <a:cubicBezTo>
                  <a:pt x="3643" y="4593"/>
                  <a:pt x="3909" y="4190"/>
                  <a:pt x="4052" y="3791"/>
                </a:cubicBezTo>
                <a:lnTo>
                  <a:pt x="10671" y="3791"/>
                </a:lnTo>
                <a:cubicBezTo>
                  <a:pt x="10814" y="4190"/>
                  <a:pt x="11080" y="4593"/>
                  <a:pt x="11466" y="4994"/>
                </a:cubicBezTo>
                <a:cubicBezTo>
                  <a:pt x="11636" y="5172"/>
                  <a:pt x="11801" y="5318"/>
                  <a:pt x="11929" y="5423"/>
                </a:cubicBezTo>
                <a:lnTo>
                  <a:pt x="11692" y="5660"/>
                </a:lnTo>
                <a:lnTo>
                  <a:pt x="3031" y="5660"/>
                </a:lnTo>
                <a:lnTo>
                  <a:pt x="2794" y="5423"/>
                </a:lnTo>
                <a:cubicBezTo>
                  <a:pt x="2922" y="5318"/>
                  <a:pt x="3087" y="5172"/>
                  <a:pt x="3257" y="4994"/>
                </a:cubicBezTo>
                <a:close/>
                <a:moveTo>
                  <a:pt x="3943" y="13852"/>
                </a:moveTo>
                <a:lnTo>
                  <a:pt x="3078" y="13852"/>
                </a:lnTo>
                <a:lnTo>
                  <a:pt x="3078" y="12496"/>
                </a:lnTo>
                <a:lnTo>
                  <a:pt x="3943" y="12496"/>
                </a:lnTo>
                <a:lnTo>
                  <a:pt x="3943" y="13852"/>
                </a:lnTo>
                <a:close/>
                <a:moveTo>
                  <a:pt x="3943" y="11631"/>
                </a:moveTo>
                <a:lnTo>
                  <a:pt x="3078" y="11631"/>
                </a:lnTo>
                <a:lnTo>
                  <a:pt x="3078" y="8256"/>
                </a:lnTo>
                <a:lnTo>
                  <a:pt x="3943" y="8256"/>
                </a:lnTo>
                <a:lnTo>
                  <a:pt x="3943" y="11631"/>
                </a:lnTo>
                <a:close/>
                <a:moveTo>
                  <a:pt x="4809" y="7391"/>
                </a:moveTo>
                <a:lnTo>
                  <a:pt x="2314" y="7391"/>
                </a:lnTo>
                <a:lnTo>
                  <a:pt x="1224" y="6301"/>
                </a:lnTo>
                <a:lnTo>
                  <a:pt x="1836" y="5689"/>
                </a:lnTo>
                <a:lnTo>
                  <a:pt x="2672" y="6525"/>
                </a:lnTo>
                <a:lnTo>
                  <a:pt x="12051" y="6525"/>
                </a:lnTo>
                <a:lnTo>
                  <a:pt x="12887" y="5689"/>
                </a:lnTo>
                <a:lnTo>
                  <a:pt x="13499" y="6301"/>
                </a:lnTo>
                <a:lnTo>
                  <a:pt x="12409" y="7391"/>
                </a:lnTo>
                <a:lnTo>
                  <a:pt x="4809" y="7391"/>
                </a:lnTo>
                <a:close/>
                <a:moveTo>
                  <a:pt x="11645" y="13852"/>
                </a:moveTo>
                <a:lnTo>
                  <a:pt x="10780" y="13852"/>
                </a:lnTo>
                <a:lnTo>
                  <a:pt x="10780" y="12496"/>
                </a:lnTo>
                <a:lnTo>
                  <a:pt x="11645" y="12496"/>
                </a:lnTo>
                <a:lnTo>
                  <a:pt x="11645" y="13852"/>
                </a:lnTo>
                <a:close/>
                <a:moveTo>
                  <a:pt x="11645" y="11631"/>
                </a:moveTo>
                <a:lnTo>
                  <a:pt x="10780" y="11631"/>
                </a:lnTo>
                <a:lnTo>
                  <a:pt x="10780" y="8256"/>
                </a:lnTo>
                <a:lnTo>
                  <a:pt x="11645" y="8256"/>
                </a:lnTo>
                <a:lnTo>
                  <a:pt x="11645" y="1163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31" name="Google Shape;931;p55"/>
          <p:cNvGrpSpPr/>
          <p:nvPr/>
        </p:nvGrpSpPr>
        <p:grpSpPr>
          <a:xfrm>
            <a:off x="1820254" y="1699613"/>
            <a:ext cx="106917" cy="156114"/>
            <a:chOff x="4773181" y="1407378"/>
            <a:chExt cx="278939" cy="407289"/>
          </a:xfrm>
        </p:grpSpPr>
        <p:sp>
          <p:nvSpPr>
            <p:cNvPr id="932" name="Google Shape;932;p55"/>
            <p:cNvSpPr/>
            <p:nvPr/>
          </p:nvSpPr>
          <p:spPr>
            <a:xfrm>
              <a:off x="4773181" y="1407378"/>
              <a:ext cx="278939" cy="407289"/>
            </a:xfrm>
            <a:custGeom>
              <a:rect b="b" l="l" r="r" t="t"/>
              <a:pathLst>
                <a:path extrusionOk="0" h="15381" w="10527">
                  <a:moveTo>
                    <a:pt x="6874" y="9064"/>
                  </a:moveTo>
                  <a:lnTo>
                    <a:pt x="6874" y="8137"/>
                  </a:lnTo>
                  <a:cubicBezTo>
                    <a:pt x="7454" y="7667"/>
                    <a:pt x="7825" y="6949"/>
                    <a:pt x="7825" y="6146"/>
                  </a:cubicBezTo>
                  <a:lnTo>
                    <a:pt x="7825" y="4195"/>
                  </a:lnTo>
                  <a:cubicBezTo>
                    <a:pt x="8811" y="4212"/>
                    <a:pt x="9623" y="3410"/>
                    <a:pt x="9622" y="2425"/>
                  </a:cubicBezTo>
                  <a:cubicBezTo>
                    <a:pt x="9608" y="667"/>
                    <a:pt x="7339" y="0"/>
                    <a:pt x="6372" y="1454"/>
                  </a:cubicBezTo>
                  <a:cubicBezTo>
                    <a:pt x="5710" y="1120"/>
                    <a:pt x="4818" y="1120"/>
                    <a:pt x="4156" y="1453"/>
                  </a:cubicBezTo>
                  <a:cubicBezTo>
                    <a:pt x="3197" y="0"/>
                    <a:pt x="917" y="665"/>
                    <a:pt x="904" y="2425"/>
                  </a:cubicBezTo>
                  <a:cubicBezTo>
                    <a:pt x="903" y="3410"/>
                    <a:pt x="1716" y="4212"/>
                    <a:pt x="2701" y="4195"/>
                  </a:cubicBezTo>
                  <a:lnTo>
                    <a:pt x="2701" y="6146"/>
                  </a:lnTo>
                  <a:cubicBezTo>
                    <a:pt x="2701" y="6949"/>
                    <a:pt x="3073" y="7667"/>
                    <a:pt x="3653" y="8137"/>
                  </a:cubicBezTo>
                  <a:lnTo>
                    <a:pt x="3653" y="9064"/>
                  </a:lnTo>
                  <a:cubicBezTo>
                    <a:pt x="1614" y="9212"/>
                    <a:pt x="0" y="10918"/>
                    <a:pt x="0" y="12994"/>
                  </a:cubicBezTo>
                  <a:lnTo>
                    <a:pt x="0" y="15381"/>
                  </a:lnTo>
                  <a:lnTo>
                    <a:pt x="10527" y="15381"/>
                  </a:lnTo>
                  <a:lnTo>
                    <a:pt x="10527" y="12994"/>
                  </a:lnTo>
                  <a:cubicBezTo>
                    <a:pt x="10527" y="10918"/>
                    <a:pt x="8913" y="9212"/>
                    <a:pt x="6874" y="9064"/>
                  </a:cubicBezTo>
                  <a:close/>
                  <a:moveTo>
                    <a:pt x="7852" y="1517"/>
                  </a:moveTo>
                  <a:cubicBezTo>
                    <a:pt x="8352" y="1517"/>
                    <a:pt x="8760" y="1925"/>
                    <a:pt x="8760" y="2425"/>
                  </a:cubicBezTo>
                  <a:cubicBezTo>
                    <a:pt x="8762" y="2948"/>
                    <a:pt x="8310" y="3369"/>
                    <a:pt x="7788" y="3330"/>
                  </a:cubicBezTo>
                  <a:cubicBezTo>
                    <a:pt x="7698" y="2798"/>
                    <a:pt x="7442" y="2321"/>
                    <a:pt x="7076" y="1955"/>
                  </a:cubicBezTo>
                  <a:cubicBezTo>
                    <a:pt x="7239" y="1688"/>
                    <a:pt x="7531" y="1517"/>
                    <a:pt x="7852" y="1517"/>
                  </a:cubicBezTo>
                  <a:close/>
                  <a:moveTo>
                    <a:pt x="1767" y="2425"/>
                  </a:moveTo>
                  <a:cubicBezTo>
                    <a:pt x="1775" y="1506"/>
                    <a:pt x="2977" y="1179"/>
                    <a:pt x="3451" y="1954"/>
                  </a:cubicBezTo>
                  <a:cubicBezTo>
                    <a:pt x="3085" y="2320"/>
                    <a:pt x="2829" y="2797"/>
                    <a:pt x="2738" y="3330"/>
                  </a:cubicBezTo>
                  <a:cubicBezTo>
                    <a:pt x="2217" y="3369"/>
                    <a:pt x="1765" y="2947"/>
                    <a:pt x="1767" y="2425"/>
                  </a:cubicBezTo>
                  <a:close/>
                  <a:moveTo>
                    <a:pt x="3564" y="3763"/>
                  </a:moveTo>
                  <a:cubicBezTo>
                    <a:pt x="3658" y="1509"/>
                    <a:pt x="6869" y="1510"/>
                    <a:pt x="6962" y="3763"/>
                  </a:cubicBezTo>
                  <a:lnTo>
                    <a:pt x="6962" y="4451"/>
                  </a:lnTo>
                  <a:lnTo>
                    <a:pt x="6238" y="4451"/>
                  </a:lnTo>
                  <a:lnTo>
                    <a:pt x="5263" y="3546"/>
                  </a:lnTo>
                  <a:lnTo>
                    <a:pt x="4288" y="4451"/>
                  </a:lnTo>
                  <a:lnTo>
                    <a:pt x="3564" y="4451"/>
                  </a:lnTo>
                  <a:lnTo>
                    <a:pt x="3564" y="3763"/>
                  </a:lnTo>
                  <a:close/>
                  <a:moveTo>
                    <a:pt x="3564" y="5314"/>
                  </a:moveTo>
                  <a:lnTo>
                    <a:pt x="4627" y="5314"/>
                  </a:lnTo>
                  <a:lnTo>
                    <a:pt x="5263" y="4724"/>
                  </a:lnTo>
                  <a:lnTo>
                    <a:pt x="5899" y="5314"/>
                  </a:lnTo>
                  <a:lnTo>
                    <a:pt x="6962" y="5314"/>
                  </a:lnTo>
                  <a:lnTo>
                    <a:pt x="6962" y="6146"/>
                  </a:lnTo>
                  <a:cubicBezTo>
                    <a:pt x="6962" y="7083"/>
                    <a:pt x="6200" y="7845"/>
                    <a:pt x="5263" y="7845"/>
                  </a:cubicBezTo>
                  <a:cubicBezTo>
                    <a:pt x="4326" y="7845"/>
                    <a:pt x="3564" y="7083"/>
                    <a:pt x="3564" y="6146"/>
                  </a:cubicBezTo>
                  <a:lnTo>
                    <a:pt x="3564" y="5314"/>
                  </a:lnTo>
                  <a:close/>
                  <a:moveTo>
                    <a:pt x="5263" y="8708"/>
                  </a:moveTo>
                  <a:cubicBezTo>
                    <a:pt x="5523" y="8708"/>
                    <a:pt x="5774" y="8669"/>
                    <a:pt x="6011" y="8597"/>
                  </a:cubicBezTo>
                  <a:lnTo>
                    <a:pt x="6011" y="9413"/>
                  </a:lnTo>
                  <a:cubicBezTo>
                    <a:pt x="5555" y="9708"/>
                    <a:pt x="4972" y="9708"/>
                    <a:pt x="4516" y="9413"/>
                  </a:cubicBezTo>
                  <a:lnTo>
                    <a:pt x="4516" y="8597"/>
                  </a:lnTo>
                  <a:cubicBezTo>
                    <a:pt x="4752" y="8669"/>
                    <a:pt x="5003" y="8708"/>
                    <a:pt x="5263" y="8708"/>
                  </a:cubicBezTo>
                  <a:close/>
                  <a:moveTo>
                    <a:pt x="863" y="12994"/>
                  </a:moveTo>
                  <a:cubicBezTo>
                    <a:pt x="863" y="11357"/>
                    <a:pt x="2148" y="10014"/>
                    <a:pt x="3763" y="9921"/>
                  </a:cubicBezTo>
                  <a:cubicBezTo>
                    <a:pt x="3904" y="10047"/>
                    <a:pt x="4061" y="10156"/>
                    <a:pt x="4227" y="10241"/>
                  </a:cubicBezTo>
                  <a:cubicBezTo>
                    <a:pt x="3332" y="10988"/>
                    <a:pt x="2790" y="12111"/>
                    <a:pt x="2790" y="13309"/>
                  </a:cubicBezTo>
                  <a:lnTo>
                    <a:pt x="2790" y="14518"/>
                  </a:lnTo>
                  <a:lnTo>
                    <a:pt x="863" y="14518"/>
                  </a:lnTo>
                  <a:lnTo>
                    <a:pt x="863" y="12994"/>
                  </a:lnTo>
                  <a:close/>
                  <a:moveTo>
                    <a:pt x="9664" y="14518"/>
                  </a:moveTo>
                  <a:lnTo>
                    <a:pt x="5695" y="14518"/>
                  </a:lnTo>
                  <a:lnTo>
                    <a:pt x="5695" y="13655"/>
                  </a:lnTo>
                  <a:lnTo>
                    <a:pt x="4832" y="13655"/>
                  </a:lnTo>
                  <a:lnTo>
                    <a:pt x="4832" y="14518"/>
                  </a:lnTo>
                  <a:lnTo>
                    <a:pt x="3653" y="14518"/>
                  </a:lnTo>
                  <a:lnTo>
                    <a:pt x="3653" y="13309"/>
                  </a:lnTo>
                  <a:cubicBezTo>
                    <a:pt x="3653" y="12106"/>
                    <a:pt x="4349" y="11002"/>
                    <a:pt x="5428" y="10488"/>
                  </a:cubicBezTo>
                  <a:cubicBezTo>
                    <a:pt x="5922" y="10453"/>
                    <a:pt x="6393" y="10252"/>
                    <a:pt x="6764" y="9921"/>
                  </a:cubicBezTo>
                  <a:cubicBezTo>
                    <a:pt x="8379" y="10014"/>
                    <a:pt x="9664" y="11357"/>
                    <a:pt x="9664" y="12994"/>
                  </a:cubicBezTo>
                  <a:lnTo>
                    <a:pt x="9664" y="14518"/>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3" name="Google Shape;933;p55"/>
            <p:cNvSpPr/>
            <p:nvPr/>
          </p:nvSpPr>
          <p:spPr>
            <a:xfrm>
              <a:off x="4901538" y="1720042"/>
              <a:ext cx="23100" cy="231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34" name="Google Shape;934;p55"/>
          <p:cNvGrpSpPr/>
          <p:nvPr/>
        </p:nvGrpSpPr>
        <p:grpSpPr>
          <a:xfrm>
            <a:off x="3121839" y="1707405"/>
            <a:ext cx="150120" cy="149493"/>
            <a:chOff x="1412038" y="3257035"/>
            <a:chExt cx="391650" cy="390015"/>
          </a:xfrm>
        </p:grpSpPr>
        <p:sp>
          <p:nvSpPr>
            <p:cNvPr id="935" name="Google Shape;935;p55"/>
            <p:cNvSpPr/>
            <p:nvPr/>
          </p:nvSpPr>
          <p:spPr>
            <a:xfrm>
              <a:off x="1571662" y="3257857"/>
              <a:ext cx="73231" cy="134946"/>
            </a:xfrm>
            <a:custGeom>
              <a:rect b="b" l="l" r="r" t="t"/>
              <a:pathLst>
                <a:path extrusionOk="0" h="5115" w="2765">
                  <a:moveTo>
                    <a:pt x="1383" y="0"/>
                  </a:moveTo>
                  <a:cubicBezTo>
                    <a:pt x="986" y="0"/>
                    <a:pt x="612" y="175"/>
                    <a:pt x="358" y="480"/>
                  </a:cubicBezTo>
                  <a:cubicBezTo>
                    <a:pt x="104" y="786"/>
                    <a:pt x="0" y="1185"/>
                    <a:pt x="72" y="1575"/>
                  </a:cubicBezTo>
                  <a:lnTo>
                    <a:pt x="726" y="5115"/>
                  </a:lnTo>
                  <a:lnTo>
                    <a:pt x="2039" y="5115"/>
                  </a:lnTo>
                  <a:lnTo>
                    <a:pt x="2693" y="1575"/>
                  </a:lnTo>
                  <a:cubicBezTo>
                    <a:pt x="2765" y="1185"/>
                    <a:pt x="2661" y="786"/>
                    <a:pt x="2407" y="480"/>
                  </a:cubicBezTo>
                  <a:cubicBezTo>
                    <a:pt x="2153" y="175"/>
                    <a:pt x="1780" y="0"/>
                    <a:pt x="1383" y="0"/>
                  </a:cubicBezTo>
                  <a:close/>
                  <a:moveTo>
                    <a:pt x="1845" y="1419"/>
                  </a:moveTo>
                  <a:lnTo>
                    <a:pt x="1383" y="3924"/>
                  </a:lnTo>
                  <a:lnTo>
                    <a:pt x="920" y="1419"/>
                  </a:lnTo>
                  <a:cubicBezTo>
                    <a:pt x="894" y="1281"/>
                    <a:pt x="931" y="1140"/>
                    <a:pt x="1021" y="1032"/>
                  </a:cubicBezTo>
                  <a:cubicBezTo>
                    <a:pt x="1110" y="924"/>
                    <a:pt x="1242" y="862"/>
                    <a:pt x="1383" y="862"/>
                  </a:cubicBezTo>
                  <a:cubicBezTo>
                    <a:pt x="1523" y="862"/>
                    <a:pt x="1655" y="924"/>
                    <a:pt x="1744" y="1032"/>
                  </a:cubicBezTo>
                  <a:cubicBezTo>
                    <a:pt x="1834" y="1140"/>
                    <a:pt x="1871" y="1281"/>
                    <a:pt x="1845" y="1419"/>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6" name="Google Shape;936;p55"/>
            <p:cNvSpPr/>
            <p:nvPr/>
          </p:nvSpPr>
          <p:spPr>
            <a:xfrm>
              <a:off x="1412038" y="3257035"/>
              <a:ext cx="119307" cy="119303"/>
            </a:xfrm>
            <a:custGeom>
              <a:rect b="b" l="l" r="r" t="t"/>
              <a:pathLst>
                <a:path extrusionOk="0" h="4502" w="4503">
                  <a:moveTo>
                    <a:pt x="608" y="2461"/>
                  </a:moveTo>
                  <a:lnTo>
                    <a:pt x="3574" y="4502"/>
                  </a:lnTo>
                  <a:lnTo>
                    <a:pt x="4503" y="3573"/>
                  </a:lnTo>
                  <a:lnTo>
                    <a:pt x="2462" y="607"/>
                  </a:lnTo>
                  <a:cubicBezTo>
                    <a:pt x="2237" y="280"/>
                    <a:pt x="1881" y="72"/>
                    <a:pt x="1485" y="36"/>
                  </a:cubicBezTo>
                  <a:cubicBezTo>
                    <a:pt x="1090" y="0"/>
                    <a:pt x="702" y="140"/>
                    <a:pt x="421" y="421"/>
                  </a:cubicBezTo>
                  <a:cubicBezTo>
                    <a:pt x="141" y="701"/>
                    <a:pt x="0" y="1089"/>
                    <a:pt x="37" y="1485"/>
                  </a:cubicBezTo>
                  <a:cubicBezTo>
                    <a:pt x="73" y="1880"/>
                    <a:pt x="281" y="2236"/>
                    <a:pt x="608" y="2461"/>
                  </a:cubicBezTo>
                  <a:close/>
                  <a:moveTo>
                    <a:pt x="1031" y="1030"/>
                  </a:moveTo>
                  <a:cubicBezTo>
                    <a:pt x="1120" y="941"/>
                    <a:pt x="1239" y="892"/>
                    <a:pt x="1364" y="892"/>
                  </a:cubicBezTo>
                  <a:cubicBezTo>
                    <a:pt x="1378" y="892"/>
                    <a:pt x="1392" y="893"/>
                    <a:pt x="1407" y="894"/>
                  </a:cubicBezTo>
                  <a:cubicBezTo>
                    <a:pt x="1546" y="907"/>
                    <a:pt x="1672" y="981"/>
                    <a:pt x="1752" y="1096"/>
                  </a:cubicBezTo>
                  <a:lnTo>
                    <a:pt x="3196" y="3195"/>
                  </a:lnTo>
                  <a:lnTo>
                    <a:pt x="1097" y="1751"/>
                  </a:lnTo>
                  <a:cubicBezTo>
                    <a:pt x="981" y="1671"/>
                    <a:pt x="908" y="1546"/>
                    <a:pt x="895" y="1406"/>
                  </a:cubicBezTo>
                  <a:cubicBezTo>
                    <a:pt x="882" y="1266"/>
                    <a:pt x="932" y="1129"/>
                    <a:pt x="1031" y="103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7" name="Google Shape;937;p55"/>
            <p:cNvSpPr/>
            <p:nvPr/>
          </p:nvSpPr>
          <p:spPr>
            <a:xfrm>
              <a:off x="1684385" y="3257035"/>
              <a:ext cx="119303" cy="119303"/>
            </a:xfrm>
            <a:custGeom>
              <a:rect b="b" l="l" r="r" t="t"/>
              <a:pathLst>
                <a:path extrusionOk="0" h="4502" w="4502">
                  <a:moveTo>
                    <a:pt x="3894" y="2461"/>
                  </a:moveTo>
                  <a:cubicBezTo>
                    <a:pt x="4221" y="2236"/>
                    <a:pt x="4429" y="1880"/>
                    <a:pt x="4466" y="1485"/>
                  </a:cubicBezTo>
                  <a:cubicBezTo>
                    <a:pt x="4502" y="1089"/>
                    <a:pt x="4362" y="701"/>
                    <a:pt x="4081" y="421"/>
                  </a:cubicBezTo>
                  <a:cubicBezTo>
                    <a:pt x="3800" y="140"/>
                    <a:pt x="3412" y="0"/>
                    <a:pt x="3017" y="36"/>
                  </a:cubicBezTo>
                  <a:cubicBezTo>
                    <a:pt x="2621" y="72"/>
                    <a:pt x="2265" y="280"/>
                    <a:pt x="2040" y="607"/>
                  </a:cubicBezTo>
                  <a:lnTo>
                    <a:pt x="0" y="3573"/>
                  </a:lnTo>
                  <a:lnTo>
                    <a:pt x="928" y="4502"/>
                  </a:lnTo>
                  <a:lnTo>
                    <a:pt x="3894" y="2461"/>
                  </a:lnTo>
                  <a:close/>
                  <a:moveTo>
                    <a:pt x="2751" y="1096"/>
                  </a:moveTo>
                  <a:cubicBezTo>
                    <a:pt x="2830" y="981"/>
                    <a:pt x="2956" y="907"/>
                    <a:pt x="3095" y="894"/>
                  </a:cubicBezTo>
                  <a:cubicBezTo>
                    <a:pt x="3110" y="893"/>
                    <a:pt x="3124" y="892"/>
                    <a:pt x="3139" y="892"/>
                  </a:cubicBezTo>
                  <a:cubicBezTo>
                    <a:pt x="3263" y="892"/>
                    <a:pt x="3382" y="941"/>
                    <a:pt x="3471" y="1030"/>
                  </a:cubicBezTo>
                  <a:cubicBezTo>
                    <a:pt x="3570" y="1129"/>
                    <a:pt x="3620" y="1266"/>
                    <a:pt x="3607" y="1406"/>
                  </a:cubicBezTo>
                  <a:cubicBezTo>
                    <a:pt x="3594" y="1546"/>
                    <a:pt x="3521" y="1671"/>
                    <a:pt x="3405" y="1751"/>
                  </a:cubicBezTo>
                  <a:lnTo>
                    <a:pt x="1306" y="3195"/>
                  </a:lnTo>
                  <a:lnTo>
                    <a:pt x="2751" y="109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8" name="Google Shape;938;p55"/>
            <p:cNvSpPr/>
            <p:nvPr/>
          </p:nvSpPr>
          <p:spPr>
            <a:xfrm>
              <a:off x="1412038" y="3528559"/>
              <a:ext cx="119307" cy="118482"/>
            </a:xfrm>
            <a:custGeom>
              <a:rect b="b" l="l" r="r" t="t"/>
              <a:pathLst>
                <a:path extrusionOk="0" h="4471" w="4503">
                  <a:moveTo>
                    <a:pt x="608" y="2040"/>
                  </a:moveTo>
                  <a:cubicBezTo>
                    <a:pt x="281" y="2265"/>
                    <a:pt x="73" y="2621"/>
                    <a:pt x="37" y="3017"/>
                  </a:cubicBezTo>
                  <a:cubicBezTo>
                    <a:pt x="0" y="3412"/>
                    <a:pt x="141" y="3800"/>
                    <a:pt x="421" y="4081"/>
                  </a:cubicBezTo>
                  <a:cubicBezTo>
                    <a:pt x="673" y="4332"/>
                    <a:pt x="1011" y="4471"/>
                    <a:pt x="1363" y="4471"/>
                  </a:cubicBezTo>
                  <a:cubicBezTo>
                    <a:pt x="1404" y="4471"/>
                    <a:pt x="1444" y="4469"/>
                    <a:pt x="1485" y="4466"/>
                  </a:cubicBezTo>
                  <a:cubicBezTo>
                    <a:pt x="1881" y="4429"/>
                    <a:pt x="2237" y="4221"/>
                    <a:pt x="2462" y="3894"/>
                  </a:cubicBezTo>
                  <a:lnTo>
                    <a:pt x="4503" y="928"/>
                  </a:lnTo>
                  <a:lnTo>
                    <a:pt x="3574" y="0"/>
                  </a:lnTo>
                  <a:lnTo>
                    <a:pt x="608" y="2040"/>
                  </a:lnTo>
                  <a:close/>
                  <a:moveTo>
                    <a:pt x="1752" y="3405"/>
                  </a:moveTo>
                  <a:cubicBezTo>
                    <a:pt x="1672" y="3521"/>
                    <a:pt x="1546" y="3594"/>
                    <a:pt x="1407" y="3607"/>
                  </a:cubicBezTo>
                  <a:cubicBezTo>
                    <a:pt x="1267" y="3620"/>
                    <a:pt x="1130" y="3570"/>
                    <a:pt x="1031" y="3471"/>
                  </a:cubicBezTo>
                  <a:cubicBezTo>
                    <a:pt x="932" y="3372"/>
                    <a:pt x="882" y="3235"/>
                    <a:pt x="895" y="3095"/>
                  </a:cubicBezTo>
                  <a:cubicBezTo>
                    <a:pt x="908" y="2956"/>
                    <a:pt x="981" y="2830"/>
                    <a:pt x="1097" y="2751"/>
                  </a:cubicBezTo>
                  <a:lnTo>
                    <a:pt x="3196" y="1306"/>
                  </a:lnTo>
                  <a:lnTo>
                    <a:pt x="1752" y="340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9" name="Google Shape;939;p55"/>
            <p:cNvSpPr/>
            <p:nvPr/>
          </p:nvSpPr>
          <p:spPr>
            <a:xfrm>
              <a:off x="1684385" y="3528559"/>
              <a:ext cx="119303" cy="118482"/>
            </a:xfrm>
            <a:custGeom>
              <a:rect b="b" l="l" r="r" t="t"/>
              <a:pathLst>
                <a:path extrusionOk="0" h="4471" w="4502">
                  <a:moveTo>
                    <a:pt x="3894" y="2040"/>
                  </a:moveTo>
                  <a:lnTo>
                    <a:pt x="928" y="0"/>
                  </a:lnTo>
                  <a:lnTo>
                    <a:pt x="0" y="928"/>
                  </a:lnTo>
                  <a:lnTo>
                    <a:pt x="2040" y="3894"/>
                  </a:lnTo>
                  <a:cubicBezTo>
                    <a:pt x="2265" y="4221"/>
                    <a:pt x="2621" y="4429"/>
                    <a:pt x="3017" y="4466"/>
                  </a:cubicBezTo>
                  <a:cubicBezTo>
                    <a:pt x="3058" y="4469"/>
                    <a:pt x="3099" y="4471"/>
                    <a:pt x="3139" y="4471"/>
                  </a:cubicBezTo>
                  <a:cubicBezTo>
                    <a:pt x="3491" y="4471"/>
                    <a:pt x="3829" y="4332"/>
                    <a:pt x="4081" y="4081"/>
                  </a:cubicBezTo>
                  <a:cubicBezTo>
                    <a:pt x="4362" y="3800"/>
                    <a:pt x="4502" y="3412"/>
                    <a:pt x="4466" y="3017"/>
                  </a:cubicBezTo>
                  <a:cubicBezTo>
                    <a:pt x="4429" y="2621"/>
                    <a:pt x="4221" y="2265"/>
                    <a:pt x="3894" y="2040"/>
                  </a:cubicBezTo>
                  <a:close/>
                  <a:moveTo>
                    <a:pt x="3471" y="3471"/>
                  </a:moveTo>
                  <a:cubicBezTo>
                    <a:pt x="3372" y="3570"/>
                    <a:pt x="3235" y="3620"/>
                    <a:pt x="3095" y="3607"/>
                  </a:cubicBezTo>
                  <a:cubicBezTo>
                    <a:pt x="2956" y="3594"/>
                    <a:pt x="2830" y="3521"/>
                    <a:pt x="2751" y="3405"/>
                  </a:cubicBezTo>
                  <a:lnTo>
                    <a:pt x="1306" y="1306"/>
                  </a:lnTo>
                  <a:lnTo>
                    <a:pt x="3405" y="2751"/>
                  </a:lnTo>
                  <a:cubicBezTo>
                    <a:pt x="3521" y="2830"/>
                    <a:pt x="3594" y="2956"/>
                    <a:pt x="3607" y="3095"/>
                  </a:cubicBezTo>
                  <a:cubicBezTo>
                    <a:pt x="3620" y="3235"/>
                    <a:pt x="3570" y="3372"/>
                    <a:pt x="3471" y="347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0" name="Google Shape;940;p55"/>
            <p:cNvSpPr/>
            <p:nvPr/>
          </p:nvSpPr>
          <p:spPr>
            <a:xfrm>
              <a:off x="1412861" y="3415835"/>
              <a:ext cx="135765" cy="71587"/>
            </a:xfrm>
            <a:custGeom>
              <a:rect b="b" l="l" r="r" t="t"/>
              <a:pathLst>
                <a:path extrusionOk="0" h="2716" w="5115">
                  <a:moveTo>
                    <a:pt x="480" y="358"/>
                  </a:moveTo>
                  <a:cubicBezTo>
                    <a:pt x="175" y="612"/>
                    <a:pt x="0" y="986"/>
                    <a:pt x="0" y="1383"/>
                  </a:cubicBezTo>
                  <a:cubicBezTo>
                    <a:pt x="0" y="1780"/>
                    <a:pt x="175" y="2153"/>
                    <a:pt x="480" y="2407"/>
                  </a:cubicBezTo>
                  <a:cubicBezTo>
                    <a:pt x="722" y="2608"/>
                    <a:pt x="1023" y="2716"/>
                    <a:pt x="1332" y="2716"/>
                  </a:cubicBezTo>
                  <a:cubicBezTo>
                    <a:pt x="1412" y="2716"/>
                    <a:pt x="1494" y="2708"/>
                    <a:pt x="1575" y="2693"/>
                  </a:cubicBezTo>
                  <a:lnTo>
                    <a:pt x="5115" y="2039"/>
                  </a:lnTo>
                  <a:lnTo>
                    <a:pt x="5115" y="726"/>
                  </a:lnTo>
                  <a:lnTo>
                    <a:pt x="1575" y="72"/>
                  </a:lnTo>
                  <a:cubicBezTo>
                    <a:pt x="1185" y="0"/>
                    <a:pt x="785" y="104"/>
                    <a:pt x="480" y="358"/>
                  </a:cubicBezTo>
                  <a:close/>
                  <a:moveTo>
                    <a:pt x="1418" y="1845"/>
                  </a:moveTo>
                  <a:cubicBezTo>
                    <a:pt x="1280" y="1871"/>
                    <a:pt x="1140" y="1834"/>
                    <a:pt x="1032" y="1745"/>
                  </a:cubicBezTo>
                  <a:cubicBezTo>
                    <a:pt x="924" y="1655"/>
                    <a:pt x="862" y="1523"/>
                    <a:pt x="862" y="1383"/>
                  </a:cubicBezTo>
                  <a:cubicBezTo>
                    <a:pt x="862" y="1242"/>
                    <a:pt x="924" y="1111"/>
                    <a:pt x="1032" y="1021"/>
                  </a:cubicBezTo>
                  <a:cubicBezTo>
                    <a:pt x="1117" y="950"/>
                    <a:pt x="1223" y="912"/>
                    <a:pt x="1332" y="912"/>
                  </a:cubicBezTo>
                  <a:cubicBezTo>
                    <a:pt x="1361" y="912"/>
                    <a:pt x="1390" y="914"/>
                    <a:pt x="1418" y="920"/>
                  </a:cubicBezTo>
                  <a:lnTo>
                    <a:pt x="3924" y="1383"/>
                  </a:lnTo>
                  <a:lnTo>
                    <a:pt x="1418" y="184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1" name="Google Shape;941;p55"/>
            <p:cNvSpPr/>
            <p:nvPr/>
          </p:nvSpPr>
          <p:spPr>
            <a:xfrm>
              <a:off x="1571662" y="3512103"/>
              <a:ext cx="73231" cy="134946"/>
            </a:xfrm>
            <a:custGeom>
              <a:rect b="b" l="l" r="r" t="t"/>
              <a:pathLst>
                <a:path extrusionOk="0" h="5115" w="2765">
                  <a:moveTo>
                    <a:pt x="2039" y="0"/>
                  </a:moveTo>
                  <a:lnTo>
                    <a:pt x="726" y="0"/>
                  </a:lnTo>
                  <a:lnTo>
                    <a:pt x="72" y="3540"/>
                  </a:lnTo>
                  <a:cubicBezTo>
                    <a:pt x="0" y="3931"/>
                    <a:pt x="104" y="4330"/>
                    <a:pt x="358" y="4635"/>
                  </a:cubicBezTo>
                  <a:cubicBezTo>
                    <a:pt x="612" y="4940"/>
                    <a:pt x="986" y="5115"/>
                    <a:pt x="1383" y="5115"/>
                  </a:cubicBezTo>
                  <a:cubicBezTo>
                    <a:pt x="1780" y="5115"/>
                    <a:pt x="2153" y="4940"/>
                    <a:pt x="2407" y="4635"/>
                  </a:cubicBezTo>
                  <a:cubicBezTo>
                    <a:pt x="2661" y="4330"/>
                    <a:pt x="2765" y="3931"/>
                    <a:pt x="2693" y="3540"/>
                  </a:cubicBezTo>
                  <a:lnTo>
                    <a:pt x="2039" y="0"/>
                  </a:lnTo>
                  <a:close/>
                  <a:moveTo>
                    <a:pt x="1744" y="4084"/>
                  </a:moveTo>
                  <a:cubicBezTo>
                    <a:pt x="1655" y="4191"/>
                    <a:pt x="1523" y="4253"/>
                    <a:pt x="1383" y="4253"/>
                  </a:cubicBezTo>
                  <a:cubicBezTo>
                    <a:pt x="1242" y="4253"/>
                    <a:pt x="1110" y="4191"/>
                    <a:pt x="1021" y="4084"/>
                  </a:cubicBezTo>
                  <a:cubicBezTo>
                    <a:pt x="931" y="3976"/>
                    <a:pt x="894" y="3835"/>
                    <a:pt x="920" y="3697"/>
                  </a:cubicBezTo>
                  <a:lnTo>
                    <a:pt x="1383" y="1191"/>
                  </a:lnTo>
                  <a:lnTo>
                    <a:pt x="1845" y="3697"/>
                  </a:lnTo>
                  <a:cubicBezTo>
                    <a:pt x="1871" y="3835"/>
                    <a:pt x="1834" y="3976"/>
                    <a:pt x="1744" y="4084"/>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2" name="Google Shape;942;p55"/>
            <p:cNvSpPr/>
            <p:nvPr/>
          </p:nvSpPr>
          <p:spPr>
            <a:xfrm>
              <a:off x="1667107" y="3415835"/>
              <a:ext cx="135765" cy="71587"/>
            </a:xfrm>
            <a:custGeom>
              <a:rect b="b" l="l" r="r" t="t"/>
              <a:pathLst>
                <a:path extrusionOk="0" h="2716" w="5115">
                  <a:moveTo>
                    <a:pt x="4635" y="358"/>
                  </a:moveTo>
                  <a:cubicBezTo>
                    <a:pt x="4330" y="104"/>
                    <a:pt x="3931" y="0"/>
                    <a:pt x="3540" y="72"/>
                  </a:cubicBezTo>
                  <a:lnTo>
                    <a:pt x="0" y="726"/>
                  </a:lnTo>
                  <a:lnTo>
                    <a:pt x="0" y="2039"/>
                  </a:lnTo>
                  <a:lnTo>
                    <a:pt x="3540" y="2693"/>
                  </a:lnTo>
                  <a:cubicBezTo>
                    <a:pt x="3621" y="2708"/>
                    <a:pt x="3703" y="2716"/>
                    <a:pt x="3784" y="2716"/>
                  </a:cubicBezTo>
                  <a:cubicBezTo>
                    <a:pt x="4092" y="2716"/>
                    <a:pt x="4393" y="2608"/>
                    <a:pt x="4635" y="2407"/>
                  </a:cubicBezTo>
                  <a:cubicBezTo>
                    <a:pt x="4940" y="2153"/>
                    <a:pt x="5115" y="1780"/>
                    <a:pt x="5115" y="1383"/>
                  </a:cubicBezTo>
                  <a:cubicBezTo>
                    <a:pt x="5115" y="986"/>
                    <a:pt x="4940" y="612"/>
                    <a:pt x="4635" y="358"/>
                  </a:cubicBezTo>
                  <a:close/>
                  <a:moveTo>
                    <a:pt x="4083" y="1745"/>
                  </a:moveTo>
                  <a:cubicBezTo>
                    <a:pt x="3976" y="1834"/>
                    <a:pt x="3835" y="1871"/>
                    <a:pt x="3697" y="1846"/>
                  </a:cubicBezTo>
                  <a:lnTo>
                    <a:pt x="1191" y="1383"/>
                  </a:lnTo>
                  <a:lnTo>
                    <a:pt x="3697" y="920"/>
                  </a:lnTo>
                  <a:cubicBezTo>
                    <a:pt x="3835" y="894"/>
                    <a:pt x="3976" y="931"/>
                    <a:pt x="4083" y="1021"/>
                  </a:cubicBezTo>
                  <a:cubicBezTo>
                    <a:pt x="4191" y="1111"/>
                    <a:pt x="4253" y="1242"/>
                    <a:pt x="4253" y="1383"/>
                  </a:cubicBezTo>
                  <a:cubicBezTo>
                    <a:pt x="4253" y="1523"/>
                    <a:pt x="4191" y="1655"/>
                    <a:pt x="4083" y="174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3" name="Google Shape;943;p55"/>
            <p:cNvSpPr/>
            <p:nvPr/>
          </p:nvSpPr>
          <p:spPr>
            <a:xfrm>
              <a:off x="1574130" y="3418304"/>
              <a:ext cx="68290" cy="68290"/>
            </a:xfrm>
            <a:custGeom>
              <a:rect b="b" l="l" r="r" t="t"/>
              <a:pathLst>
                <a:path extrusionOk="0" h="2586" w="2587">
                  <a:moveTo>
                    <a:pt x="2587" y="1293"/>
                  </a:moveTo>
                  <a:cubicBezTo>
                    <a:pt x="2587" y="580"/>
                    <a:pt x="2007" y="0"/>
                    <a:pt x="1294" y="0"/>
                  </a:cubicBezTo>
                  <a:cubicBezTo>
                    <a:pt x="580" y="0"/>
                    <a:pt x="0" y="580"/>
                    <a:pt x="0" y="1293"/>
                  </a:cubicBezTo>
                  <a:cubicBezTo>
                    <a:pt x="0" y="2006"/>
                    <a:pt x="580" y="2586"/>
                    <a:pt x="1294" y="2586"/>
                  </a:cubicBezTo>
                  <a:cubicBezTo>
                    <a:pt x="2007" y="2586"/>
                    <a:pt x="2587" y="2006"/>
                    <a:pt x="2587" y="1293"/>
                  </a:cubicBezTo>
                  <a:close/>
                  <a:moveTo>
                    <a:pt x="863" y="1293"/>
                  </a:moveTo>
                  <a:cubicBezTo>
                    <a:pt x="863" y="1055"/>
                    <a:pt x="1056" y="862"/>
                    <a:pt x="1294" y="862"/>
                  </a:cubicBezTo>
                  <a:cubicBezTo>
                    <a:pt x="1531" y="862"/>
                    <a:pt x="1725" y="1055"/>
                    <a:pt x="1725" y="1293"/>
                  </a:cubicBezTo>
                  <a:cubicBezTo>
                    <a:pt x="1725" y="1530"/>
                    <a:pt x="1531" y="1724"/>
                    <a:pt x="1294" y="1724"/>
                  </a:cubicBezTo>
                  <a:cubicBezTo>
                    <a:pt x="1056" y="1724"/>
                    <a:pt x="863" y="1530"/>
                    <a:pt x="863" y="1293"/>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4" name="Google Shape;944;p55"/>
            <p:cNvSpPr/>
            <p:nvPr/>
          </p:nvSpPr>
          <p:spPr>
            <a:xfrm>
              <a:off x="1533813" y="3377986"/>
              <a:ext cx="32090" cy="32090"/>
            </a:xfrm>
            <a:custGeom>
              <a:rect b="b" l="l" r="r" t="t"/>
              <a:pathLst>
                <a:path extrusionOk="0" h="1219" w="1219">
                  <a:moveTo>
                    <a:pt x="0" y="609"/>
                  </a:moveTo>
                  <a:lnTo>
                    <a:pt x="609" y="0"/>
                  </a:lnTo>
                  <a:lnTo>
                    <a:pt x="1219" y="609"/>
                  </a:lnTo>
                  <a:lnTo>
                    <a:pt x="609" y="1219"/>
                  </a:lnTo>
                  <a:lnTo>
                    <a:pt x="0" y="609"/>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5" name="Google Shape;945;p55"/>
            <p:cNvSpPr/>
            <p:nvPr/>
          </p:nvSpPr>
          <p:spPr>
            <a:xfrm>
              <a:off x="1533813" y="3494824"/>
              <a:ext cx="32090" cy="32090"/>
            </a:xfrm>
            <a:custGeom>
              <a:rect b="b" l="l" r="r" t="t"/>
              <a:pathLst>
                <a:path extrusionOk="0" h="1219" w="1219">
                  <a:moveTo>
                    <a:pt x="0" y="610"/>
                  </a:moveTo>
                  <a:lnTo>
                    <a:pt x="610" y="0"/>
                  </a:lnTo>
                  <a:lnTo>
                    <a:pt x="1219" y="610"/>
                  </a:lnTo>
                  <a:lnTo>
                    <a:pt x="610" y="1219"/>
                  </a:lnTo>
                  <a:lnTo>
                    <a:pt x="0" y="61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6" name="Google Shape;946;p55"/>
            <p:cNvSpPr/>
            <p:nvPr/>
          </p:nvSpPr>
          <p:spPr>
            <a:xfrm>
              <a:off x="1649828" y="3494824"/>
              <a:ext cx="32090" cy="32090"/>
            </a:xfrm>
            <a:custGeom>
              <a:rect b="b" l="l" r="r" t="t"/>
              <a:pathLst>
                <a:path extrusionOk="0" h="1219" w="1219">
                  <a:moveTo>
                    <a:pt x="0" y="610"/>
                  </a:moveTo>
                  <a:lnTo>
                    <a:pt x="610" y="0"/>
                  </a:lnTo>
                  <a:lnTo>
                    <a:pt x="1219" y="610"/>
                  </a:lnTo>
                  <a:lnTo>
                    <a:pt x="610" y="1219"/>
                  </a:lnTo>
                  <a:lnTo>
                    <a:pt x="0" y="61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7" name="Google Shape;947;p55"/>
            <p:cNvSpPr/>
            <p:nvPr/>
          </p:nvSpPr>
          <p:spPr>
            <a:xfrm>
              <a:off x="1649828" y="3377986"/>
              <a:ext cx="32090" cy="32090"/>
            </a:xfrm>
            <a:custGeom>
              <a:rect b="b" l="l" r="r" t="t"/>
              <a:pathLst>
                <a:path extrusionOk="0" h="1219" w="1219">
                  <a:moveTo>
                    <a:pt x="0" y="610"/>
                  </a:moveTo>
                  <a:lnTo>
                    <a:pt x="609" y="0"/>
                  </a:lnTo>
                  <a:lnTo>
                    <a:pt x="1219" y="610"/>
                  </a:lnTo>
                  <a:lnTo>
                    <a:pt x="609" y="1219"/>
                  </a:lnTo>
                  <a:lnTo>
                    <a:pt x="0" y="61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48" name="Google Shape;948;p55"/>
          <p:cNvSpPr txBox="1"/>
          <p:nvPr>
            <p:ph idx="1" type="subTitle"/>
          </p:nvPr>
        </p:nvSpPr>
        <p:spPr>
          <a:xfrm>
            <a:off x="3861775" y="430750"/>
            <a:ext cx="4431300" cy="429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highlight>
                  <a:schemeClr val="dk1"/>
                </a:highlight>
                <a:latin typeface="Manrope Light"/>
                <a:ea typeface="Manrope Light"/>
                <a:cs typeface="Manrope Light"/>
                <a:sym typeface="Manrope Light"/>
              </a:rPr>
              <a:t>Malloc</a:t>
            </a:r>
            <a:r>
              <a:rPr lang="en">
                <a:latin typeface="Manrope Light"/>
                <a:ea typeface="Manrope Light"/>
                <a:cs typeface="Manrope Light"/>
                <a:sym typeface="Manrope Light"/>
              </a:rPr>
              <a:t> là hàm được sử dụng để cấp phát bộ nhớ động. Tên của hàm malloc viết tắt từ "memory allocation" (cấp phát bộ nhớ).</a:t>
            </a:r>
            <a:endParaRPr>
              <a:latin typeface="Manrope Light"/>
              <a:ea typeface="Manrope Light"/>
              <a:cs typeface="Manrope Light"/>
              <a:sym typeface="Manrope Light"/>
            </a:endParaRPr>
          </a:p>
          <a:p>
            <a:pPr indent="0" lvl="0" marL="0" rtl="0" algn="l">
              <a:spcBef>
                <a:spcPts val="1000"/>
              </a:spcBef>
              <a:spcAft>
                <a:spcPts val="0"/>
              </a:spcAft>
              <a:buNone/>
            </a:pPr>
            <a:r>
              <a:rPr lang="en">
                <a:latin typeface="Manrope Light"/>
                <a:ea typeface="Manrope Light"/>
                <a:cs typeface="Manrope Light"/>
                <a:sym typeface="Manrope Light"/>
              </a:rPr>
              <a:t>Hàm malloc nhận một tham số là size, đại diện cho số byte mà bạn muốn cấp phát. Hàm này trả về một con trỏ (kiểu void*) trỏ đến vùng nhớ mới được cấp phát.</a:t>
            </a:r>
            <a:endParaRPr>
              <a:latin typeface="Manrope Light"/>
              <a:ea typeface="Manrope Light"/>
              <a:cs typeface="Manrope Light"/>
              <a:sym typeface="Manrope Light"/>
            </a:endParaRPr>
          </a:p>
          <a:p>
            <a:pPr indent="0" lvl="0" marL="0" rtl="0" algn="l">
              <a:spcBef>
                <a:spcPts val="1000"/>
              </a:spcBef>
              <a:spcAft>
                <a:spcPts val="0"/>
              </a:spcAft>
              <a:buNone/>
            </a:pPr>
            <a:r>
              <a:rPr lang="en">
                <a:latin typeface="Manrope Light"/>
                <a:ea typeface="Manrope Light"/>
                <a:cs typeface="Manrope Light"/>
                <a:sym typeface="Manrope Light"/>
              </a:rPr>
              <a:t>Khi gọi hàm malloc, hệ điều hành sẽ tìm kiếm một vùng nhớ trống trong </a:t>
            </a:r>
            <a:r>
              <a:rPr b="1" lang="en">
                <a:latin typeface="Manrope"/>
                <a:ea typeface="Manrope"/>
                <a:cs typeface="Manrope"/>
                <a:sym typeface="Manrope"/>
              </a:rPr>
              <a:t>heap</a:t>
            </a:r>
            <a:r>
              <a:rPr lang="en">
                <a:latin typeface="Manrope Light"/>
                <a:ea typeface="Manrope Light"/>
                <a:cs typeface="Manrope Light"/>
                <a:sym typeface="Manrope Light"/>
              </a:rPr>
              <a:t> (một khu vực trong bộ nhớ) có đủ kích thước để chứa số byte được yêu cầu. Nếu tìm thấy, hệ điều hành sẽ cấp phát vùng nhớ đó và trả về con trỏ đến địa chỉ đầu của vùng nhớ. Ngược lại, nếu không có đủ vùng nhớ trống, hàm malloc sẽ trả về con trỏ không hợp lệ (NULL).</a:t>
            </a:r>
            <a:endParaRPr>
              <a:latin typeface="Manrope Light"/>
              <a:ea typeface="Manrope Light"/>
              <a:cs typeface="Manrope Light"/>
              <a:sym typeface="Manrope Light"/>
            </a:endParaRPr>
          </a:p>
          <a:p>
            <a:pPr indent="0" lvl="0" marL="0" rtl="0" algn="l">
              <a:spcBef>
                <a:spcPts val="1000"/>
              </a:spcBef>
              <a:spcAft>
                <a:spcPts val="0"/>
              </a:spcAft>
              <a:buNone/>
            </a:pPr>
            <a:r>
              <a:rPr lang="en">
                <a:latin typeface="Manrope Light"/>
                <a:ea typeface="Manrope Light"/>
                <a:cs typeface="Manrope Light"/>
                <a:sym typeface="Manrope Light"/>
              </a:rPr>
              <a:t>Sau khi nhận được con trỏ từ hàm malloc, ta có thể sử dụng vùng nhớ đó để lưu trữ dữ liệu theo ý muốn. </a:t>
            </a:r>
            <a:r>
              <a:rPr lang="en">
                <a:solidFill>
                  <a:schemeClr val="dk2"/>
                </a:solidFill>
                <a:highlight>
                  <a:schemeClr val="dk1"/>
                </a:highlight>
                <a:latin typeface="Manrope Light"/>
                <a:ea typeface="Manrope Light"/>
                <a:cs typeface="Manrope Light"/>
                <a:sym typeface="Manrope Light"/>
              </a:rPr>
              <a:t>Khi không cần thì phải giải phóng vùng nhớ đã cấp phát bằng cách sử dụng hàm </a:t>
            </a:r>
            <a:r>
              <a:rPr b="1" lang="en">
                <a:solidFill>
                  <a:schemeClr val="dk2"/>
                </a:solidFill>
                <a:highlight>
                  <a:schemeClr val="dk1"/>
                </a:highlight>
                <a:latin typeface="Manrope"/>
                <a:ea typeface="Manrope"/>
                <a:cs typeface="Manrope"/>
                <a:sym typeface="Manrope"/>
              </a:rPr>
              <a:t>free()</a:t>
            </a:r>
            <a:r>
              <a:rPr lang="en">
                <a:latin typeface="Manrope Light"/>
                <a:ea typeface="Manrope Light"/>
                <a:cs typeface="Manrope Light"/>
                <a:sym typeface="Manrope Light"/>
              </a:rPr>
              <a:t>.</a:t>
            </a:r>
            <a:endParaRPr>
              <a:latin typeface="Manrope Light"/>
              <a:ea typeface="Manrope Light"/>
              <a:cs typeface="Manrope Light"/>
              <a:sym typeface="Manrope Light"/>
            </a:endParaRPr>
          </a:p>
          <a:p>
            <a:pPr indent="0" lvl="0" marL="0" rtl="0" algn="l">
              <a:spcBef>
                <a:spcPts val="1000"/>
              </a:spcBef>
              <a:spcAft>
                <a:spcPts val="1000"/>
              </a:spcAft>
              <a:buNone/>
            </a:pPr>
            <a:r>
              <a:t/>
            </a:r>
            <a:endParaRPr>
              <a:latin typeface="Manrope Light"/>
              <a:ea typeface="Manrope Light"/>
              <a:cs typeface="Manrope Light"/>
              <a:sym typeface="Manrope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pic>
        <p:nvPicPr>
          <p:cNvPr id="953" name="Google Shape;953;p56"/>
          <p:cNvPicPr preferRelativeResize="0"/>
          <p:nvPr/>
        </p:nvPicPr>
        <p:blipFill>
          <a:blip r:embed="rId3">
            <a:alphaModFix/>
          </a:blip>
          <a:stretch>
            <a:fillRect/>
          </a:stretch>
        </p:blipFill>
        <p:spPr>
          <a:xfrm>
            <a:off x="4807652" y="2876550"/>
            <a:ext cx="3475625" cy="2031399"/>
          </a:xfrm>
          <a:prstGeom prst="rect">
            <a:avLst/>
          </a:prstGeom>
          <a:noFill/>
          <a:ln>
            <a:noFill/>
          </a:ln>
        </p:spPr>
      </p:pic>
      <p:pic>
        <p:nvPicPr>
          <p:cNvPr id="954" name="Google Shape;954;p56"/>
          <p:cNvPicPr preferRelativeResize="0"/>
          <p:nvPr/>
        </p:nvPicPr>
        <p:blipFill>
          <a:blip r:embed="rId4">
            <a:alphaModFix/>
          </a:blip>
          <a:stretch>
            <a:fillRect/>
          </a:stretch>
        </p:blipFill>
        <p:spPr>
          <a:xfrm flipH="1">
            <a:off x="807500" y="2877401"/>
            <a:ext cx="3671956" cy="2031401"/>
          </a:xfrm>
          <a:prstGeom prst="rect">
            <a:avLst/>
          </a:prstGeom>
          <a:noFill/>
          <a:ln>
            <a:noFill/>
          </a:ln>
        </p:spPr>
      </p:pic>
      <p:grpSp>
        <p:nvGrpSpPr>
          <p:cNvPr id="955" name="Google Shape;955;p56"/>
          <p:cNvGrpSpPr/>
          <p:nvPr/>
        </p:nvGrpSpPr>
        <p:grpSpPr>
          <a:xfrm>
            <a:off x="316213" y="4504399"/>
            <a:ext cx="336826" cy="351600"/>
            <a:chOff x="3811336" y="4060154"/>
            <a:chExt cx="351299" cy="366708"/>
          </a:xfrm>
        </p:grpSpPr>
        <p:sp>
          <p:nvSpPr>
            <p:cNvPr id="956" name="Google Shape;956;p56"/>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7" name="Google Shape;957;p56"/>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8" name="Google Shape;958;p56"/>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9" name="Google Shape;959;p56"/>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0" name="Google Shape;960;p56"/>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61" name="Google Shape;961;p56"/>
          <p:cNvSpPr/>
          <p:nvPr/>
        </p:nvSpPr>
        <p:spPr>
          <a:xfrm rot="2700000">
            <a:off x="8262360" y="362748"/>
            <a:ext cx="336825" cy="353501"/>
          </a:xfrm>
          <a:custGeom>
            <a:rect b="b" l="l" r="r" t="t"/>
            <a:pathLst>
              <a:path extrusionOk="0" h="125" w="119">
                <a:moveTo>
                  <a:pt x="103" y="59"/>
                </a:moveTo>
                <a:cubicBezTo>
                  <a:pt x="101" y="61"/>
                  <a:pt x="98" y="62"/>
                  <a:pt x="96" y="63"/>
                </a:cubicBezTo>
                <a:cubicBezTo>
                  <a:pt x="98" y="64"/>
                  <a:pt x="101" y="66"/>
                  <a:pt x="103" y="67"/>
                </a:cubicBezTo>
                <a:cubicBezTo>
                  <a:pt x="112" y="74"/>
                  <a:pt x="118" y="84"/>
                  <a:pt x="119" y="95"/>
                </a:cubicBezTo>
                <a:cubicBezTo>
                  <a:pt x="116" y="96"/>
                  <a:pt x="113" y="97"/>
                  <a:pt x="111" y="98"/>
                </a:cubicBezTo>
                <a:cubicBezTo>
                  <a:pt x="110" y="101"/>
                  <a:pt x="110" y="103"/>
                  <a:pt x="110" y="106"/>
                </a:cubicBezTo>
                <a:cubicBezTo>
                  <a:pt x="100" y="108"/>
                  <a:pt x="88" y="106"/>
                  <a:pt x="79" y="99"/>
                </a:cubicBezTo>
                <a:cubicBezTo>
                  <a:pt x="77" y="98"/>
                  <a:pt x="75" y="96"/>
                  <a:pt x="73" y="94"/>
                </a:cubicBezTo>
                <a:cubicBezTo>
                  <a:pt x="73" y="97"/>
                  <a:pt x="72" y="99"/>
                  <a:pt x="72" y="102"/>
                </a:cubicBezTo>
                <a:cubicBezTo>
                  <a:pt x="68" y="113"/>
                  <a:pt x="60" y="121"/>
                  <a:pt x="50" y="125"/>
                </a:cubicBezTo>
                <a:cubicBezTo>
                  <a:pt x="48" y="123"/>
                  <a:pt x="47" y="121"/>
                  <a:pt x="45" y="118"/>
                </a:cubicBezTo>
                <a:cubicBezTo>
                  <a:pt x="42" y="119"/>
                  <a:pt x="39" y="120"/>
                  <a:pt x="37" y="121"/>
                </a:cubicBezTo>
                <a:cubicBezTo>
                  <a:pt x="32" y="112"/>
                  <a:pt x="30" y="100"/>
                  <a:pt x="34" y="89"/>
                </a:cubicBezTo>
                <a:cubicBezTo>
                  <a:pt x="35" y="87"/>
                  <a:pt x="36" y="84"/>
                  <a:pt x="37" y="82"/>
                </a:cubicBezTo>
                <a:cubicBezTo>
                  <a:pt x="34" y="82"/>
                  <a:pt x="32" y="83"/>
                  <a:pt x="29" y="83"/>
                </a:cubicBezTo>
                <a:cubicBezTo>
                  <a:pt x="17" y="83"/>
                  <a:pt x="7" y="77"/>
                  <a:pt x="0" y="69"/>
                </a:cubicBezTo>
                <a:cubicBezTo>
                  <a:pt x="2" y="67"/>
                  <a:pt x="4" y="65"/>
                  <a:pt x="5" y="62"/>
                </a:cubicBezTo>
                <a:cubicBezTo>
                  <a:pt x="4" y="60"/>
                  <a:pt x="2" y="58"/>
                  <a:pt x="0" y="56"/>
                </a:cubicBezTo>
                <a:cubicBezTo>
                  <a:pt x="7" y="48"/>
                  <a:pt x="18" y="43"/>
                  <a:pt x="29" y="43"/>
                </a:cubicBezTo>
                <a:cubicBezTo>
                  <a:pt x="32" y="43"/>
                  <a:pt x="35" y="43"/>
                  <a:pt x="37" y="44"/>
                </a:cubicBezTo>
                <a:cubicBezTo>
                  <a:pt x="36" y="41"/>
                  <a:pt x="35" y="39"/>
                  <a:pt x="34" y="36"/>
                </a:cubicBezTo>
                <a:cubicBezTo>
                  <a:pt x="31" y="25"/>
                  <a:pt x="32" y="14"/>
                  <a:pt x="38" y="4"/>
                </a:cubicBezTo>
                <a:cubicBezTo>
                  <a:pt x="40" y="6"/>
                  <a:pt x="43" y="7"/>
                  <a:pt x="46" y="7"/>
                </a:cubicBezTo>
                <a:cubicBezTo>
                  <a:pt x="48" y="5"/>
                  <a:pt x="49" y="3"/>
                  <a:pt x="51" y="0"/>
                </a:cubicBezTo>
                <a:cubicBezTo>
                  <a:pt x="61" y="5"/>
                  <a:pt x="69" y="13"/>
                  <a:pt x="72" y="24"/>
                </a:cubicBezTo>
                <a:cubicBezTo>
                  <a:pt x="73" y="27"/>
                  <a:pt x="74" y="29"/>
                  <a:pt x="74" y="32"/>
                </a:cubicBezTo>
                <a:cubicBezTo>
                  <a:pt x="76" y="30"/>
                  <a:pt x="78" y="28"/>
                  <a:pt x="80" y="27"/>
                </a:cubicBezTo>
                <a:cubicBezTo>
                  <a:pt x="89" y="20"/>
                  <a:pt x="101" y="18"/>
                  <a:pt x="111" y="20"/>
                </a:cubicBezTo>
                <a:cubicBezTo>
                  <a:pt x="111" y="23"/>
                  <a:pt x="111" y="26"/>
                  <a:pt x="111" y="29"/>
                </a:cubicBezTo>
                <a:cubicBezTo>
                  <a:pt x="114" y="30"/>
                  <a:pt x="116" y="31"/>
                  <a:pt x="119" y="32"/>
                </a:cubicBezTo>
                <a:cubicBezTo>
                  <a:pt x="118" y="42"/>
                  <a:pt x="112" y="53"/>
                  <a:pt x="103" y="59"/>
                </a:cubicBezTo>
                <a:close/>
                <a:moveTo>
                  <a:pt x="80" y="58"/>
                </a:moveTo>
                <a:cubicBezTo>
                  <a:pt x="77" y="48"/>
                  <a:pt x="67" y="43"/>
                  <a:pt x="58" y="46"/>
                </a:cubicBezTo>
                <a:cubicBezTo>
                  <a:pt x="49" y="49"/>
                  <a:pt x="44" y="59"/>
                  <a:pt x="47" y="68"/>
                </a:cubicBezTo>
                <a:cubicBezTo>
                  <a:pt x="49" y="78"/>
                  <a:pt x="59" y="83"/>
                  <a:pt x="69" y="80"/>
                </a:cubicBezTo>
                <a:cubicBezTo>
                  <a:pt x="78" y="77"/>
                  <a:pt x="83" y="67"/>
                  <a:pt x="80" y="5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2" name="Google Shape;962;p56"/>
          <p:cNvSpPr txBox="1"/>
          <p:nvPr>
            <p:ph type="title"/>
          </p:nvPr>
        </p:nvSpPr>
        <p:spPr>
          <a:xfrm>
            <a:off x="2480750" y="1458088"/>
            <a:ext cx="40143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600"/>
              <a:t>Practice</a:t>
            </a:r>
            <a:endParaRPr sz="4600"/>
          </a:p>
        </p:txBody>
      </p:sp>
      <p:sp>
        <p:nvSpPr>
          <p:cNvPr id="963" name="Google Shape;963;p56"/>
          <p:cNvSpPr txBox="1"/>
          <p:nvPr>
            <p:ph idx="4294967295" type="title"/>
          </p:nvPr>
        </p:nvSpPr>
        <p:spPr>
          <a:xfrm>
            <a:off x="3906800" y="515260"/>
            <a:ext cx="1162200" cy="963600"/>
          </a:xfrm>
          <a:prstGeom prst="rect">
            <a:avLst/>
          </a:prstGeom>
          <a:solidFill>
            <a:schemeClr val="dk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05</a:t>
            </a:r>
            <a:endParaRPr>
              <a:solidFill>
                <a:schemeClr val="dk2"/>
              </a:solidFill>
            </a:endParaRPr>
          </a:p>
        </p:txBody>
      </p:sp>
      <p:sp>
        <p:nvSpPr>
          <p:cNvPr id="964" name="Google Shape;964;p56"/>
          <p:cNvSpPr txBox="1"/>
          <p:nvPr>
            <p:ph idx="4294967295" type="subTitle"/>
          </p:nvPr>
        </p:nvSpPr>
        <p:spPr>
          <a:xfrm>
            <a:off x="2878400" y="2283000"/>
            <a:ext cx="3219000" cy="4251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Insertion - Deletion</a:t>
            </a:r>
            <a:endParaRPr/>
          </a:p>
        </p:txBody>
      </p:sp>
      <p:sp>
        <p:nvSpPr>
          <p:cNvPr id="965" name="Google Shape;965;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57"/>
          <p:cNvSpPr txBox="1"/>
          <p:nvPr>
            <p:ph type="title"/>
          </p:nvPr>
        </p:nvSpPr>
        <p:spPr>
          <a:xfrm>
            <a:off x="354275" y="302950"/>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800"/>
              <a:t>Practice 01</a:t>
            </a:r>
            <a:endParaRPr b="1" sz="2800"/>
          </a:p>
        </p:txBody>
      </p:sp>
      <p:grpSp>
        <p:nvGrpSpPr>
          <p:cNvPr id="971" name="Google Shape;971;p57"/>
          <p:cNvGrpSpPr/>
          <p:nvPr/>
        </p:nvGrpSpPr>
        <p:grpSpPr>
          <a:xfrm>
            <a:off x="-250248" y="4553897"/>
            <a:ext cx="829422" cy="817801"/>
            <a:chOff x="486952" y="3946172"/>
            <a:chExt cx="829422" cy="817801"/>
          </a:xfrm>
        </p:grpSpPr>
        <p:sp>
          <p:nvSpPr>
            <p:cNvPr id="972" name="Google Shape;972;p57"/>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3" name="Google Shape;973;p57"/>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74" name="Google Shape;974;p57"/>
          <p:cNvSpPr txBox="1"/>
          <p:nvPr>
            <p:ph idx="1" type="subTitle"/>
          </p:nvPr>
        </p:nvSpPr>
        <p:spPr>
          <a:xfrm>
            <a:off x="354000" y="800500"/>
            <a:ext cx="3988200" cy="38982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en" sz="1800">
                <a:latin typeface="Nunito"/>
                <a:ea typeface="Nunito"/>
                <a:cs typeface="Nunito"/>
                <a:sym typeface="Nunito"/>
              </a:rPr>
              <a:t>Cho cấu trúc node và các hàm với chức năng như đoạn code bên.</a:t>
            </a:r>
            <a:endParaRPr sz="1800">
              <a:latin typeface="Nunito"/>
              <a:ea typeface="Nunito"/>
              <a:cs typeface="Nunito"/>
              <a:sym typeface="Nunito"/>
            </a:endParaRPr>
          </a:p>
          <a:p>
            <a:pPr indent="-342900" lvl="0" marL="457200" rtl="0" algn="just">
              <a:lnSpc>
                <a:spcPct val="100000"/>
              </a:lnSpc>
              <a:spcBef>
                <a:spcPts val="1000"/>
              </a:spcBef>
              <a:spcAft>
                <a:spcPts val="0"/>
              </a:spcAft>
              <a:buSzPts val="1800"/>
              <a:buFont typeface="Nunito"/>
              <a:buAutoNum type="arabicPeriod"/>
            </a:pPr>
            <a:r>
              <a:rPr lang="en" sz="1800">
                <a:latin typeface="Nunito"/>
                <a:ea typeface="Nunito"/>
                <a:cs typeface="Nunito"/>
                <a:sym typeface="Nunito"/>
              </a:rPr>
              <a:t>Hãy bổ sung các đoạn code còn thiếu để hoàn thiện chương trình với chức năng tạo một danh sách liên kết </a:t>
            </a:r>
            <a:r>
              <a:rPr lang="en" sz="1800">
                <a:latin typeface="Nunito"/>
                <a:ea typeface="Nunito"/>
                <a:cs typeface="Nunito"/>
                <a:sym typeface="Nunito"/>
              </a:rPr>
              <a:t>đơn</a:t>
            </a:r>
            <a:r>
              <a:rPr lang="en" sz="1800">
                <a:latin typeface="Nunito"/>
                <a:ea typeface="Nunito"/>
                <a:cs typeface="Nunito"/>
                <a:sym typeface="Nunito"/>
              </a:rPr>
              <a:t> lưu các số từ 0 đến 9 và in danh sách đó.</a:t>
            </a:r>
            <a:endParaRPr sz="1800">
              <a:latin typeface="Nunito"/>
              <a:ea typeface="Nunito"/>
              <a:cs typeface="Nunito"/>
              <a:sym typeface="Nunito"/>
            </a:endParaRPr>
          </a:p>
          <a:p>
            <a:pPr indent="-342900" lvl="0" marL="457200" rtl="0" algn="just">
              <a:lnSpc>
                <a:spcPct val="100000"/>
              </a:lnSpc>
              <a:spcBef>
                <a:spcPts val="0"/>
              </a:spcBef>
              <a:spcAft>
                <a:spcPts val="0"/>
              </a:spcAft>
              <a:buSzPts val="1800"/>
              <a:buFont typeface="Nunito"/>
              <a:buAutoNum type="arabicPeriod"/>
            </a:pPr>
            <a:r>
              <a:rPr lang="en" sz="1800">
                <a:latin typeface="Nunito"/>
                <a:ea typeface="Nunito"/>
                <a:cs typeface="Nunito"/>
                <a:sym typeface="Nunito"/>
              </a:rPr>
              <a:t>Hãy thêm số 15 vào đầu danh sách trên.</a:t>
            </a:r>
            <a:endParaRPr sz="1800">
              <a:latin typeface="Nunito"/>
              <a:ea typeface="Nunito"/>
              <a:cs typeface="Nunito"/>
              <a:sym typeface="Nunito"/>
            </a:endParaRPr>
          </a:p>
          <a:p>
            <a:pPr indent="-342900" lvl="0" marL="457200" marR="0" rtl="0" algn="just">
              <a:lnSpc>
                <a:spcPct val="100000"/>
              </a:lnSpc>
              <a:spcBef>
                <a:spcPts val="0"/>
              </a:spcBef>
              <a:spcAft>
                <a:spcPts val="0"/>
              </a:spcAft>
              <a:buSzPts val="1800"/>
              <a:buFont typeface="Nunito"/>
              <a:buAutoNum type="arabicPeriod"/>
            </a:pPr>
            <a:r>
              <a:rPr lang="en" sz="1800">
                <a:latin typeface="Nunito"/>
                <a:ea typeface="Nunito"/>
                <a:cs typeface="Nunito"/>
                <a:sym typeface="Nunito"/>
              </a:rPr>
              <a:t>Viết hàm </a:t>
            </a:r>
            <a:r>
              <a:rPr lang="en" sz="1800">
                <a:latin typeface="Nunito"/>
                <a:ea typeface="Nunito"/>
                <a:cs typeface="Nunito"/>
                <a:sym typeface="Nunito"/>
              </a:rPr>
              <a:t>xoá phần tử đầu ra khỏi danh sách liên kết:</a:t>
            </a:r>
            <a:endParaRPr sz="1800">
              <a:latin typeface="Nunito"/>
              <a:ea typeface="Nunito"/>
              <a:cs typeface="Nunito"/>
              <a:sym typeface="Nunito"/>
            </a:endParaRPr>
          </a:p>
          <a:p>
            <a:pPr indent="0" lvl="0" marL="0" marR="0" rtl="0" algn="ctr">
              <a:lnSpc>
                <a:spcPct val="100000"/>
              </a:lnSpc>
              <a:spcBef>
                <a:spcPts val="1000"/>
              </a:spcBef>
              <a:spcAft>
                <a:spcPts val="1000"/>
              </a:spcAft>
              <a:buNone/>
            </a:pPr>
            <a:r>
              <a:rPr lang="en" sz="1500">
                <a:solidFill>
                  <a:srgbClr val="000000"/>
                </a:solidFill>
                <a:latin typeface="Consolas"/>
                <a:ea typeface="Consolas"/>
                <a:cs typeface="Consolas"/>
                <a:sym typeface="Consolas"/>
              </a:rPr>
              <a:t>void deleteHead(LinkedList* list){} </a:t>
            </a:r>
            <a:endParaRPr sz="1500">
              <a:latin typeface="Nunito"/>
              <a:ea typeface="Nunito"/>
              <a:cs typeface="Nunito"/>
              <a:sym typeface="Nunito"/>
            </a:endParaRPr>
          </a:p>
        </p:txBody>
      </p:sp>
      <p:sp>
        <p:nvSpPr>
          <p:cNvPr id="975" name="Google Shape;975;p57"/>
          <p:cNvSpPr txBox="1"/>
          <p:nvPr/>
        </p:nvSpPr>
        <p:spPr>
          <a:xfrm>
            <a:off x="4342200" y="302950"/>
            <a:ext cx="22524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onsolas"/>
                <a:ea typeface="Consolas"/>
                <a:cs typeface="Consolas"/>
                <a:sym typeface="Consolas"/>
              </a:rPr>
              <a:t>#include &lt;stdio.h&gt;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#include &lt;stdlib.h&gt;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solidFill>
                  <a:schemeClr val="dk1"/>
                </a:solidFill>
                <a:latin typeface="Consolas"/>
                <a:ea typeface="Consolas"/>
                <a:cs typeface="Consolas"/>
                <a:sym typeface="Consolas"/>
              </a:rPr>
              <a:t>//Định nghĩa node</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typedef struct NodeType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int data;</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struct NodeType* next;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}Node;</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solidFill>
                  <a:schemeClr val="dk1"/>
                </a:solidFill>
                <a:latin typeface="Consolas"/>
                <a:ea typeface="Consolas"/>
                <a:cs typeface="Consolas"/>
                <a:sym typeface="Consolas"/>
              </a:rPr>
              <a:t>//Định nghĩa Linked list</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typedef struct LinkedListType{</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Node* head;</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}LinkedList;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solidFill>
                  <a:schemeClr val="dk1"/>
                </a:solidFill>
                <a:latin typeface="Consolas"/>
                <a:ea typeface="Consolas"/>
                <a:cs typeface="Consolas"/>
                <a:sym typeface="Consolas"/>
              </a:rPr>
              <a:t>//Khởi tạo linked list</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void init(LinkedList* list)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list-&gt;head = NULL;</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solidFill>
                  <a:schemeClr val="dk1"/>
                </a:solidFill>
                <a:latin typeface="Consolas"/>
                <a:ea typeface="Consolas"/>
                <a:cs typeface="Consolas"/>
                <a:sym typeface="Consolas"/>
              </a:rPr>
              <a:t>//Hàm tạo node mới</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Node* makeNode(int data){}</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solidFill>
                  <a:schemeClr val="dk1"/>
                </a:solidFill>
                <a:latin typeface="Consolas"/>
                <a:ea typeface="Consolas"/>
                <a:cs typeface="Consolas"/>
                <a:sym typeface="Consolas"/>
              </a:rPr>
              <a:t>//Hàm chèn node mới vào đầu danh sách</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void insertHead(int data, LinkedList* list){}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p:txBody>
      </p:sp>
      <p:sp>
        <p:nvSpPr>
          <p:cNvPr id="976" name="Google Shape;976;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77" name="Google Shape;977;p57"/>
          <p:cNvSpPr txBox="1"/>
          <p:nvPr/>
        </p:nvSpPr>
        <p:spPr>
          <a:xfrm>
            <a:off x="6594600" y="291950"/>
            <a:ext cx="2208900" cy="464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onsolas"/>
                <a:ea typeface="Consolas"/>
                <a:cs typeface="Consolas"/>
                <a:sym typeface="Consolas"/>
              </a:rPr>
              <a:t>//Hàm in </a:t>
            </a:r>
            <a:r>
              <a:rPr lang="en" sz="1000">
                <a:solidFill>
                  <a:schemeClr val="dk1"/>
                </a:solidFill>
                <a:latin typeface="Consolas"/>
                <a:ea typeface="Consolas"/>
                <a:cs typeface="Consolas"/>
                <a:sym typeface="Consolas"/>
              </a:rPr>
              <a:t>linked list</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void printList(LinkedList* list){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Node* node = list-&gt;head;</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while (node != NULL)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printf("Node </a:t>
            </a:r>
            <a:r>
              <a:rPr lang="en" sz="1000">
                <a:latin typeface="Consolas"/>
                <a:ea typeface="Consolas"/>
                <a:cs typeface="Consolas"/>
                <a:sym typeface="Consolas"/>
              </a:rPr>
              <a:t>address</a:t>
            </a:r>
            <a:r>
              <a:rPr lang="en" sz="1000">
                <a:latin typeface="Consolas"/>
                <a:ea typeface="Consolas"/>
                <a:cs typeface="Consolas"/>
                <a:sym typeface="Consolas"/>
              </a:rPr>
              <a:t>: %p | ", &amp;(node-&gt;data));</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printf("data = %d| ", node-&gt;data);</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printf("next node </a:t>
            </a:r>
            <a:r>
              <a:rPr lang="en" sz="1000">
                <a:latin typeface="Consolas"/>
                <a:ea typeface="Consolas"/>
                <a:cs typeface="Consolas"/>
                <a:sym typeface="Consolas"/>
              </a:rPr>
              <a:t>address</a:t>
            </a:r>
            <a:r>
              <a:rPr lang="en" sz="1000">
                <a:latin typeface="Consolas"/>
                <a:ea typeface="Consolas"/>
                <a:cs typeface="Consolas"/>
                <a:sym typeface="Consolas"/>
              </a:rPr>
              <a:t> = %p\n ", node-&gt;next);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node = node-&gt;next;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printf("\n");</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t/>
            </a:r>
            <a:endParaRPr sz="1000">
              <a:latin typeface="Consolas"/>
              <a:ea typeface="Consolas"/>
              <a:cs typeface="Consolas"/>
              <a:sym typeface="Consolas"/>
            </a:endParaRPr>
          </a:p>
          <a:p>
            <a:pPr indent="0" lvl="0" marL="0" rtl="0" algn="l">
              <a:spcBef>
                <a:spcPts val="0"/>
              </a:spcBef>
              <a:spcAft>
                <a:spcPts val="0"/>
              </a:spcAft>
              <a:buNone/>
            </a:pPr>
            <a:r>
              <a:rPr lang="en" sz="1000">
                <a:solidFill>
                  <a:schemeClr val="dk1"/>
                </a:solidFill>
                <a:latin typeface="Consolas"/>
                <a:ea typeface="Consolas"/>
                <a:cs typeface="Consolas"/>
                <a:sym typeface="Consolas"/>
              </a:rPr>
              <a:t>//</a:t>
            </a:r>
            <a:r>
              <a:rPr lang="en" sz="1000">
                <a:solidFill>
                  <a:schemeClr val="dk1"/>
                </a:solidFill>
                <a:latin typeface="Consolas"/>
                <a:ea typeface="Consolas"/>
                <a:cs typeface="Consolas"/>
                <a:sym typeface="Consolas"/>
              </a:rPr>
              <a:t>Hàm main</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int main(){</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LinkedList list;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init(&amp;list);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chemeClr val="dk1"/>
                </a:solidFill>
                <a:latin typeface="Consolas"/>
                <a:ea typeface="Consolas"/>
                <a:cs typeface="Consolas"/>
                <a:sym typeface="Consolas"/>
              </a:rPr>
              <a:t>//Tạo danh sách tự động</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for(int i = 0; i &lt; 10; i++)</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insertHead(i, &amp;list); </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a:t>
            </a:r>
            <a:r>
              <a:rPr lang="en" sz="1000">
                <a:solidFill>
                  <a:schemeClr val="dk1"/>
                </a:solidFill>
                <a:latin typeface="Consolas"/>
                <a:ea typeface="Consolas"/>
                <a:cs typeface="Consolas"/>
                <a:sym typeface="Consolas"/>
              </a:rPr>
              <a:t>//In danh sách</a:t>
            </a:r>
            <a:endParaRPr sz="1000">
              <a:solidFill>
                <a:schemeClr val="dk1"/>
              </a:solidFill>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printList(&amp;list);</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    return 0;</a:t>
            </a:r>
            <a:endParaRPr sz="1000">
              <a:latin typeface="Consolas"/>
              <a:ea typeface="Consolas"/>
              <a:cs typeface="Consolas"/>
              <a:sym typeface="Consolas"/>
            </a:endParaRPr>
          </a:p>
          <a:p>
            <a:pPr indent="0" lvl="0" marL="0" rtl="0" algn="l">
              <a:spcBef>
                <a:spcPts val="0"/>
              </a:spcBef>
              <a:spcAft>
                <a:spcPts val="0"/>
              </a:spcAft>
              <a:buNone/>
            </a:pPr>
            <a:r>
              <a:rPr lang="en" sz="1000">
                <a:latin typeface="Consolas"/>
                <a:ea typeface="Consolas"/>
                <a:cs typeface="Consolas"/>
                <a:sym typeface="Consolas"/>
              </a:rPr>
              <a:t>}</a:t>
            </a:r>
            <a:endParaRPr sz="1000">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58"/>
          <p:cNvSpPr txBox="1"/>
          <p:nvPr>
            <p:ph type="title"/>
          </p:nvPr>
        </p:nvSpPr>
        <p:spPr>
          <a:xfrm>
            <a:off x="354275" y="302950"/>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800"/>
              <a:t>Practice 02</a:t>
            </a:r>
            <a:endParaRPr b="1" sz="2800"/>
          </a:p>
        </p:txBody>
      </p:sp>
      <p:grpSp>
        <p:nvGrpSpPr>
          <p:cNvPr id="983" name="Google Shape;983;p58"/>
          <p:cNvGrpSpPr/>
          <p:nvPr/>
        </p:nvGrpSpPr>
        <p:grpSpPr>
          <a:xfrm>
            <a:off x="8322960" y="-8"/>
            <a:ext cx="821035" cy="791683"/>
            <a:chOff x="7765435" y="490892"/>
            <a:chExt cx="821035" cy="791683"/>
          </a:xfrm>
        </p:grpSpPr>
        <p:sp>
          <p:nvSpPr>
            <p:cNvPr id="984" name="Google Shape;984;p58"/>
            <p:cNvSpPr/>
            <p:nvPr/>
          </p:nvSpPr>
          <p:spPr>
            <a:xfrm rot="-5400000">
              <a:off x="8079028" y="775133"/>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5" name="Google Shape;985;p58"/>
            <p:cNvSpPr/>
            <p:nvPr/>
          </p:nvSpPr>
          <p:spPr>
            <a:xfrm rot="-5400000">
              <a:off x="7763455" y="492872"/>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86" name="Google Shape;986;p58"/>
          <p:cNvGrpSpPr/>
          <p:nvPr/>
        </p:nvGrpSpPr>
        <p:grpSpPr>
          <a:xfrm>
            <a:off x="-250248" y="4553897"/>
            <a:ext cx="829422" cy="817801"/>
            <a:chOff x="486952" y="3946172"/>
            <a:chExt cx="829422" cy="817801"/>
          </a:xfrm>
        </p:grpSpPr>
        <p:sp>
          <p:nvSpPr>
            <p:cNvPr id="987" name="Google Shape;987;p58"/>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8" name="Google Shape;988;p58"/>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89" name="Google Shape;989;p58"/>
          <p:cNvSpPr txBox="1"/>
          <p:nvPr>
            <p:ph idx="1" type="subTitle"/>
          </p:nvPr>
        </p:nvSpPr>
        <p:spPr>
          <a:xfrm>
            <a:off x="354000" y="952900"/>
            <a:ext cx="8438700" cy="38982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en" sz="1800">
                <a:latin typeface="Nunito"/>
                <a:ea typeface="Nunito"/>
                <a:cs typeface="Nunito"/>
                <a:sym typeface="Nunito"/>
              </a:rPr>
              <a:t>Cho danh sách liên kết đơn đang có sẵn các nút mang giá trị:</a:t>
            </a:r>
            <a:endParaRPr sz="1800">
              <a:latin typeface="Nunito"/>
              <a:ea typeface="Nunito"/>
              <a:cs typeface="Nunito"/>
              <a:sym typeface="Nunito"/>
            </a:endParaRPr>
          </a:p>
          <a:p>
            <a:pPr indent="0" lvl="0" marL="0" rtl="0" algn="ctr">
              <a:lnSpc>
                <a:spcPct val="100000"/>
              </a:lnSpc>
              <a:spcBef>
                <a:spcPts val="1000"/>
              </a:spcBef>
              <a:spcAft>
                <a:spcPts val="0"/>
              </a:spcAft>
              <a:buNone/>
            </a:pPr>
            <a:r>
              <a:rPr lang="en" sz="2400">
                <a:solidFill>
                  <a:schemeClr val="lt2"/>
                </a:solidFill>
                <a:latin typeface="Nunito"/>
                <a:ea typeface="Nunito"/>
                <a:cs typeface="Nunito"/>
                <a:sym typeface="Nunito"/>
              </a:rPr>
              <a:t>2		12		9		0		11		3		4		8</a:t>
            </a:r>
            <a:endParaRPr sz="2400">
              <a:solidFill>
                <a:schemeClr val="lt2"/>
              </a:solidFill>
              <a:latin typeface="Nunito"/>
              <a:ea typeface="Nunito"/>
              <a:cs typeface="Nunito"/>
              <a:sym typeface="Nunito"/>
            </a:endParaRPr>
          </a:p>
          <a:p>
            <a:pPr indent="-342900" lvl="0" marL="457200" rtl="0" algn="just">
              <a:lnSpc>
                <a:spcPct val="100000"/>
              </a:lnSpc>
              <a:spcBef>
                <a:spcPts val="1000"/>
              </a:spcBef>
              <a:spcAft>
                <a:spcPts val="0"/>
              </a:spcAft>
              <a:buSzPts val="1800"/>
              <a:buFont typeface="Nunito"/>
              <a:buAutoNum type="arabicPeriod"/>
            </a:pPr>
            <a:r>
              <a:rPr lang="en" sz="1800">
                <a:latin typeface="Nunito"/>
                <a:ea typeface="Nunito"/>
                <a:cs typeface="Nunito"/>
                <a:sym typeface="Nunito"/>
              </a:rPr>
              <a:t>Tạo danh sách liên kết trên với phần tử </a:t>
            </a:r>
            <a:r>
              <a:rPr b="1" lang="en" sz="1800">
                <a:latin typeface="Nunito"/>
                <a:ea typeface="Nunito"/>
                <a:cs typeface="Nunito"/>
                <a:sym typeface="Nunito"/>
              </a:rPr>
              <a:t>HEAD</a:t>
            </a:r>
            <a:r>
              <a:rPr lang="en" sz="1800">
                <a:latin typeface="Nunito"/>
                <a:ea typeface="Nunito"/>
                <a:cs typeface="Nunito"/>
                <a:sym typeface="Nunito"/>
              </a:rPr>
              <a:t> là 2.</a:t>
            </a:r>
            <a:endParaRPr sz="1800">
              <a:latin typeface="Nunito"/>
              <a:ea typeface="Nunito"/>
              <a:cs typeface="Nunito"/>
              <a:sym typeface="Nunito"/>
            </a:endParaRPr>
          </a:p>
          <a:p>
            <a:pPr indent="-342900" lvl="0" marL="457200" rtl="0" algn="just">
              <a:lnSpc>
                <a:spcPct val="100000"/>
              </a:lnSpc>
              <a:spcBef>
                <a:spcPts val="0"/>
              </a:spcBef>
              <a:spcAft>
                <a:spcPts val="0"/>
              </a:spcAft>
              <a:buSzPts val="1800"/>
              <a:buFont typeface="Nunito"/>
              <a:buAutoNum type="arabicPeriod"/>
            </a:pPr>
            <a:r>
              <a:rPr lang="en" sz="1800">
                <a:latin typeface="Nunito"/>
                <a:ea typeface="Nunito"/>
                <a:cs typeface="Nunito"/>
                <a:sym typeface="Nunito"/>
              </a:rPr>
              <a:t>Hãy </a:t>
            </a:r>
            <a:r>
              <a:rPr b="1" lang="en" sz="1800">
                <a:latin typeface="Nunito"/>
                <a:ea typeface="Nunito"/>
                <a:cs typeface="Nunito"/>
                <a:sym typeface="Nunito"/>
              </a:rPr>
              <a:t>chèn</a:t>
            </a:r>
            <a:r>
              <a:rPr lang="en" sz="1800">
                <a:latin typeface="Nunito"/>
                <a:ea typeface="Nunito"/>
                <a:cs typeface="Nunito"/>
                <a:sym typeface="Nunito"/>
              </a:rPr>
              <a:t>:</a:t>
            </a:r>
            <a:endParaRPr sz="1800">
              <a:latin typeface="Nunito"/>
              <a:ea typeface="Nunito"/>
              <a:cs typeface="Nunito"/>
              <a:sym typeface="Nunito"/>
            </a:endParaRPr>
          </a:p>
          <a:p>
            <a:pPr indent="-342900" lvl="1" marL="914400" rtl="0" algn="just">
              <a:lnSpc>
                <a:spcPct val="100000"/>
              </a:lnSpc>
              <a:spcBef>
                <a:spcPts val="0"/>
              </a:spcBef>
              <a:spcAft>
                <a:spcPts val="0"/>
              </a:spcAft>
              <a:buSzPts val="1800"/>
              <a:buFont typeface="Nunito"/>
              <a:buAutoNum type="alphaLcPeriod"/>
            </a:pPr>
            <a:r>
              <a:rPr lang="en" sz="1800">
                <a:latin typeface="Nunito"/>
                <a:ea typeface="Nunito"/>
                <a:cs typeface="Nunito"/>
                <a:sym typeface="Nunito"/>
              </a:rPr>
              <a:t>Số </a:t>
            </a:r>
            <a:r>
              <a:rPr b="1" lang="en" sz="1800">
                <a:latin typeface="Nunito"/>
                <a:ea typeface="Nunito"/>
                <a:cs typeface="Nunito"/>
                <a:sym typeface="Nunito"/>
              </a:rPr>
              <a:t>19</a:t>
            </a:r>
            <a:r>
              <a:rPr lang="en" sz="1800">
                <a:latin typeface="Nunito"/>
                <a:ea typeface="Nunito"/>
                <a:cs typeface="Nunito"/>
                <a:sym typeface="Nunito"/>
              </a:rPr>
              <a:t> vào đầu danh sách (</a:t>
            </a:r>
            <a:r>
              <a:rPr b="1" lang="en" sz="1800">
                <a:solidFill>
                  <a:schemeClr val="lt2"/>
                </a:solidFill>
                <a:latin typeface="Nunito"/>
                <a:ea typeface="Nunito"/>
                <a:cs typeface="Nunito"/>
                <a:sym typeface="Nunito"/>
              </a:rPr>
              <a:t>19</a:t>
            </a:r>
            <a:r>
              <a:rPr lang="en" sz="1800">
                <a:solidFill>
                  <a:schemeClr val="lt2"/>
                </a:solidFill>
                <a:latin typeface="Nunito"/>
                <a:ea typeface="Nunito"/>
                <a:cs typeface="Nunito"/>
                <a:sym typeface="Nunito"/>
              </a:rPr>
              <a:t> 2 12 9 0 11 3 4 8</a:t>
            </a:r>
            <a:r>
              <a:rPr lang="en" sz="1800">
                <a:latin typeface="Nunito"/>
                <a:ea typeface="Nunito"/>
                <a:cs typeface="Nunito"/>
                <a:sym typeface="Nunito"/>
              </a:rPr>
              <a:t>)</a:t>
            </a:r>
            <a:endParaRPr sz="1800">
              <a:latin typeface="Nunito"/>
              <a:ea typeface="Nunito"/>
              <a:cs typeface="Nunito"/>
              <a:sym typeface="Nunito"/>
            </a:endParaRPr>
          </a:p>
          <a:p>
            <a:pPr indent="-342900" lvl="1" marL="914400" rtl="0" algn="just">
              <a:lnSpc>
                <a:spcPct val="100000"/>
              </a:lnSpc>
              <a:spcBef>
                <a:spcPts val="0"/>
              </a:spcBef>
              <a:spcAft>
                <a:spcPts val="0"/>
              </a:spcAft>
              <a:buSzPts val="1800"/>
              <a:buFont typeface="Nunito"/>
              <a:buAutoNum type="alphaLcPeriod"/>
            </a:pPr>
            <a:r>
              <a:rPr lang="en" sz="1800">
                <a:latin typeface="Nunito"/>
                <a:ea typeface="Nunito"/>
                <a:cs typeface="Nunito"/>
                <a:sym typeface="Nunito"/>
              </a:rPr>
              <a:t>Số </a:t>
            </a:r>
            <a:r>
              <a:rPr b="1" lang="en" sz="1800">
                <a:latin typeface="Nunito"/>
                <a:ea typeface="Nunito"/>
                <a:cs typeface="Nunito"/>
                <a:sym typeface="Nunito"/>
              </a:rPr>
              <a:t>-3</a:t>
            </a:r>
            <a:r>
              <a:rPr lang="en" sz="1800">
                <a:latin typeface="Nunito"/>
                <a:ea typeface="Nunito"/>
                <a:cs typeface="Nunito"/>
                <a:sym typeface="Nunito"/>
              </a:rPr>
              <a:t> vào cuối của danh sách (</a:t>
            </a:r>
            <a:r>
              <a:rPr lang="en" sz="1800">
                <a:solidFill>
                  <a:schemeClr val="lt2"/>
                </a:solidFill>
                <a:latin typeface="Nunito"/>
                <a:ea typeface="Nunito"/>
                <a:cs typeface="Nunito"/>
                <a:sym typeface="Nunito"/>
              </a:rPr>
              <a:t>19 2 12 9 0 11 3 4 </a:t>
            </a:r>
            <a:r>
              <a:rPr b="1" lang="en" sz="1800">
                <a:solidFill>
                  <a:schemeClr val="lt2"/>
                </a:solidFill>
                <a:latin typeface="Nunito"/>
                <a:ea typeface="Nunito"/>
                <a:cs typeface="Nunito"/>
                <a:sym typeface="Nunito"/>
              </a:rPr>
              <a:t>-3</a:t>
            </a:r>
            <a:r>
              <a:rPr lang="en" sz="1800">
                <a:latin typeface="Nunito"/>
                <a:ea typeface="Nunito"/>
                <a:cs typeface="Nunito"/>
                <a:sym typeface="Nunito"/>
              </a:rPr>
              <a:t>)</a:t>
            </a:r>
            <a:endParaRPr sz="1800">
              <a:latin typeface="Nunito"/>
              <a:ea typeface="Nunito"/>
              <a:cs typeface="Nunito"/>
              <a:sym typeface="Nunito"/>
            </a:endParaRPr>
          </a:p>
          <a:p>
            <a:pPr indent="-342900" lvl="0" marL="457200" rtl="0" algn="just">
              <a:lnSpc>
                <a:spcPct val="100000"/>
              </a:lnSpc>
              <a:spcBef>
                <a:spcPts val="0"/>
              </a:spcBef>
              <a:spcAft>
                <a:spcPts val="0"/>
              </a:spcAft>
              <a:buSzPts val="1800"/>
              <a:buFont typeface="Nunito"/>
              <a:buAutoNum type="arabicPeriod"/>
            </a:pPr>
            <a:r>
              <a:rPr lang="en" sz="1800">
                <a:latin typeface="Nunito"/>
                <a:ea typeface="Nunito"/>
                <a:cs typeface="Nunito"/>
                <a:sym typeface="Nunito"/>
              </a:rPr>
              <a:t>Hãy </a:t>
            </a:r>
            <a:r>
              <a:rPr b="1" lang="en" sz="1800">
                <a:latin typeface="Nunito"/>
                <a:ea typeface="Nunito"/>
                <a:cs typeface="Nunito"/>
                <a:sym typeface="Nunito"/>
              </a:rPr>
              <a:t>xoá</a:t>
            </a:r>
            <a:r>
              <a:rPr lang="en" sz="1800">
                <a:latin typeface="Nunito"/>
                <a:ea typeface="Nunito"/>
                <a:cs typeface="Nunito"/>
                <a:sym typeface="Nunito"/>
              </a:rPr>
              <a:t>:</a:t>
            </a:r>
            <a:endParaRPr sz="1800">
              <a:latin typeface="Nunito"/>
              <a:ea typeface="Nunito"/>
              <a:cs typeface="Nunito"/>
              <a:sym typeface="Nunito"/>
            </a:endParaRPr>
          </a:p>
          <a:p>
            <a:pPr indent="-342900" lvl="1" marL="914400" rtl="0" algn="just">
              <a:lnSpc>
                <a:spcPct val="100000"/>
              </a:lnSpc>
              <a:spcBef>
                <a:spcPts val="0"/>
              </a:spcBef>
              <a:spcAft>
                <a:spcPts val="0"/>
              </a:spcAft>
              <a:buSzPts val="1800"/>
              <a:buFont typeface="Nunito"/>
              <a:buAutoNum type="alphaLcPeriod"/>
            </a:pPr>
            <a:r>
              <a:rPr lang="en" sz="1800">
                <a:latin typeface="Nunito"/>
                <a:ea typeface="Nunito"/>
                <a:cs typeface="Nunito"/>
                <a:sym typeface="Nunito"/>
              </a:rPr>
              <a:t>Số </a:t>
            </a:r>
            <a:r>
              <a:rPr b="1" lang="en" sz="1800">
                <a:latin typeface="Nunito"/>
                <a:ea typeface="Nunito"/>
                <a:cs typeface="Nunito"/>
                <a:sym typeface="Nunito"/>
              </a:rPr>
              <a:t>19</a:t>
            </a:r>
            <a:r>
              <a:rPr lang="en" sz="1800">
                <a:latin typeface="Nunito"/>
                <a:ea typeface="Nunito"/>
                <a:cs typeface="Nunito"/>
                <a:sym typeface="Nunito"/>
              </a:rPr>
              <a:t> khỏi danh sách liên kết.</a:t>
            </a:r>
            <a:endParaRPr sz="1800">
              <a:latin typeface="Nunito"/>
              <a:ea typeface="Nunito"/>
              <a:cs typeface="Nunito"/>
              <a:sym typeface="Nunito"/>
            </a:endParaRPr>
          </a:p>
          <a:p>
            <a:pPr indent="-342900" lvl="1" marL="914400" rtl="0" algn="just">
              <a:lnSpc>
                <a:spcPct val="100000"/>
              </a:lnSpc>
              <a:spcBef>
                <a:spcPts val="0"/>
              </a:spcBef>
              <a:spcAft>
                <a:spcPts val="0"/>
              </a:spcAft>
              <a:buSzPts val="1800"/>
              <a:buFont typeface="Nunito"/>
              <a:buAutoNum type="alphaLcPeriod"/>
            </a:pPr>
            <a:r>
              <a:rPr lang="en" sz="1800">
                <a:latin typeface="Nunito"/>
                <a:ea typeface="Nunito"/>
                <a:cs typeface="Nunito"/>
                <a:sym typeface="Nunito"/>
              </a:rPr>
              <a:t>Số </a:t>
            </a:r>
            <a:r>
              <a:rPr b="1" lang="en" sz="1800">
                <a:latin typeface="Nunito"/>
                <a:ea typeface="Nunito"/>
                <a:cs typeface="Nunito"/>
                <a:sym typeface="Nunito"/>
              </a:rPr>
              <a:t>-3 </a:t>
            </a:r>
            <a:r>
              <a:rPr lang="en" sz="1800">
                <a:latin typeface="Nunito"/>
                <a:ea typeface="Nunito"/>
                <a:cs typeface="Nunito"/>
                <a:sym typeface="Nunito"/>
              </a:rPr>
              <a:t>khỏi danh sách liên kết.</a:t>
            </a:r>
            <a:endParaRPr sz="1800">
              <a:latin typeface="Nunito"/>
              <a:ea typeface="Nunito"/>
              <a:cs typeface="Nunito"/>
              <a:sym typeface="Nunito"/>
            </a:endParaRPr>
          </a:p>
        </p:txBody>
      </p:sp>
      <p:sp>
        <p:nvSpPr>
          <p:cNvPr id="990" name="Google Shape;990;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59"/>
          <p:cNvSpPr txBox="1"/>
          <p:nvPr>
            <p:ph type="title"/>
          </p:nvPr>
        </p:nvSpPr>
        <p:spPr>
          <a:xfrm>
            <a:off x="2564850" y="2420138"/>
            <a:ext cx="40143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Homeworks</a:t>
            </a:r>
            <a:endParaRPr/>
          </a:p>
        </p:txBody>
      </p:sp>
      <p:sp>
        <p:nvSpPr>
          <p:cNvPr id="996" name="Google Shape;996;p59"/>
          <p:cNvSpPr txBox="1"/>
          <p:nvPr>
            <p:ph idx="1" type="subTitle"/>
          </p:nvPr>
        </p:nvSpPr>
        <p:spPr>
          <a:xfrm>
            <a:off x="2564850" y="3338138"/>
            <a:ext cx="4014300" cy="42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Everything, everywhere all at once</a:t>
            </a:r>
            <a:endParaRPr sz="1800"/>
          </a:p>
          <a:p>
            <a:pPr indent="0" lvl="0" marL="0" rtl="0" algn="ctr">
              <a:spcBef>
                <a:spcPts val="0"/>
              </a:spcBef>
              <a:spcAft>
                <a:spcPts val="0"/>
              </a:spcAft>
              <a:buNone/>
            </a:pPr>
            <a:r>
              <a:t/>
            </a:r>
            <a:endParaRPr/>
          </a:p>
        </p:txBody>
      </p:sp>
      <p:sp>
        <p:nvSpPr>
          <p:cNvPr id="997" name="Google Shape;997;p59"/>
          <p:cNvSpPr txBox="1"/>
          <p:nvPr>
            <p:ph idx="2" type="title"/>
          </p:nvPr>
        </p:nvSpPr>
        <p:spPr>
          <a:xfrm>
            <a:off x="3990900" y="1380260"/>
            <a:ext cx="1162200" cy="96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grpSp>
        <p:nvGrpSpPr>
          <p:cNvPr id="998" name="Google Shape;998;p59"/>
          <p:cNvGrpSpPr/>
          <p:nvPr/>
        </p:nvGrpSpPr>
        <p:grpSpPr>
          <a:xfrm>
            <a:off x="938752" y="3530941"/>
            <a:ext cx="620534" cy="896907"/>
            <a:chOff x="976477" y="3492003"/>
            <a:chExt cx="620534" cy="896907"/>
          </a:xfrm>
        </p:grpSpPr>
        <p:grpSp>
          <p:nvGrpSpPr>
            <p:cNvPr id="999" name="Google Shape;999;p59"/>
            <p:cNvGrpSpPr/>
            <p:nvPr/>
          </p:nvGrpSpPr>
          <p:grpSpPr>
            <a:xfrm>
              <a:off x="1239248" y="4015418"/>
              <a:ext cx="357763" cy="373493"/>
              <a:chOff x="3811336" y="4060154"/>
              <a:chExt cx="351299" cy="366708"/>
            </a:xfrm>
          </p:grpSpPr>
          <p:sp>
            <p:nvSpPr>
              <p:cNvPr id="1000" name="Google Shape;1000;p59"/>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1" name="Google Shape;1001;p59"/>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2" name="Google Shape;1002;p59"/>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3" name="Google Shape;1003;p59"/>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4" name="Google Shape;1004;p59"/>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5" name="Google Shape;1005;p59"/>
            <p:cNvGrpSpPr/>
            <p:nvPr/>
          </p:nvGrpSpPr>
          <p:grpSpPr>
            <a:xfrm>
              <a:off x="976477" y="3492003"/>
              <a:ext cx="528284" cy="551566"/>
              <a:chOff x="3811336" y="4060154"/>
              <a:chExt cx="351299" cy="366708"/>
            </a:xfrm>
          </p:grpSpPr>
          <p:sp>
            <p:nvSpPr>
              <p:cNvPr id="1006" name="Google Shape;1006;p59"/>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7" name="Google Shape;1007;p59"/>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8" name="Google Shape;1008;p59"/>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9" name="Google Shape;1009;p59"/>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0" name="Google Shape;1010;p59"/>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011" name="Google Shape;1011;p59"/>
          <p:cNvGrpSpPr/>
          <p:nvPr/>
        </p:nvGrpSpPr>
        <p:grpSpPr>
          <a:xfrm>
            <a:off x="7584677" y="715766"/>
            <a:ext cx="620534" cy="896907"/>
            <a:chOff x="7622402" y="676828"/>
            <a:chExt cx="620534" cy="896907"/>
          </a:xfrm>
        </p:grpSpPr>
        <p:grpSp>
          <p:nvGrpSpPr>
            <p:cNvPr id="1012" name="Google Shape;1012;p59"/>
            <p:cNvGrpSpPr/>
            <p:nvPr/>
          </p:nvGrpSpPr>
          <p:grpSpPr>
            <a:xfrm flipH="1" rot="10800000">
              <a:off x="7885173" y="676828"/>
              <a:ext cx="357763" cy="373493"/>
              <a:chOff x="3811336" y="4060154"/>
              <a:chExt cx="351299" cy="366708"/>
            </a:xfrm>
          </p:grpSpPr>
          <p:sp>
            <p:nvSpPr>
              <p:cNvPr id="1013" name="Google Shape;1013;p59"/>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4" name="Google Shape;1014;p59"/>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5" name="Google Shape;1015;p59"/>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6" name="Google Shape;1016;p59"/>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7" name="Google Shape;1017;p59"/>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8" name="Google Shape;1018;p59"/>
            <p:cNvGrpSpPr/>
            <p:nvPr/>
          </p:nvGrpSpPr>
          <p:grpSpPr>
            <a:xfrm flipH="1" rot="10800000">
              <a:off x="7622402" y="1022169"/>
              <a:ext cx="528284" cy="551566"/>
              <a:chOff x="3811336" y="4060154"/>
              <a:chExt cx="351299" cy="366708"/>
            </a:xfrm>
          </p:grpSpPr>
          <p:sp>
            <p:nvSpPr>
              <p:cNvPr id="1019" name="Google Shape;1019;p59"/>
              <p:cNvSpPr/>
              <p:nvPr/>
            </p:nvSpPr>
            <p:spPr>
              <a:xfrm>
                <a:off x="3914055" y="4060154"/>
                <a:ext cx="104773" cy="166405"/>
              </a:xfrm>
              <a:custGeom>
                <a:rect b="b" l="l" r="r" t="t"/>
                <a:pathLst>
                  <a:path extrusionOk="0" h="68" w="43">
                    <a:moveTo>
                      <a:pt x="16" y="34"/>
                    </a:moveTo>
                    <a:cubicBezTo>
                      <a:pt x="15" y="31"/>
                      <a:pt x="16" y="28"/>
                      <a:pt x="19" y="27"/>
                    </a:cubicBezTo>
                    <a:cubicBezTo>
                      <a:pt x="22" y="26"/>
                      <a:pt x="25" y="27"/>
                      <a:pt x="26" y="30"/>
                    </a:cubicBezTo>
                    <a:cubicBezTo>
                      <a:pt x="26" y="32"/>
                      <a:pt x="26" y="34"/>
                      <a:pt x="25" y="36"/>
                    </a:cubicBezTo>
                    <a:cubicBezTo>
                      <a:pt x="36" y="66"/>
                      <a:pt x="36" y="66"/>
                      <a:pt x="36" y="66"/>
                    </a:cubicBezTo>
                    <a:cubicBezTo>
                      <a:pt x="42" y="55"/>
                      <a:pt x="43" y="41"/>
                      <a:pt x="38" y="28"/>
                    </a:cubicBezTo>
                    <a:cubicBezTo>
                      <a:pt x="33" y="14"/>
                      <a:pt x="22" y="4"/>
                      <a:pt x="9" y="0"/>
                    </a:cubicBezTo>
                    <a:cubicBezTo>
                      <a:pt x="2" y="12"/>
                      <a:pt x="0" y="27"/>
                      <a:pt x="5" y="41"/>
                    </a:cubicBezTo>
                    <a:cubicBezTo>
                      <a:pt x="10" y="54"/>
                      <a:pt x="20" y="63"/>
                      <a:pt x="32" y="68"/>
                    </a:cubicBezTo>
                    <a:cubicBezTo>
                      <a:pt x="20" y="37"/>
                      <a:pt x="20" y="37"/>
                      <a:pt x="20" y="37"/>
                    </a:cubicBezTo>
                    <a:cubicBezTo>
                      <a:pt x="18" y="37"/>
                      <a:pt x="17" y="36"/>
                      <a:pt x="16" y="3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0" name="Google Shape;1020;p59"/>
              <p:cNvSpPr/>
              <p:nvPr/>
            </p:nvSpPr>
            <p:spPr>
              <a:xfrm>
                <a:off x="3811336" y="4199852"/>
                <a:ext cx="175650" cy="90393"/>
              </a:xfrm>
              <a:custGeom>
                <a:rect b="b" l="l" r="r" t="t"/>
                <a:pathLst>
                  <a:path extrusionOk="0" h="37" w="72">
                    <a:moveTo>
                      <a:pt x="34" y="24"/>
                    </a:moveTo>
                    <a:cubicBezTo>
                      <a:pt x="31" y="24"/>
                      <a:pt x="29" y="22"/>
                      <a:pt x="29" y="19"/>
                    </a:cubicBezTo>
                    <a:cubicBezTo>
                      <a:pt x="29" y="16"/>
                      <a:pt x="31" y="13"/>
                      <a:pt x="34" y="13"/>
                    </a:cubicBezTo>
                    <a:cubicBezTo>
                      <a:pt x="36" y="13"/>
                      <a:pt x="38" y="14"/>
                      <a:pt x="39" y="16"/>
                    </a:cubicBezTo>
                    <a:cubicBezTo>
                      <a:pt x="71" y="15"/>
                      <a:pt x="71" y="15"/>
                      <a:pt x="71" y="15"/>
                    </a:cubicBezTo>
                    <a:cubicBezTo>
                      <a:pt x="62" y="5"/>
                      <a:pt x="50" y="0"/>
                      <a:pt x="36" y="1"/>
                    </a:cubicBezTo>
                    <a:cubicBezTo>
                      <a:pt x="21" y="1"/>
                      <a:pt x="8" y="9"/>
                      <a:pt x="0" y="20"/>
                    </a:cubicBezTo>
                    <a:cubicBezTo>
                      <a:pt x="9" y="31"/>
                      <a:pt x="22" y="37"/>
                      <a:pt x="37" y="36"/>
                    </a:cubicBezTo>
                    <a:cubicBezTo>
                      <a:pt x="51" y="36"/>
                      <a:pt x="63" y="29"/>
                      <a:pt x="72" y="19"/>
                    </a:cubicBezTo>
                    <a:cubicBezTo>
                      <a:pt x="39" y="21"/>
                      <a:pt x="39" y="21"/>
                      <a:pt x="39" y="21"/>
                    </a:cubicBezTo>
                    <a:cubicBezTo>
                      <a:pt x="38" y="22"/>
                      <a:pt x="36" y="24"/>
                      <a:pt x="34"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1" name="Google Shape;1021;p59"/>
              <p:cNvSpPr/>
              <p:nvPr/>
            </p:nvSpPr>
            <p:spPr>
              <a:xfrm>
                <a:off x="3923300" y="4255321"/>
                <a:ext cx="102719" cy="171542"/>
              </a:xfrm>
              <a:custGeom>
                <a:rect b="b" l="l" r="r" t="t"/>
                <a:pathLst>
                  <a:path extrusionOk="0" h="70" w="42">
                    <a:moveTo>
                      <a:pt x="26" y="38"/>
                    </a:moveTo>
                    <a:cubicBezTo>
                      <a:pt x="25" y="41"/>
                      <a:pt x="22" y="42"/>
                      <a:pt x="19" y="42"/>
                    </a:cubicBezTo>
                    <a:cubicBezTo>
                      <a:pt x="16" y="41"/>
                      <a:pt x="15" y="38"/>
                      <a:pt x="16" y="35"/>
                    </a:cubicBezTo>
                    <a:cubicBezTo>
                      <a:pt x="16" y="33"/>
                      <a:pt x="18" y="32"/>
                      <a:pt x="20" y="31"/>
                    </a:cubicBezTo>
                    <a:cubicBezTo>
                      <a:pt x="28" y="0"/>
                      <a:pt x="28" y="0"/>
                      <a:pt x="28" y="0"/>
                    </a:cubicBezTo>
                    <a:cubicBezTo>
                      <a:pt x="17" y="5"/>
                      <a:pt x="8" y="16"/>
                      <a:pt x="4" y="29"/>
                    </a:cubicBezTo>
                    <a:cubicBezTo>
                      <a:pt x="0" y="44"/>
                      <a:pt x="3" y="58"/>
                      <a:pt x="12" y="70"/>
                    </a:cubicBezTo>
                    <a:cubicBezTo>
                      <a:pt x="24" y="64"/>
                      <a:pt x="34" y="53"/>
                      <a:pt x="38" y="39"/>
                    </a:cubicBezTo>
                    <a:cubicBezTo>
                      <a:pt x="42" y="25"/>
                      <a:pt x="40" y="12"/>
                      <a:pt x="33" y="1"/>
                    </a:cubicBezTo>
                    <a:cubicBezTo>
                      <a:pt x="24" y="33"/>
                      <a:pt x="24" y="33"/>
                      <a:pt x="24" y="33"/>
                    </a:cubicBezTo>
                    <a:cubicBezTo>
                      <a:pt x="26" y="34"/>
                      <a:pt x="26" y="36"/>
                      <a:pt x="26"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2" name="Google Shape;1022;p59"/>
              <p:cNvSpPr/>
              <p:nvPr/>
            </p:nvSpPr>
            <p:spPr>
              <a:xfrm>
                <a:off x="4013692" y="4235804"/>
                <a:ext cx="148943" cy="120182"/>
              </a:xfrm>
              <a:custGeom>
                <a:rect b="b" l="l" r="r" t="t"/>
                <a:pathLst>
                  <a:path extrusionOk="0" h="49" w="61">
                    <a:moveTo>
                      <a:pt x="36" y="22"/>
                    </a:moveTo>
                    <a:cubicBezTo>
                      <a:pt x="38" y="23"/>
                      <a:pt x="39" y="27"/>
                      <a:pt x="37" y="29"/>
                    </a:cubicBezTo>
                    <a:cubicBezTo>
                      <a:pt x="35" y="31"/>
                      <a:pt x="32" y="32"/>
                      <a:pt x="30" y="30"/>
                    </a:cubicBezTo>
                    <a:cubicBezTo>
                      <a:pt x="28" y="29"/>
                      <a:pt x="27" y="27"/>
                      <a:pt x="27" y="25"/>
                    </a:cubicBezTo>
                    <a:cubicBezTo>
                      <a:pt x="0" y="7"/>
                      <a:pt x="0" y="7"/>
                      <a:pt x="0" y="7"/>
                    </a:cubicBezTo>
                    <a:cubicBezTo>
                      <a:pt x="2" y="20"/>
                      <a:pt x="9" y="32"/>
                      <a:pt x="21" y="39"/>
                    </a:cubicBezTo>
                    <a:cubicBezTo>
                      <a:pt x="33" y="48"/>
                      <a:pt x="48" y="49"/>
                      <a:pt x="61" y="45"/>
                    </a:cubicBezTo>
                    <a:cubicBezTo>
                      <a:pt x="60" y="31"/>
                      <a:pt x="53" y="18"/>
                      <a:pt x="40" y="10"/>
                    </a:cubicBezTo>
                    <a:cubicBezTo>
                      <a:pt x="29" y="2"/>
                      <a:pt x="15" y="0"/>
                      <a:pt x="2" y="3"/>
                    </a:cubicBezTo>
                    <a:cubicBezTo>
                      <a:pt x="30" y="22"/>
                      <a:pt x="30" y="22"/>
                      <a:pt x="30" y="22"/>
                    </a:cubicBezTo>
                    <a:cubicBezTo>
                      <a:pt x="32" y="21"/>
                      <a:pt x="34" y="20"/>
                      <a:pt x="36" y="2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3" name="Google Shape;1023;p59"/>
              <p:cNvSpPr/>
              <p:nvPr/>
            </p:nvSpPr>
            <p:spPr>
              <a:xfrm>
                <a:off x="4011638" y="4111514"/>
                <a:ext cx="140725" cy="127372"/>
              </a:xfrm>
              <a:custGeom>
                <a:rect b="b" l="l" r="r" t="t"/>
                <a:pathLst>
                  <a:path extrusionOk="0" h="52" w="58">
                    <a:moveTo>
                      <a:pt x="28" y="21"/>
                    </a:moveTo>
                    <a:cubicBezTo>
                      <a:pt x="30" y="19"/>
                      <a:pt x="34" y="19"/>
                      <a:pt x="35" y="21"/>
                    </a:cubicBezTo>
                    <a:cubicBezTo>
                      <a:pt x="37" y="24"/>
                      <a:pt x="37" y="27"/>
                      <a:pt x="35" y="29"/>
                    </a:cubicBezTo>
                    <a:cubicBezTo>
                      <a:pt x="33" y="30"/>
                      <a:pt x="31" y="30"/>
                      <a:pt x="29" y="30"/>
                    </a:cubicBezTo>
                    <a:cubicBezTo>
                      <a:pt x="3" y="50"/>
                      <a:pt x="3" y="50"/>
                      <a:pt x="3" y="50"/>
                    </a:cubicBezTo>
                    <a:cubicBezTo>
                      <a:pt x="16" y="52"/>
                      <a:pt x="29" y="49"/>
                      <a:pt x="40" y="40"/>
                    </a:cubicBezTo>
                    <a:cubicBezTo>
                      <a:pt x="52" y="31"/>
                      <a:pt x="58" y="17"/>
                      <a:pt x="58" y="3"/>
                    </a:cubicBezTo>
                    <a:cubicBezTo>
                      <a:pt x="45" y="0"/>
                      <a:pt x="30" y="3"/>
                      <a:pt x="18" y="13"/>
                    </a:cubicBezTo>
                    <a:cubicBezTo>
                      <a:pt x="7" y="21"/>
                      <a:pt x="1" y="34"/>
                      <a:pt x="0" y="46"/>
                    </a:cubicBezTo>
                    <a:cubicBezTo>
                      <a:pt x="26" y="26"/>
                      <a:pt x="26" y="26"/>
                      <a:pt x="26" y="26"/>
                    </a:cubicBezTo>
                    <a:cubicBezTo>
                      <a:pt x="26" y="24"/>
                      <a:pt x="26" y="22"/>
                      <a:pt x="28" y="2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24" name="Google Shape;1024;p59"/>
          <p:cNvSpPr/>
          <p:nvPr/>
        </p:nvSpPr>
        <p:spPr>
          <a:xfrm rot="5400000">
            <a:off x="1039250" y="437212"/>
            <a:ext cx="1039075" cy="1441125"/>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5" name="Google Shape;1025;p59"/>
          <p:cNvSpPr/>
          <p:nvPr/>
        </p:nvSpPr>
        <p:spPr>
          <a:xfrm rot="5400000">
            <a:off x="7065675" y="3265262"/>
            <a:ext cx="1039075" cy="1441125"/>
          </a:xfrm>
          <a:custGeom>
            <a:rect b="b" l="l" r="r" t="t"/>
            <a:pathLst>
              <a:path extrusionOk="0" h="527" w="380">
                <a:moveTo>
                  <a:pt x="193" y="527"/>
                </a:moveTo>
                <a:cubicBezTo>
                  <a:pt x="176" y="527"/>
                  <a:pt x="159" y="520"/>
                  <a:pt x="147" y="508"/>
                </a:cubicBezTo>
                <a:cubicBezTo>
                  <a:pt x="134" y="495"/>
                  <a:pt x="127" y="479"/>
                  <a:pt x="127" y="461"/>
                </a:cubicBezTo>
                <a:cubicBezTo>
                  <a:pt x="127" y="444"/>
                  <a:pt x="134" y="427"/>
                  <a:pt x="147" y="415"/>
                </a:cubicBezTo>
                <a:cubicBezTo>
                  <a:pt x="169" y="392"/>
                  <a:pt x="169" y="392"/>
                  <a:pt x="169" y="392"/>
                </a:cubicBezTo>
                <a:cubicBezTo>
                  <a:pt x="129" y="352"/>
                  <a:pt x="129" y="352"/>
                  <a:pt x="129" y="352"/>
                </a:cubicBezTo>
                <a:cubicBezTo>
                  <a:pt x="112" y="369"/>
                  <a:pt x="112" y="369"/>
                  <a:pt x="112" y="369"/>
                </a:cubicBezTo>
                <a:cubicBezTo>
                  <a:pt x="101" y="381"/>
                  <a:pt x="85" y="387"/>
                  <a:pt x="68" y="387"/>
                </a:cubicBezTo>
                <a:cubicBezTo>
                  <a:pt x="52" y="387"/>
                  <a:pt x="36" y="381"/>
                  <a:pt x="24" y="369"/>
                </a:cubicBezTo>
                <a:cubicBezTo>
                  <a:pt x="13" y="357"/>
                  <a:pt x="6" y="342"/>
                  <a:pt x="6" y="325"/>
                </a:cubicBezTo>
                <a:cubicBezTo>
                  <a:pt x="6" y="308"/>
                  <a:pt x="13" y="293"/>
                  <a:pt x="24" y="281"/>
                </a:cubicBezTo>
                <a:cubicBezTo>
                  <a:pt x="41" y="264"/>
                  <a:pt x="41" y="264"/>
                  <a:pt x="41" y="264"/>
                </a:cubicBezTo>
                <a:cubicBezTo>
                  <a:pt x="24" y="247"/>
                  <a:pt x="24" y="247"/>
                  <a:pt x="24" y="247"/>
                </a:cubicBezTo>
                <a:cubicBezTo>
                  <a:pt x="0" y="223"/>
                  <a:pt x="0" y="184"/>
                  <a:pt x="24" y="159"/>
                </a:cubicBezTo>
                <a:cubicBezTo>
                  <a:pt x="36" y="148"/>
                  <a:pt x="52" y="141"/>
                  <a:pt x="68" y="141"/>
                </a:cubicBezTo>
                <a:cubicBezTo>
                  <a:pt x="85" y="141"/>
                  <a:pt x="101" y="148"/>
                  <a:pt x="112" y="159"/>
                </a:cubicBezTo>
                <a:cubicBezTo>
                  <a:pt x="129" y="176"/>
                  <a:pt x="129" y="176"/>
                  <a:pt x="129" y="176"/>
                </a:cubicBezTo>
                <a:cubicBezTo>
                  <a:pt x="169" y="136"/>
                  <a:pt x="169" y="136"/>
                  <a:pt x="169" y="136"/>
                </a:cubicBezTo>
                <a:cubicBezTo>
                  <a:pt x="147" y="114"/>
                  <a:pt x="147" y="114"/>
                  <a:pt x="147" y="114"/>
                </a:cubicBezTo>
                <a:cubicBezTo>
                  <a:pt x="134" y="101"/>
                  <a:pt x="127" y="85"/>
                  <a:pt x="127" y="67"/>
                </a:cubicBezTo>
                <a:cubicBezTo>
                  <a:pt x="127" y="50"/>
                  <a:pt x="134" y="33"/>
                  <a:pt x="147" y="21"/>
                </a:cubicBezTo>
                <a:cubicBezTo>
                  <a:pt x="159" y="8"/>
                  <a:pt x="176" y="1"/>
                  <a:pt x="193" y="1"/>
                </a:cubicBezTo>
                <a:cubicBezTo>
                  <a:pt x="211" y="1"/>
                  <a:pt x="227" y="8"/>
                  <a:pt x="240" y="21"/>
                </a:cubicBezTo>
                <a:cubicBezTo>
                  <a:pt x="252" y="33"/>
                  <a:pt x="259" y="50"/>
                  <a:pt x="259" y="67"/>
                </a:cubicBezTo>
                <a:cubicBezTo>
                  <a:pt x="259" y="85"/>
                  <a:pt x="252" y="101"/>
                  <a:pt x="240" y="114"/>
                </a:cubicBezTo>
                <a:cubicBezTo>
                  <a:pt x="217" y="136"/>
                  <a:pt x="217" y="136"/>
                  <a:pt x="217" y="136"/>
                </a:cubicBezTo>
                <a:cubicBezTo>
                  <a:pt x="257" y="176"/>
                  <a:pt x="257" y="176"/>
                  <a:pt x="257" y="176"/>
                </a:cubicBezTo>
                <a:cubicBezTo>
                  <a:pt x="274" y="159"/>
                  <a:pt x="274" y="159"/>
                  <a:pt x="274" y="159"/>
                </a:cubicBezTo>
                <a:cubicBezTo>
                  <a:pt x="286" y="148"/>
                  <a:pt x="301" y="141"/>
                  <a:pt x="318" y="141"/>
                </a:cubicBezTo>
                <a:cubicBezTo>
                  <a:pt x="335" y="141"/>
                  <a:pt x="350" y="148"/>
                  <a:pt x="362" y="159"/>
                </a:cubicBezTo>
                <a:cubicBezTo>
                  <a:pt x="374" y="171"/>
                  <a:pt x="380" y="187"/>
                  <a:pt x="380" y="203"/>
                </a:cubicBezTo>
                <a:cubicBezTo>
                  <a:pt x="380" y="220"/>
                  <a:pt x="374" y="235"/>
                  <a:pt x="362" y="247"/>
                </a:cubicBezTo>
                <a:cubicBezTo>
                  <a:pt x="345" y="264"/>
                  <a:pt x="345" y="264"/>
                  <a:pt x="345" y="264"/>
                </a:cubicBezTo>
                <a:cubicBezTo>
                  <a:pt x="362" y="281"/>
                  <a:pt x="362" y="281"/>
                  <a:pt x="362" y="281"/>
                </a:cubicBezTo>
                <a:cubicBezTo>
                  <a:pt x="374" y="293"/>
                  <a:pt x="380" y="308"/>
                  <a:pt x="380" y="325"/>
                </a:cubicBezTo>
                <a:cubicBezTo>
                  <a:pt x="380" y="342"/>
                  <a:pt x="374" y="357"/>
                  <a:pt x="362" y="369"/>
                </a:cubicBezTo>
                <a:cubicBezTo>
                  <a:pt x="350" y="381"/>
                  <a:pt x="335" y="387"/>
                  <a:pt x="318" y="387"/>
                </a:cubicBezTo>
                <a:cubicBezTo>
                  <a:pt x="301" y="387"/>
                  <a:pt x="286" y="381"/>
                  <a:pt x="274" y="369"/>
                </a:cubicBezTo>
                <a:cubicBezTo>
                  <a:pt x="257" y="352"/>
                  <a:pt x="257" y="352"/>
                  <a:pt x="257" y="352"/>
                </a:cubicBezTo>
                <a:cubicBezTo>
                  <a:pt x="217" y="392"/>
                  <a:pt x="217" y="392"/>
                  <a:pt x="217" y="392"/>
                </a:cubicBezTo>
                <a:cubicBezTo>
                  <a:pt x="240" y="415"/>
                  <a:pt x="240" y="415"/>
                  <a:pt x="240" y="415"/>
                </a:cubicBezTo>
                <a:cubicBezTo>
                  <a:pt x="252" y="427"/>
                  <a:pt x="259" y="444"/>
                  <a:pt x="259" y="461"/>
                </a:cubicBezTo>
                <a:cubicBezTo>
                  <a:pt x="259" y="479"/>
                  <a:pt x="252" y="495"/>
                  <a:pt x="240" y="508"/>
                </a:cubicBezTo>
                <a:cubicBezTo>
                  <a:pt x="227" y="520"/>
                  <a:pt x="211" y="527"/>
                  <a:pt x="193" y="527"/>
                </a:cubicBezTo>
                <a:close/>
                <a:moveTo>
                  <a:pt x="129" y="346"/>
                </a:moveTo>
                <a:cubicBezTo>
                  <a:pt x="130" y="346"/>
                  <a:pt x="130" y="346"/>
                  <a:pt x="131" y="347"/>
                </a:cubicBezTo>
                <a:cubicBezTo>
                  <a:pt x="174" y="390"/>
                  <a:pt x="174" y="390"/>
                  <a:pt x="174" y="390"/>
                </a:cubicBezTo>
                <a:cubicBezTo>
                  <a:pt x="175" y="391"/>
                  <a:pt x="175" y="393"/>
                  <a:pt x="174" y="394"/>
                </a:cubicBezTo>
                <a:cubicBezTo>
                  <a:pt x="150" y="418"/>
                  <a:pt x="150" y="418"/>
                  <a:pt x="150" y="418"/>
                </a:cubicBezTo>
                <a:cubicBezTo>
                  <a:pt x="139" y="430"/>
                  <a:pt x="132" y="445"/>
                  <a:pt x="132" y="461"/>
                </a:cubicBezTo>
                <a:cubicBezTo>
                  <a:pt x="132" y="478"/>
                  <a:pt x="139" y="493"/>
                  <a:pt x="150" y="504"/>
                </a:cubicBezTo>
                <a:cubicBezTo>
                  <a:pt x="162" y="516"/>
                  <a:pt x="177" y="522"/>
                  <a:pt x="193" y="522"/>
                </a:cubicBezTo>
                <a:cubicBezTo>
                  <a:pt x="210" y="522"/>
                  <a:pt x="225" y="516"/>
                  <a:pt x="236" y="504"/>
                </a:cubicBezTo>
                <a:cubicBezTo>
                  <a:pt x="248" y="493"/>
                  <a:pt x="254" y="478"/>
                  <a:pt x="254" y="461"/>
                </a:cubicBezTo>
                <a:cubicBezTo>
                  <a:pt x="254" y="445"/>
                  <a:pt x="248" y="430"/>
                  <a:pt x="236" y="418"/>
                </a:cubicBezTo>
                <a:cubicBezTo>
                  <a:pt x="212" y="394"/>
                  <a:pt x="212" y="394"/>
                  <a:pt x="212" y="394"/>
                </a:cubicBezTo>
                <a:cubicBezTo>
                  <a:pt x="211" y="393"/>
                  <a:pt x="211" y="391"/>
                  <a:pt x="212" y="390"/>
                </a:cubicBezTo>
                <a:cubicBezTo>
                  <a:pt x="255" y="347"/>
                  <a:pt x="255" y="347"/>
                  <a:pt x="255" y="347"/>
                </a:cubicBezTo>
                <a:cubicBezTo>
                  <a:pt x="256" y="346"/>
                  <a:pt x="258" y="346"/>
                  <a:pt x="259" y="347"/>
                </a:cubicBezTo>
                <a:cubicBezTo>
                  <a:pt x="278" y="366"/>
                  <a:pt x="278" y="366"/>
                  <a:pt x="278" y="366"/>
                </a:cubicBezTo>
                <a:cubicBezTo>
                  <a:pt x="288" y="376"/>
                  <a:pt x="303" y="382"/>
                  <a:pt x="318" y="382"/>
                </a:cubicBezTo>
                <a:cubicBezTo>
                  <a:pt x="333" y="382"/>
                  <a:pt x="348" y="376"/>
                  <a:pt x="359" y="366"/>
                </a:cubicBezTo>
                <a:cubicBezTo>
                  <a:pt x="369" y="355"/>
                  <a:pt x="375" y="340"/>
                  <a:pt x="375" y="325"/>
                </a:cubicBezTo>
                <a:cubicBezTo>
                  <a:pt x="375" y="310"/>
                  <a:pt x="369" y="295"/>
                  <a:pt x="359" y="285"/>
                </a:cubicBezTo>
                <a:cubicBezTo>
                  <a:pt x="340" y="266"/>
                  <a:pt x="340" y="266"/>
                  <a:pt x="340" y="266"/>
                </a:cubicBezTo>
                <a:cubicBezTo>
                  <a:pt x="339" y="265"/>
                  <a:pt x="339" y="263"/>
                  <a:pt x="340" y="262"/>
                </a:cubicBezTo>
                <a:cubicBezTo>
                  <a:pt x="359" y="244"/>
                  <a:pt x="359" y="244"/>
                  <a:pt x="359" y="244"/>
                </a:cubicBezTo>
                <a:cubicBezTo>
                  <a:pt x="369" y="233"/>
                  <a:pt x="375" y="219"/>
                  <a:pt x="375" y="203"/>
                </a:cubicBezTo>
                <a:cubicBezTo>
                  <a:pt x="375" y="188"/>
                  <a:pt x="369" y="174"/>
                  <a:pt x="359" y="163"/>
                </a:cubicBezTo>
                <a:cubicBezTo>
                  <a:pt x="348" y="152"/>
                  <a:pt x="333" y="146"/>
                  <a:pt x="318" y="146"/>
                </a:cubicBezTo>
                <a:cubicBezTo>
                  <a:pt x="303" y="146"/>
                  <a:pt x="288" y="152"/>
                  <a:pt x="278" y="163"/>
                </a:cubicBezTo>
                <a:cubicBezTo>
                  <a:pt x="259" y="181"/>
                  <a:pt x="259" y="181"/>
                  <a:pt x="259" y="181"/>
                </a:cubicBezTo>
                <a:cubicBezTo>
                  <a:pt x="258" y="182"/>
                  <a:pt x="256" y="182"/>
                  <a:pt x="255" y="181"/>
                </a:cubicBezTo>
                <a:cubicBezTo>
                  <a:pt x="212" y="138"/>
                  <a:pt x="212" y="138"/>
                  <a:pt x="212" y="138"/>
                </a:cubicBezTo>
                <a:cubicBezTo>
                  <a:pt x="212" y="138"/>
                  <a:pt x="211" y="137"/>
                  <a:pt x="211" y="136"/>
                </a:cubicBezTo>
                <a:cubicBezTo>
                  <a:pt x="211" y="136"/>
                  <a:pt x="212" y="135"/>
                  <a:pt x="212" y="135"/>
                </a:cubicBezTo>
                <a:cubicBezTo>
                  <a:pt x="236" y="110"/>
                  <a:pt x="236" y="110"/>
                  <a:pt x="236" y="110"/>
                </a:cubicBezTo>
                <a:cubicBezTo>
                  <a:pt x="248" y="99"/>
                  <a:pt x="254" y="83"/>
                  <a:pt x="254" y="67"/>
                </a:cubicBezTo>
                <a:cubicBezTo>
                  <a:pt x="254" y="51"/>
                  <a:pt x="248" y="35"/>
                  <a:pt x="236" y="24"/>
                </a:cubicBezTo>
                <a:cubicBezTo>
                  <a:pt x="213" y="0"/>
                  <a:pt x="174" y="0"/>
                  <a:pt x="150" y="24"/>
                </a:cubicBezTo>
                <a:cubicBezTo>
                  <a:pt x="139" y="35"/>
                  <a:pt x="132" y="51"/>
                  <a:pt x="132" y="67"/>
                </a:cubicBezTo>
                <a:cubicBezTo>
                  <a:pt x="132" y="83"/>
                  <a:pt x="139" y="99"/>
                  <a:pt x="150" y="110"/>
                </a:cubicBezTo>
                <a:cubicBezTo>
                  <a:pt x="174" y="135"/>
                  <a:pt x="174" y="135"/>
                  <a:pt x="174" y="135"/>
                </a:cubicBezTo>
                <a:cubicBezTo>
                  <a:pt x="175" y="136"/>
                  <a:pt x="175" y="137"/>
                  <a:pt x="174" y="138"/>
                </a:cubicBezTo>
                <a:cubicBezTo>
                  <a:pt x="131" y="181"/>
                  <a:pt x="131" y="181"/>
                  <a:pt x="131" y="181"/>
                </a:cubicBezTo>
                <a:cubicBezTo>
                  <a:pt x="130" y="182"/>
                  <a:pt x="128" y="182"/>
                  <a:pt x="128" y="181"/>
                </a:cubicBezTo>
                <a:cubicBezTo>
                  <a:pt x="109" y="163"/>
                  <a:pt x="109" y="163"/>
                  <a:pt x="109" y="163"/>
                </a:cubicBezTo>
                <a:cubicBezTo>
                  <a:pt x="98" y="152"/>
                  <a:pt x="84" y="146"/>
                  <a:pt x="68" y="146"/>
                </a:cubicBezTo>
                <a:cubicBezTo>
                  <a:pt x="53" y="146"/>
                  <a:pt x="39" y="152"/>
                  <a:pt x="28" y="163"/>
                </a:cubicBezTo>
                <a:cubicBezTo>
                  <a:pt x="5" y="185"/>
                  <a:pt x="5" y="221"/>
                  <a:pt x="28" y="244"/>
                </a:cubicBezTo>
                <a:cubicBezTo>
                  <a:pt x="47" y="262"/>
                  <a:pt x="47" y="262"/>
                  <a:pt x="47" y="262"/>
                </a:cubicBezTo>
                <a:cubicBezTo>
                  <a:pt x="47" y="263"/>
                  <a:pt x="47" y="265"/>
                  <a:pt x="47" y="266"/>
                </a:cubicBezTo>
                <a:cubicBezTo>
                  <a:pt x="28" y="285"/>
                  <a:pt x="28" y="285"/>
                  <a:pt x="28" y="285"/>
                </a:cubicBezTo>
                <a:cubicBezTo>
                  <a:pt x="17" y="295"/>
                  <a:pt x="11" y="310"/>
                  <a:pt x="11" y="325"/>
                </a:cubicBezTo>
                <a:cubicBezTo>
                  <a:pt x="11" y="340"/>
                  <a:pt x="17" y="355"/>
                  <a:pt x="28" y="366"/>
                </a:cubicBezTo>
                <a:cubicBezTo>
                  <a:pt x="39" y="376"/>
                  <a:pt x="53" y="382"/>
                  <a:pt x="68" y="382"/>
                </a:cubicBezTo>
                <a:cubicBezTo>
                  <a:pt x="84" y="382"/>
                  <a:pt x="98" y="376"/>
                  <a:pt x="109" y="366"/>
                </a:cubicBezTo>
                <a:cubicBezTo>
                  <a:pt x="128" y="347"/>
                  <a:pt x="128" y="347"/>
                  <a:pt x="128" y="347"/>
                </a:cubicBezTo>
                <a:cubicBezTo>
                  <a:pt x="128" y="346"/>
                  <a:pt x="129" y="346"/>
                  <a:pt x="129" y="346"/>
                </a:cubicBezTo>
                <a:close/>
                <a:moveTo>
                  <a:pt x="193" y="498"/>
                </a:moveTo>
                <a:cubicBezTo>
                  <a:pt x="184" y="498"/>
                  <a:pt x="174" y="494"/>
                  <a:pt x="167" y="487"/>
                </a:cubicBezTo>
                <a:cubicBezTo>
                  <a:pt x="160" y="480"/>
                  <a:pt x="156" y="471"/>
                  <a:pt x="156" y="461"/>
                </a:cubicBezTo>
                <a:cubicBezTo>
                  <a:pt x="156" y="451"/>
                  <a:pt x="160" y="442"/>
                  <a:pt x="167" y="435"/>
                </a:cubicBezTo>
                <a:cubicBezTo>
                  <a:pt x="191" y="411"/>
                  <a:pt x="191" y="411"/>
                  <a:pt x="191" y="411"/>
                </a:cubicBezTo>
                <a:cubicBezTo>
                  <a:pt x="192" y="410"/>
                  <a:pt x="194" y="410"/>
                  <a:pt x="195" y="411"/>
                </a:cubicBezTo>
                <a:cubicBezTo>
                  <a:pt x="219" y="435"/>
                  <a:pt x="219" y="435"/>
                  <a:pt x="219" y="435"/>
                </a:cubicBezTo>
                <a:cubicBezTo>
                  <a:pt x="226" y="442"/>
                  <a:pt x="230" y="451"/>
                  <a:pt x="230" y="461"/>
                </a:cubicBezTo>
                <a:cubicBezTo>
                  <a:pt x="230" y="471"/>
                  <a:pt x="226" y="480"/>
                  <a:pt x="219" y="487"/>
                </a:cubicBezTo>
                <a:cubicBezTo>
                  <a:pt x="212" y="494"/>
                  <a:pt x="203" y="498"/>
                  <a:pt x="193" y="498"/>
                </a:cubicBezTo>
                <a:close/>
                <a:moveTo>
                  <a:pt x="193" y="416"/>
                </a:moveTo>
                <a:cubicBezTo>
                  <a:pt x="171" y="439"/>
                  <a:pt x="171" y="439"/>
                  <a:pt x="171" y="439"/>
                </a:cubicBezTo>
                <a:cubicBezTo>
                  <a:pt x="164" y="445"/>
                  <a:pt x="161" y="453"/>
                  <a:pt x="161" y="461"/>
                </a:cubicBezTo>
                <a:cubicBezTo>
                  <a:pt x="161" y="470"/>
                  <a:pt x="164" y="478"/>
                  <a:pt x="171" y="484"/>
                </a:cubicBezTo>
                <a:cubicBezTo>
                  <a:pt x="183" y="496"/>
                  <a:pt x="203" y="496"/>
                  <a:pt x="216" y="484"/>
                </a:cubicBezTo>
                <a:cubicBezTo>
                  <a:pt x="222" y="478"/>
                  <a:pt x="225" y="470"/>
                  <a:pt x="225" y="461"/>
                </a:cubicBezTo>
                <a:cubicBezTo>
                  <a:pt x="225" y="453"/>
                  <a:pt x="222" y="445"/>
                  <a:pt x="216" y="439"/>
                </a:cubicBezTo>
                <a:lnTo>
                  <a:pt x="193" y="416"/>
                </a:lnTo>
                <a:close/>
                <a:moveTo>
                  <a:pt x="193" y="374"/>
                </a:moveTo>
                <a:cubicBezTo>
                  <a:pt x="193" y="374"/>
                  <a:pt x="192" y="374"/>
                  <a:pt x="191" y="373"/>
                </a:cubicBezTo>
                <a:cubicBezTo>
                  <a:pt x="148" y="330"/>
                  <a:pt x="148" y="330"/>
                  <a:pt x="148" y="330"/>
                </a:cubicBezTo>
                <a:cubicBezTo>
                  <a:pt x="148" y="329"/>
                  <a:pt x="147" y="329"/>
                  <a:pt x="147" y="328"/>
                </a:cubicBezTo>
                <a:cubicBezTo>
                  <a:pt x="147" y="327"/>
                  <a:pt x="148" y="327"/>
                  <a:pt x="148" y="326"/>
                </a:cubicBezTo>
                <a:cubicBezTo>
                  <a:pt x="191" y="283"/>
                  <a:pt x="191" y="283"/>
                  <a:pt x="191" y="283"/>
                </a:cubicBezTo>
                <a:cubicBezTo>
                  <a:pt x="192" y="282"/>
                  <a:pt x="194" y="282"/>
                  <a:pt x="195" y="283"/>
                </a:cubicBezTo>
                <a:cubicBezTo>
                  <a:pt x="238" y="326"/>
                  <a:pt x="238" y="326"/>
                  <a:pt x="238" y="326"/>
                </a:cubicBezTo>
                <a:cubicBezTo>
                  <a:pt x="239" y="327"/>
                  <a:pt x="239" y="327"/>
                  <a:pt x="239" y="328"/>
                </a:cubicBezTo>
                <a:cubicBezTo>
                  <a:pt x="239" y="329"/>
                  <a:pt x="239" y="329"/>
                  <a:pt x="238" y="330"/>
                </a:cubicBezTo>
                <a:cubicBezTo>
                  <a:pt x="195" y="373"/>
                  <a:pt x="195" y="373"/>
                  <a:pt x="195" y="373"/>
                </a:cubicBezTo>
                <a:cubicBezTo>
                  <a:pt x="194" y="374"/>
                  <a:pt x="194" y="374"/>
                  <a:pt x="193" y="374"/>
                </a:cubicBezTo>
                <a:close/>
                <a:moveTo>
                  <a:pt x="153" y="328"/>
                </a:moveTo>
                <a:cubicBezTo>
                  <a:pt x="193" y="368"/>
                  <a:pt x="193" y="368"/>
                  <a:pt x="193" y="368"/>
                </a:cubicBezTo>
                <a:cubicBezTo>
                  <a:pt x="233" y="328"/>
                  <a:pt x="233" y="328"/>
                  <a:pt x="233" y="328"/>
                </a:cubicBezTo>
                <a:cubicBezTo>
                  <a:pt x="193" y="288"/>
                  <a:pt x="193" y="288"/>
                  <a:pt x="193" y="288"/>
                </a:cubicBezTo>
                <a:lnTo>
                  <a:pt x="153" y="328"/>
                </a:lnTo>
                <a:close/>
                <a:moveTo>
                  <a:pt x="68" y="358"/>
                </a:moveTo>
                <a:cubicBezTo>
                  <a:pt x="59" y="358"/>
                  <a:pt x="51" y="355"/>
                  <a:pt x="45" y="349"/>
                </a:cubicBezTo>
                <a:cubicBezTo>
                  <a:pt x="39" y="342"/>
                  <a:pt x="35" y="334"/>
                  <a:pt x="35" y="325"/>
                </a:cubicBezTo>
                <a:cubicBezTo>
                  <a:pt x="35" y="316"/>
                  <a:pt x="39" y="308"/>
                  <a:pt x="45" y="302"/>
                </a:cubicBezTo>
                <a:cubicBezTo>
                  <a:pt x="64" y="283"/>
                  <a:pt x="64" y="283"/>
                  <a:pt x="64" y="283"/>
                </a:cubicBezTo>
                <a:cubicBezTo>
                  <a:pt x="65" y="282"/>
                  <a:pt x="66" y="282"/>
                  <a:pt x="67" y="283"/>
                </a:cubicBezTo>
                <a:cubicBezTo>
                  <a:pt x="110" y="326"/>
                  <a:pt x="110" y="326"/>
                  <a:pt x="110" y="326"/>
                </a:cubicBezTo>
                <a:cubicBezTo>
                  <a:pt x="111" y="327"/>
                  <a:pt x="111" y="327"/>
                  <a:pt x="111" y="328"/>
                </a:cubicBezTo>
                <a:cubicBezTo>
                  <a:pt x="111" y="329"/>
                  <a:pt x="111" y="329"/>
                  <a:pt x="110" y="330"/>
                </a:cubicBezTo>
                <a:cubicBezTo>
                  <a:pt x="92" y="348"/>
                  <a:pt x="92" y="348"/>
                  <a:pt x="92" y="348"/>
                </a:cubicBezTo>
                <a:cubicBezTo>
                  <a:pt x="85" y="355"/>
                  <a:pt x="77" y="358"/>
                  <a:pt x="68" y="358"/>
                </a:cubicBezTo>
                <a:close/>
                <a:moveTo>
                  <a:pt x="65" y="288"/>
                </a:moveTo>
                <a:cubicBezTo>
                  <a:pt x="48" y="305"/>
                  <a:pt x="48" y="305"/>
                  <a:pt x="48" y="305"/>
                </a:cubicBezTo>
                <a:cubicBezTo>
                  <a:pt x="43" y="310"/>
                  <a:pt x="40" y="318"/>
                  <a:pt x="40" y="325"/>
                </a:cubicBezTo>
                <a:cubicBezTo>
                  <a:pt x="40" y="333"/>
                  <a:pt x="43" y="340"/>
                  <a:pt x="48" y="345"/>
                </a:cubicBezTo>
                <a:cubicBezTo>
                  <a:pt x="54" y="350"/>
                  <a:pt x="61" y="353"/>
                  <a:pt x="68" y="353"/>
                </a:cubicBezTo>
                <a:cubicBezTo>
                  <a:pt x="76" y="353"/>
                  <a:pt x="83" y="350"/>
                  <a:pt x="88" y="345"/>
                </a:cubicBezTo>
                <a:cubicBezTo>
                  <a:pt x="105" y="328"/>
                  <a:pt x="105" y="328"/>
                  <a:pt x="105" y="328"/>
                </a:cubicBezTo>
                <a:lnTo>
                  <a:pt x="65" y="288"/>
                </a:lnTo>
                <a:close/>
                <a:moveTo>
                  <a:pt x="318" y="358"/>
                </a:moveTo>
                <a:cubicBezTo>
                  <a:pt x="310" y="358"/>
                  <a:pt x="301" y="355"/>
                  <a:pt x="295" y="349"/>
                </a:cubicBezTo>
                <a:cubicBezTo>
                  <a:pt x="276" y="330"/>
                  <a:pt x="276" y="330"/>
                  <a:pt x="276" y="330"/>
                </a:cubicBezTo>
                <a:cubicBezTo>
                  <a:pt x="275" y="329"/>
                  <a:pt x="275" y="327"/>
                  <a:pt x="276" y="326"/>
                </a:cubicBezTo>
                <a:cubicBezTo>
                  <a:pt x="319" y="283"/>
                  <a:pt x="319" y="283"/>
                  <a:pt x="319" y="283"/>
                </a:cubicBezTo>
                <a:cubicBezTo>
                  <a:pt x="320" y="282"/>
                  <a:pt x="322" y="282"/>
                  <a:pt x="323" y="283"/>
                </a:cubicBezTo>
                <a:cubicBezTo>
                  <a:pt x="341" y="302"/>
                  <a:pt x="341" y="302"/>
                  <a:pt x="341" y="302"/>
                </a:cubicBezTo>
                <a:cubicBezTo>
                  <a:pt x="348" y="308"/>
                  <a:pt x="351" y="316"/>
                  <a:pt x="351" y="325"/>
                </a:cubicBezTo>
                <a:cubicBezTo>
                  <a:pt x="351" y="334"/>
                  <a:pt x="348" y="342"/>
                  <a:pt x="341" y="348"/>
                </a:cubicBezTo>
                <a:cubicBezTo>
                  <a:pt x="335" y="355"/>
                  <a:pt x="327" y="358"/>
                  <a:pt x="318" y="358"/>
                </a:cubicBezTo>
                <a:close/>
                <a:moveTo>
                  <a:pt x="281" y="328"/>
                </a:moveTo>
                <a:cubicBezTo>
                  <a:pt x="298" y="345"/>
                  <a:pt x="298" y="345"/>
                  <a:pt x="298" y="345"/>
                </a:cubicBezTo>
                <a:cubicBezTo>
                  <a:pt x="309" y="356"/>
                  <a:pt x="327" y="356"/>
                  <a:pt x="338" y="345"/>
                </a:cubicBezTo>
                <a:cubicBezTo>
                  <a:pt x="343" y="340"/>
                  <a:pt x="346" y="333"/>
                  <a:pt x="346" y="325"/>
                </a:cubicBezTo>
                <a:cubicBezTo>
                  <a:pt x="346" y="318"/>
                  <a:pt x="343" y="310"/>
                  <a:pt x="338" y="305"/>
                </a:cubicBezTo>
                <a:cubicBezTo>
                  <a:pt x="321" y="288"/>
                  <a:pt x="321" y="288"/>
                  <a:pt x="321" y="288"/>
                </a:cubicBezTo>
                <a:lnTo>
                  <a:pt x="281" y="328"/>
                </a:lnTo>
                <a:close/>
                <a:moveTo>
                  <a:pt x="257" y="310"/>
                </a:moveTo>
                <a:cubicBezTo>
                  <a:pt x="257" y="310"/>
                  <a:pt x="257" y="310"/>
                  <a:pt x="257" y="310"/>
                </a:cubicBezTo>
                <a:cubicBezTo>
                  <a:pt x="256" y="310"/>
                  <a:pt x="256" y="310"/>
                  <a:pt x="255" y="309"/>
                </a:cubicBezTo>
                <a:cubicBezTo>
                  <a:pt x="212" y="266"/>
                  <a:pt x="212" y="266"/>
                  <a:pt x="212" y="266"/>
                </a:cubicBezTo>
                <a:cubicBezTo>
                  <a:pt x="211" y="265"/>
                  <a:pt x="211" y="263"/>
                  <a:pt x="212" y="262"/>
                </a:cubicBezTo>
                <a:cubicBezTo>
                  <a:pt x="255" y="219"/>
                  <a:pt x="255" y="219"/>
                  <a:pt x="255" y="219"/>
                </a:cubicBezTo>
                <a:cubicBezTo>
                  <a:pt x="256" y="218"/>
                  <a:pt x="258" y="218"/>
                  <a:pt x="259" y="219"/>
                </a:cubicBezTo>
                <a:cubicBezTo>
                  <a:pt x="302" y="262"/>
                  <a:pt x="302" y="262"/>
                  <a:pt x="302" y="262"/>
                </a:cubicBezTo>
                <a:cubicBezTo>
                  <a:pt x="303" y="263"/>
                  <a:pt x="303" y="264"/>
                  <a:pt x="303" y="264"/>
                </a:cubicBezTo>
                <a:cubicBezTo>
                  <a:pt x="303" y="265"/>
                  <a:pt x="303" y="265"/>
                  <a:pt x="302" y="266"/>
                </a:cubicBezTo>
                <a:cubicBezTo>
                  <a:pt x="259" y="309"/>
                  <a:pt x="259" y="309"/>
                  <a:pt x="259" y="309"/>
                </a:cubicBezTo>
                <a:cubicBezTo>
                  <a:pt x="258" y="310"/>
                  <a:pt x="258" y="310"/>
                  <a:pt x="257" y="310"/>
                </a:cubicBezTo>
                <a:close/>
                <a:moveTo>
                  <a:pt x="217" y="264"/>
                </a:moveTo>
                <a:cubicBezTo>
                  <a:pt x="257" y="304"/>
                  <a:pt x="257" y="304"/>
                  <a:pt x="257" y="304"/>
                </a:cubicBezTo>
                <a:cubicBezTo>
                  <a:pt x="297" y="264"/>
                  <a:pt x="297" y="264"/>
                  <a:pt x="297" y="264"/>
                </a:cubicBezTo>
                <a:cubicBezTo>
                  <a:pt x="257" y="224"/>
                  <a:pt x="257" y="224"/>
                  <a:pt x="257" y="224"/>
                </a:cubicBezTo>
                <a:lnTo>
                  <a:pt x="217" y="264"/>
                </a:lnTo>
                <a:close/>
                <a:moveTo>
                  <a:pt x="129" y="310"/>
                </a:moveTo>
                <a:cubicBezTo>
                  <a:pt x="129" y="310"/>
                  <a:pt x="129" y="310"/>
                  <a:pt x="129" y="310"/>
                </a:cubicBezTo>
                <a:cubicBezTo>
                  <a:pt x="129" y="310"/>
                  <a:pt x="128" y="310"/>
                  <a:pt x="128" y="309"/>
                </a:cubicBezTo>
                <a:cubicBezTo>
                  <a:pt x="84" y="266"/>
                  <a:pt x="84" y="266"/>
                  <a:pt x="84" y="266"/>
                </a:cubicBezTo>
                <a:cubicBezTo>
                  <a:pt x="83" y="265"/>
                  <a:pt x="83" y="263"/>
                  <a:pt x="84" y="262"/>
                </a:cubicBezTo>
                <a:cubicBezTo>
                  <a:pt x="128" y="219"/>
                  <a:pt x="128" y="219"/>
                  <a:pt x="128" y="219"/>
                </a:cubicBezTo>
                <a:cubicBezTo>
                  <a:pt x="128" y="218"/>
                  <a:pt x="130" y="218"/>
                  <a:pt x="131" y="219"/>
                </a:cubicBezTo>
                <a:cubicBezTo>
                  <a:pt x="174" y="262"/>
                  <a:pt x="174" y="262"/>
                  <a:pt x="174" y="262"/>
                </a:cubicBezTo>
                <a:cubicBezTo>
                  <a:pt x="175" y="263"/>
                  <a:pt x="175" y="265"/>
                  <a:pt x="174" y="266"/>
                </a:cubicBezTo>
                <a:cubicBezTo>
                  <a:pt x="131" y="309"/>
                  <a:pt x="131" y="309"/>
                  <a:pt x="131" y="309"/>
                </a:cubicBezTo>
                <a:cubicBezTo>
                  <a:pt x="130" y="310"/>
                  <a:pt x="130" y="310"/>
                  <a:pt x="129" y="310"/>
                </a:cubicBezTo>
                <a:close/>
                <a:moveTo>
                  <a:pt x="89" y="264"/>
                </a:moveTo>
                <a:cubicBezTo>
                  <a:pt x="129" y="304"/>
                  <a:pt x="129" y="304"/>
                  <a:pt x="129" y="304"/>
                </a:cubicBezTo>
                <a:cubicBezTo>
                  <a:pt x="169" y="264"/>
                  <a:pt x="169" y="264"/>
                  <a:pt x="169" y="264"/>
                </a:cubicBezTo>
                <a:cubicBezTo>
                  <a:pt x="129" y="224"/>
                  <a:pt x="129" y="224"/>
                  <a:pt x="129" y="224"/>
                </a:cubicBezTo>
                <a:lnTo>
                  <a:pt x="89" y="264"/>
                </a:lnTo>
                <a:close/>
                <a:moveTo>
                  <a:pt x="321" y="246"/>
                </a:moveTo>
                <a:cubicBezTo>
                  <a:pt x="320" y="246"/>
                  <a:pt x="320" y="246"/>
                  <a:pt x="319" y="245"/>
                </a:cubicBezTo>
                <a:cubicBezTo>
                  <a:pt x="276" y="202"/>
                  <a:pt x="276" y="202"/>
                  <a:pt x="276" y="202"/>
                </a:cubicBezTo>
                <a:cubicBezTo>
                  <a:pt x="275" y="201"/>
                  <a:pt x="275" y="201"/>
                  <a:pt x="275" y="200"/>
                </a:cubicBezTo>
                <a:cubicBezTo>
                  <a:pt x="275" y="200"/>
                  <a:pt x="275" y="199"/>
                  <a:pt x="276" y="199"/>
                </a:cubicBezTo>
                <a:cubicBezTo>
                  <a:pt x="295" y="180"/>
                  <a:pt x="295" y="180"/>
                  <a:pt x="295" y="180"/>
                </a:cubicBezTo>
                <a:cubicBezTo>
                  <a:pt x="308" y="167"/>
                  <a:pt x="329" y="167"/>
                  <a:pt x="341" y="180"/>
                </a:cubicBezTo>
                <a:cubicBezTo>
                  <a:pt x="348" y="186"/>
                  <a:pt x="351" y="194"/>
                  <a:pt x="351" y="203"/>
                </a:cubicBezTo>
                <a:cubicBezTo>
                  <a:pt x="351" y="212"/>
                  <a:pt x="348" y="220"/>
                  <a:pt x="341" y="227"/>
                </a:cubicBezTo>
                <a:cubicBezTo>
                  <a:pt x="323" y="245"/>
                  <a:pt x="323" y="245"/>
                  <a:pt x="323" y="245"/>
                </a:cubicBezTo>
                <a:cubicBezTo>
                  <a:pt x="322" y="246"/>
                  <a:pt x="322" y="246"/>
                  <a:pt x="321" y="246"/>
                </a:cubicBezTo>
                <a:close/>
                <a:moveTo>
                  <a:pt x="281" y="200"/>
                </a:moveTo>
                <a:cubicBezTo>
                  <a:pt x="321" y="240"/>
                  <a:pt x="321" y="240"/>
                  <a:pt x="321" y="240"/>
                </a:cubicBezTo>
                <a:cubicBezTo>
                  <a:pt x="338" y="223"/>
                  <a:pt x="338" y="223"/>
                  <a:pt x="338" y="223"/>
                </a:cubicBezTo>
                <a:cubicBezTo>
                  <a:pt x="343" y="218"/>
                  <a:pt x="346" y="211"/>
                  <a:pt x="346" y="203"/>
                </a:cubicBezTo>
                <a:cubicBezTo>
                  <a:pt x="346" y="196"/>
                  <a:pt x="343" y="189"/>
                  <a:pt x="338" y="183"/>
                </a:cubicBezTo>
                <a:cubicBezTo>
                  <a:pt x="327" y="172"/>
                  <a:pt x="309" y="172"/>
                  <a:pt x="298" y="183"/>
                </a:cubicBezTo>
                <a:lnTo>
                  <a:pt x="281" y="200"/>
                </a:lnTo>
                <a:close/>
                <a:moveTo>
                  <a:pt x="65" y="246"/>
                </a:moveTo>
                <a:cubicBezTo>
                  <a:pt x="65" y="246"/>
                  <a:pt x="64" y="246"/>
                  <a:pt x="64" y="245"/>
                </a:cubicBezTo>
                <a:cubicBezTo>
                  <a:pt x="45" y="227"/>
                  <a:pt x="45" y="227"/>
                  <a:pt x="45" y="227"/>
                </a:cubicBezTo>
                <a:cubicBezTo>
                  <a:pt x="39" y="220"/>
                  <a:pt x="35" y="212"/>
                  <a:pt x="35" y="203"/>
                </a:cubicBezTo>
                <a:cubicBezTo>
                  <a:pt x="35" y="194"/>
                  <a:pt x="39" y="186"/>
                  <a:pt x="45" y="180"/>
                </a:cubicBezTo>
                <a:cubicBezTo>
                  <a:pt x="51" y="174"/>
                  <a:pt x="59" y="170"/>
                  <a:pt x="68" y="170"/>
                </a:cubicBezTo>
                <a:cubicBezTo>
                  <a:pt x="77" y="170"/>
                  <a:pt x="85" y="174"/>
                  <a:pt x="92" y="180"/>
                </a:cubicBezTo>
                <a:cubicBezTo>
                  <a:pt x="110" y="199"/>
                  <a:pt x="110" y="199"/>
                  <a:pt x="110" y="199"/>
                </a:cubicBezTo>
                <a:cubicBezTo>
                  <a:pt x="111" y="199"/>
                  <a:pt x="111" y="201"/>
                  <a:pt x="110" y="202"/>
                </a:cubicBezTo>
                <a:cubicBezTo>
                  <a:pt x="67" y="245"/>
                  <a:pt x="67" y="245"/>
                  <a:pt x="67" y="245"/>
                </a:cubicBezTo>
                <a:cubicBezTo>
                  <a:pt x="67" y="246"/>
                  <a:pt x="66" y="246"/>
                  <a:pt x="65" y="246"/>
                </a:cubicBezTo>
                <a:close/>
                <a:moveTo>
                  <a:pt x="68" y="175"/>
                </a:moveTo>
                <a:cubicBezTo>
                  <a:pt x="61" y="175"/>
                  <a:pt x="54" y="178"/>
                  <a:pt x="48" y="183"/>
                </a:cubicBezTo>
                <a:cubicBezTo>
                  <a:pt x="43" y="189"/>
                  <a:pt x="40" y="196"/>
                  <a:pt x="40" y="203"/>
                </a:cubicBezTo>
                <a:cubicBezTo>
                  <a:pt x="40" y="211"/>
                  <a:pt x="43" y="218"/>
                  <a:pt x="48" y="223"/>
                </a:cubicBezTo>
                <a:cubicBezTo>
                  <a:pt x="65" y="240"/>
                  <a:pt x="65" y="240"/>
                  <a:pt x="65" y="240"/>
                </a:cubicBezTo>
                <a:cubicBezTo>
                  <a:pt x="105" y="200"/>
                  <a:pt x="105" y="200"/>
                  <a:pt x="105" y="200"/>
                </a:cubicBezTo>
                <a:cubicBezTo>
                  <a:pt x="88" y="183"/>
                  <a:pt x="88" y="183"/>
                  <a:pt x="88" y="183"/>
                </a:cubicBezTo>
                <a:cubicBezTo>
                  <a:pt x="83" y="178"/>
                  <a:pt x="76" y="175"/>
                  <a:pt x="68" y="175"/>
                </a:cubicBezTo>
                <a:close/>
                <a:moveTo>
                  <a:pt x="193" y="246"/>
                </a:moveTo>
                <a:cubicBezTo>
                  <a:pt x="193" y="246"/>
                  <a:pt x="192" y="246"/>
                  <a:pt x="191" y="245"/>
                </a:cubicBezTo>
                <a:cubicBezTo>
                  <a:pt x="148" y="202"/>
                  <a:pt x="148" y="202"/>
                  <a:pt x="148" y="202"/>
                </a:cubicBezTo>
                <a:cubicBezTo>
                  <a:pt x="147" y="201"/>
                  <a:pt x="147" y="199"/>
                  <a:pt x="148" y="199"/>
                </a:cubicBezTo>
                <a:cubicBezTo>
                  <a:pt x="191" y="155"/>
                  <a:pt x="191" y="155"/>
                  <a:pt x="191" y="155"/>
                </a:cubicBezTo>
                <a:cubicBezTo>
                  <a:pt x="192" y="154"/>
                  <a:pt x="194" y="154"/>
                  <a:pt x="195" y="155"/>
                </a:cubicBezTo>
                <a:cubicBezTo>
                  <a:pt x="238" y="199"/>
                  <a:pt x="238" y="199"/>
                  <a:pt x="238" y="199"/>
                </a:cubicBezTo>
                <a:cubicBezTo>
                  <a:pt x="239" y="199"/>
                  <a:pt x="239" y="200"/>
                  <a:pt x="239" y="200"/>
                </a:cubicBezTo>
                <a:cubicBezTo>
                  <a:pt x="239" y="201"/>
                  <a:pt x="239" y="201"/>
                  <a:pt x="238" y="202"/>
                </a:cubicBezTo>
                <a:cubicBezTo>
                  <a:pt x="195" y="245"/>
                  <a:pt x="195" y="245"/>
                  <a:pt x="195" y="245"/>
                </a:cubicBezTo>
                <a:cubicBezTo>
                  <a:pt x="194" y="246"/>
                  <a:pt x="194" y="246"/>
                  <a:pt x="193" y="246"/>
                </a:cubicBezTo>
                <a:close/>
                <a:moveTo>
                  <a:pt x="153" y="200"/>
                </a:moveTo>
                <a:cubicBezTo>
                  <a:pt x="193" y="240"/>
                  <a:pt x="193" y="240"/>
                  <a:pt x="193" y="240"/>
                </a:cubicBezTo>
                <a:cubicBezTo>
                  <a:pt x="233" y="200"/>
                  <a:pt x="233" y="200"/>
                  <a:pt x="233" y="200"/>
                </a:cubicBezTo>
                <a:cubicBezTo>
                  <a:pt x="193" y="160"/>
                  <a:pt x="193" y="160"/>
                  <a:pt x="193" y="160"/>
                </a:cubicBezTo>
                <a:lnTo>
                  <a:pt x="153" y="200"/>
                </a:lnTo>
                <a:close/>
                <a:moveTo>
                  <a:pt x="193" y="118"/>
                </a:moveTo>
                <a:cubicBezTo>
                  <a:pt x="193" y="118"/>
                  <a:pt x="192" y="118"/>
                  <a:pt x="191" y="117"/>
                </a:cubicBezTo>
                <a:cubicBezTo>
                  <a:pt x="167" y="93"/>
                  <a:pt x="167" y="93"/>
                  <a:pt x="167" y="93"/>
                </a:cubicBezTo>
                <a:cubicBezTo>
                  <a:pt x="160" y="86"/>
                  <a:pt x="156" y="77"/>
                  <a:pt x="156" y="67"/>
                </a:cubicBezTo>
                <a:cubicBezTo>
                  <a:pt x="156" y="57"/>
                  <a:pt x="160" y="48"/>
                  <a:pt x="167" y="41"/>
                </a:cubicBezTo>
                <a:cubicBezTo>
                  <a:pt x="167" y="41"/>
                  <a:pt x="167" y="41"/>
                  <a:pt x="167" y="41"/>
                </a:cubicBezTo>
                <a:cubicBezTo>
                  <a:pt x="182" y="27"/>
                  <a:pt x="205" y="27"/>
                  <a:pt x="219" y="41"/>
                </a:cubicBezTo>
                <a:cubicBezTo>
                  <a:pt x="226" y="48"/>
                  <a:pt x="230" y="57"/>
                  <a:pt x="230" y="67"/>
                </a:cubicBezTo>
                <a:cubicBezTo>
                  <a:pt x="230" y="77"/>
                  <a:pt x="226" y="86"/>
                  <a:pt x="219" y="93"/>
                </a:cubicBezTo>
                <a:cubicBezTo>
                  <a:pt x="195" y="117"/>
                  <a:pt x="195" y="117"/>
                  <a:pt x="195" y="117"/>
                </a:cubicBezTo>
                <a:cubicBezTo>
                  <a:pt x="194" y="118"/>
                  <a:pt x="194" y="118"/>
                  <a:pt x="193" y="118"/>
                </a:cubicBezTo>
                <a:close/>
                <a:moveTo>
                  <a:pt x="171" y="44"/>
                </a:moveTo>
                <a:cubicBezTo>
                  <a:pt x="171" y="44"/>
                  <a:pt x="171" y="44"/>
                  <a:pt x="171" y="44"/>
                </a:cubicBezTo>
                <a:cubicBezTo>
                  <a:pt x="164" y="51"/>
                  <a:pt x="161" y="59"/>
                  <a:pt x="161" y="67"/>
                </a:cubicBezTo>
                <a:cubicBezTo>
                  <a:pt x="161" y="76"/>
                  <a:pt x="164" y="84"/>
                  <a:pt x="171" y="90"/>
                </a:cubicBezTo>
                <a:cubicBezTo>
                  <a:pt x="193" y="112"/>
                  <a:pt x="193" y="112"/>
                  <a:pt x="193" y="112"/>
                </a:cubicBezTo>
                <a:cubicBezTo>
                  <a:pt x="216" y="90"/>
                  <a:pt x="216" y="90"/>
                  <a:pt x="216" y="90"/>
                </a:cubicBezTo>
                <a:cubicBezTo>
                  <a:pt x="222" y="84"/>
                  <a:pt x="225" y="76"/>
                  <a:pt x="225" y="67"/>
                </a:cubicBezTo>
                <a:cubicBezTo>
                  <a:pt x="225" y="59"/>
                  <a:pt x="222" y="51"/>
                  <a:pt x="216" y="44"/>
                </a:cubicBezTo>
                <a:cubicBezTo>
                  <a:pt x="203" y="32"/>
                  <a:pt x="183" y="32"/>
                  <a:pt x="171" y="4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6" name="Google Shape;1026;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60"/>
          <p:cNvSpPr txBox="1"/>
          <p:nvPr>
            <p:ph type="title"/>
          </p:nvPr>
        </p:nvSpPr>
        <p:spPr>
          <a:xfrm>
            <a:off x="354275" y="226750"/>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t>Homework 01</a:t>
            </a:r>
            <a:endParaRPr b="1" sz="2200"/>
          </a:p>
        </p:txBody>
      </p:sp>
      <p:sp>
        <p:nvSpPr>
          <p:cNvPr id="1032" name="Google Shape;1032;p60"/>
          <p:cNvSpPr txBox="1"/>
          <p:nvPr>
            <p:ph idx="1" type="subTitle"/>
          </p:nvPr>
        </p:nvSpPr>
        <p:spPr>
          <a:xfrm>
            <a:off x="595575" y="784750"/>
            <a:ext cx="7961100" cy="39135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2300">
                <a:latin typeface="Nunito"/>
                <a:ea typeface="Nunito"/>
                <a:cs typeface="Nunito"/>
                <a:sym typeface="Nunito"/>
              </a:rPr>
              <a:t>1.1</a:t>
            </a:r>
            <a:r>
              <a:rPr lang="en" sz="2300">
                <a:latin typeface="Nunito"/>
                <a:ea typeface="Nunito"/>
                <a:cs typeface="Nunito"/>
                <a:sym typeface="Nunito"/>
              </a:rPr>
              <a:t> Viết hàm chèn một node vào vị trí thứ k trong một danh sách liên kết đơn.</a:t>
            </a:r>
            <a:endParaRPr sz="2300">
              <a:latin typeface="Nunito"/>
              <a:ea typeface="Nunito"/>
              <a:cs typeface="Nunito"/>
              <a:sym typeface="Nunito"/>
            </a:endParaRPr>
          </a:p>
          <a:p>
            <a:pPr indent="0" lvl="0" marL="0" rtl="0" algn="just">
              <a:lnSpc>
                <a:spcPct val="115000"/>
              </a:lnSpc>
              <a:spcBef>
                <a:spcPts val="1000"/>
              </a:spcBef>
              <a:spcAft>
                <a:spcPts val="0"/>
              </a:spcAft>
              <a:buNone/>
            </a:pPr>
            <a:r>
              <a:rPr b="1" lang="en" sz="1800">
                <a:latin typeface="Nunito"/>
                <a:ea typeface="Nunito"/>
                <a:cs typeface="Nunito"/>
                <a:sym typeface="Nunito"/>
              </a:rPr>
              <a:t>Ví dụ:</a:t>
            </a:r>
            <a:r>
              <a:rPr lang="en" sz="1800">
                <a:latin typeface="Nunito ExtraLight"/>
                <a:ea typeface="Nunito ExtraLight"/>
                <a:cs typeface="Nunito ExtraLight"/>
                <a:sym typeface="Nunito ExtraLight"/>
              </a:rPr>
              <a:t> 2 3 4 5 6 7, data cần chèn là 1 và vị trí cần chèn là k = 2 thì ta được danh sách mới là 2 1 3 4 5 6 7</a:t>
            </a:r>
            <a:endParaRPr sz="1800">
              <a:latin typeface="Nunito ExtraLight"/>
              <a:ea typeface="Nunito ExtraLight"/>
              <a:cs typeface="Nunito ExtraLight"/>
              <a:sym typeface="Nunito ExtraLight"/>
            </a:endParaRPr>
          </a:p>
          <a:p>
            <a:pPr indent="0" lvl="0" marL="0" rtl="0" algn="just">
              <a:lnSpc>
                <a:spcPct val="115000"/>
              </a:lnSpc>
              <a:spcBef>
                <a:spcPts val="1000"/>
              </a:spcBef>
              <a:spcAft>
                <a:spcPts val="0"/>
              </a:spcAft>
              <a:buNone/>
            </a:pPr>
            <a:r>
              <a:rPr b="1" lang="en" sz="2300">
                <a:latin typeface="Nunito"/>
                <a:ea typeface="Nunito"/>
                <a:cs typeface="Nunito"/>
                <a:sym typeface="Nunito"/>
              </a:rPr>
              <a:t>1.2 </a:t>
            </a:r>
            <a:r>
              <a:rPr lang="en" sz="2300">
                <a:latin typeface="Nunito"/>
                <a:ea typeface="Nunito"/>
                <a:cs typeface="Nunito"/>
                <a:sym typeface="Nunito"/>
              </a:rPr>
              <a:t>Viết hàm xoá một node tại vị trí thứ k trong một danh sách liên kết đơn.</a:t>
            </a:r>
            <a:endParaRPr sz="2300">
              <a:latin typeface="Nunito"/>
              <a:ea typeface="Nunito"/>
              <a:cs typeface="Nunito"/>
              <a:sym typeface="Nunito"/>
            </a:endParaRPr>
          </a:p>
          <a:p>
            <a:pPr indent="0" lvl="0" marL="0" rtl="0" algn="just">
              <a:lnSpc>
                <a:spcPct val="115000"/>
              </a:lnSpc>
              <a:spcBef>
                <a:spcPts val="1000"/>
              </a:spcBef>
              <a:spcAft>
                <a:spcPts val="0"/>
              </a:spcAft>
              <a:buNone/>
            </a:pPr>
            <a:r>
              <a:rPr b="1" lang="en" sz="1800">
                <a:latin typeface="Nunito"/>
                <a:ea typeface="Nunito"/>
                <a:cs typeface="Nunito"/>
                <a:sym typeface="Nunito"/>
              </a:rPr>
              <a:t>Ví dụ:</a:t>
            </a:r>
            <a:r>
              <a:rPr lang="en" sz="1800">
                <a:latin typeface="Nunito ExtraLight"/>
                <a:ea typeface="Nunito ExtraLight"/>
                <a:cs typeface="Nunito ExtraLight"/>
                <a:sym typeface="Nunito ExtraLight"/>
              </a:rPr>
              <a:t> 2 3 4 5 6 7, vị trí cần xoá là k = 2 thì ta được danh sách mới là  2 4 5 6 7</a:t>
            </a:r>
            <a:endParaRPr sz="1800">
              <a:latin typeface="Nunito ExtraLight"/>
              <a:ea typeface="Nunito ExtraLight"/>
              <a:cs typeface="Nunito ExtraLight"/>
              <a:sym typeface="Nunito ExtraLight"/>
            </a:endParaRPr>
          </a:p>
          <a:p>
            <a:pPr indent="0" lvl="0" marL="0" rtl="0" algn="just">
              <a:lnSpc>
                <a:spcPct val="115000"/>
              </a:lnSpc>
              <a:spcBef>
                <a:spcPts val="1000"/>
              </a:spcBef>
              <a:spcAft>
                <a:spcPts val="1000"/>
              </a:spcAft>
              <a:buNone/>
            </a:pPr>
            <a:r>
              <a:t/>
            </a:r>
            <a:endParaRPr sz="2300">
              <a:latin typeface="Nunito"/>
              <a:ea typeface="Nunito"/>
              <a:cs typeface="Nunito"/>
              <a:sym typeface="Nunito"/>
            </a:endParaRPr>
          </a:p>
        </p:txBody>
      </p:sp>
      <p:grpSp>
        <p:nvGrpSpPr>
          <p:cNvPr id="1033" name="Google Shape;1033;p60"/>
          <p:cNvGrpSpPr/>
          <p:nvPr/>
        </p:nvGrpSpPr>
        <p:grpSpPr>
          <a:xfrm>
            <a:off x="8034960" y="109892"/>
            <a:ext cx="821035" cy="791683"/>
            <a:chOff x="7765435" y="490892"/>
            <a:chExt cx="821035" cy="791683"/>
          </a:xfrm>
        </p:grpSpPr>
        <p:sp>
          <p:nvSpPr>
            <p:cNvPr id="1034" name="Google Shape;1034;p60"/>
            <p:cNvSpPr/>
            <p:nvPr/>
          </p:nvSpPr>
          <p:spPr>
            <a:xfrm rot="-5400000">
              <a:off x="8079028" y="775133"/>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5" name="Google Shape;1035;p60"/>
            <p:cNvSpPr/>
            <p:nvPr/>
          </p:nvSpPr>
          <p:spPr>
            <a:xfrm rot="-5400000">
              <a:off x="7763455" y="492872"/>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36" name="Google Shape;1036;p60"/>
          <p:cNvGrpSpPr/>
          <p:nvPr/>
        </p:nvGrpSpPr>
        <p:grpSpPr>
          <a:xfrm>
            <a:off x="76202" y="4273922"/>
            <a:ext cx="829422" cy="817801"/>
            <a:chOff x="486952" y="3946172"/>
            <a:chExt cx="829422" cy="817801"/>
          </a:xfrm>
        </p:grpSpPr>
        <p:sp>
          <p:nvSpPr>
            <p:cNvPr id="1037" name="Google Shape;1037;p60"/>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8" name="Google Shape;1038;p60"/>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39" name="Google Shape;1039;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61"/>
          <p:cNvSpPr txBox="1"/>
          <p:nvPr>
            <p:ph type="title"/>
          </p:nvPr>
        </p:nvSpPr>
        <p:spPr>
          <a:xfrm>
            <a:off x="388500" y="343575"/>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500"/>
              <a:t>Homework 02</a:t>
            </a:r>
            <a:endParaRPr b="1" sz="2500"/>
          </a:p>
        </p:txBody>
      </p:sp>
      <p:sp>
        <p:nvSpPr>
          <p:cNvPr id="1045" name="Google Shape;1045;p61"/>
          <p:cNvSpPr txBox="1"/>
          <p:nvPr>
            <p:ph idx="1" type="subTitle"/>
          </p:nvPr>
        </p:nvSpPr>
        <p:spPr>
          <a:xfrm>
            <a:off x="533450" y="784750"/>
            <a:ext cx="4632900" cy="40812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1600">
                <a:latin typeface="Nunito"/>
                <a:ea typeface="Nunito"/>
                <a:cs typeface="Nunito"/>
                <a:sym typeface="Nunito"/>
              </a:rPr>
              <a:t>Cho cấu trúc dữ liệu danh sách liên kết sau với Node là cấu trúc của một node trong danh sách, và LinkedList là cấu trúc của một danh sách liên kết.</a:t>
            </a:r>
            <a:endParaRPr sz="1600">
              <a:latin typeface="Nunito"/>
              <a:ea typeface="Nunito"/>
              <a:cs typeface="Nunito"/>
              <a:sym typeface="Nunito"/>
            </a:endParaRPr>
          </a:p>
          <a:p>
            <a:pPr indent="-330200" lvl="0" marL="457200" rtl="0" algn="just">
              <a:lnSpc>
                <a:spcPct val="115000"/>
              </a:lnSpc>
              <a:spcBef>
                <a:spcPts val="1000"/>
              </a:spcBef>
              <a:spcAft>
                <a:spcPts val="0"/>
              </a:spcAft>
              <a:buSzPts val="1600"/>
              <a:buFont typeface="Nunito"/>
              <a:buAutoNum type="alphaLcPeriod"/>
            </a:pPr>
            <a:r>
              <a:rPr lang="en" sz="1600">
                <a:latin typeface="Nunito"/>
                <a:ea typeface="Nunito"/>
                <a:cs typeface="Nunito"/>
                <a:sym typeface="Nunito"/>
              </a:rPr>
              <a:t>Hãy cài đặt hàm </a:t>
            </a:r>
            <a:endParaRPr sz="1600">
              <a:latin typeface="Nunito"/>
              <a:ea typeface="Nunito"/>
              <a:cs typeface="Nunito"/>
              <a:sym typeface="Nunito"/>
            </a:endParaRPr>
          </a:p>
          <a:p>
            <a:pPr indent="0" lvl="0" marL="457200" rtl="0" algn="just">
              <a:lnSpc>
                <a:spcPct val="115000"/>
              </a:lnSpc>
              <a:spcBef>
                <a:spcPts val="0"/>
              </a:spcBef>
              <a:spcAft>
                <a:spcPts val="0"/>
              </a:spcAft>
              <a:buNone/>
            </a:pPr>
            <a:r>
              <a:rPr lang="en">
                <a:solidFill>
                  <a:schemeClr val="dk2"/>
                </a:solidFill>
                <a:highlight>
                  <a:schemeClr val="dk1"/>
                </a:highlight>
                <a:latin typeface="Consolas"/>
                <a:ea typeface="Consolas"/>
                <a:cs typeface="Consolas"/>
                <a:sym typeface="Consolas"/>
              </a:rPr>
              <a:t>void insert(LinkedList* list, int data);</a:t>
            </a:r>
            <a:endParaRPr>
              <a:solidFill>
                <a:schemeClr val="dk2"/>
              </a:solidFill>
              <a:highlight>
                <a:schemeClr val="dk1"/>
              </a:highlight>
              <a:latin typeface="Consolas"/>
              <a:ea typeface="Consolas"/>
              <a:cs typeface="Consolas"/>
              <a:sym typeface="Consolas"/>
            </a:endParaRPr>
          </a:p>
          <a:p>
            <a:pPr indent="0" lvl="0" marL="457200" rtl="0" algn="just">
              <a:lnSpc>
                <a:spcPct val="115000"/>
              </a:lnSpc>
              <a:spcBef>
                <a:spcPts val="0"/>
              </a:spcBef>
              <a:spcAft>
                <a:spcPts val="0"/>
              </a:spcAft>
              <a:buNone/>
            </a:pPr>
            <a:r>
              <a:rPr lang="en" sz="1600">
                <a:latin typeface="Nunito"/>
                <a:ea typeface="Nunito"/>
                <a:cs typeface="Nunito"/>
                <a:sym typeface="Nunito"/>
              </a:rPr>
              <a:t>để chèn dữ liệu data vào một node mới của danh sách liên kết list, sao cho danh sách có thứ tự giảm dần.</a:t>
            </a:r>
            <a:endParaRPr sz="1600">
              <a:latin typeface="Nunito"/>
              <a:ea typeface="Nunito"/>
              <a:cs typeface="Nunito"/>
              <a:sym typeface="Nunito"/>
            </a:endParaRPr>
          </a:p>
          <a:p>
            <a:pPr indent="-330200" lvl="0" marL="457200" rtl="0" algn="just">
              <a:lnSpc>
                <a:spcPct val="115000"/>
              </a:lnSpc>
              <a:spcBef>
                <a:spcPts val="0"/>
              </a:spcBef>
              <a:spcAft>
                <a:spcPts val="0"/>
              </a:spcAft>
              <a:buSzPts val="1600"/>
              <a:buFont typeface="Nunito"/>
              <a:buAutoNum type="alphaLcPeriod"/>
            </a:pPr>
            <a:r>
              <a:rPr lang="en" sz="1600">
                <a:latin typeface="Nunito"/>
                <a:ea typeface="Nunito"/>
                <a:cs typeface="Nunito"/>
                <a:sym typeface="Nunito"/>
              </a:rPr>
              <a:t>Hãy cài đặt hàm </a:t>
            </a:r>
            <a:endParaRPr sz="1600">
              <a:latin typeface="Nunito"/>
              <a:ea typeface="Nunito"/>
              <a:cs typeface="Nunito"/>
              <a:sym typeface="Nunito"/>
            </a:endParaRPr>
          </a:p>
          <a:p>
            <a:pPr indent="0" lvl="0" marL="457200" rtl="0" algn="just">
              <a:lnSpc>
                <a:spcPct val="115000"/>
              </a:lnSpc>
              <a:spcBef>
                <a:spcPts val="0"/>
              </a:spcBef>
              <a:spcAft>
                <a:spcPts val="0"/>
              </a:spcAft>
              <a:buNone/>
            </a:pPr>
            <a:r>
              <a:rPr lang="en" sz="1300">
                <a:solidFill>
                  <a:schemeClr val="dk2"/>
                </a:solidFill>
                <a:highlight>
                  <a:schemeClr val="dk1"/>
                </a:highlight>
                <a:latin typeface="Consolas"/>
                <a:ea typeface="Consolas"/>
                <a:cs typeface="Consolas"/>
                <a:sym typeface="Consolas"/>
              </a:rPr>
              <a:t>void delete(LinkedList* list, int value);</a:t>
            </a:r>
            <a:endParaRPr sz="1300">
              <a:solidFill>
                <a:schemeClr val="dk2"/>
              </a:solidFill>
              <a:highlight>
                <a:schemeClr val="dk1"/>
              </a:highlight>
              <a:latin typeface="Consolas"/>
              <a:ea typeface="Consolas"/>
              <a:cs typeface="Consolas"/>
              <a:sym typeface="Consolas"/>
            </a:endParaRPr>
          </a:p>
          <a:p>
            <a:pPr indent="0" lvl="0" marL="457200" rtl="0" algn="just">
              <a:lnSpc>
                <a:spcPct val="115000"/>
              </a:lnSpc>
              <a:spcBef>
                <a:spcPts val="0"/>
              </a:spcBef>
              <a:spcAft>
                <a:spcPts val="0"/>
              </a:spcAft>
              <a:buNone/>
            </a:pPr>
            <a:r>
              <a:rPr lang="en" sz="1600">
                <a:latin typeface="Nunito"/>
                <a:ea typeface="Nunito"/>
                <a:cs typeface="Nunito"/>
                <a:sym typeface="Nunito"/>
              </a:rPr>
              <a:t>để xóa một node nếu có dữ liệu là value của danh sách liên kết list, có thứ tự tăng dần.</a:t>
            </a:r>
            <a:endParaRPr sz="1600">
              <a:latin typeface="Nunito"/>
              <a:ea typeface="Nunito"/>
              <a:cs typeface="Nunito"/>
              <a:sym typeface="Nunito"/>
            </a:endParaRPr>
          </a:p>
          <a:p>
            <a:pPr indent="0" lvl="0" marL="457200" rtl="0" algn="just">
              <a:lnSpc>
                <a:spcPct val="115000"/>
              </a:lnSpc>
              <a:spcBef>
                <a:spcPts val="0"/>
              </a:spcBef>
              <a:spcAft>
                <a:spcPts val="0"/>
              </a:spcAft>
              <a:buNone/>
            </a:pPr>
            <a:r>
              <a:t/>
            </a:r>
            <a:endParaRPr sz="1600">
              <a:latin typeface="Nunito"/>
              <a:ea typeface="Nunito"/>
              <a:cs typeface="Nunito"/>
              <a:sym typeface="Nunito"/>
            </a:endParaRPr>
          </a:p>
          <a:p>
            <a:pPr indent="0" lvl="0" marL="0" rtl="0" algn="just">
              <a:lnSpc>
                <a:spcPct val="115000"/>
              </a:lnSpc>
              <a:spcBef>
                <a:spcPts val="1000"/>
              </a:spcBef>
              <a:spcAft>
                <a:spcPts val="1000"/>
              </a:spcAft>
              <a:buNone/>
            </a:pPr>
            <a:r>
              <a:t/>
            </a:r>
            <a:endParaRPr sz="1600">
              <a:latin typeface="Nunito"/>
              <a:ea typeface="Nunito"/>
              <a:cs typeface="Nunito"/>
              <a:sym typeface="Nunito"/>
            </a:endParaRPr>
          </a:p>
        </p:txBody>
      </p:sp>
      <p:grpSp>
        <p:nvGrpSpPr>
          <p:cNvPr id="1046" name="Google Shape;1046;p61"/>
          <p:cNvGrpSpPr/>
          <p:nvPr/>
        </p:nvGrpSpPr>
        <p:grpSpPr>
          <a:xfrm>
            <a:off x="8034960" y="109892"/>
            <a:ext cx="821035" cy="791683"/>
            <a:chOff x="7765435" y="490892"/>
            <a:chExt cx="821035" cy="791683"/>
          </a:xfrm>
        </p:grpSpPr>
        <p:sp>
          <p:nvSpPr>
            <p:cNvPr id="1047" name="Google Shape;1047;p61"/>
            <p:cNvSpPr/>
            <p:nvPr/>
          </p:nvSpPr>
          <p:spPr>
            <a:xfrm rot="-5400000">
              <a:off x="8079028" y="775133"/>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8" name="Google Shape;1048;p61"/>
            <p:cNvSpPr/>
            <p:nvPr/>
          </p:nvSpPr>
          <p:spPr>
            <a:xfrm rot="-5400000">
              <a:off x="7763455" y="492872"/>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49" name="Google Shape;1049;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0" name="Google Shape;1050;p61"/>
          <p:cNvSpPr txBox="1"/>
          <p:nvPr/>
        </p:nvSpPr>
        <p:spPr>
          <a:xfrm>
            <a:off x="5471575" y="901575"/>
            <a:ext cx="3085200" cy="1985700"/>
          </a:xfrm>
          <a:prstGeom prst="rect">
            <a:avLst/>
          </a:prstGeom>
          <a:noFill/>
          <a:ln cap="flat" cmpd="sng" w="19050">
            <a:solidFill>
              <a:schemeClr val="dk1"/>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Consolas"/>
                <a:ea typeface="Consolas"/>
                <a:cs typeface="Consolas"/>
                <a:sym typeface="Consolas"/>
              </a:rPr>
              <a:t>typedef struct NodeType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int data;</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struct NodeType* next;</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Node;</a:t>
            </a:r>
            <a:endParaRPr sz="1300">
              <a:latin typeface="Consolas"/>
              <a:ea typeface="Consolas"/>
              <a:cs typeface="Consolas"/>
              <a:sym typeface="Consolas"/>
            </a:endParaRPr>
          </a:p>
          <a:p>
            <a:pPr indent="0" lvl="0" marL="0" rtl="0" algn="l">
              <a:spcBef>
                <a:spcPts val="0"/>
              </a:spcBef>
              <a:spcAft>
                <a:spcPts val="0"/>
              </a:spcAft>
              <a:buNone/>
            </a:pPr>
            <a:r>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typedef struct LinkedListType {</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Node* head;</a:t>
            </a:r>
            <a:endParaRPr sz="1300">
              <a:latin typeface="Consolas"/>
              <a:ea typeface="Consolas"/>
              <a:cs typeface="Consolas"/>
              <a:sym typeface="Consolas"/>
            </a:endParaRPr>
          </a:p>
          <a:p>
            <a:pPr indent="0" lvl="0" marL="0" rtl="0" algn="l">
              <a:spcBef>
                <a:spcPts val="0"/>
              </a:spcBef>
              <a:spcAft>
                <a:spcPts val="0"/>
              </a:spcAft>
              <a:buNone/>
            </a:pPr>
            <a:r>
              <a:rPr lang="en" sz="1300">
                <a:latin typeface="Consolas"/>
                <a:ea typeface="Consolas"/>
                <a:cs typeface="Consolas"/>
                <a:sym typeface="Consolas"/>
              </a:rPr>
              <a:t>} LinkedList;</a:t>
            </a:r>
            <a:endParaRPr sz="1300">
              <a:latin typeface="Consolas"/>
              <a:ea typeface="Consolas"/>
              <a:cs typeface="Consolas"/>
              <a:sym typeface="Consolas"/>
            </a:endParaRPr>
          </a:p>
          <a:p>
            <a:pPr indent="0" lvl="0" marL="0" rtl="0" algn="l">
              <a:spcBef>
                <a:spcPts val="0"/>
              </a:spcBef>
              <a:spcAft>
                <a:spcPts val="0"/>
              </a:spcAft>
              <a:buNone/>
            </a:pPr>
            <a:r>
              <a:t/>
            </a:r>
            <a:endParaRPr sz="1300">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62"/>
          <p:cNvSpPr txBox="1"/>
          <p:nvPr>
            <p:ph type="title"/>
          </p:nvPr>
        </p:nvSpPr>
        <p:spPr>
          <a:xfrm>
            <a:off x="426750" y="485575"/>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t>Homework 03</a:t>
            </a:r>
            <a:endParaRPr b="1" sz="2200"/>
          </a:p>
        </p:txBody>
      </p:sp>
      <p:sp>
        <p:nvSpPr>
          <p:cNvPr id="1056" name="Google Shape;1056;p62"/>
          <p:cNvSpPr txBox="1"/>
          <p:nvPr>
            <p:ph idx="1" type="subTitle"/>
          </p:nvPr>
        </p:nvSpPr>
        <p:spPr>
          <a:xfrm>
            <a:off x="595575" y="1180275"/>
            <a:ext cx="7961100" cy="3517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2300">
                <a:latin typeface="Nunito"/>
                <a:ea typeface="Nunito"/>
                <a:cs typeface="Nunito"/>
                <a:sym typeface="Nunito"/>
              </a:rPr>
              <a:t>3</a:t>
            </a:r>
            <a:r>
              <a:rPr b="1" lang="en" sz="2300">
                <a:latin typeface="Nunito"/>
                <a:ea typeface="Nunito"/>
                <a:cs typeface="Nunito"/>
                <a:sym typeface="Nunito"/>
              </a:rPr>
              <a:t>.1</a:t>
            </a:r>
            <a:r>
              <a:rPr lang="en" sz="2300">
                <a:latin typeface="Nunito"/>
                <a:ea typeface="Nunito"/>
                <a:cs typeface="Nunito"/>
                <a:sym typeface="Nunito"/>
              </a:rPr>
              <a:t> </a:t>
            </a:r>
            <a:r>
              <a:rPr lang="en" sz="2300">
                <a:latin typeface="Nunito"/>
                <a:ea typeface="Nunito"/>
                <a:cs typeface="Nunito"/>
                <a:sym typeface="Nunito"/>
              </a:rPr>
              <a:t>Dùng danh sách liên kết đơn thay cho mảng để cài đặt một ngăn xếp (Stacks) với các phần tử là số nguyên.</a:t>
            </a:r>
            <a:endParaRPr sz="1800">
              <a:latin typeface="Nunito ExtraLight"/>
              <a:ea typeface="Nunito ExtraLight"/>
              <a:cs typeface="Nunito ExtraLight"/>
              <a:sym typeface="Nunito ExtraLight"/>
            </a:endParaRPr>
          </a:p>
          <a:p>
            <a:pPr indent="0" lvl="0" marL="0" rtl="0" algn="just">
              <a:lnSpc>
                <a:spcPct val="115000"/>
              </a:lnSpc>
              <a:spcBef>
                <a:spcPts val="1000"/>
              </a:spcBef>
              <a:spcAft>
                <a:spcPts val="0"/>
              </a:spcAft>
              <a:buNone/>
            </a:pPr>
            <a:r>
              <a:rPr b="1" lang="en" sz="2300">
                <a:latin typeface="Nunito"/>
                <a:ea typeface="Nunito"/>
                <a:cs typeface="Nunito"/>
                <a:sym typeface="Nunito"/>
              </a:rPr>
              <a:t>3</a:t>
            </a:r>
            <a:r>
              <a:rPr b="1" lang="en" sz="2300">
                <a:latin typeface="Nunito"/>
                <a:ea typeface="Nunito"/>
                <a:cs typeface="Nunito"/>
                <a:sym typeface="Nunito"/>
              </a:rPr>
              <a:t>.2 </a:t>
            </a:r>
            <a:r>
              <a:rPr lang="en" sz="2300">
                <a:latin typeface="Nunito"/>
                <a:ea typeface="Nunito"/>
                <a:cs typeface="Nunito"/>
                <a:sym typeface="Nunito"/>
              </a:rPr>
              <a:t>Dùng danh sách liên kết đơn thay cho mảng để cài đặt một hàng đợi (Queue) với các phần tử là số nguyên.</a:t>
            </a:r>
            <a:endParaRPr sz="2300">
              <a:latin typeface="Nunito"/>
              <a:ea typeface="Nunito"/>
              <a:cs typeface="Nunito"/>
              <a:sym typeface="Nunito"/>
            </a:endParaRPr>
          </a:p>
          <a:p>
            <a:pPr indent="0" lvl="0" marL="0" rtl="0" algn="just">
              <a:lnSpc>
                <a:spcPct val="115000"/>
              </a:lnSpc>
              <a:spcBef>
                <a:spcPts val="1000"/>
              </a:spcBef>
              <a:spcAft>
                <a:spcPts val="0"/>
              </a:spcAft>
              <a:buNone/>
            </a:pPr>
            <a:r>
              <a:rPr lang="en" sz="2300">
                <a:latin typeface="Nunito"/>
                <a:ea typeface="Nunito"/>
                <a:cs typeface="Nunito"/>
                <a:sym typeface="Nunito"/>
              </a:rPr>
              <a:t>Các cài đặt stacks và queue đều bao gồm các phép toán đi kèm ứng với mỗi câu 3.1 và 3.2.</a:t>
            </a:r>
            <a:endParaRPr sz="2300">
              <a:latin typeface="Nunito"/>
              <a:ea typeface="Nunito"/>
              <a:cs typeface="Nunito"/>
              <a:sym typeface="Nunito"/>
            </a:endParaRPr>
          </a:p>
          <a:p>
            <a:pPr indent="0" lvl="0" marL="0" rtl="0" algn="just">
              <a:lnSpc>
                <a:spcPct val="115000"/>
              </a:lnSpc>
              <a:spcBef>
                <a:spcPts val="1000"/>
              </a:spcBef>
              <a:spcAft>
                <a:spcPts val="1000"/>
              </a:spcAft>
              <a:buNone/>
            </a:pPr>
            <a:r>
              <a:t/>
            </a:r>
            <a:endParaRPr sz="2300">
              <a:latin typeface="Nunito"/>
              <a:ea typeface="Nunito"/>
              <a:cs typeface="Nunito"/>
              <a:sym typeface="Nunito"/>
            </a:endParaRPr>
          </a:p>
        </p:txBody>
      </p:sp>
      <p:grpSp>
        <p:nvGrpSpPr>
          <p:cNvPr id="1057" name="Google Shape;1057;p62"/>
          <p:cNvGrpSpPr/>
          <p:nvPr/>
        </p:nvGrpSpPr>
        <p:grpSpPr>
          <a:xfrm>
            <a:off x="8034960" y="109892"/>
            <a:ext cx="821035" cy="791683"/>
            <a:chOff x="7765435" y="490892"/>
            <a:chExt cx="821035" cy="791683"/>
          </a:xfrm>
        </p:grpSpPr>
        <p:sp>
          <p:nvSpPr>
            <p:cNvPr id="1058" name="Google Shape;1058;p62"/>
            <p:cNvSpPr/>
            <p:nvPr/>
          </p:nvSpPr>
          <p:spPr>
            <a:xfrm rot="-5400000">
              <a:off x="8079028" y="775133"/>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9" name="Google Shape;1059;p62"/>
            <p:cNvSpPr/>
            <p:nvPr/>
          </p:nvSpPr>
          <p:spPr>
            <a:xfrm rot="-5400000">
              <a:off x="7763455" y="492872"/>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60" name="Google Shape;1060;p62"/>
          <p:cNvGrpSpPr/>
          <p:nvPr/>
        </p:nvGrpSpPr>
        <p:grpSpPr>
          <a:xfrm>
            <a:off x="76202" y="4273922"/>
            <a:ext cx="829422" cy="817801"/>
            <a:chOff x="486952" y="3946172"/>
            <a:chExt cx="829422" cy="817801"/>
          </a:xfrm>
        </p:grpSpPr>
        <p:sp>
          <p:nvSpPr>
            <p:cNvPr id="1061" name="Google Shape;1061;p62"/>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2" name="Google Shape;1062;p62"/>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63" name="Google Shape;1063;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63"/>
          <p:cNvSpPr txBox="1"/>
          <p:nvPr>
            <p:ph type="title"/>
          </p:nvPr>
        </p:nvSpPr>
        <p:spPr>
          <a:xfrm>
            <a:off x="426750" y="485575"/>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t>Homework 04</a:t>
            </a:r>
            <a:endParaRPr b="1" sz="2200"/>
          </a:p>
        </p:txBody>
      </p:sp>
      <p:sp>
        <p:nvSpPr>
          <p:cNvPr id="1069" name="Google Shape;1069;p63"/>
          <p:cNvSpPr txBox="1"/>
          <p:nvPr>
            <p:ph idx="1" type="subTitle"/>
          </p:nvPr>
        </p:nvSpPr>
        <p:spPr>
          <a:xfrm>
            <a:off x="595575" y="1180275"/>
            <a:ext cx="7961100" cy="3517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 sz="2300">
                <a:latin typeface="Nunito"/>
                <a:ea typeface="Nunito"/>
                <a:cs typeface="Nunito"/>
                <a:sym typeface="Nunito"/>
              </a:rPr>
              <a:t>Nếu homework 01 không dùng đệ quy thì cài đặt lại 1.1 và 1.2 sử dụng kỹ thuật đệ quy.</a:t>
            </a:r>
            <a:endParaRPr sz="2300">
              <a:latin typeface="Nunito"/>
              <a:ea typeface="Nunito"/>
              <a:cs typeface="Nunito"/>
              <a:sym typeface="Nunito"/>
            </a:endParaRPr>
          </a:p>
          <a:p>
            <a:pPr indent="0" lvl="0" marL="0" rtl="0" algn="just">
              <a:lnSpc>
                <a:spcPct val="115000"/>
              </a:lnSpc>
              <a:spcBef>
                <a:spcPts val="1000"/>
              </a:spcBef>
              <a:spcAft>
                <a:spcPts val="0"/>
              </a:spcAft>
              <a:buNone/>
            </a:pPr>
            <a:r>
              <a:rPr lang="en" sz="2300">
                <a:latin typeface="Nunito"/>
                <a:ea typeface="Nunito"/>
                <a:cs typeface="Nunito"/>
                <a:sym typeface="Nunito"/>
              </a:rPr>
              <a:t>Ta có thể đánh giá được các hàm đệ quy trên theo quy trình 4 bước không?</a:t>
            </a:r>
            <a:endParaRPr sz="2300">
              <a:latin typeface="Nunito"/>
              <a:ea typeface="Nunito"/>
              <a:cs typeface="Nunito"/>
              <a:sym typeface="Nunito"/>
            </a:endParaRPr>
          </a:p>
          <a:p>
            <a:pPr indent="-374650" lvl="0" marL="457200" rtl="0" algn="just">
              <a:lnSpc>
                <a:spcPct val="115000"/>
              </a:lnSpc>
              <a:spcBef>
                <a:spcPts val="1000"/>
              </a:spcBef>
              <a:spcAft>
                <a:spcPts val="0"/>
              </a:spcAft>
              <a:buSzPts val="2300"/>
              <a:buFont typeface="Nunito"/>
              <a:buChar char="-"/>
            </a:pPr>
            <a:r>
              <a:rPr lang="en" sz="2300">
                <a:latin typeface="Nunito"/>
                <a:ea typeface="Nunito"/>
                <a:cs typeface="Nunito"/>
                <a:sym typeface="Nunito"/>
              </a:rPr>
              <a:t>Nếu có thì hãy trình bày câu trả lời.</a:t>
            </a:r>
            <a:endParaRPr sz="2300">
              <a:latin typeface="Nunito"/>
              <a:ea typeface="Nunito"/>
              <a:cs typeface="Nunito"/>
              <a:sym typeface="Nunito"/>
            </a:endParaRPr>
          </a:p>
          <a:p>
            <a:pPr indent="-374650" lvl="0" marL="457200" rtl="0" algn="just">
              <a:lnSpc>
                <a:spcPct val="115000"/>
              </a:lnSpc>
              <a:spcBef>
                <a:spcPts val="0"/>
              </a:spcBef>
              <a:spcAft>
                <a:spcPts val="0"/>
              </a:spcAft>
              <a:buSzPts val="2300"/>
              <a:buFont typeface="Nunito"/>
              <a:buChar char="-"/>
            </a:pPr>
            <a:r>
              <a:rPr lang="en" sz="2300">
                <a:latin typeface="Nunito"/>
                <a:ea typeface="Nunito"/>
                <a:cs typeface="Nunito"/>
                <a:sym typeface="Nunito"/>
              </a:rPr>
              <a:t>Nếu không thì hãy </a:t>
            </a:r>
            <a:r>
              <a:rPr lang="en" sz="2300">
                <a:latin typeface="Nunito"/>
                <a:ea typeface="Nunito"/>
                <a:cs typeface="Nunito"/>
                <a:sym typeface="Nunito"/>
              </a:rPr>
              <a:t>giải</a:t>
            </a:r>
            <a:r>
              <a:rPr lang="en" sz="2300">
                <a:latin typeface="Nunito"/>
                <a:ea typeface="Nunito"/>
                <a:cs typeface="Nunito"/>
                <a:sym typeface="Nunito"/>
              </a:rPr>
              <a:t> thích vì sao.</a:t>
            </a:r>
            <a:endParaRPr sz="2300">
              <a:latin typeface="Nunito"/>
              <a:ea typeface="Nunito"/>
              <a:cs typeface="Nunito"/>
              <a:sym typeface="Nunito"/>
            </a:endParaRPr>
          </a:p>
        </p:txBody>
      </p:sp>
      <p:grpSp>
        <p:nvGrpSpPr>
          <p:cNvPr id="1070" name="Google Shape;1070;p63"/>
          <p:cNvGrpSpPr/>
          <p:nvPr/>
        </p:nvGrpSpPr>
        <p:grpSpPr>
          <a:xfrm>
            <a:off x="8034960" y="109892"/>
            <a:ext cx="821035" cy="791683"/>
            <a:chOff x="7765435" y="490892"/>
            <a:chExt cx="821035" cy="791683"/>
          </a:xfrm>
        </p:grpSpPr>
        <p:sp>
          <p:nvSpPr>
            <p:cNvPr id="1071" name="Google Shape;1071;p63"/>
            <p:cNvSpPr/>
            <p:nvPr/>
          </p:nvSpPr>
          <p:spPr>
            <a:xfrm rot="-5400000">
              <a:off x="8079028" y="775133"/>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2" name="Google Shape;1072;p63"/>
            <p:cNvSpPr/>
            <p:nvPr/>
          </p:nvSpPr>
          <p:spPr>
            <a:xfrm rot="-5400000">
              <a:off x="7763455" y="492872"/>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3" name="Google Shape;1073;p63"/>
          <p:cNvGrpSpPr/>
          <p:nvPr/>
        </p:nvGrpSpPr>
        <p:grpSpPr>
          <a:xfrm>
            <a:off x="76202" y="4273922"/>
            <a:ext cx="829422" cy="817801"/>
            <a:chOff x="486952" y="3946172"/>
            <a:chExt cx="829422" cy="817801"/>
          </a:xfrm>
        </p:grpSpPr>
        <p:sp>
          <p:nvSpPr>
            <p:cNvPr id="1074" name="Google Shape;1074;p63"/>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5" name="Google Shape;1075;p63"/>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76" name="Google Shape;1076;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64"/>
          <p:cNvSpPr txBox="1"/>
          <p:nvPr>
            <p:ph type="title"/>
          </p:nvPr>
        </p:nvSpPr>
        <p:spPr>
          <a:xfrm>
            <a:off x="354275" y="226750"/>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t>Homework 05</a:t>
            </a:r>
            <a:endParaRPr b="1" sz="2200"/>
          </a:p>
        </p:txBody>
      </p:sp>
      <p:sp>
        <p:nvSpPr>
          <p:cNvPr id="1082" name="Google Shape;1082;p64"/>
          <p:cNvSpPr txBox="1"/>
          <p:nvPr>
            <p:ph idx="1" type="subTitle"/>
          </p:nvPr>
        </p:nvSpPr>
        <p:spPr>
          <a:xfrm>
            <a:off x="595575" y="784750"/>
            <a:ext cx="7666500" cy="3913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Nunito"/>
                <a:ea typeface="Nunito"/>
                <a:cs typeface="Nunito"/>
                <a:sym typeface="Nunito"/>
              </a:rPr>
              <a:t>Một khách sạn có </a:t>
            </a:r>
            <a:r>
              <a:rPr b="1" lang="en" sz="1500">
                <a:latin typeface="Nunito"/>
                <a:ea typeface="Nunito"/>
                <a:cs typeface="Nunito"/>
                <a:sym typeface="Nunito"/>
              </a:rPr>
              <a:t>17</a:t>
            </a:r>
            <a:r>
              <a:rPr b="1" lang="en" sz="1500">
                <a:latin typeface="Nunito"/>
                <a:ea typeface="Nunito"/>
                <a:cs typeface="Nunito"/>
                <a:sym typeface="Nunito"/>
              </a:rPr>
              <a:t> tầng</a:t>
            </a:r>
            <a:r>
              <a:rPr lang="en" sz="1500">
                <a:latin typeface="Nunito"/>
                <a:ea typeface="Nunito"/>
                <a:cs typeface="Nunito"/>
                <a:sym typeface="Nunito"/>
              </a:rPr>
              <a:t>, mỗi tầng có </a:t>
            </a:r>
            <a:r>
              <a:rPr b="1" lang="en" sz="1500">
                <a:latin typeface="Nunito"/>
                <a:ea typeface="Nunito"/>
                <a:cs typeface="Nunito"/>
                <a:sym typeface="Nunito"/>
              </a:rPr>
              <a:t>12 phòng</a:t>
            </a:r>
            <a:r>
              <a:rPr lang="en" sz="1500">
                <a:latin typeface="Nunito"/>
                <a:ea typeface="Nunito"/>
                <a:cs typeface="Nunito"/>
                <a:sym typeface="Nunito"/>
              </a:rPr>
              <a:t> được gán mã theo cú pháp</a:t>
            </a:r>
            <a:endParaRPr sz="1500">
              <a:latin typeface="Nunito"/>
              <a:ea typeface="Nunito"/>
              <a:cs typeface="Nunito"/>
              <a:sym typeface="Nunito"/>
            </a:endParaRPr>
          </a:p>
          <a:p>
            <a:pPr indent="0" lvl="0" marL="0" rtl="0" algn="ctr">
              <a:lnSpc>
                <a:spcPct val="115000"/>
              </a:lnSpc>
              <a:spcBef>
                <a:spcPts val="1000"/>
              </a:spcBef>
              <a:spcAft>
                <a:spcPts val="0"/>
              </a:spcAft>
              <a:buNone/>
            </a:pPr>
            <a:r>
              <a:rPr b="1" lang="en" sz="1500">
                <a:latin typeface="Nunito"/>
                <a:ea typeface="Nunito"/>
                <a:cs typeface="Nunito"/>
                <a:sym typeface="Nunito"/>
              </a:rPr>
              <a:t>P[số tầng].[số phòng]</a:t>
            </a:r>
            <a:endParaRPr b="1" sz="1500">
              <a:latin typeface="Nunito"/>
              <a:ea typeface="Nunito"/>
              <a:cs typeface="Nunito"/>
              <a:sym typeface="Nunito"/>
            </a:endParaRPr>
          </a:p>
          <a:p>
            <a:pPr indent="0" lvl="0" marL="0" rtl="0" algn="l">
              <a:lnSpc>
                <a:spcPct val="115000"/>
              </a:lnSpc>
              <a:spcBef>
                <a:spcPts val="1000"/>
              </a:spcBef>
              <a:spcAft>
                <a:spcPts val="0"/>
              </a:spcAft>
              <a:buNone/>
            </a:pPr>
            <a:r>
              <a:rPr b="1" lang="en" sz="1500">
                <a:latin typeface="Nunito"/>
                <a:ea typeface="Nunito"/>
                <a:cs typeface="Nunito"/>
                <a:sym typeface="Nunito"/>
              </a:rPr>
              <a:t>Ví dụ:</a:t>
            </a:r>
            <a:r>
              <a:rPr lang="en" sz="1500">
                <a:latin typeface="Nunito"/>
                <a:ea typeface="Nunito"/>
                <a:cs typeface="Nunito"/>
                <a:sym typeface="Nunito"/>
              </a:rPr>
              <a:t> Tầng 3, phòng 3 thì có mã là P3.3.</a:t>
            </a:r>
            <a:endParaRPr sz="1500">
              <a:latin typeface="Nunito"/>
              <a:ea typeface="Nunito"/>
              <a:cs typeface="Nunito"/>
              <a:sym typeface="Nunito"/>
            </a:endParaRPr>
          </a:p>
          <a:p>
            <a:pPr indent="0" lvl="0" marL="0" rtl="0" algn="just">
              <a:lnSpc>
                <a:spcPct val="115000"/>
              </a:lnSpc>
              <a:spcBef>
                <a:spcPts val="1000"/>
              </a:spcBef>
              <a:spcAft>
                <a:spcPts val="0"/>
              </a:spcAft>
              <a:buNone/>
            </a:pPr>
            <a:r>
              <a:rPr b="1" lang="en" sz="1500">
                <a:latin typeface="Nunito"/>
                <a:ea typeface="Nunito"/>
                <a:cs typeface="Nunito"/>
                <a:sym typeface="Nunito"/>
              </a:rPr>
              <a:t>Mô tả</a:t>
            </a:r>
            <a:r>
              <a:rPr lang="en" sz="1500">
                <a:latin typeface="Nunito"/>
                <a:ea typeface="Nunito"/>
                <a:cs typeface="Nunito"/>
                <a:sym typeface="Nunito"/>
              </a:rPr>
              <a:t>: Có </a:t>
            </a:r>
            <a:r>
              <a:rPr b="1" lang="en" sz="1500">
                <a:latin typeface="Nunito"/>
                <a:ea typeface="Nunito"/>
                <a:cs typeface="Nunito"/>
                <a:sym typeface="Nunito"/>
              </a:rPr>
              <a:t>n </a:t>
            </a:r>
            <a:r>
              <a:rPr lang="en" sz="1500">
                <a:latin typeface="Nunito"/>
                <a:ea typeface="Nunito"/>
                <a:cs typeface="Nunito"/>
                <a:sym typeface="Nunito"/>
              </a:rPr>
              <a:t>đoàn khách, mỗi đoàn gồm </a:t>
            </a:r>
            <a:r>
              <a:rPr b="1" lang="en" sz="1500">
                <a:latin typeface="Nunito"/>
                <a:ea typeface="Nunito"/>
                <a:cs typeface="Nunito"/>
                <a:sym typeface="Nunito"/>
              </a:rPr>
              <a:t>m</a:t>
            </a:r>
            <a:r>
              <a:rPr lang="en" sz="1500">
                <a:latin typeface="Nunito"/>
                <a:ea typeface="Nunito"/>
                <a:cs typeface="Nunito"/>
                <a:sym typeface="Nunito"/>
              </a:rPr>
              <a:t> người đến check-in nhận phòng. Vì có những khách lẻ đã đặt phòng trước đó nên không thể xếp cho cả 1 đoàn khách ở cùng một tầng, do đó các khách trong đoàn được </a:t>
            </a:r>
            <a:r>
              <a:rPr b="1" lang="en" sz="1500">
                <a:latin typeface="Nunito"/>
                <a:ea typeface="Nunito"/>
                <a:cs typeface="Nunito"/>
                <a:sym typeface="Nunito"/>
              </a:rPr>
              <a:t>xếp </a:t>
            </a:r>
            <a:r>
              <a:rPr b="1" lang="en" sz="1500">
                <a:latin typeface="Nunito"/>
                <a:ea typeface="Nunito"/>
                <a:cs typeface="Nunito"/>
                <a:sym typeface="Nunito"/>
              </a:rPr>
              <a:t>ngẫu nhiên</a:t>
            </a:r>
            <a:r>
              <a:rPr lang="en" sz="1500">
                <a:latin typeface="Nunito"/>
                <a:ea typeface="Nunito"/>
                <a:cs typeface="Nunito"/>
                <a:sym typeface="Nunito"/>
              </a:rPr>
              <a:t> vào các phòng trống rời rạc sao cho khi truy cập thông tin vào một phòng, ta có thể biết tên (</a:t>
            </a:r>
            <a:r>
              <a:rPr lang="en" sz="1500">
                <a:latin typeface="Nunito"/>
                <a:ea typeface="Nunito"/>
                <a:cs typeface="Nunito"/>
                <a:sym typeface="Nunito"/>
              </a:rPr>
              <a:t>chữ cái đầu)</a:t>
            </a:r>
            <a:r>
              <a:rPr lang="en" sz="1500">
                <a:latin typeface="Nunito"/>
                <a:ea typeface="Nunito"/>
                <a:cs typeface="Nunito"/>
                <a:sym typeface="Nunito"/>
              </a:rPr>
              <a:t> của khách và địa chỉ phòng của người tiếp theo trong đoàn khách. Biết rằng phòng của các </a:t>
            </a:r>
            <a:r>
              <a:rPr b="1" lang="en" sz="1500">
                <a:latin typeface="Nunito"/>
                <a:ea typeface="Nunito"/>
                <a:cs typeface="Nunito"/>
                <a:sym typeface="Nunito"/>
              </a:rPr>
              <a:t>trưởng đoàn</a:t>
            </a:r>
            <a:r>
              <a:rPr lang="en" sz="1500">
                <a:latin typeface="Nunito"/>
                <a:ea typeface="Nunito"/>
                <a:cs typeface="Nunito"/>
                <a:sym typeface="Nunito"/>
              </a:rPr>
              <a:t> luôn ở tầng trệt (tầng 0). Giả sử sức chứa của mỗi phòng là 01 người.</a:t>
            </a:r>
            <a:endParaRPr sz="1500">
              <a:latin typeface="Nunito"/>
              <a:ea typeface="Nunito"/>
              <a:cs typeface="Nunito"/>
              <a:sym typeface="Nunito"/>
            </a:endParaRPr>
          </a:p>
          <a:p>
            <a:pPr indent="0" lvl="0" marL="0" rtl="0" algn="just">
              <a:lnSpc>
                <a:spcPct val="115000"/>
              </a:lnSpc>
              <a:spcBef>
                <a:spcPts val="1000"/>
              </a:spcBef>
              <a:spcAft>
                <a:spcPts val="1000"/>
              </a:spcAft>
              <a:buNone/>
            </a:pPr>
            <a:r>
              <a:rPr b="1" lang="en" sz="1500">
                <a:latin typeface="Nunito"/>
                <a:ea typeface="Nunito"/>
                <a:cs typeface="Nunito"/>
                <a:sym typeface="Nunito"/>
              </a:rPr>
              <a:t>Vấn đề 1: </a:t>
            </a:r>
            <a:r>
              <a:rPr lang="en" sz="1500">
                <a:latin typeface="Nunito"/>
                <a:ea typeface="Nunito"/>
                <a:cs typeface="Nunito"/>
                <a:sym typeface="Nunito"/>
              </a:rPr>
              <a:t>Cho trước trạng thái các phòng hiện tại của khách sạn với ký hiệu “0” tương ứng với “còn trống” và “1” tương ứng với “đã có người”. Hãy xếp</a:t>
            </a:r>
            <a:r>
              <a:rPr b="1" lang="en" sz="1500">
                <a:latin typeface="Nunito"/>
                <a:ea typeface="Nunito"/>
                <a:cs typeface="Nunito"/>
                <a:sym typeface="Nunito"/>
              </a:rPr>
              <a:t> n </a:t>
            </a:r>
            <a:r>
              <a:rPr lang="en" sz="1500">
                <a:latin typeface="Nunito"/>
                <a:ea typeface="Nunito"/>
                <a:cs typeface="Nunito"/>
                <a:sym typeface="Nunito"/>
              </a:rPr>
              <a:t>đoàn khách vào các phòng sao cho không còn phòng nào “còn trống”.</a:t>
            </a:r>
            <a:endParaRPr sz="1500">
              <a:latin typeface="Nunito"/>
              <a:ea typeface="Nunito"/>
              <a:cs typeface="Nunito"/>
              <a:sym typeface="Nunito"/>
            </a:endParaRPr>
          </a:p>
        </p:txBody>
      </p:sp>
      <p:grpSp>
        <p:nvGrpSpPr>
          <p:cNvPr id="1083" name="Google Shape;1083;p64"/>
          <p:cNvGrpSpPr/>
          <p:nvPr/>
        </p:nvGrpSpPr>
        <p:grpSpPr>
          <a:xfrm>
            <a:off x="7806360" y="338492"/>
            <a:ext cx="821035" cy="791683"/>
            <a:chOff x="7765435" y="490892"/>
            <a:chExt cx="821035" cy="791683"/>
          </a:xfrm>
        </p:grpSpPr>
        <p:sp>
          <p:nvSpPr>
            <p:cNvPr id="1084" name="Google Shape;1084;p64"/>
            <p:cNvSpPr/>
            <p:nvPr/>
          </p:nvSpPr>
          <p:spPr>
            <a:xfrm rot="-5400000">
              <a:off x="8079028" y="775133"/>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5" name="Google Shape;1085;p64"/>
            <p:cNvSpPr/>
            <p:nvPr/>
          </p:nvSpPr>
          <p:spPr>
            <a:xfrm rot="-5400000">
              <a:off x="7763455" y="492872"/>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86" name="Google Shape;1086;p64"/>
          <p:cNvGrpSpPr/>
          <p:nvPr/>
        </p:nvGrpSpPr>
        <p:grpSpPr>
          <a:xfrm>
            <a:off x="-228598" y="4401897"/>
            <a:ext cx="829422" cy="817801"/>
            <a:chOff x="486952" y="3946172"/>
            <a:chExt cx="829422" cy="817801"/>
          </a:xfrm>
        </p:grpSpPr>
        <p:sp>
          <p:nvSpPr>
            <p:cNvPr id="1087" name="Google Shape;1087;p64"/>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8" name="Google Shape;1088;p64"/>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89" name="Google Shape;1089;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65"/>
          <p:cNvSpPr txBox="1"/>
          <p:nvPr>
            <p:ph type="title"/>
          </p:nvPr>
        </p:nvSpPr>
        <p:spPr>
          <a:xfrm>
            <a:off x="354275" y="226750"/>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t>Homework 05</a:t>
            </a:r>
            <a:endParaRPr b="1" sz="2200"/>
          </a:p>
        </p:txBody>
      </p:sp>
      <p:sp>
        <p:nvSpPr>
          <p:cNvPr id="1095" name="Google Shape;1095;p65"/>
          <p:cNvSpPr txBox="1"/>
          <p:nvPr>
            <p:ph idx="1" type="subTitle"/>
          </p:nvPr>
        </p:nvSpPr>
        <p:spPr>
          <a:xfrm>
            <a:off x="595575" y="784750"/>
            <a:ext cx="7666500" cy="40881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1500">
                <a:latin typeface="Nunito"/>
                <a:ea typeface="Nunito"/>
                <a:cs typeface="Nunito"/>
                <a:sym typeface="Nunito"/>
              </a:rPr>
              <a:t>Vấn đề 2: </a:t>
            </a:r>
            <a:r>
              <a:rPr lang="en" sz="1500">
                <a:latin typeface="Nunito"/>
                <a:ea typeface="Nunito"/>
                <a:cs typeface="Nunito"/>
                <a:sym typeface="Nunito"/>
              </a:rPr>
              <a:t>Nhân viên tiếp tân muốn xác nhận thông tin của một đoàn ngẫu nhiên thì chỉ cần biết được vị trí phòng của trưởng đoàn. Hãy viết một hàm cho phép tiếp tân nhập vào địa chỉ của trưởng đoàn của một đoàn khách bất kỳ, hàm sẽ trả về tất cả thông tin của một đoàn bao gồm tên và vị trí phòng tương ứng của từng khách chung đoàn.</a:t>
            </a:r>
            <a:endParaRPr sz="1500">
              <a:latin typeface="Nunito"/>
              <a:ea typeface="Nunito"/>
              <a:cs typeface="Nunito"/>
              <a:sym typeface="Nunito"/>
            </a:endParaRPr>
          </a:p>
          <a:p>
            <a:pPr indent="0" lvl="0" marL="0" rtl="0" algn="just">
              <a:lnSpc>
                <a:spcPct val="115000"/>
              </a:lnSpc>
              <a:spcBef>
                <a:spcPts val="1000"/>
              </a:spcBef>
              <a:spcAft>
                <a:spcPts val="0"/>
              </a:spcAft>
              <a:buNone/>
            </a:pPr>
            <a:r>
              <a:rPr b="1" lang="en" sz="1500">
                <a:latin typeface="Nunito"/>
                <a:ea typeface="Nunito"/>
                <a:cs typeface="Nunito"/>
                <a:sym typeface="Nunito"/>
              </a:rPr>
              <a:t>Vấn đề 3</a:t>
            </a:r>
            <a:r>
              <a:rPr lang="en" sz="1500">
                <a:latin typeface="Nunito"/>
                <a:ea typeface="Nunito"/>
                <a:cs typeface="Nunito"/>
                <a:sym typeface="Nunito"/>
              </a:rPr>
              <a:t>: Biết rằng lúc này có một số khách lẻ check-out nên xuất hiện một số phòng trống. Đột nhiên một số đoàn khách báo cáo với khách sạn về việc bổ sung một số khách mới cần check-in. Hãy bổ sung các vị khách này vào các đoàn tương ứng.</a:t>
            </a:r>
            <a:endParaRPr sz="1500">
              <a:latin typeface="Nunito"/>
              <a:ea typeface="Nunito"/>
              <a:cs typeface="Nunito"/>
              <a:sym typeface="Nunito"/>
            </a:endParaRPr>
          </a:p>
          <a:p>
            <a:pPr indent="0" lvl="0" marL="0" rtl="0" algn="just">
              <a:lnSpc>
                <a:spcPct val="115000"/>
              </a:lnSpc>
              <a:spcBef>
                <a:spcPts val="1000"/>
              </a:spcBef>
              <a:spcAft>
                <a:spcPts val="0"/>
              </a:spcAft>
              <a:buNone/>
            </a:pPr>
            <a:r>
              <a:rPr b="1" lang="en" sz="1500">
                <a:latin typeface="Nunito"/>
                <a:ea typeface="Nunito"/>
                <a:cs typeface="Nunito"/>
                <a:sym typeface="Nunito"/>
              </a:rPr>
              <a:t>Vấn đề 4</a:t>
            </a:r>
            <a:r>
              <a:rPr lang="en" sz="1500">
                <a:latin typeface="Nunito"/>
                <a:ea typeface="Nunito"/>
                <a:cs typeface="Nunito"/>
                <a:sym typeface="Nunito"/>
              </a:rPr>
              <a:t>: Một số khách của một số đoàn có công việc bận đột xuất nên check-out ngay trong đêm và tiếp tân muốn kiểm tra lại thông tin của các đoàn như ở Vấn đề 2. Hãy chỉnh sửa thông tin của các đoàn để chuẩn bị cho cuộc kiểm tra của tiếp tân.</a:t>
            </a:r>
            <a:endParaRPr sz="1500">
              <a:latin typeface="Nunito"/>
              <a:ea typeface="Nunito"/>
              <a:cs typeface="Nunito"/>
              <a:sym typeface="Nunito"/>
            </a:endParaRPr>
          </a:p>
          <a:p>
            <a:pPr indent="0" lvl="0" marL="0" rtl="0" algn="just">
              <a:lnSpc>
                <a:spcPct val="115000"/>
              </a:lnSpc>
              <a:spcBef>
                <a:spcPts val="1000"/>
              </a:spcBef>
              <a:spcAft>
                <a:spcPts val="1000"/>
              </a:spcAft>
              <a:buNone/>
            </a:pPr>
            <a:r>
              <a:rPr b="1" lang="en" sz="1500">
                <a:latin typeface="Nunito"/>
                <a:ea typeface="Nunito"/>
                <a:cs typeface="Nunito"/>
                <a:sym typeface="Nunito"/>
              </a:rPr>
              <a:t>Vấn đề 5</a:t>
            </a:r>
            <a:r>
              <a:rPr lang="en" sz="1500">
                <a:latin typeface="Nunito"/>
                <a:ea typeface="Nunito"/>
                <a:cs typeface="Nunito"/>
                <a:sym typeface="Nunito"/>
              </a:rPr>
              <a:t>: Một đoàn khách (đã check-in trước đó) muốn check-out cho cả đoàn. Hãy thực hiện chỉnh sửa trạng thái của các phòng mà khách đã check-out</a:t>
            </a:r>
            <a:r>
              <a:rPr b="1" lang="en" sz="1500">
                <a:latin typeface="Nunito"/>
                <a:ea typeface="Nunito"/>
                <a:cs typeface="Nunito"/>
                <a:sym typeface="Nunito"/>
              </a:rPr>
              <a:t> theo thứ tự</a:t>
            </a:r>
            <a:r>
              <a:rPr lang="en" sz="1500">
                <a:latin typeface="Nunito"/>
                <a:ea typeface="Nunito"/>
                <a:cs typeface="Nunito"/>
                <a:sym typeface="Nunito"/>
              </a:rPr>
              <a:t> và báo cáo trạng thái các phòng của khách sạn lúc này.</a:t>
            </a:r>
            <a:endParaRPr sz="1500">
              <a:latin typeface="Nunito"/>
              <a:ea typeface="Nunito"/>
              <a:cs typeface="Nunito"/>
              <a:sym typeface="Nunito"/>
            </a:endParaRPr>
          </a:p>
        </p:txBody>
      </p:sp>
      <p:grpSp>
        <p:nvGrpSpPr>
          <p:cNvPr id="1096" name="Google Shape;1096;p65"/>
          <p:cNvGrpSpPr/>
          <p:nvPr/>
        </p:nvGrpSpPr>
        <p:grpSpPr>
          <a:xfrm>
            <a:off x="7806360" y="338492"/>
            <a:ext cx="821035" cy="791683"/>
            <a:chOff x="7765435" y="490892"/>
            <a:chExt cx="821035" cy="791683"/>
          </a:xfrm>
        </p:grpSpPr>
        <p:sp>
          <p:nvSpPr>
            <p:cNvPr id="1097" name="Google Shape;1097;p65"/>
            <p:cNvSpPr/>
            <p:nvPr/>
          </p:nvSpPr>
          <p:spPr>
            <a:xfrm rot="-5400000">
              <a:off x="8079028" y="775133"/>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8" name="Google Shape;1098;p65"/>
            <p:cNvSpPr/>
            <p:nvPr/>
          </p:nvSpPr>
          <p:spPr>
            <a:xfrm rot="-5400000">
              <a:off x="7763455" y="492872"/>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99" name="Google Shape;1099;p65"/>
          <p:cNvGrpSpPr/>
          <p:nvPr/>
        </p:nvGrpSpPr>
        <p:grpSpPr>
          <a:xfrm>
            <a:off x="-228598" y="4401897"/>
            <a:ext cx="829422" cy="817801"/>
            <a:chOff x="486952" y="3946172"/>
            <a:chExt cx="829422" cy="817801"/>
          </a:xfrm>
        </p:grpSpPr>
        <p:sp>
          <p:nvSpPr>
            <p:cNvPr id="1100" name="Google Shape;1100;p65"/>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1" name="Google Shape;1101;p65"/>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02" name="Google Shape;1102;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66"/>
          <p:cNvSpPr txBox="1"/>
          <p:nvPr>
            <p:ph type="title"/>
          </p:nvPr>
        </p:nvSpPr>
        <p:spPr>
          <a:xfrm>
            <a:off x="354275" y="226750"/>
            <a:ext cx="2599800" cy="55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200"/>
              <a:t>Homework 05</a:t>
            </a:r>
            <a:endParaRPr b="1" sz="2200"/>
          </a:p>
        </p:txBody>
      </p:sp>
      <p:sp>
        <p:nvSpPr>
          <p:cNvPr id="1108" name="Google Shape;1108;p66"/>
          <p:cNvSpPr txBox="1"/>
          <p:nvPr>
            <p:ph idx="1" type="subTitle"/>
          </p:nvPr>
        </p:nvSpPr>
        <p:spPr>
          <a:xfrm>
            <a:off x="419375" y="675000"/>
            <a:ext cx="985500" cy="4173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000"/>
              </a:spcAft>
              <a:buNone/>
            </a:pPr>
            <a:r>
              <a:rPr b="1" lang="en" sz="1500">
                <a:latin typeface="Nunito"/>
                <a:ea typeface="Nunito"/>
                <a:cs typeface="Nunito"/>
                <a:sym typeface="Nunito"/>
              </a:rPr>
              <a:t>Ví dụ</a:t>
            </a:r>
            <a:endParaRPr b="1" sz="1500">
              <a:latin typeface="Nunito"/>
              <a:ea typeface="Nunito"/>
              <a:cs typeface="Nunito"/>
              <a:sym typeface="Nunito"/>
            </a:endParaRPr>
          </a:p>
        </p:txBody>
      </p:sp>
      <p:grpSp>
        <p:nvGrpSpPr>
          <p:cNvPr id="1109" name="Google Shape;1109;p66"/>
          <p:cNvGrpSpPr/>
          <p:nvPr/>
        </p:nvGrpSpPr>
        <p:grpSpPr>
          <a:xfrm>
            <a:off x="8322960" y="-8"/>
            <a:ext cx="821035" cy="791683"/>
            <a:chOff x="7765435" y="490892"/>
            <a:chExt cx="821035" cy="791683"/>
          </a:xfrm>
        </p:grpSpPr>
        <p:sp>
          <p:nvSpPr>
            <p:cNvPr id="1110" name="Google Shape;1110;p66"/>
            <p:cNvSpPr/>
            <p:nvPr/>
          </p:nvSpPr>
          <p:spPr>
            <a:xfrm rot="-5400000">
              <a:off x="8079028" y="775133"/>
              <a:ext cx="510087" cy="504797"/>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1" name="Google Shape;1111;p66"/>
            <p:cNvSpPr/>
            <p:nvPr/>
          </p:nvSpPr>
          <p:spPr>
            <a:xfrm rot="-5400000">
              <a:off x="7763455" y="492872"/>
              <a:ext cx="381820" cy="377860"/>
            </a:xfrm>
            <a:custGeom>
              <a:rect b="b" l="l" r="r" t="t"/>
              <a:pathLst>
                <a:path extrusionOk="0" h="1180811" w="1193187">
                  <a:moveTo>
                    <a:pt x="1050290" y="703740"/>
                  </a:moveTo>
                  <a:lnTo>
                    <a:pt x="858835" y="743235"/>
                  </a:lnTo>
                  <a:lnTo>
                    <a:pt x="955879" y="913250"/>
                  </a:lnTo>
                  <a:cubicBezTo>
                    <a:pt x="1004777" y="999010"/>
                    <a:pt x="974686" y="1108091"/>
                    <a:pt x="888926" y="1157365"/>
                  </a:cubicBezTo>
                  <a:lnTo>
                    <a:pt x="888926" y="1157365"/>
                  </a:lnTo>
                  <a:cubicBezTo>
                    <a:pt x="803166" y="1206264"/>
                    <a:pt x="694085" y="1176172"/>
                    <a:pt x="644811" y="1090412"/>
                  </a:cubicBezTo>
                  <a:lnTo>
                    <a:pt x="547767" y="920397"/>
                  </a:lnTo>
                  <a:lnTo>
                    <a:pt x="416118" y="1065211"/>
                  </a:lnTo>
                  <a:cubicBezTo>
                    <a:pt x="349541" y="1138182"/>
                    <a:pt x="236323" y="1143448"/>
                    <a:pt x="163351" y="1076871"/>
                  </a:cubicBezTo>
                  <a:lnTo>
                    <a:pt x="163351" y="1076871"/>
                  </a:lnTo>
                  <a:cubicBezTo>
                    <a:pt x="90380" y="1010295"/>
                    <a:pt x="85114" y="897076"/>
                    <a:pt x="151691" y="824105"/>
                  </a:cubicBezTo>
                  <a:lnTo>
                    <a:pt x="283340" y="679291"/>
                  </a:lnTo>
                  <a:lnTo>
                    <a:pt x="105050" y="598797"/>
                  </a:lnTo>
                  <a:cubicBezTo>
                    <a:pt x="15152" y="558174"/>
                    <a:pt x="-24719" y="452478"/>
                    <a:pt x="15904" y="362205"/>
                  </a:cubicBezTo>
                  <a:lnTo>
                    <a:pt x="15904" y="362205"/>
                  </a:lnTo>
                  <a:cubicBezTo>
                    <a:pt x="56528" y="272307"/>
                    <a:pt x="162599" y="232060"/>
                    <a:pt x="252497" y="273060"/>
                  </a:cubicBezTo>
                  <a:lnTo>
                    <a:pt x="430787" y="353554"/>
                  </a:lnTo>
                  <a:lnTo>
                    <a:pt x="452227" y="159089"/>
                  </a:lnTo>
                  <a:cubicBezTo>
                    <a:pt x="463511" y="60916"/>
                    <a:pt x="551904" y="-9798"/>
                    <a:pt x="650077" y="1110"/>
                  </a:cubicBezTo>
                  <a:lnTo>
                    <a:pt x="650077" y="1110"/>
                  </a:lnTo>
                  <a:cubicBezTo>
                    <a:pt x="748250" y="12018"/>
                    <a:pt x="818964" y="100411"/>
                    <a:pt x="808056" y="198584"/>
                  </a:cubicBezTo>
                  <a:lnTo>
                    <a:pt x="786616" y="393048"/>
                  </a:lnTo>
                  <a:lnTo>
                    <a:pt x="978071" y="353554"/>
                  </a:lnTo>
                  <a:cubicBezTo>
                    <a:pt x="1074739" y="333618"/>
                    <a:pt x="1169527" y="395681"/>
                    <a:pt x="1189462" y="492349"/>
                  </a:cubicBezTo>
                  <a:lnTo>
                    <a:pt x="1189462" y="492349"/>
                  </a:lnTo>
                  <a:cubicBezTo>
                    <a:pt x="1209398" y="589017"/>
                    <a:pt x="1147335" y="683805"/>
                    <a:pt x="1050666" y="703740"/>
                  </a:cubicBezTo>
                  <a:close/>
                  <a:moveTo>
                    <a:pt x="1016062" y="528083"/>
                  </a:moveTo>
                  <a:cubicBezTo>
                    <a:pt x="1009291" y="494982"/>
                    <a:pt x="976943" y="473918"/>
                    <a:pt x="943843" y="480689"/>
                  </a:cubicBezTo>
                  <a:cubicBezTo>
                    <a:pt x="917889" y="485955"/>
                    <a:pt x="899082" y="507395"/>
                    <a:pt x="895697" y="532596"/>
                  </a:cubicBezTo>
                  <a:lnTo>
                    <a:pt x="622619" y="589017"/>
                  </a:lnTo>
                  <a:lnTo>
                    <a:pt x="717782" y="484450"/>
                  </a:lnTo>
                  <a:cubicBezTo>
                    <a:pt x="731323" y="490092"/>
                    <a:pt x="747497" y="487083"/>
                    <a:pt x="758029" y="475799"/>
                  </a:cubicBezTo>
                  <a:cubicBezTo>
                    <a:pt x="771194" y="461130"/>
                    <a:pt x="770066" y="438937"/>
                    <a:pt x="755772" y="425396"/>
                  </a:cubicBezTo>
                  <a:cubicBezTo>
                    <a:pt x="741103" y="412231"/>
                    <a:pt x="718911" y="413360"/>
                    <a:pt x="705370" y="427653"/>
                  </a:cubicBezTo>
                  <a:cubicBezTo>
                    <a:pt x="694838" y="439314"/>
                    <a:pt x="693333" y="455488"/>
                    <a:pt x="700480" y="468652"/>
                  </a:cubicBezTo>
                  <a:lnTo>
                    <a:pt x="606445" y="572091"/>
                  </a:lnTo>
                  <a:lnTo>
                    <a:pt x="622619" y="426901"/>
                  </a:lnTo>
                  <a:lnTo>
                    <a:pt x="636912" y="296756"/>
                  </a:lnTo>
                  <a:cubicBezTo>
                    <a:pt x="661361" y="291114"/>
                    <a:pt x="680921" y="270427"/>
                    <a:pt x="683930" y="244097"/>
                  </a:cubicBezTo>
                  <a:cubicBezTo>
                    <a:pt x="687691" y="210620"/>
                    <a:pt x="663618" y="180529"/>
                    <a:pt x="630142" y="176768"/>
                  </a:cubicBezTo>
                  <a:cubicBezTo>
                    <a:pt x="596665" y="173006"/>
                    <a:pt x="566574" y="197079"/>
                    <a:pt x="562812" y="230556"/>
                  </a:cubicBezTo>
                  <a:cubicBezTo>
                    <a:pt x="559803" y="256885"/>
                    <a:pt x="574473" y="281335"/>
                    <a:pt x="597041" y="292243"/>
                  </a:cubicBezTo>
                  <a:lnTo>
                    <a:pt x="582748" y="422387"/>
                  </a:lnTo>
                  <a:lnTo>
                    <a:pt x="581243" y="435176"/>
                  </a:lnTo>
                  <a:lnTo>
                    <a:pt x="568078" y="554412"/>
                  </a:lnTo>
                  <a:lnTo>
                    <a:pt x="566574" y="567577"/>
                  </a:lnTo>
                  <a:lnTo>
                    <a:pt x="497364" y="446084"/>
                  </a:lnTo>
                  <a:cubicBezTo>
                    <a:pt x="507144" y="435176"/>
                    <a:pt x="509024" y="418626"/>
                    <a:pt x="501502" y="405085"/>
                  </a:cubicBezTo>
                  <a:cubicBezTo>
                    <a:pt x="491722" y="388158"/>
                    <a:pt x="469906" y="382140"/>
                    <a:pt x="452979" y="391920"/>
                  </a:cubicBezTo>
                  <a:cubicBezTo>
                    <a:pt x="436053" y="401700"/>
                    <a:pt x="430035" y="423516"/>
                    <a:pt x="439815" y="440442"/>
                  </a:cubicBezTo>
                  <a:cubicBezTo>
                    <a:pt x="447337" y="453983"/>
                    <a:pt x="462759" y="460377"/>
                    <a:pt x="477052" y="457744"/>
                  </a:cubicBezTo>
                  <a:lnTo>
                    <a:pt x="547015" y="580366"/>
                  </a:lnTo>
                  <a:lnTo>
                    <a:pt x="533474" y="574348"/>
                  </a:lnTo>
                  <a:lnTo>
                    <a:pt x="424017" y="525074"/>
                  </a:lnTo>
                  <a:lnTo>
                    <a:pt x="293120" y="466020"/>
                  </a:lnTo>
                  <a:cubicBezTo>
                    <a:pt x="295377" y="440818"/>
                    <a:pt x="281836" y="415993"/>
                    <a:pt x="257387" y="405085"/>
                  </a:cubicBezTo>
                  <a:cubicBezTo>
                    <a:pt x="226543" y="391168"/>
                    <a:pt x="190434" y="405085"/>
                    <a:pt x="176892" y="435552"/>
                  </a:cubicBezTo>
                  <a:cubicBezTo>
                    <a:pt x="162975" y="466396"/>
                    <a:pt x="176892" y="502505"/>
                    <a:pt x="207360" y="516046"/>
                  </a:cubicBezTo>
                  <a:cubicBezTo>
                    <a:pt x="231809" y="526954"/>
                    <a:pt x="259267" y="520560"/>
                    <a:pt x="276570" y="502505"/>
                  </a:cubicBezTo>
                  <a:lnTo>
                    <a:pt x="395806" y="556293"/>
                  </a:lnTo>
                  <a:lnTo>
                    <a:pt x="528584" y="616099"/>
                  </a:lnTo>
                  <a:lnTo>
                    <a:pt x="393173" y="643934"/>
                  </a:lnTo>
                  <a:cubicBezTo>
                    <a:pt x="385650" y="631145"/>
                    <a:pt x="370605" y="623998"/>
                    <a:pt x="355559" y="627384"/>
                  </a:cubicBezTo>
                  <a:cubicBezTo>
                    <a:pt x="336376" y="631521"/>
                    <a:pt x="323963" y="650328"/>
                    <a:pt x="328101" y="669511"/>
                  </a:cubicBezTo>
                  <a:cubicBezTo>
                    <a:pt x="332238" y="688695"/>
                    <a:pt x="351045" y="701107"/>
                    <a:pt x="370229" y="696970"/>
                  </a:cubicBezTo>
                  <a:cubicBezTo>
                    <a:pt x="385274" y="693961"/>
                    <a:pt x="396182" y="681548"/>
                    <a:pt x="398439" y="666878"/>
                  </a:cubicBezTo>
                  <a:lnTo>
                    <a:pt x="536483" y="638292"/>
                  </a:lnTo>
                  <a:lnTo>
                    <a:pt x="525951" y="649952"/>
                  </a:lnTo>
                  <a:lnTo>
                    <a:pt x="445081" y="738721"/>
                  </a:lnTo>
                  <a:lnTo>
                    <a:pt x="348412" y="845169"/>
                  </a:lnTo>
                  <a:cubicBezTo>
                    <a:pt x="325092" y="835389"/>
                    <a:pt x="297257" y="840279"/>
                    <a:pt x="279203" y="860215"/>
                  </a:cubicBezTo>
                  <a:cubicBezTo>
                    <a:pt x="256634" y="885040"/>
                    <a:pt x="258515" y="923782"/>
                    <a:pt x="283340" y="946351"/>
                  </a:cubicBezTo>
                  <a:cubicBezTo>
                    <a:pt x="308165" y="968919"/>
                    <a:pt x="346908" y="967038"/>
                    <a:pt x="369476" y="942213"/>
                  </a:cubicBezTo>
                  <a:cubicBezTo>
                    <a:pt x="387531" y="922654"/>
                    <a:pt x="389788" y="894443"/>
                    <a:pt x="377751" y="872251"/>
                  </a:cubicBezTo>
                  <a:lnTo>
                    <a:pt x="465768" y="775583"/>
                  </a:lnTo>
                  <a:lnTo>
                    <a:pt x="564693" y="666878"/>
                  </a:lnTo>
                  <a:lnTo>
                    <a:pt x="549271" y="804922"/>
                  </a:lnTo>
                  <a:cubicBezTo>
                    <a:pt x="534978" y="808307"/>
                    <a:pt x="523694" y="820344"/>
                    <a:pt x="521813" y="835765"/>
                  </a:cubicBezTo>
                  <a:cubicBezTo>
                    <a:pt x="519556" y="855325"/>
                    <a:pt x="533850" y="873003"/>
                    <a:pt x="553409" y="874884"/>
                  </a:cubicBezTo>
                  <a:cubicBezTo>
                    <a:pt x="572968" y="877141"/>
                    <a:pt x="590647" y="862848"/>
                    <a:pt x="592528" y="843288"/>
                  </a:cubicBezTo>
                  <a:cubicBezTo>
                    <a:pt x="594408" y="827867"/>
                    <a:pt x="585757" y="813573"/>
                    <a:pt x="572592" y="807179"/>
                  </a:cubicBezTo>
                  <a:lnTo>
                    <a:pt x="588014" y="669135"/>
                  </a:lnTo>
                  <a:lnTo>
                    <a:pt x="595161" y="681548"/>
                  </a:lnTo>
                  <a:lnTo>
                    <a:pt x="654591" y="785739"/>
                  </a:lnTo>
                  <a:lnTo>
                    <a:pt x="725681" y="910617"/>
                  </a:lnTo>
                  <a:cubicBezTo>
                    <a:pt x="709131" y="929801"/>
                    <a:pt x="705370" y="957635"/>
                    <a:pt x="718535" y="980956"/>
                  </a:cubicBezTo>
                  <a:cubicBezTo>
                    <a:pt x="735085" y="1010295"/>
                    <a:pt x="772323" y="1020450"/>
                    <a:pt x="801662" y="1003900"/>
                  </a:cubicBezTo>
                  <a:cubicBezTo>
                    <a:pt x="831001" y="987350"/>
                    <a:pt x="841156" y="950112"/>
                    <a:pt x="824606" y="920773"/>
                  </a:cubicBezTo>
                  <a:cubicBezTo>
                    <a:pt x="811441" y="897452"/>
                    <a:pt x="785487" y="886544"/>
                    <a:pt x="760662" y="891058"/>
                  </a:cubicBezTo>
                  <a:lnTo>
                    <a:pt x="695966" y="777464"/>
                  </a:lnTo>
                  <a:lnTo>
                    <a:pt x="622243" y="648448"/>
                  </a:lnTo>
                  <a:lnTo>
                    <a:pt x="750507" y="706373"/>
                  </a:lnTo>
                  <a:cubicBezTo>
                    <a:pt x="749002" y="721043"/>
                    <a:pt x="756901" y="735712"/>
                    <a:pt x="771194" y="742106"/>
                  </a:cubicBezTo>
                  <a:cubicBezTo>
                    <a:pt x="789249" y="750382"/>
                    <a:pt x="810313" y="742106"/>
                    <a:pt x="818212" y="724428"/>
                  </a:cubicBezTo>
                  <a:cubicBezTo>
                    <a:pt x="826487" y="706373"/>
                    <a:pt x="818212" y="685309"/>
                    <a:pt x="800533" y="677410"/>
                  </a:cubicBezTo>
                  <a:cubicBezTo>
                    <a:pt x="786240" y="671016"/>
                    <a:pt x="770066" y="674777"/>
                    <a:pt x="759910" y="685309"/>
                  </a:cubicBezTo>
                  <a:lnTo>
                    <a:pt x="633903" y="628512"/>
                  </a:lnTo>
                  <a:lnTo>
                    <a:pt x="904724" y="572467"/>
                  </a:lnTo>
                  <a:cubicBezTo>
                    <a:pt x="917513" y="594283"/>
                    <a:pt x="943090" y="606320"/>
                    <a:pt x="969420" y="601054"/>
                  </a:cubicBezTo>
                  <a:cubicBezTo>
                    <a:pt x="1002520" y="594283"/>
                    <a:pt x="1023584" y="561935"/>
                    <a:pt x="1016814" y="5288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12" name="Google Shape;1112;p66"/>
          <p:cNvGrpSpPr/>
          <p:nvPr/>
        </p:nvGrpSpPr>
        <p:grpSpPr>
          <a:xfrm>
            <a:off x="-228598" y="4401897"/>
            <a:ext cx="829422" cy="817801"/>
            <a:chOff x="486952" y="3946172"/>
            <a:chExt cx="829422" cy="817801"/>
          </a:xfrm>
        </p:grpSpPr>
        <p:sp>
          <p:nvSpPr>
            <p:cNvPr id="1113" name="Google Shape;1113;p66"/>
            <p:cNvSpPr/>
            <p:nvPr/>
          </p:nvSpPr>
          <p:spPr>
            <a:xfrm flipH="1" rot="-5400000">
              <a:off x="501020" y="4221630"/>
              <a:ext cx="528275" cy="556411"/>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4" name="Google Shape;1114;p66"/>
            <p:cNvSpPr/>
            <p:nvPr/>
          </p:nvSpPr>
          <p:spPr>
            <a:xfrm flipH="1" rot="-5400000">
              <a:off x="949101" y="3936649"/>
              <a:ext cx="357750" cy="376796"/>
            </a:xfrm>
            <a:custGeom>
              <a:rect b="b" l="l" r="r" t="t"/>
              <a:pathLst>
                <a:path extrusionOk="0" h="125" w="119">
                  <a:moveTo>
                    <a:pt x="103" y="59"/>
                  </a:moveTo>
                  <a:cubicBezTo>
                    <a:pt x="100" y="61"/>
                    <a:pt x="98" y="62"/>
                    <a:pt x="96" y="63"/>
                  </a:cubicBezTo>
                  <a:cubicBezTo>
                    <a:pt x="98" y="64"/>
                    <a:pt x="100" y="65"/>
                    <a:pt x="103" y="67"/>
                  </a:cubicBezTo>
                  <a:cubicBezTo>
                    <a:pt x="112" y="74"/>
                    <a:pt x="117" y="84"/>
                    <a:pt x="118" y="95"/>
                  </a:cubicBezTo>
                  <a:cubicBezTo>
                    <a:pt x="116" y="96"/>
                    <a:pt x="113" y="96"/>
                    <a:pt x="110" y="98"/>
                  </a:cubicBezTo>
                  <a:cubicBezTo>
                    <a:pt x="110" y="100"/>
                    <a:pt x="110" y="103"/>
                    <a:pt x="110" y="106"/>
                  </a:cubicBezTo>
                  <a:cubicBezTo>
                    <a:pt x="100" y="108"/>
                    <a:pt x="88" y="106"/>
                    <a:pt x="79" y="99"/>
                  </a:cubicBezTo>
                  <a:cubicBezTo>
                    <a:pt x="77" y="98"/>
                    <a:pt x="75" y="96"/>
                    <a:pt x="73" y="94"/>
                  </a:cubicBezTo>
                  <a:cubicBezTo>
                    <a:pt x="73" y="96"/>
                    <a:pt x="72" y="99"/>
                    <a:pt x="71" y="102"/>
                  </a:cubicBezTo>
                  <a:cubicBezTo>
                    <a:pt x="68" y="113"/>
                    <a:pt x="59" y="121"/>
                    <a:pt x="50" y="125"/>
                  </a:cubicBezTo>
                  <a:cubicBezTo>
                    <a:pt x="48" y="123"/>
                    <a:pt x="47" y="120"/>
                    <a:pt x="45" y="118"/>
                  </a:cubicBezTo>
                  <a:cubicBezTo>
                    <a:pt x="42" y="119"/>
                    <a:pt x="39" y="120"/>
                    <a:pt x="37" y="121"/>
                  </a:cubicBezTo>
                  <a:cubicBezTo>
                    <a:pt x="31" y="111"/>
                    <a:pt x="30" y="100"/>
                    <a:pt x="33" y="89"/>
                  </a:cubicBezTo>
                  <a:cubicBezTo>
                    <a:pt x="34" y="86"/>
                    <a:pt x="35" y="84"/>
                    <a:pt x="37" y="82"/>
                  </a:cubicBezTo>
                  <a:cubicBezTo>
                    <a:pt x="34" y="82"/>
                    <a:pt x="31" y="82"/>
                    <a:pt x="29" y="82"/>
                  </a:cubicBezTo>
                  <a:cubicBezTo>
                    <a:pt x="17" y="82"/>
                    <a:pt x="7" y="77"/>
                    <a:pt x="0" y="69"/>
                  </a:cubicBezTo>
                  <a:cubicBezTo>
                    <a:pt x="2" y="67"/>
                    <a:pt x="3" y="65"/>
                    <a:pt x="5" y="62"/>
                  </a:cubicBezTo>
                  <a:cubicBezTo>
                    <a:pt x="3" y="60"/>
                    <a:pt x="2" y="58"/>
                    <a:pt x="0" y="55"/>
                  </a:cubicBezTo>
                  <a:cubicBezTo>
                    <a:pt x="7" y="47"/>
                    <a:pt x="17" y="42"/>
                    <a:pt x="29" y="43"/>
                  </a:cubicBezTo>
                  <a:cubicBezTo>
                    <a:pt x="32" y="43"/>
                    <a:pt x="34" y="43"/>
                    <a:pt x="37" y="43"/>
                  </a:cubicBezTo>
                  <a:cubicBezTo>
                    <a:pt x="36" y="41"/>
                    <a:pt x="35" y="39"/>
                    <a:pt x="34" y="36"/>
                  </a:cubicBezTo>
                  <a:cubicBezTo>
                    <a:pt x="30" y="25"/>
                    <a:pt x="32" y="14"/>
                    <a:pt x="38" y="4"/>
                  </a:cubicBezTo>
                  <a:cubicBezTo>
                    <a:pt x="40" y="5"/>
                    <a:pt x="43" y="6"/>
                    <a:pt x="46" y="7"/>
                  </a:cubicBezTo>
                  <a:cubicBezTo>
                    <a:pt x="47" y="5"/>
                    <a:pt x="49" y="3"/>
                    <a:pt x="51" y="0"/>
                  </a:cubicBezTo>
                  <a:cubicBezTo>
                    <a:pt x="60" y="5"/>
                    <a:pt x="68" y="13"/>
                    <a:pt x="72" y="24"/>
                  </a:cubicBezTo>
                  <a:cubicBezTo>
                    <a:pt x="73" y="27"/>
                    <a:pt x="73" y="29"/>
                    <a:pt x="74" y="32"/>
                  </a:cubicBezTo>
                  <a:cubicBezTo>
                    <a:pt x="75" y="30"/>
                    <a:pt x="77" y="28"/>
                    <a:pt x="79" y="27"/>
                  </a:cubicBezTo>
                  <a:cubicBezTo>
                    <a:pt x="89" y="20"/>
                    <a:pt x="100" y="18"/>
                    <a:pt x="111" y="20"/>
                  </a:cubicBezTo>
                  <a:cubicBezTo>
                    <a:pt x="111" y="23"/>
                    <a:pt x="111" y="26"/>
                    <a:pt x="111" y="29"/>
                  </a:cubicBezTo>
                  <a:cubicBezTo>
                    <a:pt x="113" y="30"/>
                    <a:pt x="116" y="31"/>
                    <a:pt x="119" y="31"/>
                  </a:cubicBezTo>
                  <a:cubicBezTo>
                    <a:pt x="118" y="42"/>
                    <a:pt x="112" y="52"/>
                    <a:pt x="103" y="59"/>
                  </a:cubicBezTo>
                  <a:close/>
                  <a:moveTo>
                    <a:pt x="80" y="57"/>
                  </a:moveTo>
                  <a:cubicBezTo>
                    <a:pt x="77" y="48"/>
                    <a:pt x="67" y="43"/>
                    <a:pt x="58" y="46"/>
                  </a:cubicBezTo>
                  <a:cubicBezTo>
                    <a:pt x="48" y="49"/>
                    <a:pt x="43" y="59"/>
                    <a:pt x="46" y="68"/>
                  </a:cubicBezTo>
                  <a:cubicBezTo>
                    <a:pt x="49" y="77"/>
                    <a:pt x="59" y="83"/>
                    <a:pt x="69" y="80"/>
                  </a:cubicBezTo>
                  <a:cubicBezTo>
                    <a:pt x="78" y="77"/>
                    <a:pt x="83" y="67"/>
                    <a:pt x="80"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aphicFrame>
        <p:nvGraphicFramePr>
          <p:cNvPr id="1115" name="Google Shape;1115;p66"/>
          <p:cNvGraphicFramePr/>
          <p:nvPr/>
        </p:nvGraphicFramePr>
        <p:xfrm>
          <a:off x="4043650" y="415950"/>
          <a:ext cx="3000000" cy="3000000"/>
        </p:xfrm>
        <a:graphic>
          <a:graphicData uri="http://schemas.openxmlformats.org/drawingml/2006/table">
            <a:tbl>
              <a:tblPr>
                <a:noFill/>
                <a:tableStyleId>{914FBC41-F5C6-4B6F-98DE-90C104BD2B92}</a:tableStyleId>
              </a:tblPr>
              <a:tblGrid>
                <a:gridCol w="382850"/>
                <a:gridCol w="382850"/>
                <a:gridCol w="382850"/>
                <a:gridCol w="382850"/>
                <a:gridCol w="382850"/>
                <a:gridCol w="382850"/>
                <a:gridCol w="382850"/>
                <a:gridCol w="382850"/>
                <a:gridCol w="382850"/>
                <a:gridCol w="382850"/>
                <a:gridCol w="382850"/>
                <a:gridCol w="382850"/>
              </a:tblGrid>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2325">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500">
                          <a:latin typeface="Consolas"/>
                          <a:ea typeface="Consolas"/>
                          <a:cs typeface="Consolas"/>
                          <a:sym typeface="Consolas"/>
                        </a:rPr>
                        <a:t>1</a:t>
                      </a:r>
                      <a:endParaRPr b="1" sz="5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116" name="Google Shape;1116;p66"/>
          <p:cNvSpPr txBox="1"/>
          <p:nvPr>
            <p:ph idx="1" type="subTitle"/>
          </p:nvPr>
        </p:nvSpPr>
        <p:spPr>
          <a:xfrm>
            <a:off x="419375" y="1193100"/>
            <a:ext cx="3426900" cy="33003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en" sz="1200">
                <a:latin typeface="Nunito"/>
                <a:ea typeface="Nunito"/>
                <a:cs typeface="Nunito"/>
                <a:sym typeface="Nunito"/>
              </a:rPr>
              <a:t>Cho khách sạn đang có trạng thái như hình bên. 120 ô không có số được xem như “đang trống”.</a:t>
            </a:r>
            <a:endParaRPr sz="1200">
              <a:latin typeface="Nunito"/>
              <a:ea typeface="Nunito"/>
              <a:cs typeface="Nunito"/>
              <a:sym typeface="Nunito"/>
            </a:endParaRPr>
          </a:p>
          <a:p>
            <a:pPr indent="0" lvl="0" marL="0" rtl="0" algn="just">
              <a:lnSpc>
                <a:spcPct val="100000"/>
              </a:lnSpc>
              <a:spcBef>
                <a:spcPts val="1000"/>
              </a:spcBef>
              <a:spcAft>
                <a:spcPts val="0"/>
              </a:spcAft>
              <a:buNone/>
            </a:pPr>
            <a:r>
              <a:rPr lang="en" sz="1200">
                <a:latin typeface="Nunito"/>
                <a:ea typeface="Nunito"/>
                <a:cs typeface="Nunito"/>
                <a:sym typeface="Nunito"/>
              </a:rPr>
              <a:t>Cho danh sách các đoàn như sau với tên người đầu tiên là đoàn trưởng.</a:t>
            </a:r>
            <a:endParaRPr sz="1200">
              <a:latin typeface="Nunito"/>
              <a:ea typeface="Nunito"/>
              <a:cs typeface="Nunito"/>
              <a:sym typeface="Nunito"/>
            </a:endParaRPr>
          </a:p>
          <a:p>
            <a:pPr indent="0" lvl="0" marL="0" rtl="0" algn="just">
              <a:lnSpc>
                <a:spcPct val="100000"/>
              </a:lnSpc>
              <a:spcBef>
                <a:spcPts val="1000"/>
              </a:spcBef>
              <a:spcAft>
                <a:spcPts val="0"/>
              </a:spcAft>
              <a:buNone/>
            </a:pPr>
            <a:r>
              <a:rPr b="1" lang="en" sz="1200">
                <a:latin typeface="Nunito"/>
                <a:ea typeface="Nunito"/>
                <a:cs typeface="Nunito"/>
                <a:sym typeface="Nunito"/>
              </a:rPr>
              <a:t>Đoàn 1</a:t>
            </a:r>
            <a:r>
              <a:rPr lang="en" sz="1200">
                <a:latin typeface="Nunito"/>
                <a:ea typeface="Nunito"/>
                <a:cs typeface="Nunito"/>
                <a:sym typeface="Nunito"/>
              </a:rPr>
              <a:t>: (12) A B S E F J K L S W Q A</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2</a:t>
            </a:r>
            <a:r>
              <a:rPr lang="en" sz="1200">
                <a:latin typeface="Nunito"/>
                <a:ea typeface="Nunito"/>
                <a:cs typeface="Nunito"/>
                <a:sym typeface="Nunito"/>
              </a:rPr>
              <a:t>: (10) T M K L J S A Q C S </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3:</a:t>
            </a:r>
            <a:r>
              <a:rPr lang="en" sz="1200">
                <a:latin typeface="Nunito"/>
                <a:ea typeface="Nunito"/>
                <a:cs typeface="Nunito"/>
                <a:sym typeface="Nunito"/>
              </a:rPr>
              <a:t> (9) H J S S A S M Q D</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4: </a:t>
            </a:r>
            <a:r>
              <a:rPr lang="en" sz="1200">
                <a:latin typeface="Nunito"/>
                <a:ea typeface="Nunito"/>
                <a:cs typeface="Nunito"/>
                <a:sym typeface="Nunito"/>
              </a:rPr>
              <a:t>(13) S A Q D A S S A Q D S Q A</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5: </a:t>
            </a:r>
            <a:r>
              <a:rPr lang="en" sz="1200">
                <a:latin typeface="Nunito"/>
                <a:ea typeface="Nunito"/>
                <a:cs typeface="Nunito"/>
                <a:sym typeface="Nunito"/>
              </a:rPr>
              <a:t>(15) Q S A Q E D F S S A S X V B F </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6: </a:t>
            </a:r>
            <a:r>
              <a:rPr lang="en" sz="1200">
                <a:latin typeface="Nunito"/>
                <a:ea typeface="Nunito"/>
                <a:cs typeface="Nunito"/>
                <a:sym typeface="Nunito"/>
              </a:rPr>
              <a:t>(14) H A V A N T H A O T T H U S</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7: </a:t>
            </a:r>
            <a:r>
              <a:rPr lang="en" sz="1200">
                <a:latin typeface="Nunito"/>
                <a:ea typeface="Nunito"/>
                <a:cs typeface="Nunito"/>
                <a:sym typeface="Nunito"/>
              </a:rPr>
              <a:t>(12) P H L A M D S A T T H U</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8: </a:t>
            </a:r>
            <a:r>
              <a:rPr lang="en" sz="1200">
                <a:latin typeface="Nunito"/>
                <a:ea typeface="Nunito"/>
                <a:cs typeface="Nunito"/>
                <a:sym typeface="Nunito"/>
              </a:rPr>
              <a:t>(15) </a:t>
            </a:r>
            <a:r>
              <a:rPr lang="en" sz="1200">
                <a:latin typeface="Nunito"/>
                <a:ea typeface="Nunito"/>
                <a:cs typeface="Nunito"/>
                <a:sym typeface="Nunito"/>
              </a:rPr>
              <a:t>P P N H U N G S V E L E V E N</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9: </a:t>
            </a:r>
            <a:r>
              <a:rPr lang="en" sz="1200">
                <a:latin typeface="Nunito"/>
                <a:ea typeface="Nunito"/>
                <a:cs typeface="Nunito"/>
                <a:sym typeface="Nunito"/>
              </a:rPr>
              <a:t>(10) L P T R U O N G D S </a:t>
            </a:r>
            <a:endParaRPr sz="1200">
              <a:latin typeface="Nunito"/>
              <a:ea typeface="Nunito"/>
              <a:cs typeface="Nunito"/>
              <a:sym typeface="Nunito"/>
            </a:endParaRPr>
          </a:p>
          <a:p>
            <a:pPr indent="0" lvl="0" marL="0" rtl="0" algn="just">
              <a:lnSpc>
                <a:spcPct val="100000"/>
              </a:lnSpc>
              <a:spcBef>
                <a:spcPts val="0"/>
              </a:spcBef>
              <a:spcAft>
                <a:spcPts val="0"/>
              </a:spcAft>
              <a:buNone/>
            </a:pPr>
            <a:r>
              <a:rPr b="1" lang="en" sz="1200">
                <a:latin typeface="Nunito"/>
                <a:ea typeface="Nunito"/>
                <a:cs typeface="Nunito"/>
                <a:sym typeface="Nunito"/>
              </a:rPr>
              <a:t>Đoàn 10</a:t>
            </a:r>
            <a:r>
              <a:rPr lang="en" sz="1200">
                <a:latin typeface="Nunito"/>
                <a:ea typeface="Nunito"/>
                <a:cs typeface="Nunito"/>
                <a:sym typeface="Nunito"/>
              </a:rPr>
              <a:t>: (10) C H G I A O K D L H</a:t>
            </a:r>
            <a:endParaRPr sz="1200">
              <a:latin typeface="Nunito"/>
              <a:ea typeface="Nunito"/>
              <a:cs typeface="Nunito"/>
              <a:sym typeface="Nunito"/>
            </a:endParaRPr>
          </a:p>
          <a:p>
            <a:pPr indent="0" lvl="0" marL="0" rtl="0" algn="just">
              <a:lnSpc>
                <a:spcPct val="100000"/>
              </a:lnSpc>
              <a:spcBef>
                <a:spcPts val="0"/>
              </a:spcBef>
              <a:spcAft>
                <a:spcPts val="0"/>
              </a:spcAft>
              <a:buNone/>
            </a:pPr>
            <a:r>
              <a:t/>
            </a:r>
            <a:endParaRPr sz="1200">
              <a:latin typeface="Nunito"/>
              <a:ea typeface="Nunito"/>
              <a:cs typeface="Nunito"/>
              <a:sym typeface="Nunito"/>
            </a:endParaRPr>
          </a:p>
          <a:p>
            <a:pPr indent="0" lvl="0" marL="0" rtl="0" algn="just">
              <a:lnSpc>
                <a:spcPct val="100000"/>
              </a:lnSpc>
              <a:spcBef>
                <a:spcPts val="1000"/>
              </a:spcBef>
              <a:spcAft>
                <a:spcPts val="1000"/>
              </a:spcAft>
              <a:buNone/>
            </a:pPr>
            <a:r>
              <a:rPr lang="en" sz="1200">
                <a:latin typeface="Nunito"/>
                <a:ea typeface="Nunito"/>
                <a:cs typeface="Nunito"/>
                <a:sym typeface="Nunito"/>
              </a:rPr>
              <a:t>Các thông tin còn lại SV mô phỏng cho bài làm của mình theo yêu cầu.</a:t>
            </a:r>
            <a:endParaRPr sz="1200">
              <a:latin typeface="Nunito"/>
              <a:ea typeface="Nunito"/>
              <a:cs typeface="Nunito"/>
              <a:sym typeface="Nunito"/>
            </a:endParaRPr>
          </a:p>
        </p:txBody>
      </p:sp>
      <p:sp>
        <p:nvSpPr>
          <p:cNvPr id="1117" name="Google Shape;1117;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inese Spring Festival by Slidesgo">
  <a:themeElements>
    <a:clrScheme name="Simple Light">
      <a:dk1>
        <a:srgbClr val="881623"/>
      </a:dk1>
      <a:lt1>
        <a:srgbClr val="F4C396"/>
      </a:lt1>
      <a:dk2>
        <a:srgbClr val="FFDEC0"/>
      </a:dk2>
      <a:lt2>
        <a:srgbClr val="690F19"/>
      </a:lt2>
      <a:accent1>
        <a:srgbClr val="FFFFFF"/>
      </a:accent1>
      <a:accent2>
        <a:srgbClr val="FFFFFF"/>
      </a:accent2>
      <a:accent3>
        <a:srgbClr val="FFFFFF"/>
      </a:accent3>
      <a:accent4>
        <a:srgbClr val="FFFFFF"/>
      </a:accent4>
      <a:accent5>
        <a:srgbClr val="FFFFFF"/>
      </a:accent5>
      <a:accent6>
        <a:srgbClr val="FFFFFF"/>
      </a:accent6>
      <a:hlink>
        <a:srgbClr val="88162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