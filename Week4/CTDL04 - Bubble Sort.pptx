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Ubuntu"/>
      <p:regular r:id="rId16"/>
      <p:bold r:id="rId17"/>
      <p:italic r:id="rId18"/>
      <p:boldItalic r:id="rId19"/>
    </p:embeddedFont>
    <p:embeddedFont>
      <p:font typeface="Manrope Light"/>
      <p:regular r:id="rId20"/>
      <p:bold r:id="rId21"/>
    </p:embeddedFont>
    <p:embeddedFont>
      <p:font typeface="Bangers"/>
      <p:regular r:id="rId22"/>
    </p:embeddedFont>
    <p:embeddedFont>
      <p:font typeface="League Spartan"/>
      <p:regular r:id="rId23"/>
      <p:bold r:id="rId24"/>
    </p:embeddedFont>
    <p:embeddedFont>
      <p:font typeface="Proxima Nova"/>
      <p:regular r:id="rId25"/>
      <p:bold r:id="rId26"/>
      <p:italic r:id="rId27"/>
      <p:boldItalic r:id="rId28"/>
    </p:embeddedFont>
    <p:embeddedFont>
      <p:font typeface="Montserrat"/>
      <p:regular r:id="rId29"/>
      <p:bold r:id="rId30"/>
      <p:italic r:id="rId31"/>
      <p:boldItalic r:id="rId32"/>
    </p:embeddedFont>
    <p:embeddedFont>
      <p:font typeface="Manrope"/>
      <p:regular r:id="rId33"/>
      <p:bold r:id="rId34"/>
    </p:embeddedFont>
    <p:embeddedFont>
      <p:font typeface="Manrope ExtraLight"/>
      <p:regular r:id="rId35"/>
      <p:bold r:id="rId36"/>
    </p:embeddedFont>
    <p:embeddedFont>
      <p:font typeface="Actor"/>
      <p:regular r:id="rId37"/>
    </p:embeddedFont>
    <p:embeddedFont>
      <p:font typeface="Merriweather Black"/>
      <p:bold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7B9132-2666-4BB6-9630-EA7EDC9FD5C9}">
  <a:tblStyle styleId="{A87B9132-2666-4BB6-9630-EA7EDC9FD5C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ManropeLight-regular.fntdata"/><Relationship Id="rId22" Type="http://schemas.openxmlformats.org/officeDocument/2006/relationships/font" Target="fonts/Bangers-regular.fntdata"/><Relationship Id="rId21" Type="http://schemas.openxmlformats.org/officeDocument/2006/relationships/font" Target="fonts/ManropeLight-bold.fntdata"/><Relationship Id="rId24" Type="http://schemas.openxmlformats.org/officeDocument/2006/relationships/font" Target="fonts/LeagueSpartan-bold.fntdata"/><Relationship Id="rId23" Type="http://schemas.openxmlformats.org/officeDocument/2006/relationships/font" Target="fonts/LeagueSpartan-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Manrope-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ManropeExtraLight-regular.fntdata"/><Relationship Id="rId12" Type="http://schemas.openxmlformats.org/officeDocument/2006/relationships/slide" Target="slides/slide7.xml"/><Relationship Id="rId34" Type="http://schemas.openxmlformats.org/officeDocument/2006/relationships/font" Target="fonts/Manrope-bold.fntdata"/><Relationship Id="rId15" Type="http://schemas.openxmlformats.org/officeDocument/2006/relationships/slide" Target="slides/slide10.xml"/><Relationship Id="rId37" Type="http://schemas.openxmlformats.org/officeDocument/2006/relationships/font" Target="fonts/Actor-regular.fntdata"/><Relationship Id="rId14" Type="http://schemas.openxmlformats.org/officeDocument/2006/relationships/slide" Target="slides/slide9.xml"/><Relationship Id="rId36" Type="http://schemas.openxmlformats.org/officeDocument/2006/relationships/font" Target="fonts/ManropeExtraLight-bold.fntdata"/><Relationship Id="rId17" Type="http://schemas.openxmlformats.org/officeDocument/2006/relationships/font" Target="fonts/Ubuntu-bold.fntdata"/><Relationship Id="rId39" Type="http://schemas.openxmlformats.org/officeDocument/2006/relationships/font" Target="fonts/MerriweatherBlack-boldItalic.fntdata"/><Relationship Id="rId16" Type="http://schemas.openxmlformats.org/officeDocument/2006/relationships/font" Target="fonts/Ubuntu-regular.fntdata"/><Relationship Id="rId38" Type="http://schemas.openxmlformats.org/officeDocument/2006/relationships/font" Target="fonts/MerriweatherBlack-bold.fntdata"/><Relationship Id="rId19" Type="http://schemas.openxmlformats.org/officeDocument/2006/relationships/font" Target="fonts/Ubuntu-boldItalic.fntdata"/><Relationship Id="rId18" Type="http://schemas.openxmlformats.org/officeDocument/2006/relationships/font" Target="fonts/Ubuntu-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142b17693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3" name="Google Shape;1083;g142b17693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142b7e87c59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142b7e87c59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142b7e87c59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142b7e87c59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142b7e87c59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142b7e87c59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29a351b76f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29a351b76f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29a351b76f7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29a351b76f7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29a351b76f7_2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29a351b76f7_2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29a351b76f7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29a351b76f7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29a351b76f7_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29a351b76f7_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9a351b76f7_2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9a351b76f7_2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5506136" y="-603365"/>
            <a:ext cx="3034503" cy="4241226"/>
          </a:xfrm>
          <a:custGeom>
            <a:rect b="b" l="l" r="r" t="t"/>
            <a:pathLst>
              <a:path extrusionOk="0" h="120575" w="209240">
                <a:moveTo>
                  <a:pt x="0" y="120446"/>
                </a:moveTo>
                <a:lnTo>
                  <a:pt x="209240" y="0"/>
                </a:lnTo>
                <a:lnTo>
                  <a:pt x="209240" y="70819"/>
                </a:lnTo>
                <a:lnTo>
                  <a:pt x="90481" y="120575"/>
                </a:lnTo>
                <a:close/>
              </a:path>
            </a:pathLst>
          </a:custGeom>
          <a:solidFill>
            <a:schemeClr val="accent2"/>
          </a:solidFill>
          <a:ln>
            <a:noFill/>
          </a:ln>
        </p:spPr>
      </p:sp>
      <p:sp>
        <p:nvSpPr>
          <p:cNvPr id="11" name="Google Shape;11;p2"/>
          <p:cNvSpPr/>
          <p:nvPr/>
        </p:nvSpPr>
        <p:spPr>
          <a:xfrm flipH="1">
            <a:off x="8104197" y="2220950"/>
            <a:ext cx="1039200" cy="2925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8377132"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accent2"/>
            </a:solidFill>
            <a:prstDash val="solid"/>
            <a:round/>
            <a:headEnd len="med" w="med" type="none"/>
            <a:tailEnd len="med" w="med" type="none"/>
          </a:ln>
        </p:spPr>
      </p:sp>
      <p:sp>
        <p:nvSpPr>
          <p:cNvPr id="13" name="Google Shape;13;p2"/>
          <p:cNvSpPr txBox="1"/>
          <p:nvPr>
            <p:ph type="ctrTitle"/>
          </p:nvPr>
        </p:nvSpPr>
        <p:spPr>
          <a:xfrm>
            <a:off x="2425800" y="1469950"/>
            <a:ext cx="5307600" cy="232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5200"/>
              <a:buNone/>
              <a:defRPr b="0"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 name="Google Shape;14;p2"/>
          <p:cNvSpPr txBox="1"/>
          <p:nvPr>
            <p:ph idx="1" type="subTitle"/>
          </p:nvPr>
        </p:nvSpPr>
        <p:spPr>
          <a:xfrm>
            <a:off x="2432400" y="3902750"/>
            <a:ext cx="5294400" cy="410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5" name="Google Shape;15;p2"/>
          <p:cNvGrpSpPr/>
          <p:nvPr/>
        </p:nvGrpSpPr>
        <p:grpSpPr>
          <a:xfrm flipH="1">
            <a:off x="-36462" y="-9725"/>
            <a:ext cx="2818263" cy="5173792"/>
            <a:chOff x="3109008" y="202775"/>
            <a:chExt cx="2818263" cy="5173792"/>
          </a:xfrm>
        </p:grpSpPr>
        <p:sp>
          <p:nvSpPr>
            <p:cNvPr id="16" name="Google Shape;16;p2"/>
            <p:cNvSpPr/>
            <p:nvPr/>
          </p:nvSpPr>
          <p:spPr>
            <a:xfrm>
              <a:off x="3109008" y="202775"/>
              <a:ext cx="2812397" cy="5173792"/>
            </a:xfrm>
            <a:custGeom>
              <a:rect b="b" l="l" r="r" t="t"/>
              <a:pathLst>
                <a:path extrusionOk="0" h="206518" w="139625">
                  <a:moveTo>
                    <a:pt x="0" y="0"/>
                  </a:moveTo>
                  <a:lnTo>
                    <a:pt x="139625" y="389"/>
                  </a:lnTo>
                  <a:lnTo>
                    <a:pt x="139236" y="206518"/>
                  </a:lnTo>
                  <a:lnTo>
                    <a:pt x="71546" y="205778"/>
                  </a:lnTo>
                  <a:close/>
                </a:path>
              </a:pathLst>
            </a:custGeom>
            <a:solidFill>
              <a:schemeClr val="accent5"/>
            </a:solidFill>
            <a:ln>
              <a:noFill/>
            </a:ln>
          </p:spPr>
        </p:sp>
        <p:grpSp>
          <p:nvGrpSpPr>
            <p:cNvPr id="17" name="Google Shape;17;p2"/>
            <p:cNvGrpSpPr/>
            <p:nvPr/>
          </p:nvGrpSpPr>
          <p:grpSpPr>
            <a:xfrm>
              <a:off x="3155225" y="202775"/>
              <a:ext cx="2772045" cy="5143502"/>
              <a:chOff x="6409225" y="0"/>
              <a:chExt cx="2772045" cy="5143502"/>
            </a:xfrm>
          </p:grpSpPr>
          <p:cxnSp>
            <p:nvCxnSpPr>
              <p:cNvPr id="18" name="Google Shape;18;p2"/>
              <p:cNvCxnSpPr/>
              <p:nvPr/>
            </p:nvCxnSpPr>
            <p:spPr>
              <a:xfrm>
                <a:off x="6718570" y="1209275"/>
                <a:ext cx="2462700" cy="0"/>
              </a:xfrm>
              <a:prstGeom prst="straightConnector1">
                <a:avLst/>
              </a:prstGeom>
              <a:noFill/>
              <a:ln cap="rnd" cmpd="sng" w="19050">
                <a:solidFill>
                  <a:schemeClr val="lt2"/>
                </a:solidFill>
                <a:prstDash val="solid"/>
                <a:round/>
                <a:headEnd len="med" w="med" type="none"/>
                <a:tailEnd len="med" w="med" type="none"/>
              </a:ln>
            </p:spPr>
          </p:cxnSp>
          <p:cxnSp>
            <p:nvCxnSpPr>
              <p:cNvPr id="19" name="Google Shape;19;p2"/>
              <p:cNvCxnSpPr/>
              <p:nvPr/>
            </p:nvCxnSpPr>
            <p:spPr>
              <a:xfrm>
                <a:off x="6871289" y="1754250"/>
                <a:ext cx="2307900" cy="0"/>
              </a:xfrm>
              <a:prstGeom prst="straightConnector1">
                <a:avLst/>
              </a:prstGeom>
              <a:noFill/>
              <a:ln cap="rnd" cmpd="sng" w="19050">
                <a:solidFill>
                  <a:schemeClr val="lt2"/>
                </a:solidFill>
                <a:prstDash val="solid"/>
                <a:round/>
                <a:headEnd len="med" w="med" type="none"/>
                <a:tailEnd len="med" w="med" type="none"/>
              </a:ln>
            </p:spPr>
          </p:cxnSp>
          <p:cxnSp>
            <p:nvCxnSpPr>
              <p:cNvPr id="20" name="Google Shape;20;p2"/>
              <p:cNvCxnSpPr/>
              <p:nvPr/>
            </p:nvCxnSpPr>
            <p:spPr>
              <a:xfrm>
                <a:off x="7024008" y="2299225"/>
                <a:ext cx="2155200" cy="0"/>
              </a:xfrm>
              <a:prstGeom prst="straightConnector1">
                <a:avLst/>
              </a:prstGeom>
              <a:noFill/>
              <a:ln cap="rnd" cmpd="sng" w="19050">
                <a:solidFill>
                  <a:schemeClr val="lt2"/>
                </a:solidFill>
                <a:prstDash val="solid"/>
                <a:round/>
                <a:headEnd len="med" w="med" type="none"/>
                <a:tailEnd len="med" w="med" type="none"/>
              </a:ln>
            </p:spPr>
          </p:cxnSp>
          <p:cxnSp>
            <p:nvCxnSpPr>
              <p:cNvPr id="21" name="Google Shape;21;p2"/>
              <p:cNvCxnSpPr/>
              <p:nvPr/>
            </p:nvCxnSpPr>
            <p:spPr>
              <a:xfrm>
                <a:off x="7176726" y="2844200"/>
                <a:ext cx="2002800" cy="0"/>
              </a:xfrm>
              <a:prstGeom prst="straightConnector1">
                <a:avLst/>
              </a:prstGeom>
              <a:noFill/>
              <a:ln cap="rnd" cmpd="sng" w="19050">
                <a:solidFill>
                  <a:schemeClr val="lt2"/>
                </a:solidFill>
                <a:prstDash val="solid"/>
                <a:round/>
                <a:headEnd len="med" w="med" type="none"/>
                <a:tailEnd len="med" w="med" type="none"/>
              </a:ln>
            </p:spPr>
          </p:cxnSp>
          <p:cxnSp>
            <p:nvCxnSpPr>
              <p:cNvPr id="22" name="Google Shape;22;p2"/>
              <p:cNvCxnSpPr/>
              <p:nvPr/>
            </p:nvCxnSpPr>
            <p:spPr>
              <a:xfrm>
                <a:off x="7329447" y="3389150"/>
                <a:ext cx="1850100" cy="0"/>
              </a:xfrm>
              <a:prstGeom prst="straightConnector1">
                <a:avLst/>
              </a:prstGeom>
              <a:noFill/>
              <a:ln cap="rnd" cmpd="sng" w="19050">
                <a:solidFill>
                  <a:schemeClr val="lt2"/>
                </a:solidFill>
                <a:prstDash val="solid"/>
                <a:round/>
                <a:headEnd len="med" w="med" type="none"/>
                <a:tailEnd len="med" w="med" type="none"/>
              </a:ln>
            </p:spPr>
          </p:cxnSp>
          <p:cxnSp>
            <p:nvCxnSpPr>
              <p:cNvPr id="23" name="Google Shape;23;p2"/>
              <p:cNvCxnSpPr/>
              <p:nvPr/>
            </p:nvCxnSpPr>
            <p:spPr>
              <a:xfrm>
                <a:off x="7482163" y="3934125"/>
                <a:ext cx="1697100" cy="0"/>
              </a:xfrm>
              <a:prstGeom prst="straightConnector1">
                <a:avLst/>
              </a:prstGeom>
              <a:noFill/>
              <a:ln cap="rnd" cmpd="sng" w="19050">
                <a:solidFill>
                  <a:schemeClr val="lt2"/>
                </a:solidFill>
                <a:prstDash val="solid"/>
                <a:round/>
                <a:headEnd len="med" w="med" type="none"/>
                <a:tailEnd len="med" w="med" type="none"/>
              </a:ln>
            </p:spPr>
          </p:cxnSp>
          <p:cxnSp>
            <p:nvCxnSpPr>
              <p:cNvPr id="24" name="Google Shape;24;p2"/>
              <p:cNvCxnSpPr/>
              <p:nvPr/>
            </p:nvCxnSpPr>
            <p:spPr>
              <a:xfrm>
                <a:off x="7636859" y="4479100"/>
                <a:ext cx="1542900" cy="0"/>
              </a:xfrm>
              <a:prstGeom prst="straightConnector1">
                <a:avLst/>
              </a:prstGeom>
              <a:noFill/>
              <a:ln cap="rnd" cmpd="sng" w="19050">
                <a:solidFill>
                  <a:schemeClr val="lt2"/>
                </a:solidFill>
                <a:prstDash val="solid"/>
                <a:round/>
                <a:headEnd len="med" w="med" type="none"/>
                <a:tailEnd len="med" w="med" type="none"/>
              </a:ln>
            </p:spPr>
          </p:cxnSp>
          <p:cxnSp>
            <p:nvCxnSpPr>
              <p:cNvPr id="25" name="Google Shape;25;p2"/>
              <p:cNvCxnSpPr/>
              <p:nvPr/>
            </p:nvCxnSpPr>
            <p:spPr>
              <a:xfrm>
                <a:off x="7787800" y="5024075"/>
                <a:ext cx="1391400" cy="0"/>
              </a:xfrm>
              <a:prstGeom prst="straightConnector1">
                <a:avLst/>
              </a:prstGeom>
              <a:noFill/>
              <a:ln cap="rnd" cmpd="sng" w="19050">
                <a:solidFill>
                  <a:schemeClr val="lt2"/>
                </a:solidFill>
                <a:prstDash val="solid"/>
                <a:round/>
                <a:headEnd len="med" w="med" type="none"/>
                <a:tailEnd len="med" w="med" type="none"/>
              </a:ln>
            </p:spPr>
          </p:cxnSp>
          <p:cxnSp>
            <p:nvCxnSpPr>
              <p:cNvPr id="26" name="Google Shape;26;p2"/>
              <p:cNvCxnSpPr/>
              <p:nvPr/>
            </p:nvCxnSpPr>
            <p:spPr>
              <a:xfrm>
                <a:off x="6566925" y="664300"/>
                <a:ext cx="2614200" cy="0"/>
              </a:xfrm>
              <a:prstGeom prst="straightConnector1">
                <a:avLst/>
              </a:prstGeom>
              <a:noFill/>
              <a:ln cap="rnd" cmpd="sng" w="19050">
                <a:solidFill>
                  <a:schemeClr val="lt2"/>
                </a:solidFill>
                <a:prstDash val="solid"/>
                <a:round/>
                <a:headEnd len="med" w="med" type="none"/>
                <a:tailEnd len="med" w="med" type="none"/>
              </a:ln>
            </p:spPr>
          </p:cxnSp>
          <p:cxnSp>
            <p:nvCxnSpPr>
              <p:cNvPr id="27" name="Google Shape;27;p2"/>
              <p:cNvCxnSpPr/>
              <p:nvPr/>
            </p:nvCxnSpPr>
            <p:spPr>
              <a:xfrm>
                <a:off x="6409225" y="119325"/>
                <a:ext cx="2770500" cy="0"/>
              </a:xfrm>
              <a:prstGeom prst="straightConnector1">
                <a:avLst/>
              </a:prstGeom>
              <a:noFill/>
              <a:ln cap="rnd" cmpd="sng" w="19050">
                <a:solidFill>
                  <a:schemeClr val="lt2"/>
                </a:solidFill>
                <a:prstDash val="solid"/>
                <a:round/>
                <a:headEnd len="med" w="med" type="none"/>
                <a:tailEnd len="med" w="med" type="none"/>
              </a:ln>
            </p:spPr>
          </p:cxnSp>
          <p:cxnSp>
            <p:nvCxnSpPr>
              <p:cNvPr id="28" name="Google Shape;28;p2"/>
              <p:cNvCxnSpPr/>
              <p:nvPr/>
            </p:nvCxnSpPr>
            <p:spPr>
              <a:xfrm rot="5400000">
                <a:off x="5342616"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29" name="Google Shape;29;p2"/>
              <p:cNvCxnSpPr/>
              <p:nvPr/>
            </p:nvCxnSpPr>
            <p:spPr>
              <a:xfrm>
                <a:off x="7369400" y="0"/>
                <a:ext cx="0" cy="3592500"/>
              </a:xfrm>
              <a:prstGeom prst="straightConnector1">
                <a:avLst/>
              </a:prstGeom>
              <a:noFill/>
              <a:ln cap="rnd" cmpd="sng" w="19050">
                <a:solidFill>
                  <a:schemeClr val="lt2"/>
                </a:solidFill>
                <a:prstDash val="solid"/>
                <a:round/>
                <a:headEnd len="med" w="med" type="none"/>
                <a:tailEnd len="med" w="med" type="none"/>
              </a:ln>
            </p:spPr>
          </p:cxnSp>
          <p:cxnSp>
            <p:nvCxnSpPr>
              <p:cNvPr id="30" name="Google Shape;30;p2"/>
              <p:cNvCxnSpPr/>
              <p:nvPr/>
            </p:nvCxnSpPr>
            <p:spPr>
              <a:xfrm>
                <a:off x="6824425" y="0"/>
                <a:ext cx="0" cy="1628400"/>
              </a:xfrm>
              <a:prstGeom prst="straightConnector1">
                <a:avLst/>
              </a:prstGeom>
              <a:noFill/>
              <a:ln cap="rnd" cmpd="sng" w="19050">
                <a:solidFill>
                  <a:schemeClr val="lt2"/>
                </a:solidFill>
                <a:prstDash val="solid"/>
                <a:round/>
                <a:headEnd len="med" w="med" type="none"/>
                <a:tailEnd len="med" w="med" type="none"/>
              </a:ln>
            </p:spPr>
          </p:cxnSp>
          <p:cxnSp>
            <p:nvCxnSpPr>
              <p:cNvPr id="31" name="Google Shape;31;p2"/>
              <p:cNvCxnSpPr/>
              <p:nvPr/>
            </p:nvCxnSpPr>
            <p:spPr>
              <a:xfrm rot="5400000">
                <a:off x="5887589"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32" name="Google Shape;32;p2"/>
              <p:cNvCxnSpPr/>
              <p:nvPr/>
            </p:nvCxnSpPr>
            <p:spPr>
              <a:xfrm rot="5400000">
                <a:off x="6432562" y="2571752"/>
                <a:ext cx="5143500" cy="0"/>
              </a:xfrm>
              <a:prstGeom prst="straightConnector1">
                <a:avLst/>
              </a:prstGeom>
              <a:noFill/>
              <a:ln cap="rnd" cmpd="sng" w="19050">
                <a:solidFill>
                  <a:schemeClr val="lt2"/>
                </a:solidFill>
                <a:prstDash val="solid"/>
                <a:round/>
                <a:headEnd len="med" w="med" type="none"/>
                <a:tailEnd len="med" w="med"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3"/>
          <p:cNvSpPr txBox="1"/>
          <p:nvPr>
            <p:ph hasCustomPrompt="1" type="title"/>
          </p:nvPr>
        </p:nvSpPr>
        <p:spPr>
          <a:xfrm>
            <a:off x="1080149" y="1481968"/>
            <a:ext cx="1074000" cy="705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8000"/>
              <a:buNone/>
              <a:defRPr b="0" sz="55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35" name="Google Shape;35;p3"/>
          <p:cNvSpPr txBox="1"/>
          <p:nvPr>
            <p:ph idx="2" type="title"/>
          </p:nvPr>
        </p:nvSpPr>
        <p:spPr>
          <a:xfrm>
            <a:off x="1080149" y="2474275"/>
            <a:ext cx="3469800" cy="705000"/>
          </a:xfrm>
          <a:prstGeom prst="rect">
            <a:avLst/>
          </a:prstGeom>
          <a:noFill/>
        </p:spPr>
        <p:txBody>
          <a:bodyPr anchorCtr="0" anchor="b" bIns="91425" lIns="91425" spcFirstLastPara="1" rIns="91425" wrap="square" tIns="91425">
            <a:noAutofit/>
          </a:bodyPr>
          <a:lstStyle>
            <a:lvl1pPr lvl="0" algn="l">
              <a:spcBef>
                <a:spcPts val="0"/>
              </a:spcBef>
              <a:spcAft>
                <a:spcPts val="0"/>
              </a:spcAft>
              <a:buSzPts val="3600"/>
              <a:buNone/>
              <a:defRPr b="0" sz="4000"/>
            </a:lvl1pPr>
            <a:lvl2pPr lvl="1" algn="ctr">
              <a:spcBef>
                <a:spcPts val="0"/>
              </a:spcBef>
              <a:spcAft>
                <a:spcPts val="0"/>
              </a:spcAft>
              <a:buSzPts val="3600"/>
              <a:buNone/>
              <a:defRPr sz="3600">
                <a:highlight>
                  <a:schemeClr val="dk2"/>
                </a:highlight>
              </a:defRPr>
            </a:lvl2pPr>
            <a:lvl3pPr lvl="2" algn="ctr">
              <a:spcBef>
                <a:spcPts val="0"/>
              </a:spcBef>
              <a:spcAft>
                <a:spcPts val="0"/>
              </a:spcAft>
              <a:buSzPts val="3600"/>
              <a:buNone/>
              <a:defRPr sz="3600">
                <a:highlight>
                  <a:schemeClr val="dk2"/>
                </a:highlight>
              </a:defRPr>
            </a:lvl3pPr>
            <a:lvl4pPr lvl="3" algn="ctr">
              <a:spcBef>
                <a:spcPts val="0"/>
              </a:spcBef>
              <a:spcAft>
                <a:spcPts val="0"/>
              </a:spcAft>
              <a:buSzPts val="3600"/>
              <a:buNone/>
              <a:defRPr sz="3600">
                <a:highlight>
                  <a:schemeClr val="dk2"/>
                </a:highlight>
              </a:defRPr>
            </a:lvl4pPr>
            <a:lvl5pPr lvl="4" algn="ctr">
              <a:spcBef>
                <a:spcPts val="0"/>
              </a:spcBef>
              <a:spcAft>
                <a:spcPts val="0"/>
              </a:spcAft>
              <a:buSzPts val="3600"/>
              <a:buNone/>
              <a:defRPr sz="3600">
                <a:highlight>
                  <a:schemeClr val="dk2"/>
                </a:highlight>
              </a:defRPr>
            </a:lvl5pPr>
            <a:lvl6pPr lvl="5" algn="ctr">
              <a:spcBef>
                <a:spcPts val="0"/>
              </a:spcBef>
              <a:spcAft>
                <a:spcPts val="0"/>
              </a:spcAft>
              <a:buSzPts val="3600"/>
              <a:buNone/>
              <a:defRPr sz="3600">
                <a:highlight>
                  <a:schemeClr val="dk2"/>
                </a:highlight>
              </a:defRPr>
            </a:lvl6pPr>
            <a:lvl7pPr lvl="6" algn="ctr">
              <a:spcBef>
                <a:spcPts val="0"/>
              </a:spcBef>
              <a:spcAft>
                <a:spcPts val="0"/>
              </a:spcAft>
              <a:buSzPts val="3600"/>
              <a:buNone/>
              <a:defRPr sz="3600">
                <a:highlight>
                  <a:schemeClr val="dk2"/>
                </a:highlight>
              </a:defRPr>
            </a:lvl7pPr>
            <a:lvl8pPr lvl="7" algn="ctr">
              <a:spcBef>
                <a:spcPts val="0"/>
              </a:spcBef>
              <a:spcAft>
                <a:spcPts val="0"/>
              </a:spcAft>
              <a:buSzPts val="3600"/>
              <a:buNone/>
              <a:defRPr sz="3600">
                <a:highlight>
                  <a:schemeClr val="dk2"/>
                </a:highlight>
              </a:defRPr>
            </a:lvl8pPr>
            <a:lvl9pPr lvl="8" algn="ctr">
              <a:spcBef>
                <a:spcPts val="0"/>
              </a:spcBef>
              <a:spcAft>
                <a:spcPts val="0"/>
              </a:spcAft>
              <a:buSzPts val="3600"/>
              <a:buNone/>
              <a:defRPr sz="3600">
                <a:highlight>
                  <a:schemeClr val="dk2"/>
                </a:highlight>
              </a:defRPr>
            </a:lvl9pPr>
          </a:lstStyle>
          <a:p/>
        </p:txBody>
      </p:sp>
      <p:sp>
        <p:nvSpPr>
          <p:cNvPr id="36" name="Google Shape;36;p3"/>
          <p:cNvSpPr txBox="1"/>
          <p:nvPr>
            <p:ph idx="3" type="title"/>
          </p:nvPr>
        </p:nvSpPr>
        <p:spPr>
          <a:xfrm>
            <a:off x="1080125" y="3179300"/>
            <a:ext cx="3469800" cy="6279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600"/>
              <a:buFont typeface="Ubuntu"/>
              <a:buNone/>
              <a:defRPr b="0" sz="1800">
                <a:latin typeface="Actor"/>
                <a:ea typeface="Actor"/>
                <a:cs typeface="Actor"/>
                <a:sym typeface="Actor"/>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7" name="Google Shape;37;p3"/>
          <p:cNvSpPr/>
          <p:nvPr/>
        </p:nvSpPr>
        <p:spPr>
          <a:xfrm>
            <a:off x="0" y="4597925"/>
            <a:ext cx="2045028" cy="545580"/>
          </a:xfrm>
          <a:custGeom>
            <a:rect b="b" l="l" r="r" t="t"/>
            <a:pathLst>
              <a:path extrusionOk="0" h="13028" w="76364">
                <a:moveTo>
                  <a:pt x="25854" y="0"/>
                </a:moveTo>
                <a:cubicBezTo>
                  <a:pt x="25344" y="0"/>
                  <a:pt x="0" y="13027"/>
                  <a:pt x="0" y="13027"/>
                </a:cubicBezTo>
                <a:lnTo>
                  <a:pt x="76363" y="13027"/>
                </a:lnTo>
                <a:lnTo>
                  <a:pt x="25859" y="1"/>
                </a:lnTo>
                <a:cubicBezTo>
                  <a:pt x="25858" y="0"/>
                  <a:pt x="25856" y="0"/>
                  <a:pt x="25854" y="0"/>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 name="Google Shape;38;p3"/>
          <p:cNvGrpSpPr/>
          <p:nvPr/>
        </p:nvGrpSpPr>
        <p:grpSpPr>
          <a:xfrm>
            <a:off x="220848" y="179704"/>
            <a:ext cx="1116550" cy="1100338"/>
            <a:chOff x="5541075" y="3903350"/>
            <a:chExt cx="823050" cy="811100"/>
          </a:xfrm>
        </p:grpSpPr>
        <p:sp>
          <p:nvSpPr>
            <p:cNvPr id="39" name="Google Shape;39;p3"/>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 name="Google Shape;48;p3"/>
          <p:cNvGrpSpPr/>
          <p:nvPr/>
        </p:nvGrpSpPr>
        <p:grpSpPr>
          <a:xfrm>
            <a:off x="4635402" y="-106102"/>
            <a:ext cx="4508599" cy="5303910"/>
            <a:chOff x="4735525" y="0"/>
            <a:chExt cx="4408525" cy="5186183"/>
          </a:xfrm>
        </p:grpSpPr>
        <p:sp>
          <p:nvSpPr>
            <p:cNvPr id="49" name="Google Shape;49;p3"/>
            <p:cNvSpPr/>
            <p:nvPr/>
          </p:nvSpPr>
          <p:spPr>
            <a:xfrm>
              <a:off x="4735525" y="0"/>
              <a:ext cx="4408310" cy="5186183"/>
            </a:xfrm>
            <a:custGeom>
              <a:rect b="b" l="l" r="r" t="t"/>
              <a:pathLst>
                <a:path extrusionOk="0" h="206518" w="139625">
                  <a:moveTo>
                    <a:pt x="0" y="0"/>
                  </a:moveTo>
                  <a:lnTo>
                    <a:pt x="139625" y="389"/>
                  </a:lnTo>
                  <a:lnTo>
                    <a:pt x="139236" y="206518"/>
                  </a:lnTo>
                  <a:lnTo>
                    <a:pt x="71546" y="205778"/>
                  </a:lnTo>
                  <a:close/>
                </a:path>
              </a:pathLst>
            </a:custGeom>
            <a:solidFill>
              <a:schemeClr val="accent1"/>
            </a:solidFill>
            <a:ln>
              <a:noFill/>
            </a:ln>
          </p:spPr>
        </p:sp>
        <p:grpSp>
          <p:nvGrpSpPr>
            <p:cNvPr id="50" name="Google Shape;50;p3"/>
            <p:cNvGrpSpPr/>
            <p:nvPr/>
          </p:nvGrpSpPr>
          <p:grpSpPr>
            <a:xfrm>
              <a:off x="4790750" y="0"/>
              <a:ext cx="4353300" cy="5148000"/>
              <a:chOff x="4790750" y="0"/>
              <a:chExt cx="4353300" cy="5148000"/>
            </a:xfrm>
          </p:grpSpPr>
          <p:cxnSp>
            <p:nvCxnSpPr>
              <p:cNvPr id="51" name="Google Shape;51;p3"/>
              <p:cNvCxnSpPr/>
              <p:nvPr/>
            </p:nvCxnSpPr>
            <p:spPr>
              <a:xfrm>
                <a:off x="5272025" y="1209275"/>
                <a:ext cx="3871800" cy="0"/>
              </a:xfrm>
              <a:prstGeom prst="straightConnector1">
                <a:avLst/>
              </a:prstGeom>
              <a:noFill/>
              <a:ln cap="rnd" cmpd="sng" w="19050">
                <a:solidFill>
                  <a:schemeClr val="accent2"/>
                </a:solidFill>
                <a:prstDash val="solid"/>
                <a:round/>
                <a:headEnd len="med" w="med" type="none"/>
                <a:tailEnd len="med" w="med" type="none"/>
              </a:ln>
            </p:spPr>
          </p:cxnSp>
          <p:cxnSp>
            <p:nvCxnSpPr>
              <p:cNvPr id="52" name="Google Shape;52;p3"/>
              <p:cNvCxnSpPr/>
              <p:nvPr/>
            </p:nvCxnSpPr>
            <p:spPr>
              <a:xfrm>
                <a:off x="5527225" y="1754250"/>
                <a:ext cx="3614400" cy="0"/>
              </a:xfrm>
              <a:prstGeom prst="straightConnector1">
                <a:avLst/>
              </a:prstGeom>
              <a:noFill/>
              <a:ln cap="rnd" cmpd="sng" w="19050">
                <a:solidFill>
                  <a:schemeClr val="accent2"/>
                </a:solidFill>
                <a:prstDash val="solid"/>
                <a:round/>
                <a:headEnd len="med" w="med" type="none"/>
                <a:tailEnd len="med" w="med" type="none"/>
              </a:ln>
            </p:spPr>
          </p:cxnSp>
          <p:cxnSp>
            <p:nvCxnSpPr>
              <p:cNvPr id="53" name="Google Shape;53;p3"/>
              <p:cNvCxnSpPr/>
              <p:nvPr/>
            </p:nvCxnSpPr>
            <p:spPr>
              <a:xfrm>
                <a:off x="5753275" y="2299225"/>
                <a:ext cx="3388500" cy="0"/>
              </a:xfrm>
              <a:prstGeom prst="straightConnector1">
                <a:avLst/>
              </a:prstGeom>
              <a:noFill/>
              <a:ln cap="rnd" cmpd="sng" w="19050">
                <a:solidFill>
                  <a:schemeClr val="accent2"/>
                </a:solidFill>
                <a:prstDash val="solid"/>
                <a:round/>
                <a:headEnd len="med" w="med" type="none"/>
                <a:tailEnd len="med" w="med" type="none"/>
              </a:ln>
            </p:spPr>
          </p:cxnSp>
          <p:cxnSp>
            <p:nvCxnSpPr>
              <p:cNvPr id="54" name="Google Shape;54;p3"/>
              <p:cNvCxnSpPr/>
              <p:nvPr/>
            </p:nvCxnSpPr>
            <p:spPr>
              <a:xfrm>
                <a:off x="5986625" y="2844200"/>
                <a:ext cx="3155400" cy="0"/>
              </a:xfrm>
              <a:prstGeom prst="straightConnector1">
                <a:avLst/>
              </a:prstGeom>
              <a:noFill/>
              <a:ln cap="rnd" cmpd="sng" w="19050">
                <a:solidFill>
                  <a:schemeClr val="accent2"/>
                </a:solidFill>
                <a:prstDash val="solid"/>
                <a:round/>
                <a:headEnd len="med" w="med" type="none"/>
                <a:tailEnd len="med" w="med" type="none"/>
              </a:ln>
            </p:spPr>
          </p:cxnSp>
          <p:cxnSp>
            <p:nvCxnSpPr>
              <p:cNvPr id="55" name="Google Shape;55;p3"/>
              <p:cNvCxnSpPr/>
              <p:nvPr/>
            </p:nvCxnSpPr>
            <p:spPr>
              <a:xfrm>
                <a:off x="6227250" y="3389150"/>
                <a:ext cx="2914800" cy="0"/>
              </a:xfrm>
              <a:prstGeom prst="straightConnector1">
                <a:avLst/>
              </a:prstGeom>
              <a:noFill/>
              <a:ln cap="rnd" cmpd="sng" w="19050">
                <a:solidFill>
                  <a:schemeClr val="accent2"/>
                </a:solidFill>
                <a:prstDash val="solid"/>
                <a:round/>
                <a:headEnd len="med" w="med" type="none"/>
                <a:tailEnd len="med" w="med" type="none"/>
              </a:ln>
            </p:spPr>
          </p:cxnSp>
          <p:cxnSp>
            <p:nvCxnSpPr>
              <p:cNvPr id="56" name="Google Shape;56;p3"/>
              <p:cNvCxnSpPr/>
              <p:nvPr/>
            </p:nvCxnSpPr>
            <p:spPr>
              <a:xfrm>
                <a:off x="6482475" y="3934125"/>
                <a:ext cx="2659200" cy="0"/>
              </a:xfrm>
              <a:prstGeom prst="straightConnector1">
                <a:avLst/>
              </a:prstGeom>
              <a:noFill/>
              <a:ln cap="rnd" cmpd="sng" w="19050">
                <a:solidFill>
                  <a:schemeClr val="accent2"/>
                </a:solidFill>
                <a:prstDash val="solid"/>
                <a:round/>
                <a:headEnd len="med" w="med" type="none"/>
                <a:tailEnd len="med" w="med" type="none"/>
              </a:ln>
            </p:spPr>
          </p:cxnSp>
          <p:cxnSp>
            <p:nvCxnSpPr>
              <p:cNvPr id="57" name="Google Shape;57;p3"/>
              <p:cNvCxnSpPr/>
              <p:nvPr/>
            </p:nvCxnSpPr>
            <p:spPr>
              <a:xfrm>
                <a:off x="6715800" y="4479100"/>
                <a:ext cx="2426400" cy="0"/>
              </a:xfrm>
              <a:prstGeom prst="straightConnector1">
                <a:avLst/>
              </a:prstGeom>
              <a:noFill/>
              <a:ln cap="rnd" cmpd="sng" w="19050">
                <a:solidFill>
                  <a:schemeClr val="accent2"/>
                </a:solidFill>
                <a:prstDash val="solid"/>
                <a:round/>
                <a:headEnd len="med" w="med" type="none"/>
                <a:tailEnd len="med" w="med" type="none"/>
              </a:ln>
            </p:spPr>
          </p:cxnSp>
          <p:cxnSp>
            <p:nvCxnSpPr>
              <p:cNvPr id="58" name="Google Shape;58;p3"/>
              <p:cNvCxnSpPr/>
              <p:nvPr/>
            </p:nvCxnSpPr>
            <p:spPr>
              <a:xfrm>
                <a:off x="6941850" y="5031375"/>
                <a:ext cx="2175900" cy="0"/>
              </a:xfrm>
              <a:prstGeom prst="straightConnector1">
                <a:avLst/>
              </a:prstGeom>
              <a:noFill/>
              <a:ln cap="rnd" cmpd="sng" w="19050">
                <a:solidFill>
                  <a:schemeClr val="accent2"/>
                </a:solidFill>
                <a:prstDash val="solid"/>
                <a:round/>
                <a:headEnd len="med" w="med" type="none"/>
                <a:tailEnd len="med" w="med" type="none"/>
              </a:ln>
            </p:spPr>
          </p:cxnSp>
          <p:cxnSp>
            <p:nvCxnSpPr>
              <p:cNvPr id="59" name="Google Shape;59;p3"/>
              <p:cNvCxnSpPr/>
              <p:nvPr/>
            </p:nvCxnSpPr>
            <p:spPr>
              <a:xfrm>
                <a:off x="5038675" y="664300"/>
                <a:ext cx="4104900" cy="0"/>
              </a:xfrm>
              <a:prstGeom prst="straightConnector1">
                <a:avLst/>
              </a:prstGeom>
              <a:noFill/>
              <a:ln cap="rnd" cmpd="sng" w="19050">
                <a:solidFill>
                  <a:schemeClr val="accent2"/>
                </a:solidFill>
                <a:prstDash val="solid"/>
                <a:round/>
                <a:headEnd len="med" w="med" type="none"/>
                <a:tailEnd len="med" w="med" type="none"/>
              </a:ln>
            </p:spPr>
          </p:cxnSp>
          <p:cxnSp>
            <p:nvCxnSpPr>
              <p:cNvPr id="60" name="Google Shape;60;p3"/>
              <p:cNvCxnSpPr/>
              <p:nvPr/>
            </p:nvCxnSpPr>
            <p:spPr>
              <a:xfrm>
                <a:off x="4790750" y="119325"/>
                <a:ext cx="4353300" cy="0"/>
              </a:xfrm>
              <a:prstGeom prst="straightConnector1">
                <a:avLst/>
              </a:prstGeom>
              <a:noFill/>
              <a:ln cap="rnd" cmpd="sng" w="19050">
                <a:solidFill>
                  <a:schemeClr val="accent2"/>
                </a:solidFill>
                <a:prstDash val="solid"/>
                <a:round/>
                <a:headEnd len="med" w="med" type="none"/>
                <a:tailEnd len="med" w="med" type="none"/>
              </a:ln>
            </p:spPr>
          </p:cxnSp>
          <p:cxnSp>
            <p:nvCxnSpPr>
              <p:cNvPr id="61" name="Google Shape;61;p3"/>
              <p:cNvCxnSpPr/>
              <p:nvPr/>
            </p:nvCxnSpPr>
            <p:spPr>
              <a:xfrm rot="5400000">
                <a:off x="5305166" y="2571752"/>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62" name="Google Shape;62;p3"/>
              <p:cNvCxnSpPr/>
              <p:nvPr/>
            </p:nvCxnSpPr>
            <p:spPr>
              <a:xfrm>
                <a:off x="7331950" y="0"/>
                <a:ext cx="0" cy="5148000"/>
              </a:xfrm>
              <a:prstGeom prst="straightConnector1">
                <a:avLst/>
              </a:prstGeom>
              <a:noFill/>
              <a:ln cap="rnd" cmpd="sng" w="19050">
                <a:solidFill>
                  <a:schemeClr val="accent2"/>
                </a:solidFill>
                <a:prstDash val="solid"/>
                <a:round/>
                <a:headEnd len="med" w="med" type="none"/>
                <a:tailEnd len="med" w="med" type="none"/>
              </a:ln>
            </p:spPr>
          </p:cxnSp>
          <p:cxnSp>
            <p:nvCxnSpPr>
              <p:cNvPr id="63" name="Google Shape;63;p3"/>
              <p:cNvCxnSpPr/>
              <p:nvPr/>
            </p:nvCxnSpPr>
            <p:spPr>
              <a:xfrm>
                <a:off x="6786975" y="0"/>
                <a:ext cx="0" cy="4681500"/>
              </a:xfrm>
              <a:prstGeom prst="straightConnector1">
                <a:avLst/>
              </a:prstGeom>
              <a:noFill/>
              <a:ln cap="rnd" cmpd="sng" w="19050">
                <a:solidFill>
                  <a:schemeClr val="accent2"/>
                </a:solidFill>
                <a:prstDash val="solid"/>
                <a:round/>
                <a:headEnd len="med" w="med" type="none"/>
                <a:tailEnd len="med" w="med" type="none"/>
              </a:ln>
            </p:spPr>
          </p:cxnSp>
          <p:cxnSp>
            <p:nvCxnSpPr>
              <p:cNvPr id="64" name="Google Shape;64;p3"/>
              <p:cNvCxnSpPr/>
              <p:nvPr/>
            </p:nvCxnSpPr>
            <p:spPr>
              <a:xfrm rot="5400000">
                <a:off x="5850139" y="2571752"/>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65" name="Google Shape;65;p3"/>
              <p:cNvCxnSpPr/>
              <p:nvPr/>
            </p:nvCxnSpPr>
            <p:spPr>
              <a:xfrm rot="5400000">
                <a:off x="6395112" y="2571752"/>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66" name="Google Shape;66;p3"/>
              <p:cNvCxnSpPr/>
              <p:nvPr/>
            </p:nvCxnSpPr>
            <p:spPr>
              <a:xfrm>
                <a:off x="6242000" y="0"/>
                <a:ext cx="0" cy="3376200"/>
              </a:xfrm>
              <a:prstGeom prst="straightConnector1">
                <a:avLst/>
              </a:prstGeom>
              <a:noFill/>
              <a:ln cap="rnd" cmpd="sng" w="19050">
                <a:solidFill>
                  <a:schemeClr val="accent2"/>
                </a:solidFill>
                <a:prstDash val="solid"/>
                <a:round/>
                <a:headEnd len="med" w="med" type="none"/>
                <a:tailEnd len="med" w="med" type="none"/>
              </a:ln>
            </p:spPr>
          </p:cxnSp>
          <p:cxnSp>
            <p:nvCxnSpPr>
              <p:cNvPr id="67" name="Google Shape;67;p3"/>
              <p:cNvCxnSpPr/>
              <p:nvPr/>
            </p:nvCxnSpPr>
            <p:spPr>
              <a:xfrm>
                <a:off x="5697025" y="14575"/>
                <a:ext cx="0" cy="2203200"/>
              </a:xfrm>
              <a:prstGeom prst="straightConnector1">
                <a:avLst/>
              </a:prstGeom>
              <a:noFill/>
              <a:ln cap="rnd" cmpd="sng" w="19050">
                <a:solidFill>
                  <a:schemeClr val="accent2"/>
                </a:solidFill>
                <a:prstDash val="solid"/>
                <a:round/>
                <a:headEnd len="med" w="med" type="none"/>
                <a:tailEnd len="med" w="med" type="none"/>
              </a:ln>
            </p:spPr>
          </p:cxnSp>
          <p:cxnSp>
            <p:nvCxnSpPr>
              <p:cNvPr id="68" name="Google Shape;68;p3"/>
              <p:cNvCxnSpPr/>
              <p:nvPr/>
            </p:nvCxnSpPr>
            <p:spPr>
              <a:xfrm>
                <a:off x="5154663" y="0"/>
                <a:ext cx="0" cy="948000"/>
              </a:xfrm>
              <a:prstGeom prst="straightConnector1">
                <a:avLst/>
              </a:prstGeom>
              <a:noFill/>
              <a:ln cap="rnd" cmpd="sng" w="19050">
                <a:solidFill>
                  <a:schemeClr val="accent2"/>
                </a:solidFill>
                <a:prstDash val="solid"/>
                <a:round/>
                <a:headEnd len="med" w="med" type="none"/>
                <a:tailEnd len="med" w="med" type="none"/>
              </a:ln>
            </p:spPr>
          </p:cxnSp>
        </p:grpSp>
      </p:grpSp>
      <p:sp>
        <p:nvSpPr>
          <p:cNvPr id="69" name="Google Shape;69;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4"/>
          <p:cNvSpPr/>
          <p:nvPr/>
        </p:nvSpPr>
        <p:spPr>
          <a:xfrm flipH="1" rot="-5400000">
            <a:off x="8112450" y="-348908"/>
            <a:ext cx="691500" cy="1389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txBox="1"/>
          <p:nvPr>
            <p:ph type="title"/>
          </p:nvPr>
        </p:nvSpPr>
        <p:spPr>
          <a:xfrm>
            <a:off x="731520" y="445025"/>
            <a:ext cx="76857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b="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3" name="Google Shape;73;p4"/>
          <p:cNvSpPr txBox="1"/>
          <p:nvPr>
            <p:ph idx="1" type="body"/>
          </p:nvPr>
        </p:nvSpPr>
        <p:spPr>
          <a:xfrm>
            <a:off x="729129" y="1054750"/>
            <a:ext cx="7685700" cy="531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chemeClr val="accent2"/>
              </a:buClr>
              <a:buSzPts val="18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4" name="Google Shape;74;p4"/>
          <p:cNvSpPr/>
          <p:nvPr/>
        </p:nvSpPr>
        <p:spPr>
          <a:xfrm>
            <a:off x="13" y="4686075"/>
            <a:ext cx="9143936" cy="460777"/>
          </a:xfrm>
          <a:custGeom>
            <a:rect b="b" l="l" r="r" t="t"/>
            <a:pathLst>
              <a:path extrusionOk="0" h="10628" w="95376">
                <a:moveTo>
                  <a:pt x="95375" y="1"/>
                </a:moveTo>
                <a:lnTo>
                  <a:pt x="1" y="6983"/>
                </a:lnTo>
                <a:lnTo>
                  <a:pt x="1" y="10627"/>
                </a:lnTo>
                <a:lnTo>
                  <a:pt x="95375" y="10627"/>
                </a:lnTo>
                <a:lnTo>
                  <a:pt x="953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8257775" y="4277450"/>
            <a:ext cx="672325" cy="717881"/>
          </a:xfrm>
          <a:custGeom>
            <a:rect b="b" l="l" r="r" t="t"/>
            <a:pathLst>
              <a:path extrusionOk="0" h="28034" w="26255">
                <a:moveTo>
                  <a:pt x="15332" y="0"/>
                </a:moveTo>
                <a:cubicBezTo>
                  <a:pt x="15190" y="0"/>
                  <a:pt x="15047" y="21"/>
                  <a:pt x="14907" y="57"/>
                </a:cubicBezTo>
                <a:cubicBezTo>
                  <a:pt x="13252" y="462"/>
                  <a:pt x="12550" y="2378"/>
                  <a:pt x="12121" y="4021"/>
                </a:cubicBezTo>
                <a:cubicBezTo>
                  <a:pt x="11764" y="5355"/>
                  <a:pt x="11419" y="6677"/>
                  <a:pt x="11062" y="7998"/>
                </a:cubicBezTo>
                <a:cubicBezTo>
                  <a:pt x="10788" y="6319"/>
                  <a:pt x="10347" y="4653"/>
                  <a:pt x="9764" y="3045"/>
                </a:cubicBezTo>
                <a:cubicBezTo>
                  <a:pt x="9502" y="2331"/>
                  <a:pt x="9192" y="1593"/>
                  <a:pt x="8645" y="1057"/>
                </a:cubicBezTo>
                <a:cubicBezTo>
                  <a:pt x="8237" y="667"/>
                  <a:pt x="7679" y="403"/>
                  <a:pt x="7134" y="403"/>
                </a:cubicBezTo>
                <a:cubicBezTo>
                  <a:pt x="6930" y="403"/>
                  <a:pt x="6729" y="440"/>
                  <a:pt x="6537" y="521"/>
                </a:cubicBezTo>
                <a:cubicBezTo>
                  <a:pt x="5621" y="902"/>
                  <a:pt x="5311" y="2045"/>
                  <a:pt x="5275" y="3033"/>
                </a:cubicBezTo>
                <a:lnTo>
                  <a:pt x="5287" y="3033"/>
                </a:lnTo>
                <a:cubicBezTo>
                  <a:pt x="5180" y="5843"/>
                  <a:pt x="6394" y="7915"/>
                  <a:pt x="7799" y="10165"/>
                </a:cubicBezTo>
                <a:cubicBezTo>
                  <a:pt x="6073" y="9748"/>
                  <a:pt x="4406" y="9332"/>
                  <a:pt x="2608" y="9260"/>
                </a:cubicBezTo>
                <a:cubicBezTo>
                  <a:pt x="2538" y="9259"/>
                  <a:pt x="2467" y="9258"/>
                  <a:pt x="2396" y="9258"/>
                </a:cubicBezTo>
                <a:cubicBezTo>
                  <a:pt x="1812" y="9258"/>
                  <a:pt x="1196" y="9316"/>
                  <a:pt x="751" y="9677"/>
                </a:cubicBezTo>
                <a:cubicBezTo>
                  <a:pt x="120" y="10177"/>
                  <a:pt x="1" y="11118"/>
                  <a:pt x="287" y="11856"/>
                </a:cubicBezTo>
                <a:cubicBezTo>
                  <a:pt x="572" y="12594"/>
                  <a:pt x="1203" y="13154"/>
                  <a:pt x="1870" y="13582"/>
                </a:cubicBezTo>
                <a:cubicBezTo>
                  <a:pt x="3077" y="14337"/>
                  <a:pt x="4506" y="14743"/>
                  <a:pt x="5932" y="14743"/>
                </a:cubicBezTo>
                <a:cubicBezTo>
                  <a:pt x="6194" y="14743"/>
                  <a:pt x="6456" y="14729"/>
                  <a:pt x="6716" y="14701"/>
                </a:cubicBezTo>
                <a:lnTo>
                  <a:pt x="6716" y="14701"/>
                </a:lnTo>
                <a:cubicBezTo>
                  <a:pt x="5263" y="14951"/>
                  <a:pt x="3811" y="15201"/>
                  <a:pt x="2370" y="15451"/>
                </a:cubicBezTo>
                <a:cubicBezTo>
                  <a:pt x="1703" y="15571"/>
                  <a:pt x="953" y="15737"/>
                  <a:pt x="620" y="16333"/>
                </a:cubicBezTo>
                <a:cubicBezTo>
                  <a:pt x="167" y="17130"/>
                  <a:pt x="822" y="18118"/>
                  <a:pt x="1572" y="18654"/>
                </a:cubicBezTo>
                <a:cubicBezTo>
                  <a:pt x="2509" y="19317"/>
                  <a:pt x="3652" y="19647"/>
                  <a:pt x="4795" y="19647"/>
                </a:cubicBezTo>
                <a:cubicBezTo>
                  <a:pt x="5932" y="19647"/>
                  <a:pt x="7069" y="19320"/>
                  <a:pt x="8002" y="18666"/>
                </a:cubicBezTo>
                <a:lnTo>
                  <a:pt x="8002" y="18666"/>
                </a:lnTo>
                <a:cubicBezTo>
                  <a:pt x="7728" y="19881"/>
                  <a:pt x="6990" y="20928"/>
                  <a:pt x="6490" y="22071"/>
                </a:cubicBezTo>
                <a:cubicBezTo>
                  <a:pt x="5990" y="23202"/>
                  <a:pt x="5763" y="24607"/>
                  <a:pt x="6466" y="25643"/>
                </a:cubicBezTo>
                <a:cubicBezTo>
                  <a:pt x="6668" y="25929"/>
                  <a:pt x="6954" y="26179"/>
                  <a:pt x="7287" y="26262"/>
                </a:cubicBezTo>
                <a:cubicBezTo>
                  <a:pt x="7370" y="26279"/>
                  <a:pt x="7452" y="26287"/>
                  <a:pt x="7535" y="26287"/>
                </a:cubicBezTo>
                <a:cubicBezTo>
                  <a:pt x="7797" y="26287"/>
                  <a:pt x="8058" y="26210"/>
                  <a:pt x="8311" y="26119"/>
                </a:cubicBezTo>
                <a:cubicBezTo>
                  <a:pt x="10431" y="25334"/>
                  <a:pt x="12062" y="23321"/>
                  <a:pt x="12383" y="21071"/>
                </a:cubicBezTo>
                <a:cubicBezTo>
                  <a:pt x="12955" y="22405"/>
                  <a:pt x="12848" y="23941"/>
                  <a:pt x="13205" y="25357"/>
                </a:cubicBezTo>
                <a:cubicBezTo>
                  <a:pt x="13538" y="26680"/>
                  <a:pt x="14577" y="28034"/>
                  <a:pt x="15886" y="28034"/>
                </a:cubicBezTo>
                <a:cubicBezTo>
                  <a:pt x="15979" y="28034"/>
                  <a:pt x="16074" y="28027"/>
                  <a:pt x="16169" y="28013"/>
                </a:cubicBezTo>
                <a:cubicBezTo>
                  <a:pt x="17670" y="27786"/>
                  <a:pt x="18336" y="25965"/>
                  <a:pt x="18372" y="24453"/>
                </a:cubicBezTo>
                <a:cubicBezTo>
                  <a:pt x="18408" y="22810"/>
                  <a:pt x="18086" y="21166"/>
                  <a:pt x="17432" y="19666"/>
                </a:cubicBezTo>
                <a:lnTo>
                  <a:pt x="17432" y="19666"/>
                </a:lnTo>
                <a:cubicBezTo>
                  <a:pt x="18932" y="20928"/>
                  <a:pt x="20527" y="22059"/>
                  <a:pt x="22218" y="23036"/>
                </a:cubicBezTo>
                <a:cubicBezTo>
                  <a:pt x="22837" y="23405"/>
                  <a:pt x="23492" y="23750"/>
                  <a:pt x="24206" y="23798"/>
                </a:cubicBezTo>
                <a:cubicBezTo>
                  <a:pt x="24240" y="23799"/>
                  <a:pt x="24274" y="23800"/>
                  <a:pt x="24307" y="23800"/>
                </a:cubicBezTo>
                <a:cubicBezTo>
                  <a:pt x="24993" y="23800"/>
                  <a:pt x="25718" y="23456"/>
                  <a:pt x="25956" y="22810"/>
                </a:cubicBezTo>
                <a:cubicBezTo>
                  <a:pt x="26147" y="22274"/>
                  <a:pt x="25956" y="21678"/>
                  <a:pt x="25730" y="21166"/>
                </a:cubicBezTo>
                <a:cubicBezTo>
                  <a:pt x="24540" y="18511"/>
                  <a:pt x="22027" y="16487"/>
                  <a:pt x="19182" y="15892"/>
                </a:cubicBezTo>
                <a:cubicBezTo>
                  <a:pt x="21134" y="15773"/>
                  <a:pt x="23087" y="15654"/>
                  <a:pt x="25052" y="15547"/>
                </a:cubicBezTo>
                <a:cubicBezTo>
                  <a:pt x="25349" y="15523"/>
                  <a:pt x="25659" y="15499"/>
                  <a:pt x="25897" y="15309"/>
                </a:cubicBezTo>
                <a:cubicBezTo>
                  <a:pt x="26171" y="15094"/>
                  <a:pt x="26254" y="14713"/>
                  <a:pt x="26254" y="14368"/>
                </a:cubicBezTo>
                <a:cubicBezTo>
                  <a:pt x="26230" y="12987"/>
                  <a:pt x="25063" y="11820"/>
                  <a:pt x="23754" y="11403"/>
                </a:cubicBezTo>
                <a:cubicBezTo>
                  <a:pt x="23204" y="11230"/>
                  <a:pt x="22637" y="11160"/>
                  <a:pt x="22063" y="11160"/>
                </a:cubicBezTo>
                <a:cubicBezTo>
                  <a:pt x="21257" y="11160"/>
                  <a:pt x="20439" y="11299"/>
                  <a:pt x="19646" y="11487"/>
                </a:cubicBezTo>
                <a:cubicBezTo>
                  <a:pt x="20694" y="10094"/>
                  <a:pt x="21611" y="8593"/>
                  <a:pt x="22361" y="7022"/>
                </a:cubicBezTo>
                <a:cubicBezTo>
                  <a:pt x="22694" y="6331"/>
                  <a:pt x="23004" y="5593"/>
                  <a:pt x="22968" y="4819"/>
                </a:cubicBezTo>
                <a:cubicBezTo>
                  <a:pt x="22920" y="4057"/>
                  <a:pt x="22432" y="3259"/>
                  <a:pt x="21682" y="3117"/>
                </a:cubicBezTo>
                <a:cubicBezTo>
                  <a:pt x="21591" y="3098"/>
                  <a:pt x="21499" y="3090"/>
                  <a:pt x="21408" y="3090"/>
                </a:cubicBezTo>
                <a:cubicBezTo>
                  <a:pt x="20906" y="3090"/>
                  <a:pt x="20415" y="3346"/>
                  <a:pt x="19991" y="3629"/>
                </a:cubicBezTo>
                <a:cubicBezTo>
                  <a:pt x="18372" y="4700"/>
                  <a:pt x="17062" y="6236"/>
                  <a:pt x="16289" y="8010"/>
                </a:cubicBezTo>
                <a:cubicBezTo>
                  <a:pt x="16610" y="5986"/>
                  <a:pt x="16717" y="3914"/>
                  <a:pt x="16622" y="1855"/>
                </a:cubicBezTo>
                <a:cubicBezTo>
                  <a:pt x="16586" y="1200"/>
                  <a:pt x="16455" y="414"/>
                  <a:pt x="15860" y="116"/>
                </a:cubicBezTo>
                <a:cubicBezTo>
                  <a:pt x="15698" y="35"/>
                  <a:pt x="15517" y="0"/>
                  <a:pt x="1533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 name="Google Shape;76;p4"/>
          <p:cNvGrpSpPr/>
          <p:nvPr/>
        </p:nvGrpSpPr>
        <p:grpSpPr>
          <a:xfrm>
            <a:off x="7824398" y="181204"/>
            <a:ext cx="1105700" cy="1100338"/>
            <a:chOff x="7824398" y="181204"/>
            <a:chExt cx="1105700" cy="1100338"/>
          </a:xfrm>
        </p:grpSpPr>
        <p:sp>
          <p:nvSpPr>
            <p:cNvPr id="77" name="Google Shape;77;p4"/>
            <p:cNvSpPr/>
            <p:nvPr/>
          </p:nvSpPr>
          <p:spPr>
            <a:xfrm>
              <a:off x="8681704" y="697458"/>
              <a:ext cx="248393" cy="248767"/>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8430665" y="181204"/>
              <a:ext cx="150142" cy="134269"/>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8361849" y="862692"/>
              <a:ext cx="158722" cy="166997"/>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7824398" y="674362"/>
              <a:ext cx="202337" cy="213088"/>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8342147" y="608635"/>
              <a:ext cx="120737" cy="131421"/>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8113865" y="369161"/>
              <a:ext cx="117244" cy="131421"/>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8706767" y="399447"/>
              <a:ext cx="117515" cy="131421"/>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8021037" y="1084055"/>
              <a:ext cx="134100" cy="129114"/>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8367105" y="1185088"/>
              <a:ext cx="67050" cy="96454"/>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 name="Google Shape;86;p4"/>
          <p:cNvSpPr/>
          <p:nvPr/>
        </p:nvSpPr>
        <p:spPr>
          <a:xfrm>
            <a:off x="-5578" y="2220950"/>
            <a:ext cx="1039200" cy="2925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107538"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accent2"/>
            </a:solidFill>
            <a:prstDash val="solid"/>
            <a:round/>
            <a:headEnd len="med" w="med" type="none"/>
            <a:tailEnd len="med" w="med" type="none"/>
          </a:ln>
        </p:spPr>
      </p:sp>
      <p:sp>
        <p:nvSpPr>
          <p:cNvPr id="88" name="Google Shape;88;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 name="Shape 89"/>
        <p:cNvGrpSpPr/>
        <p:nvPr/>
      </p:nvGrpSpPr>
      <p:grpSpPr>
        <a:xfrm>
          <a:off x="0" y="0"/>
          <a:ext cx="0" cy="0"/>
          <a:chOff x="0" y="0"/>
          <a:chExt cx="0" cy="0"/>
        </a:xfrm>
      </p:grpSpPr>
      <p:sp>
        <p:nvSpPr>
          <p:cNvPr id="90" name="Google Shape;90;p5"/>
          <p:cNvSpPr/>
          <p:nvPr/>
        </p:nvSpPr>
        <p:spPr>
          <a:xfrm flipH="1">
            <a:off x="-11" y="4437451"/>
            <a:ext cx="9143936" cy="707844"/>
          </a:xfrm>
          <a:custGeom>
            <a:rect b="b" l="l" r="r" t="t"/>
            <a:pathLst>
              <a:path extrusionOk="0" h="24595" w="95376">
                <a:moveTo>
                  <a:pt x="1" y="0"/>
                </a:moveTo>
                <a:lnTo>
                  <a:pt x="1" y="24595"/>
                </a:lnTo>
                <a:lnTo>
                  <a:pt x="95375" y="24595"/>
                </a:lnTo>
                <a:lnTo>
                  <a:pt x="1" y="0"/>
                </a:ln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flipH="1">
            <a:off x="-4" y="4858666"/>
            <a:ext cx="3653636" cy="285053"/>
          </a:xfrm>
          <a:custGeom>
            <a:rect b="b" l="l" r="r" t="t"/>
            <a:pathLst>
              <a:path extrusionOk="0" h="13028" w="76364">
                <a:moveTo>
                  <a:pt x="25854" y="0"/>
                </a:moveTo>
                <a:cubicBezTo>
                  <a:pt x="25344" y="0"/>
                  <a:pt x="0" y="13027"/>
                  <a:pt x="0" y="13027"/>
                </a:cubicBezTo>
                <a:lnTo>
                  <a:pt x="76363" y="13027"/>
                </a:lnTo>
                <a:lnTo>
                  <a:pt x="25859" y="1"/>
                </a:lnTo>
                <a:cubicBezTo>
                  <a:pt x="25858" y="0"/>
                  <a:pt x="25856" y="0"/>
                  <a:pt x="258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 name="Google Shape;93;p5"/>
          <p:cNvSpPr txBox="1"/>
          <p:nvPr>
            <p:ph idx="1" type="body"/>
          </p:nvPr>
        </p:nvSpPr>
        <p:spPr>
          <a:xfrm>
            <a:off x="1341513" y="3132675"/>
            <a:ext cx="2566200" cy="1436100"/>
          </a:xfrm>
          <a:prstGeom prst="rect">
            <a:avLst/>
          </a:prstGeom>
          <a:ln>
            <a:noFill/>
          </a:ln>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6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4" name="Google Shape;94;p5"/>
          <p:cNvSpPr txBox="1"/>
          <p:nvPr>
            <p:ph idx="2" type="body"/>
          </p:nvPr>
        </p:nvSpPr>
        <p:spPr>
          <a:xfrm>
            <a:off x="5249275" y="3132675"/>
            <a:ext cx="2540100" cy="1436100"/>
          </a:xfrm>
          <a:prstGeom prst="rect">
            <a:avLst/>
          </a:prstGeom>
          <a:ln>
            <a:noFill/>
          </a:ln>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6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5" name="Google Shape;95;p5"/>
          <p:cNvSpPr txBox="1"/>
          <p:nvPr>
            <p:ph idx="3" type="subTitle"/>
          </p:nvPr>
        </p:nvSpPr>
        <p:spPr>
          <a:xfrm>
            <a:off x="1341525" y="2740275"/>
            <a:ext cx="25662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6" name="Google Shape;96;p5"/>
          <p:cNvSpPr txBox="1"/>
          <p:nvPr>
            <p:ph idx="4" type="subTitle"/>
          </p:nvPr>
        </p:nvSpPr>
        <p:spPr>
          <a:xfrm>
            <a:off x="5249225" y="2740275"/>
            <a:ext cx="25401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97" name="Google Shape;97;p5"/>
          <p:cNvSpPr/>
          <p:nvPr/>
        </p:nvSpPr>
        <p:spPr>
          <a:xfrm rot="5400000">
            <a:off x="943350" y="-962700"/>
            <a:ext cx="1039200" cy="2925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 name="Google Shape;98;p5"/>
          <p:cNvGrpSpPr/>
          <p:nvPr/>
        </p:nvGrpSpPr>
        <p:grpSpPr>
          <a:xfrm rot="5400000">
            <a:off x="8055432" y="3743222"/>
            <a:ext cx="707850" cy="785712"/>
            <a:chOff x="777100" y="158663"/>
            <a:chExt cx="707850" cy="785712"/>
          </a:xfrm>
        </p:grpSpPr>
        <p:cxnSp>
          <p:nvCxnSpPr>
            <p:cNvPr id="99" name="Google Shape;99;p5"/>
            <p:cNvCxnSpPr/>
            <p:nvPr/>
          </p:nvCxnSpPr>
          <p:spPr>
            <a:xfrm flipH="1" rot="10800000">
              <a:off x="777100" y="158675"/>
              <a:ext cx="416700" cy="482100"/>
            </a:xfrm>
            <a:prstGeom prst="straightConnector1">
              <a:avLst/>
            </a:prstGeom>
            <a:noFill/>
            <a:ln cap="flat" cmpd="sng" w="19050">
              <a:solidFill>
                <a:schemeClr val="lt2"/>
              </a:solidFill>
              <a:prstDash val="solid"/>
              <a:round/>
              <a:headEnd len="med" w="med" type="none"/>
              <a:tailEnd len="med" w="med" type="none"/>
            </a:ln>
          </p:spPr>
        </p:cxnSp>
        <p:cxnSp>
          <p:nvCxnSpPr>
            <p:cNvPr id="100" name="Google Shape;100;p5"/>
            <p:cNvCxnSpPr/>
            <p:nvPr/>
          </p:nvCxnSpPr>
          <p:spPr>
            <a:xfrm flipH="1">
              <a:off x="809503" y="158663"/>
              <a:ext cx="384300" cy="774900"/>
            </a:xfrm>
            <a:prstGeom prst="straightConnector1">
              <a:avLst/>
            </a:prstGeom>
            <a:noFill/>
            <a:ln cap="flat" cmpd="sng" w="19050">
              <a:solidFill>
                <a:schemeClr val="lt2"/>
              </a:solidFill>
              <a:prstDash val="solid"/>
              <a:round/>
              <a:headEnd len="med" w="med" type="none"/>
              <a:tailEnd len="med" w="med" type="none"/>
            </a:ln>
          </p:spPr>
        </p:cxnSp>
        <p:cxnSp>
          <p:nvCxnSpPr>
            <p:cNvPr id="101" name="Google Shape;101;p5"/>
            <p:cNvCxnSpPr/>
            <p:nvPr/>
          </p:nvCxnSpPr>
          <p:spPr>
            <a:xfrm flipH="1" rot="10800000">
              <a:off x="807425" y="293075"/>
              <a:ext cx="527700" cy="651300"/>
            </a:xfrm>
            <a:prstGeom prst="straightConnector1">
              <a:avLst/>
            </a:prstGeom>
            <a:noFill/>
            <a:ln cap="flat" cmpd="sng" w="19050">
              <a:solidFill>
                <a:schemeClr val="lt2"/>
              </a:solidFill>
              <a:prstDash val="solid"/>
              <a:round/>
              <a:headEnd len="med" w="med" type="none"/>
              <a:tailEnd len="med" w="med" type="none"/>
            </a:ln>
          </p:spPr>
        </p:cxnSp>
        <p:cxnSp>
          <p:nvCxnSpPr>
            <p:cNvPr id="102" name="Google Shape;102;p5"/>
            <p:cNvCxnSpPr/>
            <p:nvPr/>
          </p:nvCxnSpPr>
          <p:spPr>
            <a:xfrm flipH="1">
              <a:off x="1087625" y="293075"/>
              <a:ext cx="247500" cy="618600"/>
            </a:xfrm>
            <a:prstGeom prst="straightConnector1">
              <a:avLst/>
            </a:prstGeom>
            <a:noFill/>
            <a:ln cap="flat" cmpd="sng" w="19050">
              <a:solidFill>
                <a:schemeClr val="lt2"/>
              </a:solidFill>
              <a:prstDash val="solid"/>
              <a:round/>
              <a:headEnd len="med" w="med" type="none"/>
              <a:tailEnd len="med" w="med" type="none"/>
            </a:ln>
          </p:spPr>
        </p:cxnSp>
        <p:cxnSp>
          <p:nvCxnSpPr>
            <p:cNvPr id="103" name="Google Shape;103;p5"/>
            <p:cNvCxnSpPr/>
            <p:nvPr/>
          </p:nvCxnSpPr>
          <p:spPr>
            <a:xfrm flipH="1" rot="10800000">
              <a:off x="1100675" y="547000"/>
              <a:ext cx="312600" cy="364800"/>
            </a:xfrm>
            <a:prstGeom prst="straightConnector1">
              <a:avLst/>
            </a:prstGeom>
            <a:noFill/>
            <a:ln cap="flat" cmpd="sng" w="19050">
              <a:solidFill>
                <a:schemeClr val="lt2"/>
              </a:solidFill>
              <a:prstDash val="solid"/>
              <a:round/>
              <a:headEnd len="med" w="med" type="none"/>
              <a:tailEnd len="med" w="med" type="none"/>
            </a:ln>
          </p:spPr>
        </p:cxnSp>
        <p:cxnSp>
          <p:nvCxnSpPr>
            <p:cNvPr id="104" name="Google Shape;104;p5"/>
            <p:cNvCxnSpPr/>
            <p:nvPr/>
          </p:nvCxnSpPr>
          <p:spPr>
            <a:xfrm flipH="1">
              <a:off x="1315750" y="547000"/>
              <a:ext cx="91200" cy="364800"/>
            </a:xfrm>
            <a:prstGeom prst="straightConnector1">
              <a:avLst/>
            </a:prstGeom>
            <a:noFill/>
            <a:ln cap="flat" cmpd="sng" w="19050">
              <a:solidFill>
                <a:schemeClr val="lt2"/>
              </a:solidFill>
              <a:prstDash val="solid"/>
              <a:round/>
              <a:headEnd len="med" w="med" type="none"/>
              <a:tailEnd len="med" w="med" type="none"/>
            </a:ln>
          </p:spPr>
        </p:cxnSp>
        <p:cxnSp>
          <p:nvCxnSpPr>
            <p:cNvPr id="105" name="Google Shape;105;p5"/>
            <p:cNvCxnSpPr/>
            <p:nvPr/>
          </p:nvCxnSpPr>
          <p:spPr>
            <a:xfrm flipH="1" rot="10800000">
              <a:off x="1315750" y="703175"/>
              <a:ext cx="169200" cy="208500"/>
            </a:xfrm>
            <a:prstGeom prst="straightConnector1">
              <a:avLst/>
            </a:prstGeom>
            <a:noFill/>
            <a:ln cap="flat" cmpd="sng" w="19050">
              <a:solidFill>
                <a:schemeClr val="lt2"/>
              </a:solidFill>
              <a:prstDash val="solid"/>
              <a:round/>
              <a:headEnd len="med" w="med" type="none"/>
              <a:tailEnd len="med" w="med" type="none"/>
            </a:ln>
          </p:spPr>
        </p:cxnSp>
      </p:grpSp>
      <p:grpSp>
        <p:nvGrpSpPr>
          <p:cNvPr id="106" name="Google Shape;106;p5"/>
          <p:cNvGrpSpPr/>
          <p:nvPr/>
        </p:nvGrpSpPr>
        <p:grpSpPr>
          <a:xfrm>
            <a:off x="7747948" y="212129"/>
            <a:ext cx="1116550" cy="1100338"/>
            <a:chOff x="5541075" y="3903350"/>
            <a:chExt cx="823050" cy="811100"/>
          </a:xfrm>
        </p:grpSpPr>
        <p:sp>
          <p:nvSpPr>
            <p:cNvPr id="107" name="Google Shape;107;p5"/>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 name="Google Shape;116;p5"/>
          <p:cNvSpPr/>
          <p:nvPr/>
        </p:nvSpPr>
        <p:spPr>
          <a:xfrm>
            <a:off x="-6525" y="3572375"/>
            <a:ext cx="1278675" cy="1566250"/>
          </a:xfrm>
          <a:custGeom>
            <a:rect b="b" l="l" r="r" t="t"/>
            <a:pathLst>
              <a:path extrusionOk="0" h="62650" w="51147">
                <a:moveTo>
                  <a:pt x="0" y="1429"/>
                </a:moveTo>
                <a:cubicBezTo>
                  <a:pt x="8374" y="-1081"/>
                  <a:pt x="22767" y="-872"/>
                  <a:pt x="25531" y="7421"/>
                </a:cubicBezTo>
                <a:cubicBezTo>
                  <a:pt x="26506" y="10346"/>
                  <a:pt x="26149" y="14359"/>
                  <a:pt x="23968" y="16539"/>
                </a:cubicBezTo>
                <a:cubicBezTo>
                  <a:pt x="20222" y="20284"/>
                  <a:pt x="8734" y="21795"/>
                  <a:pt x="8076" y="16539"/>
                </a:cubicBezTo>
                <a:cubicBezTo>
                  <a:pt x="6613" y="4856"/>
                  <a:pt x="39364" y="13256"/>
                  <a:pt x="42464" y="24615"/>
                </a:cubicBezTo>
                <a:cubicBezTo>
                  <a:pt x="43473" y="28313"/>
                  <a:pt x="42769" y="33322"/>
                  <a:pt x="39859" y="35817"/>
                </a:cubicBezTo>
                <a:cubicBezTo>
                  <a:pt x="35030" y="39957"/>
                  <a:pt x="25729" y="41451"/>
                  <a:pt x="20842" y="37380"/>
                </a:cubicBezTo>
                <a:cubicBezTo>
                  <a:pt x="19952" y="36638"/>
                  <a:pt x="19297" y="34865"/>
                  <a:pt x="20060" y="33993"/>
                </a:cubicBezTo>
                <a:cubicBezTo>
                  <a:pt x="26149" y="27036"/>
                  <a:pt x="41819" y="29442"/>
                  <a:pt x="47674" y="36598"/>
                </a:cubicBezTo>
                <a:cubicBezTo>
                  <a:pt x="53243" y="43404"/>
                  <a:pt x="52180" y="61202"/>
                  <a:pt x="43506" y="62650"/>
                </a:cubicBezTo>
              </a:path>
            </a:pathLst>
          </a:custGeom>
          <a:noFill/>
          <a:ln cap="flat" cmpd="sng" w="19050">
            <a:solidFill>
              <a:schemeClr val="dk2"/>
            </a:solidFill>
            <a:prstDash val="solid"/>
            <a:round/>
            <a:headEnd len="med" w="med" type="none"/>
            <a:tailEnd len="med" w="med" type="none"/>
          </a:ln>
        </p:spPr>
      </p:sp>
      <p:sp>
        <p:nvSpPr>
          <p:cNvPr id="117" name="Google Shape;11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8" name="Shape 118"/>
        <p:cNvGrpSpPr/>
        <p:nvPr/>
      </p:nvGrpSpPr>
      <p:grpSpPr>
        <a:xfrm>
          <a:off x="0" y="0"/>
          <a:ext cx="0" cy="0"/>
          <a:chOff x="0" y="0"/>
          <a:chExt cx="0" cy="0"/>
        </a:xfrm>
      </p:grpSpPr>
      <p:sp>
        <p:nvSpPr>
          <p:cNvPr id="119" name="Google Shape;119;p6"/>
          <p:cNvSpPr/>
          <p:nvPr/>
        </p:nvSpPr>
        <p:spPr>
          <a:xfrm rot="5400000">
            <a:off x="348913" y="-348908"/>
            <a:ext cx="691500" cy="1389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flipH="1">
            <a:off x="27" y="4682725"/>
            <a:ext cx="9143936" cy="460777"/>
          </a:xfrm>
          <a:custGeom>
            <a:rect b="b" l="l" r="r" t="t"/>
            <a:pathLst>
              <a:path extrusionOk="0" h="10628" w="95376">
                <a:moveTo>
                  <a:pt x="95375" y="1"/>
                </a:moveTo>
                <a:lnTo>
                  <a:pt x="1" y="6983"/>
                </a:lnTo>
                <a:lnTo>
                  <a:pt x="1" y="10627"/>
                </a:lnTo>
                <a:lnTo>
                  <a:pt x="95375" y="10627"/>
                </a:lnTo>
                <a:lnTo>
                  <a:pt x="953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flipH="1" rot="-5400000">
            <a:off x="7163018" y="-948196"/>
            <a:ext cx="1039200" cy="2925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flipH="1" rot="10800000">
            <a:off x="6735051" y="-136721"/>
            <a:ext cx="2416250" cy="748975"/>
          </a:xfrm>
          <a:custGeom>
            <a:rect b="b" l="l" r="r" t="t"/>
            <a:pathLst>
              <a:path extrusionOk="0" h="29959" w="96650">
                <a:moveTo>
                  <a:pt x="0" y="29959"/>
                </a:moveTo>
                <a:cubicBezTo>
                  <a:pt x="0" y="22320"/>
                  <a:pt x="10207" y="12694"/>
                  <a:pt x="17454" y="15110"/>
                </a:cubicBezTo>
                <a:cubicBezTo>
                  <a:pt x="22045" y="16640"/>
                  <a:pt x="24001" y="27036"/>
                  <a:pt x="19799" y="29438"/>
                </a:cubicBezTo>
                <a:cubicBezTo>
                  <a:pt x="17983" y="30476"/>
                  <a:pt x="14970" y="26733"/>
                  <a:pt x="15631" y="24749"/>
                </a:cubicBezTo>
                <a:cubicBezTo>
                  <a:pt x="17378" y="19506"/>
                  <a:pt x="22111" y="14774"/>
                  <a:pt x="27354" y="13026"/>
                </a:cubicBezTo>
                <a:cubicBezTo>
                  <a:pt x="31269" y="11721"/>
                  <a:pt x="36680" y="11932"/>
                  <a:pt x="39598" y="14850"/>
                </a:cubicBezTo>
                <a:cubicBezTo>
                  <a:pt x="42928" y="18180"/>
                  <a:pt x="44068" y="25433"/>
                  <a:pt x="40900" y="28917"/>
                </a:cubicBezTo>
                <a:cubicBezTo>
                  <a:pt x="39341" y="30631"/>
                  <a:pt x="35086" y="29463"/>
                  <a:pt x="34127" y="27354"/>
                </a:cubicBezTo>
                <a:cubicBezTo>
                  <a:pt x="31850" y="22346"/>
                  <a:pt x="34742" y="15954"/>
                  <a:pt x="37514" y="11202"/>
                </a:cubicBezTo>
                <a:cubicBezTo>
                  <a:pt x="42260" y="3066"/>
                  <a:pt x="55601" y="-1153"/>
                  <a:pt x="64346" y="2345"/>
                </a:cubicBezTo>
                <a:cubicBezTo>
                  <a:pt x="68930" y="4179"/>
                  <a:pt x="72191" y="9676"/>
                  <a:pt x="72683" y="14589"/>
                </a:cubicBezTo>
                <a:cubicBezTo>
                  <a:pt x="73007" y="17828"/>
                  <a:pt x="69087" y="22329"/>
                  <a:pt x="65910" y="21623"/>
                </a:cubicBezTo>
                <a:cubicBezTo>
                  <a:pt x="60897" y="20509"/>
                  <a:pt x="63135" y="9688"/>
                  <a:pt x="66952" y="6253"/>
                </a:cubicBezTo>
                <a:cubicBezTo>
                  <a:pt x="72264" y="1473"/>
                  <a:pt x="82824" y="-146"/>
                  <a:pt x="88314" y="4429"/>
                </a:cubicBezTo>
                <a:cubicBezTo>
                  <a:pt x="90970" y="6642"/>
                  <a:pt x="93735" y="10496"/>
                  <a:pt x="92742" y="13808"/>
                </a:cubicBezTo>
                <a:cubicBezTo>
                  <a:pt x="92071" y="16047"/>
                  <a:pt x="88076" y="17848"/>
                  <a:pt x="86230" y="16413"/>
                </a:cubicBezTo>
                <a:cubicBezTo>
                  <a:pt x="81114" y="12436"/>
                  <a:pt x="90170" y="0"/>
                  <a:pt x="96650" y="0"/>
                </a:cubicBezTo>
              </a:path>
            </a:pathLst>
          </a:custGeom>
          <a:noFill/>
          <a:ln cap="flat" cmpd="sng" w="19050">
            <a:solidFill>
              <a:schemeClr val="lt2"/>
            </a:solidFill>
            <a:prstDash val="solid"/>
            <a:round/>
            <a:headEnd len="med" w="med" type="none"/>
            <a:tailEnd len="med" w="med" type="none"/>
          </a:ln>
        </p:spPr>
      </p:sp>
      <p:sp>
        <p:nvSpPr>
          <p:cNvPr id="123" name="Google Shape;123;p6"/>
          <p:cNvSpPr txBox="1"/>
          <p:nvPr>
            <p:ph type="title"/>
          </p:nvPr>
        </p:nvSpPr>
        <p:spPr>
          <a:xfrm>
            <a:off x="729150" y="464875"/>
            <a:ext cx="76857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 name="Google Shape;124;p6"/>
          <p:cNvSpPr/>
          <p:nvPr/>
        </p:nvSpPr>
        <p:spPr>
          <a:xfrm>
            <a:off x="215574" y="4379350"/>
            <a:ext cx="513568" cy="565551"/>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6"/>
          <p:cNvGrpSpPr/>
          <p:nvPr/>
        </p:nvGrpSpPr>
        <p:grpSpPr>
          <a:xfrm rot="2363774">
            <a:off x="364260" y="182702"/>
            <a:ext cx="294109" cy="1072709"/>
            <a:chOff x="2983700" y="3292075"/>
            <a:chExt cx="294100" cy="1072675"/>
          </a:xfrm>
        </p:grpSpPr>
        <p:sp>
          <p:nvSpPr>
            <p:cNvPr id="126" name="Google Shape;126;p6"/>
            <p:cNvSpPr/>
            <p:nvPr/>
          </p:nvSpPr>
          <p:spPr>
            <a:xfrm>
              <a:off x="2983700" y="3292075"/>
              <a:ext cx="294100" cy="1072675"/>
            </a:xfrm>
            <a:custGeom>
              <a:rect b="b" l="l" r="r" t="t"/>
              <a:pathLst>
                <a:path extrusionOk="0" h="42907" w="11764">
                  <a:moveTo>
                    <a:pt x="1584" y="1125"/>
                  </a:moveTo>
                  <a:lnTo>
                    <a:pt x="2739" y="3339"/>
                  </a:lnTo>
                  <a:cubicBezTo>
                    <a:pt x="2500" y="3527"/>
                    <a:pt x="2240" y="3619"/>
                    <a:pt x="1970" y="3619"/>
                  </a:cubicBezTo>
                  <a:cubicBezTo>
                    <a:pt x="1743" y="3619"/>
                    <a:pt x="1508" y="3553"/>
                    <a:pt x="1274" y="3423"/>
                  </a:cubicBezTo>
                  <a:lnTo>
                    <a:pt x="1584" y="1125"/>
                  </a:lnTo>
                  <a:close/>
                  <a:moveTo>
                    <a:pt x="3024" y="3875"/>
                  </a:moveTo>
                  <a:lnTo>
                    <a:pt x="5251" y="8114"/>
                  </a:lnTo>
                  <a:lnTo>
                    <a:pt x="2655" y="8602"/>
                  </a:lnTo>
                  <a:lnTo>
                    <a:pt x="548" y="8995"/>
                  </a:lnTo>
                  <a:lnTo>
                    <a:pt x="1203" y="4030"/>
                  </a:lnTo>
                  <a:cubicBezTo>
                    <a:pt x="1468" y="4167"/>
                    <a:pt x="1739" y="4235"/>
                    <a:pt x="2005" y="4235"/>
                  </a:cubicBezTo>
                  <a:cubicBezTo>
                    <a:pt x="2362" y="4235"/>
                    <a:pt x="2711" y="4114"/>
                    <a:pt x="3024" y="3875"/>
                  </a:cubicBezTo>
                  <a:close/>
                  <a:moveTo>
                    <a:pt x="5477" y="8709"/>
                  </a:moveTo>
                  <a:lnTo>
                    <a:pt x="9942" y="33819"/>
                  </a:lnTo>
                  <a:lnTo>
                    <a:pt x="7477" y="34272"/>
                  </a:lnTo>
                  <a:lnTo>
                    <a:pt x="7465" y="34272"/>
                  </a:lnTo>
                  <a:lnTo>
                    <a:pt x="3001" y="9173"/>
                  </a:lnTo>
                  <a:lnTo>
                    <a:pt x="5477" y="8709"/>
                  </a:lnTo>
                  <a:close/>
                  <a:moveTo>
                    <a:pt x="2524" y="9257"/>
                  </a:moveTo>
                  <a:lnTo>
                    <a:pt x="6977" y="34367"/>
                  </a:lnTo>
                  <a:lnTo>
                    <a:pt x="5001" y="34736"/>
                  </a:lnTo>
                  <a:lnTo>
                    <a:pt x="536" y="9626"/>
                  </a:lnTo>
                  <a:lnTo>
                    <a:pt x="2524" y="9257"/>
                  </a:lnTo>
                  <a:close/>
                  <a:moveTo>
                    <a:pt x="10049" y="34426"/>
                  </a:moveTo>
                  <a:lnTo>
                    <a:pt x="10204" y="35272"/>
                  </a:lnTo>
                  <a:lnTo>
                    <a:pt x="5263" y="36189"/>
                  </a:lnTo>
                  <a:lnTo>
                    <a:pt x="5108" y="35343"/>
                  </a:lnTo>
                  <a:lnTo>
                    <a:pt x="7585" y="34891"/>
                  </a:lnTo>
                  <a:lnTo>
                    <a:pt x="10049" y="34426"/>
                  </a:lnTo>
                  <a:close/>
                  <a:moveTo>
                    <a:pt x="10597" y="37486"/>
                  </a:moveTo>
                  <a:lnTo>
                    <a:pt x="11109" y="40332"/>
                  </a:lnTo>
                  <a:cubicBezTo>
                    <a:pt x="11216" y="40999"/>
                    <a:pt x="10894" y="41606"/>
                    <a:pt x="10394" y="41701"/>
                  </a:cubicBezTo>
                  <a:lnTo>
                    <a:pt x="7299" y="42273"/>
                  </a:lnTo>
                  <a:cubicBezTo>
                    <a:pt x="7253" y="42281"/>
                    <a:pt x="7206" y="42286"/>
                    <a:pt x="7160" y="42286"/>
                  </a:cubicBezTo>
                  <a:cubicBezTo>
                    <a:pt x="6958" y="42286"/>
                    <a:pt x="6759" y="42202"/>
                    <a:pt x="6584" y="42046"/>
                  </a:cubicBezTo>
                  <a:cubicBezTo>
                    <a:pt x="6370" y="41856"/>
                    <a:pt x="6215" y="41570"/>
                    <a:pt x="6168" y="41249"/>
                  </a:cubicBezTo>
                  <a:lnTo>
                    <a:pt x="5656" y="38391"/>
                  </a:lnTo>
                  <a:lnTo>
                    <a:pt x="10597" y="37486"/>
                  </a:lnTo>
                  <a:close/>
                  <a:moveTo>
                    <a:pt x="1424" y="0"/>
                  </a:moveTo>
                  <a:cubicBezTo>
                    <a:pt x="1410" y="0"/>
                    <a:pt x="1395" y="2"/>
                    <a:pt x="1381" y="6"/>
                  </a:cubicBezTo>
                  <a:cubicBezTo>
                    <a:pt x="1286" y="17"/>
                    <a:pt x="1203" y="113"/>
                    <a:pt x="1191" y="232"/>
                  </a:cubicBezTo>
                  <a:lnTo>
                    <a:pt x="0" y="9280"/>
                  </a:lnTo>
                  <a:lnTo>
                    <a:pt x="0" y="9292"/>
                  </a:lnTo>
                  <a:cubicBezTo>
                    <a:pt x="0" y="9316"/>
                    <a:pt x="0" y="9328"/>
                    <a:pt x="0" y="9352"/>
                  </a:cubicBezTo>
                  <a:cubicBezTo>
                    <a:pt x="0" y="9364"/>
                    <a:pt x="0" y="9376"/>
                    <a:pt x="0" y="9376"/>
                  </a:cubicBezTo>
                  <a:cubicBezTo>
                    <a:pt x="0" y="9388"/>
                    <a:pt x="0" y="9400"/>
                    <a:pt x="0" y="9411"/>
                  </a:cubicBezTo>
                  <a:lnTo>
                    <a:pt x="4584" y="35129"/>
                  </a:lnTo>
                  <a:lnTo>
                    <a:pt x="4834" y="36581"/>
                  </a:lnTo>
                  <a:cubicBezTo>
                    <a:pt x="4846" y="36605"/>
                    <a:pt x="4846" y="36629"/>
                    <a:pt x="4858" y="36653"/>
                  </a:cubicBezTo>
                  <a:cubicBezTo>
                    <a:pt x="4858" y="36677"/>
                    <a:pt x="4858" y="36701"/>
                    <a:pt x="4858" y="36724"/>
                  </a:cubicBezTo>
                  <a:lnTo>
                    <a:pt x="5120" y="38177"/>
                  </a:lnTo>
                  <a:lnTo>
                    <a:pt x="5680" y="41344"/>
                  </a:lnTo>
                  <a:cubicBezTo>
                    <a:pt x="5775" y="41820"/>
                    <a:pt x="6001" y="42249"/>
                    <a:pt x="6322" y="42546"/>
                  </a:cubicBezTo>
                  <a:cubicBezTo>
                    <a:pt x="6590" y="42784"/>
                    <a:pt x="6907" y="42907"/>
                    <a:pt x="7219" y="42907"/>
                  </a:cubicBezTo>
                  <a:cubicBezTo>
                    <a:pt x="7282" y="42907"/>
                    <a:pt x="7344" y="42902"/>
                    <a:pt x="7406" y="42892"/>
                  </a:cubicBezTo>
                  <a:lnTo>
                    <a:pt x="10502" y="42320"/>
                  </a:lnTo>
                  <a:cubicBezTo>
                    <a:pt x="11275" y="42177"/>
                    <a:pt x="11764" y="41249"/>
                    <a:pt x="11585" y="40249"/>
                  </a:cubicBezTo>
                  <a:lnTo>
                    <a:pt x="11025" y="37093"/>
                  </a:lnTo>
                  <a:lnTo>
                    <a:pt x="10764" y="35629"/>
                  </a:lnTo>
                  <a:cubicBezTo>
                    <a:pt x="10764" y="35605"/>
                    <a:pt x="10752" y="35581"/>
                    <a:pt x="10740" y="35569"/>
                  </a:cubicBezTo>
                  <a:cubicBezTo>
                    <a:pt x="10740" y="35546"/>
                    <a:pt x="10740" y="35522"/>
                    <a:pt x="10740" y="35498"/>
                  </a:cubicBezTo>
                  <a:lnTo>
                    <a:pt x="10478" y="34034"/>
                  </a:lnTo>
                  <a:lnTo>
                    <a:pt x="5906" y="8316"/>
                  </a:lnTo>
                  <a:cubicBezTo>
                    <a:pt x="5906" y="8304"/>
                    <a:pt x="5906" y="8304"/>
                    <a:pt x="5894" y="8292"/>
                  </a:cubicBezTo>
                  <a:cubicBezTo>
                    <a:pt x="5894" y="8280"/>
                    <a:pt x="5894" y="8268"/>
                    <a:pt x="5894" y="8257"/>
                  </a:cubicBezTo>
                  <a:cubicBezTo>
                    <a:pt x="5882" y="8245"/>
                    <a:pt x="5882" y="8233"/>
                    <a:pt x="5870" y="8221"/>
                  </a:cubicBezTo>
                  <a:cubicBezTo>
                    <a:pt x="5870" y="8221"/>
                    <a:pt x="5870" y="8209"/>
                    <a:pt x="5870" y="8209"/>
                  </a:cubicBezTo>
                  <a:lnTo>
                    <a:pt x="1631" y="148"/>
                  </a:lnTo>
                  <a:cubicBezTo>
                    <a:pt x="1591" y="57"/>
                    <a:pt x="1507" y="0"/>
                    <a:pt x="1424" y="0"/>
                  </a:cubicBezTo>
                  <a:close/>
                </a:path>
              </a:pathLst>
            </a:custGeom>
            <a:solidFill>
              <a:srgbClr val="222020"/>
            </a:solidFill>
            <a:ln cap="flat" cmpd="sng" w="1500">
              <a:solidFill>
                <a:srgbClr val="22202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3111400" y="4152725"/>
              <a:ext cx="127400" cy="44075"/>
            </a:xfrm>
            <a:custGeom>
              <a:rect b="b" l="l" r="r" t="t"/>
              <a:pathLst>
                <a:path extrusionOk="0" h="1763" w="5096">
                  <a:moveTo>
                    <a:pt x="4953" y="0"/>
                  </a:moveTo>
                  <a:lnTo>
                    <a:pt x="2477" y="465"/>
                  </a:lnTo>
                  <a:lnTo>
                    <a:pt x="0" y="917"/>
                  </a:lnTo>
                  <a:lnTo>
                    <a:pt x="155" y="1763"/>
                  </a:lnTo>
                  <a:lnTo>
                    <a:pt x="5096" y="846"/>
                  </a:lnTo>
                  <a:lnTo>
                    <a:pt x="4953" y="0"/>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3015550" y="3320175"/>
              <a:ext cx="36625" cy="62400"/>
            </a:xfrm>
            <a:custGeom>
              <a:rect b="b" l="l" r="r" t="t"/>
              <a:pathLst>
                <a:path extrusionOk="0" h="2496" w="1465">
                  <a:moveTo>
                    <a:pt x="310" y="1"/>
                  </a:moveTo>
                  <a:lnTo>
                    <a:pt x="0" y="2299"/>
                  </a:lnTo>
                  <a:cubicBezTo>
                    <a:pt x="234" y="2429"/>
                    <a:pt x="469" y="2495"/>
                    <a:pt x="696" y="2495"/>
                  </a:cubicBezTo>
                  <a:cubicBezTo>
                    <a:pt x="966" y="2495"/>
                    <a:pt x="1226" y="2403"/>
                    <a:pt x="1465" y="2215"/>
                  </a:cubicBezTo>
                  <a:lnTo>
                    <a:pt x="31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2997375" y="3388950"/>
              <a:ext cx="117600" cy="128000"/>
            </a:xfrm>
            <a:custGeom>
              <a:rect b="b" l="l" r="r" t="t"/>
              <a:pathLst>
                <a:path extrusionOk="0" h="5120" w="4704">
                  <a:moveTo>
                    <a:pt x="2477" y="0"/>
                  </a:moveTo>
                  <a:cubicBezTo>
                    <a:pt x="2164" y="239"/>
                    <a:pt x="1815" y="360"/>
                    <a:pt x="1458" y="360"/>
                  </a:cubicBezTo>
                  <a:cubicBezTo>
                    <a:pt x="1192" y="360"/>
                    <a:pt x="921" y="292"/>
                    <a:pt x="656" y="155"/>
                  </a:cubicBezTo>
                  <a:lnTo>
                    <a:pt x="1" y="5120"/>
                  </a:lnTo>
                  <a:lnTo>
                    <a:pt x="2096" y="4727"/>
                  </a:lnTo>
                  <a:lnTo>
                    <a:pt x="4704" y="4239"/>
                  </a:lnTo>
                  <a:lnTo>
                    <a:pt x="24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2997100" y="3523475"/>
              <a:ext cx="161050" cy="637000"/>
            </a:xfrm>
            <a:custGeom>
              <a:rect b="b" l="l" r="r" t="t"/>
              <a:pathLst>
                <a:path extrusionOk="0" h="25480" w="6442">
                  <a:moveTo>
                    <a:pt x="1988" y="1"/>
                  </a:moveTo>
                  <a:lnTo>
                    <a:pt x="0" y="370"/>
                  </a:lnTo>
                  <a:lnTo>
                    <a:pt x="4465" y="25480"/>
                  </a:lnTo>
                  <a:lnTo>
                    <a:pt x="6441" y="25111"/>
                  </a:lnTo>
                  <a:lnTo>
                    <a:pt x="1988"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3058700" y="3509775"/>
              <a:ext cx="173550" cy="639100"/>
            </a:xfrm>
            <a:custGeom>
              <a:rect b="b" l="l" r="r" t="t"/>
              <a:pathLst>
                <a:path extrusionOk="0" h="25564" w="6942">
                  <a:moveTo>
                    <a:pt x="2477" y="1"/>
                  </a:moveTo>
                  <a:lnTo>
                    <a:pt x="1" y="465"/>
                  </a:lnTo>
                  <a:lnTo>
                    <a:pt x="4465" y="25564"/>
                  </a:lnTo>
                  <a:lnTo>
                    <a:pt x="4477" y="25564"/>
                  </a:lnTo>
                  <a:lnTo>
                    <a:pt x="6942" y="25111"/>
                  </a:lnTo>
                  <a:lnTo>
                    <a:pt x="2477"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
            <p:cNvSpPr/>
            <p:nvPr/>
          </p:nvSpPr>
          <p:spPr>
            <a:xfrm>
              <a:off x="3118525" y="4192600"/>
              <a:ext cx="127425" cy="44075"/>
            </a:xfrm>
            <a:custGeom>
              <a:rect b="b" l="l" r="r" t="t"/>
              <a:pathLst>
                <a:path extrusionOk="0" h="1763" w="5097">
                  <a:moveTo>
                    <a:pt x="4942" y="1"/>
                  </a:moveTo>
                  <a:lnTo>
                    <a:pt x="1" y="918"/>
                  </a:lnTo>
                  <a:lnTo>
                    <a:pt x="156" y="1763"/>
                  </a:lnTo>
                  <a:lnTo>
                    <a:pt x="5097" y="846"/>
                  </a:lnTo>
                  <a:lnTo>
                    <a:pt x="4942" y="1"/>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3125075" y="4229225"/>
              <a:ext cx="139025" cy="120000"/>
            </a:xfrm>
            <a:custGeom>
              <a:rect b="b" l="l" r="r" t="t"/>
              <a:pathLst>
                <a:path extrusionOk="0" h="4800" w="5561">
                  <a:moveTo>
                    <a:pt x="4942" y="0"/>
                  </a:moveTo>
                  <a:lnTo>
                    <a:pt x="2025" y="536"/>
                  </a:lnTo>
                  <a:lnTo>
                    <a:pt x="1" y="917"/>
                  </a:lnTo>
                  <a:lnTo>
                    <a:pt x="513" y="3763"/>
                  </a:lnTo>
                  <a:cubicBezTo>
                    <a:pt x="560" y="4084"/>
                    <a:pt x="715" y="4370"/>
                    <a:pt x="929" y="4560"/>
                  </a:cubicBezTo>
                  <a:cubicBezTo>
                    <a:pt x="1104" y="4716"/>
                    <a:pt x="1303" y="4800"/>
                    <a:pt x="1505" y="4800"/>
                  </a:cubicBezTo>
                  <a:cubicBezTo>
                    <a:pt x="1551" y="4800"/>
                    <a:pt x="1598" y="4795"/>
                    <a:pt x="1644" y="4787"/>
                  </a:cubicBezTo>
                  <a:lnTo>
                    <a:pt x="3061" y="4525"/>
                  </a:lnTo>
                  <a:lnTo>
                    <a:pt x="4739" y="4215"/>
                  </a:lnTo>
                  <a:cubicBezTo>
                    <a:pt x="5239" y="4120"/>
                    <a:pt x="5561" y="3513"/>
                    <a:pt x="5454" y="2858"/>
                  </a:cubicBezTo>
                  <a:lnTo>
                    <a:pt x="4942" y="0"/>
                  </a:lnTo>
                  <a:close/>
                </a:path>
              </a:pathLst>
            </a:custGeom>
            <a:solidFill>
              <a:srgbClr val="F090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6"/>
          <p:cNvGrpSpPr/>
          <p:nvPr/>
        </p:nvGrpSpPr>
        <p:grpSpPr>
          <a:xfrm rot="2363774">
            <a:off x="506771" y="533197"/>
            <a:ext cx="299485" cy="1193313"/>
            <a:chOff x="3419750" y="3170450"/>
            <a:chExt cx="299475" cy="1193275"/>
          </a:xfrm>
        </p:grpSpPr>
        <p:sp>
          <p:nvSpPr>
            <p:cNvPr id="135" name="Google Shape;135;p6"/>
            <p:cNvSpPr/>
            <p:nvPr/>
          </p:nvSpPr>
          <p:spPr>
            <a:xfrm>
              <a:off x="3419750" y="3170450"/>
              <a:ext cx="299475" cy="1193275"/>
            </a:xfrm>
            <a:custGeom>
              <a:rect b="b" l="l" r="r" t="t"/>
              <a:pathLst>
                <a:path extrusionOk="0" h="47731" w="11979">
                  <a:moveTo>
                    <a:pt x="8669" y="1275"/>
                  </a:moveTo>
                  <a:cubicBezTo>
                    <a:pt x="9657" y="3775"/>
                    <a:pt x="11098" y="8823"/>
                    <a:pt x="8597" y="12574"/>
                  </a:cubicBezTo>
                  <a:cubicBezTo>
                    <a:pt x="8047" y="12189"/>
                    <a:pt x="7396" y="11991"/>
                    <a:pt x="6760" y="11991"/>
                  </a:cubicBezTo>
                  <a:cubicBezTo>
                    <a:pt x="6392" y="11991"/>
                    <a:pt x="6028" y="12058"/>
                    <a:pt x="5692" y="12193"/>
                  </a:cubicBezTo>
                  <a:cubicBezTo>
                    <a:pt x="4882" y="11479"/>
                    <a:pt x="4430" y="9931"/>
                    <a:pt x="4490" y="8812"/>
                  </a:cubicBezTo>
                  <a:cubicBezTo>
                    <a:pt x="4549" y="7490"/>
                    <a:pt x="5335" y="6299"/>
                    <a:pt x="6025" y="5252"/>
                  </a:cubicBezTo>
                  <a:lnTo>
                    <a:pt x="8669" y="1275"/>
                  </a:lnTo>
                  <a:close/>
                  <a:moveTo>
                    <a:pt x="6754" y="12580"/>
                  </a:moveTo>
                  <a:cubicBezTo>
                    <a:pt x="7323" y="12580"/>
                    <a:pt x="7912" y="12778"/>
                    <a:pt x="8395" y="13157"/>
                  </a:cubicBezTo>
                  <a:cubicBezTo>
                    <a:pt x="8704" y="13431"/>
                    <a:pt x="8847" y="13741"/>
                    <a:pt x="8823" y="14098"/>
                  </a:cubicBezTo>
                  <a:cubicBezTo>
                    <a:pt x="8800" y="14574"/>
                    <a:pt x="8478" y="15062"/>
                    <a:pt x="8181" y="15300"/>
                  </a:cubicBezTo>
                  <a:cubicBezTo>
                    <a:pt x="7637" y="14734"/>
                    <a:pt x="6925" y="14347"/>
                    <a:pt x="6110" y="14347"/>
                  </a:cubicBezTo>
                  <a:cubicBezTo>
                    <a:pt x="6086" y="14347"/>
                    <a:pt x="6062" y="14347"/>
                    <a:pt x="6037" y="14348"/>
                  </a:cubicBezTo>
                  <a:cubicBezTo>
                    <a:pt x="5597" y="14372"/>
                    <a:pt x="5168" y="14503"/>
                    <a:pt x="4763" y="14741"/>
                  </a:cubicBezTo>
                  <a:cubicBezTo>
                    <a:pt x="4632" y="14015"/>
                    <a:pt x="5049" y="13169"/>
                    <a:pt x="5775" y="12800"/>
                  </a:cubicBezTo>
                  <a:cubicBezTo>
                    <a:pt x="6075" y="12652"/>
                    <a:pt x="6411" y="12580"/>
                    <a:pt x="6754" y="12580"/>
                  </a:cubicBezTo>
                  <a:close/>
                  <a:moveTo>
                    <a:pt x="6117" y="14954"/>
                  </a:moveTo>
                  <a:cubicBezTo>
                    <a:pt x="7283" y="14954"/>
                    <a:pt x="8245" y="16043"/>
                    <a:pt x="8550" y="17086"/>
                  </a:cubicBezTo>
                  <a:cubicBezTo>
                    <a:pt x="8919" y="18301"/>
                    <a:pt x="8716" y="19658"/>
                    <a:pt x="8538" y="20849"/>
                  </a:cubicBezTo>
                  <a:lnTo>
                    <a:pt x="5216" y="43292"/>
                  </a:lnTo>
                  <a:cubicBezTo>
                    <a:pt x="5049" y="44459"/>
                    <a:pt x="3978" y="46780"/>
                    <a:pt x="2751" y="47090"/>
                  </a:cubicBezTo>
                  <a:cubicBezTo>
                    <a:pt x="2664" y="47112"/>
                    <a:pt x="2577" y="47123"/>
                    <a:pt x="2491" y="47123"/>
                  </a:cubicBezTo>
                  <a:cubicBezTo>
                    <a:pt x="2057" y="47123"/>
                    <a:pt x="1632" y="46848"/>
                    <a:pt x="1215" y="46292"/>
                  </a:cubicBezTo>
                  <a:cubicBezTo>
                    <a:pt x="572" y="45447"/>
                    <a:pt x="1680" y="34898"/>
                    <a:pt x="2406" y="27921"/>
                  </a:cubicBezTo>
                  <a:cubicBezTo>
                    <a:pt x="2739" y="24742"/>
                    <a:pt x="3049" y="21742"/>
                    <a:pt x="3204" y="19730"/>
                  </a:cubicBezTo>
                  <a:cubicBezTo>
                    <a:pt x="3228" y="19432"/>
                    <a:pt x="3251" y="19134"/>
                    <a:pt x="3287" y="18837"/>
                  </a:cubicBezTo>
                  <a:cubicBezTo>
                    <a:pt x="3370" y="18075"/>
                    <a:pt x="3501" y="17324"/>
                    <a:pt x="3823" y="16646"/>
                  </a:cubicBezTo>
                  <a:cubicBezTo>
                    <a:pt x="4299" y="15658"/>
                    <a:pt x="5168" y="14991"/>
                    <a:pt x="6061" y="14955"/>
                  </a:cubicBezTo>
                  <a:cubicBezTo>
                    <a:pt x="6080" y="14955"/>
                    <a:pt x="6099" y="14954"/>
                    <a:pt x="6117" y="14954"/>
                  </a:cubicBezTo>
                  <a:close/>
                  <a:moveTo>
                    <a:pt x="8800" y="1"/>
                  </a:moveTo>
                  <a:lnTo>
                    <a:pt x="5525" y="4918"/>
                  </a:lnTo>
                  <a:cubicBezTo>
                    <a:pt x="4823" y="5978"/>
                    <a:pt x="3942" y="7299"/>
                    <a:pt x="3882" y="8776"/>
                  </a:cubicBezTo>
                  <a:cubicBezTo>
                    <a:pt x="3823" y="9978"/>
                    <a:pt x="4251" y="11586"/>
                    <a:pt x="5133" y="12491"/>
                  </a:cubicBezTo>
                  <a:cubicBezTo>
                    <a:pt x="4323" y="13110"/>
                    <a:pt x="3942" y="14193"/>
                    <a:pt x="4228" y="15122"/>
                  </a:cubicBezTo>
                  <a:cubicBezTo>
                    <a:pt x="3847" y="15455"/>
                    <a:pt x="3513" y="15884"/>
                    <a:pt x="3275" y="16396"/>
                  </a:cubicBezTo>
                  <a:cubicBezTo>
                    <a:pt x="2787" y="17444"/>
                    <a:pt x="2692" y="18634"/>
                    <a:pt x="2608" y="19694"/>
                  </a:cubicBezTo>
                  <a:cubicBezTo>
                    <a:pt x="2525" y="20682"/>
                    <a:pt x="2418" y="21932"/>
                    <a:pt x="2275" y="23325"/>
                  </a:cubicBezTo>
                  <a:cubicBezTo>
                    <a:pt x="2132" y="24730"/>
                    <a:pt x="1965" y="26266"/>
                    <a:pt x="1799" y="27861"/>
                  </a:cubicBezTo>
                  <a:cubicBezTo>
                    <a:pt x="715" y="38256"/>
                    <a:pt x="1" y="45685"/>
                    <a:pt x="727" y="46649"/>
                  </a:cubicBezTo>
                  <a:cubicBezTo>
                    <a:pt x="1299" y="47400"/>
                    <a:pt x="1846" y="47673"/>
                    <a:pt x="2323" y="47721"/>
                  </a:cubicBezTo>
                  <a:cubicBezTo>
                    <a:pt x="2382" y="47728"/>
                    <a:pt x="2440" y="47731"/>
                    <a:pt x="2497" y="47731"/>
                  </a:cubicBezTo>
                  <a:cubicBezTo>
                    <a:pt x="2641" y="47731"/>
                    <a:pt x="2774" y="47711"/>
                    <a:pt x="2894" y="47685"/>
                  </a:cubicBezTo>
                  <a:cubicBezTo>
                    <a:pt x="4454" y="47281"/>
                    <a:pt x="5621" y="44673"/>
                    <a:pt x="5811" y="43387"/>
                  </a:cubicBezTo>
                  <a:lnTo>
                    <a:pt x="9133" y="20944"/>
                  </a:lnTo>
                  <a:cubicBezTo>
                    <a:pt x="9312" y="19682"/>
                    <a:pt x="9526" y="18253"/>
                    <a:pt x="9133" y="16920"/>
                  </a:cubicBezTo>
                  <a:cubicBezTo>
                    <a:pt x="9014" y="16515"/>
                    <a:pt x="8812" y="16122"/>
                    <a:pt x="8562" y="15765"/>
                  </a:cubicBezTo>
                  <a:cubicBezTo>
                    <a:pt x="8966" y="15431"/>
                    <a:pt x="9395" y="14812"/>
                    <a:pt x="9431" y="14134"/>
                  </a:cubicBezTo>
                  <a:cubicBezTo>
                    <a:pt x="9443" y="13717"/>
                    <a:pt x="9312" y="13324"/>
                    <a:pt x="9050" y="12991"/>
                  </a:cubicBezTo>
                  <a:cubicBezTo>
                    <a:pt x="11979" y="8704"/>
                    <a:pt x="10014" y="2870"/>
                    <a:pt x="9014" y="513"/>
                  </a:cubicBezTo>
                  <a:lnTo>
                    <a:pt x="880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3433750" y="3544325"/>
              <a:ext cx="208975" cy="804175"/>
            </a:xfrm>
            <a:custGeom>
              <a:rect b="b" l="l" r="r" t="t"/>
              <a:pathLst>
                <a:path extrusionOk="0" h="32167" w="8359">
                  <a:moveTo>
                    <a:pt x="5489" y="0"/>
                  </a:moveTo>
                  <a:cubicBezTo>
                    <a:pt x="4608" y="36"/>
                    <a:pt x="3739" y="703"/>
                    <a:pt x="3263" y="1703"/>
                  </a:cubicBezTo>
                  <a:cubicBezTo>
                    <a:pt x="2941" y="2381"/>
                    <a:pt x="2810" y="3131"/>
                    <a:pt x="2727" y="3882"/>
                  </a:cubicBezTo>
                  <a:cubicBezTo>
                    <a:pt x="2691" y="4191"/>
                    <a:pt x="2668" y="4489"/>
                    <a:pt x="2644" y="4786"/>
                  </a:cubicBezTo>
                  <a:cubicBezTo>
                    <a:pt x="2489" y="6787"/>
                    <a:pt x="2179" y="9787"/>
                    <a:pt x="1846" y="12966"/>
                  </a:cubicBezTo>
                  <a:cubicBezTo>
                    <a:pt x="1108" y="19943"/>
                    <a:pt x="1" y="30492"/>
                    <a:pt x="643" y="31337"/>
                  </a:cubicBezTo>
                  <a:cubicBezTo>
                    <a:pt x="870" y="31623"/>
                    <a:pt x="1084" y="31837"/>
                    <a:pt x="1310" y="31968"/>
                  </a:cubicBezTo>
                  <a:cubicBezTo>
                    <a:pt x="1513" y="32103"/>
                    <a:pt x="1721" y="32167"/>
                    <a:pt x="1931" y="32167"/>
                  </a:cubicBezTo>
                  <a:cubicBezTo>
                    <a:pt x="2018" y="32167"/>
                    <a:pt x="2104" y="32156"/>
                    <a:pt x="2191" y="32135"/>
                  </a:cubicBezTo>
                  <a:cubicBezTo>
                    <a:pt x="3418" y="31825"/>
                    <a:pt x="4489" y="29504"/>
                    <a:pt x="4656" y="28337"/>
                  </a:cubicBezTo>
                  <a:lnTo>
                    <a:pt x="7978" y="5894"/>
                  </a:lnTo>
                  <a:lnTo>
                    <a:pt x="7978" y="5906"/>
                  </a:lnTo>
                  <a:cubicBezTo>
                    <a:pt x="8156" y="4703"/>
                    <a:pt x="8359" y="3346"/>
                    <a:pt x="7990" y="2131"/>
                  </a:cubicBezTo>
                  <a:cubicBezTo>
                    <a:pt x="7716" y="1191"/>
                    <a:pt x="6906" y="214"/>
                    <a:pt x="5882" y="36"/>
                  </a:cubicBezTo>
                  <a:cubicBezTo>
                    <a:pt x="5763" y="12"/>
                    <a:pt x="5632" y="0"/>
                    <a:pt x="5489" y="0"/>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3535550" y="3485075"/>
              <a:ext cx="105400" cy="67600"/>
            </a:xfrm>
            <a:custGeom>
              <a:rect b="b" l="l" r="r" t="t"/>
              <a:pathLst>
                <a:path extrusionOk="0" h="2704" w="4216">
                  <a:moveTo>
                    <a:pt x="2155" y="1"/>
                  </a:moveTo>
                  <a:cubicBezTo>
                    <a:pt x="1798" y="1"/>
                    <a:pt x="1453" y="72"/>
                    <a:pt x="1143" y="215"/>
                  </a:cubicBezTo>
                  <a:cubicBezTo>
                    <a:pt x="417" y="584"/>
                    <a:pt x="0" y="1430"/>
                    <a:pt x="131" y="2156"/>
                  </a:cubicBezTo>
                  <a:cubicBezTo>
                    <a:pt x="524" y="1918"/>
                    <a:pt x="965" y="1787"/>
                    <a:pt x="1405" y="1763"/>
                  </a:cubicBezTo>
                  <a:cubicBezTo>
                    <a:pt x="1572" y="1763"/>
                    <a:pt x="1739" y="1775"/>
                    <a:pt x="1894" y="1799"/>
                  </a:cubicBezTo>
                  <a:cubicBezTo>
                    <a:pt x="2536" y="1906"/>
                    <a:pt x="3096" y="2251"/>
                    <a:pt x="3549" y="2703"/>
                  </a:cubicBezTo>
                  <a:cubicBezTo>
                    <a:pt x="3846" y="2465"/>
                    <a:pt x="4168" y="1989"/>
                    <a:pt x="4191" y="1513"/>
                  </a:cubicBezTo>
                  <a:cubicBezTo>
                    <a:pt x="4215" y="1156"/>
                    <a:pt x="4060" y="846"/>
                    <a:pt x="3763" y="572"/>
                  </a:cubicBezTo>
                  <a:cubicBezTo>
                    <a:pt x="3287" y="203"/>
                    <a:pt x="2715" y="1"/>
                    <a:pt x="2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3530500" y="3202300"/>
              <a:ext cx="166700" cy="282500"/>
            </a:xfrm>
            <a:custGeom>
              <a:rect b="b" l="l" r="r" t="t"/>
              <a:pathLst>
                <a:path extrusionOk="0" h="11300" w="6668">
                  <a:moveTo>
                    <a:pt x="4239" y="1"/>
                  </a:moveTo>
                  <a:lnTo>
                    <a:pt x="3905" y="501"/>
                  </a:lnTo>
                  <a:lnTo>
                    <a:pt x="1595" y="3978"/>
                  </a:lnTo>
                  <a:cubicBezTo>
                    <a:pt x="905" y="5025"/>
                    <a:pt x="119" y="6216"/>
                    <a:pt x="60" y="7526"/>
                  </a:cubicBezTo>
                  <a:cubicBezTo>
                    <a:pt x="0" y="8645"/>
                    <a:pt x="452" y="10205"/>
                    <a:pt x="1262" y="10919"/>
                  </a:cubicBezTo>
                  <a:cubicBezTo>
                    <a:pt x="1601" y="10777"/>
                    <a:pt x="1970" y="10715"/>
                    <a:pt x="2341" y="10715"/>
                  </a:cubicBezTo>
                  <a:cubicBezTo>
                    <a:pt x="2374" y="10715"/>
                    <a:pt x="2408" y="10715"/>
                    <a:pt x="2441" y="10716"/>
                  </a:cubicBezTo>
                  <a:cubicBezTo>
                    <a:pt x="3036" y="10740"/>
                    <a:pt x="3643" y="10943"/>
                    <a:pt x="4167" y="11300"/>
                  </a:cubicBezTo>
                  <a:cubicBezTo>
                    <a:pt x="6668" y="7549"/>
                    <a:pt x="5227" y="2501"/>
                    <a:pt x="423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 name="Google Shape;139;p6"/>
          <p:cNvGrpSpPr/>
          <p:nvPr/>
        </p:nvGrpSpPr>
        <p:grpSpPr>
          <a:xfrm>
            <a:off x="7848687" y="4057429"/>
            <a:ext cx="1133221" cy="987403"/>
            <a:chOff x="7846762" y="4057429"/>
            <a:chExt cx="1133221" cy="987403"/>
          </a:xfrm>
        </p:grpSpPr>
        <p:sp>
          <p:nvSpPr>
            <p:cNvPr id="140" name="Google Shape;140;p6"/>
            <p:cNvSpPr/>
            <p:nvPr/>
          </p:nvSpPr>
          <p:spPr>
            <a:xfrm>
              <a:off x="8614079" y="4664633"/>
              <a:ext cx="248393" cy="248767"/>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8614065" y="4057429"/>
              <a:ext cx="150142" cy="134269"/>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8414849" y="4394979"/>
              <a:ext cx="158722" cy="166997"/>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8166765" y="4913411"/>
              <a:ext cx="117244" cy="131421"/>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8862467" y="4412772"/>
              <a:ext cx="117515" cy="131421"/>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7846762" y="4724455"/>
              <a:ext cx="134100" cy="129114"/>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8284005" y="4711438"/>
              <a:ext cx="67050" cy="96454"/>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8" name="Shape 148"/>
        <p:cNvGrpSpPr/>
        <p:nvPr/>
      </p:nvGrpSpPr>
      <p:grpSpPr>
        <a:xfrm>
          <a:off x="0" y="0"/>
          <a:ext cx="0" cy="0"/>
          <a:chOff x="0" y="0"/>
          <a:chExt cx="0" cy="0"/>
        </a:xfrm>
      </p:grpSpPr>
      <p:grpSp>
        <p:nvGrpSpPr>
          <p:cNvPr id="149" name="Google Shape;149;p7"/>
          <p:cNvGrpSpPr/>
          <p:nvPr/>
        </p:nvGrpSpPr>
        <p:grpSpPr>
          <a:xfrm>
            <a:off x="6346221" y="-9725"/>
            <a:ext cx="2812370" cy="5162950"/>
            <a:chOff x="6331638" y="-9725"/>
            <a:chExt cx="2812370" cy="5162950"/>
          </a:xfrm>
        </p:grpSpPr>
        <p:sp>
          <p:nvSpPr>
            <p:cNvPr id="150" name="Google Shape;150;p7"/>
            <p:cNvSpPr/>
            <p:nvPr/>
          </p:nvSpPr>
          <p:spPr>
            <a:xfrm>
              <a:off x="6331638" y="-9725"/>
              <a:ext cx="2806463" cy="5162950"/>
            </a:xfrm>
            <a:custGeom>
              <a:rect b="b" l="l" r="r" t="t"/>
              <a:pathLst>
                <a:path extrusionOk="0" h="206518" w="139625">
                  <a:moveTo>
                    <a:pt x="0" y="0"/>
                  </a:moveTo>
                  <a:lnTo>
                    <a:pt x="139625" y="389"/>
                  </a:lnTo>
                  <a:lnTo>
                    <a:pt x="139236" y="206518"/>
                  </a:lnTo>
                  <a:lnTo>
                    <a:pt x="71546" y="205778"/>
                  </a:lnTo>
                  <a:close/>
                </a:path>
              </a:pathLst>
            </a:custGeom>
            <a:solidFill>
              <a:schemeClr val="accent2"/>
            </a:solidFill>
            <a:ln>
              <a:noFill/>
            </a:ln>
          </p:spPr>
        </p:sp>
        <p:grpSp>
          <p:nvGrpSpPr>
            <p:cNvPr id="151" name="Google Shape;151;p7"/>
            <p:cNvGrpSpPr/>
            <p:nvPr/>
          </p:nvGrpSpPr>
          <p:grpSpPr>
            <a:xfrm>
              <a:off x="6371963" y="-9725"/>
              <a:ext cx="2772045" cy="5143502"/>
              <a:chOff x="6409225" y="0"/>
              <a:chExt cx="2772045" cy="5143502"/>
            </a:xfrm>
          </p:grpSpPr>
          <p:cxnSp>
            <p:nvCxnSpPr>
              <p:cNvPr id="152" name="Google Shape;152;p7"/>
              <p:cNvCxnSpPr/>
              <p:nvPr/>
            </p:nvCxnSpPr>
            <p:spPr>
              <a:xfrm>
                <a:off x="6718570" y="1209275"/>
                <a:ext cx="2462700" cy="0"/>
              </a:xfrm>
              <a:prstGeom prst="straightConnector1">
                <a:avLst/>
              </a:prstGeom>
              <a:noFill/>
              <a:ln cap="rnd" cmpd="sng" w="19050">
                <a:solidFill>
                  <a:schemeClr val="accent1"/>
                </a:solidFill>
                <a:prstDash val="solid"/>
                <a:round/>
                <a:headEnd len="med" w="med" type="none"/>
                <a:tailEnd len="med" w="med" type="none"/>
              </a:ln>
            </p:spPr>
          </p:cxnSp>
          <p:cxnSp>
            <p:nvCxnSpPr>
              <p:cNvPr id="153" name="Google Shape;153;p7"/>
              <p:cNvCxnSpPr/>
              <p:nvPr/>
            </p:nvCxnSpPr>
            <p:spPr>
              <a:xfrm>
                <a:off x="6871289" y="1754250"/>
                <a:ext cx="2307900" cy="0"/>
              </a:xfrm>
              <a:prstGeom prst="straightConnector1">
                <a:avLst/>
              </a:prstGeom>
              <a:noFill/>
              <a:ln cap="rnd" cmpd="sng" w="19050">
                <a:solidFill>
                  <a:schemeClr val="accent1"/>
                </a:solidFill>
                <a:prstDash val="solid"/>
                <a:round/>
                <a:headEnd len="med" w="med" type="none"/>
                <a:tailEnd len="med" w="med" type="none"/>
              </a:ln>
            </p:spPr>
          </p:cxnSp>
          <p:cxnSp>
            <p:nvCxnSpPr>
              <p:cNvPr id="154" name="Google Shape;154;p7"/>
              <p:cNvCxnSpPr/>
              <p:nvPr/>
            </p:nvCxnSpPr>
            <p:spPr>
              <a:xfrm>
                <a:off x="7024008" y="2299225"/>
                <a:ext cx="2155200" cy="0"/>
              </a:xfrm>
              <a:prstGeom prst="straightConnector1">
                <a:avLst/>
              </a:prstGeom>
              <a:noFill/>
              <a:ln cap="rnd" cmpd="sng" w="19050">
                <a:solidFill>
                  <a:schemeClr val="accent1"/>
                </a:solidFill>
                <a:prstDash val="solid"/>
                <a:round/>
                <a:headEnd len="med" w="med" type="none"/>
                <a:tailEnd len="med" w="med" type="none"/>
              </a:ln>
            </p:spPr>
          </p:cxnSp>
          <p:cxnSp>
            <p:nvCxnSpPr>
              <p:cNvPr id="155" name="Google Shape;155;p7"/>
              <p:cNvCxnSpPr/>
              <p:nvPr/>
            </p:nvCxnSpPr>
            <p:spPr>
              <a:xfrm>
                <a:off x="7176726" y="2844200"/>
                <a:ext cx="2002800" cy="0"/>
              </a:xfrm>
              <a:prstGeom prst="straightConnector1">
                <a:avLst/>
              </a:prstGeom>
              <a:noFill/>
              <a:ln cap="rnd" cmpd="sng" w="19050">
                <a:solidFill>
                  <a:schemeClr val="accent1"/>
                </a:solidFill>
                <a:prstDash val="solid"/>
                <a:round/>
                <a:headEnd len="med" w="med" type="none"/>
                <a:tailEnd len="med" w="med" type="none"/>
              </a:ln>
            </p:spPr>
          </p:cxnSp>
          <p:cxnSp>
            <p:nvCxnSpPr>
              <p:cNvPr id="156" name="Google Shape;156;p7"/>
              <p:cNvCxnSpPr/>
              <p:nvPr/>
            </p:nvCxnSpPr>
            <p:spPr>
              <a:xfrm>
                <a:off x="7329447" y="3389150"/>
                <a:ext cx="1850100" cy="0"/>
              </a:xfrm>
              <a:prstGeom prst="straightConnector1">
                <a:avLst/>
              </a:prstGeom>
              <a:noFill/>
              <a:ln cap="rnd" cmpd="sng" w="19050">
                <a:solidFill>
                  <a:schemeClr val="accent1"/>
                </a:solidFill>
                <a:prstDash val="solid"/>
                <a:round/>
                <a:headEnd len="med" w="med" type="none"/>
                <a:tailEnd len="med" w="med" type="none"/>
              </a:ln>
            </p:spPr>
          </p:cxnSp>
          <p:cxnSp>
            <p:nvCxnSpPr>
              <p:cNvPr id="157" name="Google Shape;157;p7"/>
              <p:cNvCxnSpPr/>
              <p:nvPr/>
            </p:nvCxnSpPr>
            <p:spPr>
              <a:xfrm>
                <a:off x="7482163" y="3934125"/>
                <a:ext cx="1697100" cy="0"/>
              </a:xfrm>
              <a:prstGeom prst="straightConnector1">
                <a:avLst/>
              </a:prstGeom>
              <a:noFill/>
              <a:ln cap="rnd" cmpd="sng" w="19050">
                <a:solidFill>
                  <a:schemeClr val="accent1"/>
                </a:solidFill>
                <a:prstDash val="solid"/>
                <a:round/>
                <a:headEnd len="med" w="med" type="none"/>
                <a:tailEnd len="med" w="med" type="none"/>
              </a:ln>
            </p:spPr>
          </p:cxnSp>
          <p:cxnSp>
            <p:nvCxnSpPr>
              <p:cNvPr id="158" name="Google Shape;158;p7"/>
              <p:cNvCxnSpPr/>
              <p:nvPr/>
            </p:nvCxnSpPr>
            <p:spPr>
              <a:xfrm>
                <a:off x="7636859" y="4479100"/>
                <a:ext cx="1542900" cy="0"/>
              </a:xfrm>
              <a:prstGeom prst="straightConnector1">
                <a:avLst/>
              </a:prstGeom>
              <a:noFill/>
              <a:ln cap="rnd" cmpd="sng" w="19050">
                <a:solidFill>
                  <a:schemeClr val="accent1"/>
                </a:solidFill>
                <a:prstDash val="solid"/>
                <a:round/>
                <a:headEnd len="med" w="med" type="none"/>
                <a:tailEnd len="med" w="med" type="none"/>
              </a:ln>
            </p:spPr>
          </p:cxnSp>
          <p:cxnSp>
            <p:nvCxnSpPr>
              <p:cNvPr id="159" name="Google Shape;159;p7"/>
              <p:cNvCxnSpPr/>
              <p:nvPr/>
            </p:nvCxnSpPr>
            <p:spPr>
              <a:xfrm>
                <a:off x="7787800" y="5024075"/>
                <a:ext cx="1391400" cy="0"/>
              </a:xfrm>
              <a:prstGeom prst="straightConnector1">
                <a:avLst/>
              </a:prstGeom>
              <a:noFill/>
              <a:ln cap="rnd" cmpd="sng" w="19050">
                <a:solidFill>
                  <a:schemeClr val="accent1"/>
                </a:solidFill>
                <a:prstDash val="solid"/>
                <a:round/>
                <a:headEnd len="med" w="med" type="none"/>
                <a:tailEnd len="med" w="med" type="none"/>
              </a:ln>
            </p:spPr>
          </p:cxnSp>
          <p:cxnSp>
            <p:nvCxnSpPr>
              <p:cNvPr id="160" name="Google Shape;160;p7"/>
              <p:cNvCxnSpPr/>
              <p:nvPr/>
            </p:nvCxnSpPr>
            <p:spPr>
              <a:xfrm>
                <a:off x="6566925" y="664300"/>
                <a:ext cx="2614200" cy="0"/>
              </a:xfrm>
              <a:prstGeom prst="straightConnector1">
                <a:avLst/>
              </a:prstGeom>
              <a:noFill/>
              <a:ln cap="rnd" cmpd="sng" w="19050">
                <a:solidFill>
                  <a:schemeClr val="accent1"/>
                </a:solidFill>
                <a:prstDash val="solid"/>
                <a:round/>
                <a:headEnd len="med" w="med" type="none"/>
                <a:tailEnd len="med" w="med" type="none"/>
              </a:ln>
            </p:spPr>
          </p:cxnSp>
          <p:cxnSp>
            <p:nvCxnSpPr>
              <p:cNvPr id="161" name="Google Shape;161;p7"/>
              <p:cNvCxnSpPr/>
              <p:nvPr/>
            </p:nvCxnSpPr>
            <p:spPr>
              <a:xfrm>
                <a:off x="6409225" y="119325"/>
                <a:ext cx="2770500" cy="0"/>
              </a:xfrm>
              <a:prstGeom prst="straightConnector1">
                <a:avLst/>
              </a:prstGeom>
              <a:noFill/>
              <a:ln cap="rnd" cmpd="sng" w="19050">
                <a:solidFill>
                  <a:schemeClr val="accent1"/>
                </a:solidFill>
                <a:prstDash val="solid"/>
                <a:round/>
                <a:headEnd len="med" w="med" type="none"/>
                <a:tailEnd len="med" w="med" type="none"/>
              </a:ln>
            </p:spPr>
          </p:cxnSp>
          <p:cxnSp>
            <p:nvCxnSpPr>
              <p:cNvPr id="162" name="Google Shape;162;p7"/>
              <p:cNvCxnSpPr/>
              <p:nvPr/>
            </p:nvCxnSpPr>
            <p:spPr>
              <a:xfrm rot="5400000">
                <a:off x="5342616" y="2571752"/>
                <a:ext cx="5143500" cy="0"/>
              </a:xfrm>
              <a:prstGeom prst="straightConnector1">
                <a:avLst/>
              </a:prstGeom>
              <a:noFill/>
              <a:ln cap="rnd" cmpd="sng" w="19050">
                <a:solidFill>
                  <a:schemeClr val="accent1"/>
                </a:solidFill>
                <a:prstDash val="solid"/>
                <a:round/>
                <a:headEnd len="med" w="med" type="none"/>
                <a:tailEnd len="med" w="med" type="none"/>
              </a:ln>
            </p:spPr>
          </p:cxnSp>
          <p:cxnSp>
            <p:nvCxnSpPr>
              <p:cNvPr id="163" name="Google Shape;163;p7"/>
              <p:cNvCxnSpPr/>
              <p:nvPr/>
            </p:nvCxnSpPr>
            <p:spPr>
              <a:xfrm>
                <a:off x="7369400" y="0"/>
                <a:ext cx="0" cy="3552600"/>
              </a:xfrm>
              <a:prstGeom prst="straightConnector1">
                <a:avLst/>
              </a:prstGeom>
              <a:noFill/>
              <a:ln cap="rnd" cmpd="sng" w="19050">
                <a:solidFill>
                  <a:schemeClr val="accent1"/>
                </a:solidFill>
                <a:prstDash val="solid"/>
                <a:round/>
                <a:headEnd len="med" w="med" type="none"/>
                <a:tailEnd len="med" w="med" type="none"/>
              </a:ln>
            </p:spPr>
          </p:cxnSp>
          <p:cxnSp>
            <p:nvCxnSpPr>
              <p:cNvPr id="164" name="Google Shape;164;p7"/>
              <p:cNvCxnSpPr/>
              <p:nvPr/>
            </p:nvCxnSpPr>
            <p:spPr>
              <a:xfrm>
                <a:off x="6824425" y="0"/>
                <a:ext cx="0" cy="1618500"/>
              </a:xfrm>
              <a:prstGeom prst="straightConnector1">
                <a:avLst/>
              </a:prstGeom>
              <a:noFill/>
              <a:ln cap="rnd" cmpd="sng" w="19050">
                <a:solidFill>
                  <a:schemeClr val="accent1"/>
                </a:solidFill>
                <a:prstDash val="solid"/>
                <a:round/>
                <a:headEnd len="med" w="med" type="none"/>
                <a:tailEnd len="med" w="med" type="none"/>
              </a:ln>
            </p:spPr>
          </p:cxnSp>
          <p:cxnSp>
            <p:nvCxnSpPr>
              <p:cNvPr id="165" name="Google Shape;165;p7"/>
              <p:cNvCxnSpPr/>
              <p:nvPr/>
            </p:nvCxnSpPr>
            <p:spPr>
              <a:xfrm rot="5400000">
                <a:off x="5887589" y="2571752"/>
                <a:ext cx="5143500" cy="0"/>
              </a:xfrm>
              <a:prstGeom prst="straightConnector1">
                <a:avLst/>
              </a:prstGeom>
              <a:noFill/>
              <a:ln cap="rnd" cmpd="sng" w="19050">
                <a:solidFill>
                  <a:schemeClr val="accent1"/>
                </a:solidFill>
                <a:prstDash val="solid"/>
                <a:round/>
                <a:headEnd len="med" w="med" type="none"/>
                <a:tailEnd len="med" w="med" type="none"/>
              </a:ln>
            </p:spPr>
          </p:cxnSp>
          <p:cxnSp>
            <p:nvCxnSpPr>
              <p:cNvPr id="166" name="Google Shape;166;p7"/>
              <p:cNvCxnSpPr/>
              <p:nvPr/>
            </p:nvCxnSpPr>
            <p:spPr>
              <a:xfrm rot="5400000">
                <a:off x="6432562" y="2571752"/>
                <a:ext cx="5143500" cy="0"/>
              </a:xfrm>
              <a:prstGeom prst="straightConnector1">
                <a:avLst/>
              </a:prstGeom>
              <a:noFill/>
              <a:ln cap="rnd" cmpd="sng" w="19050">
                <a:solidFill>
                  <a:schemeClr val="accent1"/>
                </a:solidFill>
                <a:prstDash val="solid"/>
                <a:round/>
                <a:headEnd len="med" w="med" type="none"/>
                <a:tailEnd len="med" w="med" type="none"/>
              </a:ln>
            </p:spPr>
          </p:cxnSp>
        </p:grpSp>
      </p:grpSp>
      <p:sp>
        <p:nvSpPr>
          <p:cNvPr id="167" name="Google Shape;167;p7"/>
          <p:cNvSpPr/>
          <p:nvPr/>
        </p:nvSpPr>
        <p:spPr>
          <a:xfrm>
            <a:off x="-7292" y="4200775"/>
            <a:ext cx="6064800" cy="9525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 name="Google Shape;168;p7"/>
          <p:cNvGrpSpPr/>
          <p:nvPr/>
        </p:nvGrpSpPr>
        <p:grpSpPr>
          <a:xfrm>
            <a:off x="162173" y="318155"/>
            <a:ext cx="1137750" cy="1074669"/>
            <a:chOff x="7482598" y="539605"/>
            <a:chExt cx="1137750" cy="1074669"/>
          </a:xfrm>
        </p:grpSpPr>
        <p:sp>
          <p:nvSpPr>
            <p:cNvPr id="169" name="Google Shape;169;p7"/>
            <p:cNvSpPr/>
            <p:nvPr/>
          </p:nvSpPr>
          <p:spPr>
            <a:xfrm>
              <a:off x="8371954" y="1365508"/>
              <a:ext cx="248393" cy="248767"/>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p:nvPr/>
          </p:nvSpPr>
          <p:spPr>
            <a:xfrm>
              <a:off x="8119265" y="646904"/>
              <a:ext cx="150142" cy="134269"/>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7"/>
            <p:cNvSpPr/>
            <p:nvPr/>
          </p:nvSpPr>
          <p:spPr>
            <a:xfrm>
              <a:off x="8028249" y="1365492"/>
              <a:ext cx="158722" cy="166997"/>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7482598" y="1065499"/>
              <a:ext cx="202337" cy="213088"/>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7946009" y="995635"/>
              <a:ext cx="120737" cy="131421"/>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7"/>
            <p:cNvSpPr/>
            <p:nvPr/>
          </p:nvSpPr>
          <p:spPr>
            <a:xfrm>
              <a:off x="7616027" y="781186"/>
              <a:ext cx="117244" cy="131421"/>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8399442" y="1024897"/>
              <a:ext cx="117515" cy="131421"/>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7811912" y="539605"/>
              <a:ext cx="134100" cy="129114"/>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7776230" y="1486113"/>
              <a:ext cx="67050" cy="96454"/>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7"/>
          <p:cNvSpPr txBox="1"/>
          <p:nvPr>
            <p:ph idx="1" type="body"/>
          </p:nvPr>
        </p:nvSpPr>
        <p:spPr>
          <a:xfrm>
            <a:off x="786725" y="1376575"/>
            <a:ext cx="4026300" cy="301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2"/>
              </a:buClr>
              <a:buSzPts val="1200"/>
              <a:buChar char="●"/>
              <a:defRPr sz="16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9" name="Google Shape;179;p7"/>
          <p:cNvSpPr txBox="1"/>
          <p:nvPr>
            <p:ph type="title"/>
          </p:nvPr>
        </p:nvSpPr>
        <p:spPr>
          <a:xfrm>
            <a:off x="729150" y="464875"/>
            <a:ext cx="7685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0" name="Google Shape;180;p7"/>
          <p:cNvSpPr/>
          <p:nvPr>
            <p:ph idx="2" type="pic"/>
          </p:nvPr>
        </p:nvSpPr>
        <p:spPr>
          <a:xfrm>
            <a:off x="5008200" y="1507050"/>
            <a:ext cx="2608200" cy="2608200"/>
          </a:xfrm>
          <a:prstGeom prst="ellipse">
            <a:avLst/>
          </a:prstGeom>
          <a:noFill/>
          <a:ln>
            <a:noFill/>
          </a:ln>
        </p:spPr>
      </p:sp>
      <p:sp>
        <p:nvSpPr>
          <p:cNvPr id="181" name="Google Shape;181;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2" name="Shape 182"/>
        <p:cNvGrpSpPr/>
        <p:nvPr/>
      </p:nvGrpSpPr>
      <p:grpSpPr>
        <a:xfrm>
          <a:off x="0" y="0"/>
          <a:ext cx="0" cy="0"/>
          <a:chOff x="0" y="0"/>
          <a:chExt cx="0" cy="0"/>
        </a:xfrm>
      </p:grpSpPr>
      <p:grpSp>
        <p:nvGrpSpPr>
          <p:cNvPr id="183" name="Google Shape;183;p8"/>
          <p:cNvGrpSpPr/>
          <p:nvPr/>
        </p:nvGrpSpPr>
        <p:grpSpPr>
          <a:xfrm>
            <a:off x="6803278" y="-48650"/>
            <a:ext cx="2369567" cy="5255369"/>
            <a:chOff x="6561927" y="-2"/>
            <a:chExt cx="2327898" cy="5162952"/>
          </a:xfrm>
        </p:grpSpPr>
        <p:sp>
          <p:nvSpPr>
            <p:cNvPr id="184" name="Google Shape;184;p8"/>
            <p:cNvSpPr/>
            <p:nvPr/>
          </p:nvSpPr>
          <p:spPr>
            <a:xfrm>
              <a:off x="6561927" y="-2"/>
              <a:ext cx="2327898" cy="5162950"/>
            </a:xfrm>
            <a:custGeom>
              <a:rect b="b" l="l" r="r" t="t"/>
              <a:pathLst>
                <a:path extrusionOk="0" h="206518" w="139625">
                  <a:moveTo>
                    <a:pt x="0" y="0"/>
                  </a:moveTo>
                  <a:lnTo>
                    <a:pt x="139625" y="389"/>
                  </a:lnTo>
                  <a:lnTo>
                    <a:pt x="139236" y="206518"/>
                  </a:lnTo>
                  <a:lnTo>
                    <a:pt x="71546" y="205778"/>
                  </a:lnTo>
                  <a:close/>
                </a:path>
              </a:pathLst>
            </a:custGeom>
            <a:solidFill>
              <a:schemeClr val="accent5"/>
            </a:solidFill>
            <a:ln>
              <a:noFill/>
            </a:ln>
          </p:spPr>
        </p:sp>
        <p:grpSp>
          <p:nvGrpSpPr>
            <p:cNvPr id="185" name="Google Shape;185;p8"/>
            <p:cNvGrpSpPr/>
            <p:nvPr/>
          </p:nvGrpSpPr>
          <p:grpSpPr>
            <a:xfrm>
              <a:off x="6578277" y="19448"/>
              <a:ext cx="2311450" cy="5143502"/>
              <a:chOff x="6578277" y="19448"/>
              <a:chExt cx="2311450" cy="5143502"/>
            </a:xfrm>
          </p:grpSpPr>
          <p:cxnSp>
            <p:nvCxnSpPr>
              <p:cNvPr id="186" name="Google Shape;186;p8"/>
              <p:cNvCxnSpPr/>
              <p:nvPr/>
            </p:nvCxnSpPr>
            <p:spPr>
              <a:xfrm>
                <a:off x="6848077" y="1228723"/>
                <a:ext cx="2041500" cy="0"/>
              </a:xfrm>
              <a:prstGeom prst="straightConnector1">
                <a:avLst/>
              </a:prstGeom>
              <a:noFill/>
              <a:ln cap="rnd" cmpd="sng" w="19050">
                <a:solidFill>
                  <a:schemeClr val="lt2"/>
                </a:solidFill>
                <a:prstDash val="solid"/>
                <a:round/>
                <a:headEnd len="med" w="med" type="none"/>
                <a:tailEnd len="med" w="med" type="none"/>
              </a:ln>
            </p:spPr>
          </p:cxnSp>
          <p:cxnSp>
            <p:nvCxnSpPr>
              <p:cNvPr id="187" name="Google Shape;187;p8"/>
              <p:cNvCxnSpPr/>
              <p:nvPr/>
            </p:nvCxnSpPr>
            <p:spPr>
              <a:xfrm>
                <a:off x="6974272" y="1773698"/>
                <a:ext cx="1914000" cy="0"/>
              </a:xfrm>
              <a:prstGeom prst="straightConnector1">
                <a:avLst/>
              </a:prstGeom>
              <a:noFill/>
              <a:ln cap="rnd" cmpd="sng" w="19050">
                <a:solidFill>
                  <a:schemeClr val="lt2"/>
                </a:solidFill>
                <a:prstDash val="solid"/>
                <a:round/>
                <a:headEnd len="med" w="med" type="none"/>
                <a:tailEnd len="med" w="med" type="none"/>
              </a:ln>
            </p:spPr>
          </p:cxnSp>
          <p:cxnSp>
            <p:nvCxnSpPr>
              <p:cNvPr id="188" name="Google Shape;188;p8"/>
              <p:cNvCxnSpPr/>
              <p:nvPr/>
            </p:nvCxnSpPr>
            <p:spPr>
              <a:xfrm>
                <a:off x="7100912" y="2318673"/>
                <a:ext cx="1787400" cy="0"/>
              </a:xfrm>
              <a:prstGeom prst="straightConnector1">
                <a:avLst/>
              </a:prstGeom>
              <a:noFill/>
              <a:ln cap="rnd" cmpd="sng" w="19050">
                <a:solidFill>
                  <a:schemeClr val="lt2"/>
                </a:solidFill>
                <a:prstDash val="solid"/>
                <a:round/>
                <a:headEnd len="med" w="med" type="none"/>
                <a:tailEnd len="med" w="med" type="none"/>
              </a:ln>
            </p:spPr>
          </p:cxnSp>
          <p:cxnSp>
            <p:nvCxnSpPr>
              <p:cNvPr id="189" name="Google Shape;189;p8"/>
              <p:cNvCxnSpPr/>
              <p:nvPr/>
            </p:nvCxnSpPr>
            <p:spPr>
              <a:xfrm>
                <a:off x="7234552" y="2858723"/>
                <a:ext cx="1653900" cy="4800"/>
              </a:xfrm>
              <a:prstGeom prst="straightConnector1">
                <a:avLst/>
              </a:prstGeom>
              <a:noFill/>
              <a:ln cap="rnd" cmpd="sng" w="19050">
                <a:solidFill>
                  <a:schemeClr val="lt2"/>
                </a:solidFill>
                <a:prstDash val="solid"/>
                <a:round/>
                <a:headEnd len="med" w="med" type="none"/>
                <a:tailEnd len="med" w="med" type="none"/>
              </a:ln>
            </p:spPr>
          </p:cxnSp>
          <p:cxnSp>
            <p:nvCxnSpPr>
              <p:cNvPr id="190" name="Google Shape;190;p8"/>
              <p:cNvCxnSpPr/>
              <p:nvPr/>
            </p:nvCxnSpPr>
            <p:spPr>
              <a:xfrm>
                <a:off x="7351227" y="3408598"/>
                <a:ext cx="1537200" cy="0"/>
              </a:xfrm>
              <a:prstGeom prst="straightConnector1">
                <a:avLst/>
              </a:prstGeom>
              <a:noFill/>
              <a:ln cap="rnd" cmpd="sng" w="19050">
                <a:solidFill>
                  <a:schemeClr val="lt2"/>
                </a:solidFill>
                <a:prstDash val="solid"/>
                <a:round/>
                <a:headEnd len="med" w="med" type="none"/>
                <a:tailEnd len="med" w="med" type="none"/>
              </a:ln>
            </p:spPr>
          </p:cxnSp>
          <p:cxnSp>
            <p:nvCxnSpPr>
              <p:cNvPr id="191" name="Google Shape;191;p8"/>
              <p:cNvCxnSpPr/>
              <p:nvPr/>
            </p:nvCxnSpPr>
            <p:spPr>
              <a:xfrm>
                <a:off x="7460602" y="3953573"/>
                <a:ext cx="1427700" cy="0"/>
              </a:xfrm>
              <a:prstGeom prst="straightConnector1">
                <a:avLst/>
              </a:prstGeom>
              <a:noFill/>
              <a:ln cap="rnd" cmpd="sng" w="19050">
                <a:solidFill>
                  <a:schemeClr val="lt2"/>
                </a:solidFill>
                <a:prstDash val="solid"/>
                <a:round/>
                <a:headEnd len="med" w="med" type="none"/>
                <a:tailEnd len="med" w="med" type="none"/>
              </a:ln>
            </p:spPr>
          </p:cxnSp>
          <p:cxnSp>
            <p:nvCxnSpPr>
              <p:cNvPr id="192" name="Google Shape;192;p8"/>
              <p:cNvCxnSpPr/>
              <p:nvPr/>
            </p:nvCxnSpPr>
            <p:spPr>
              <a:xfrm>
                <a:off x="7618294" y="4498548"/>
                <a:ext cx="1270200" cy="0"/>
              </a:xfrm>
              <a:prstGeom prst="straightConnector1">
                <a:avLst/>
              </a:prstGeom>
              <a:noFill/>
              <a:ln cap="rnd" cmpd="sng" w="19050">
                <a:solidFill>
                  <a:schemeClr val="lt2"/>
                </a:solidFill>
                <a:prstDash val="solid"/>
                <a:round/>
                <a:headEnd len="med" w="med" type="none"/>
                <a:tailEnd len="med" w="med" type="none"/>
              </a:ln>
            </p:spPr>
          </p:cxnSp>
          <p:cxnSp>
            <p:nvCxnSpPr>
              <p:cNvPr id="193" name="Google Shape;193;p8"/>
              <p:cNvCxnSpPr/>
              <p:nvPr/>
            </p:nvCxnSpPr>
            <p:spPr>
              <a:xfrm>
                <a:off x="7723872" y="5043523"/>
                <a:ext cx="1164300" cy="0"/>
              </a:xfrm>
              <a:prstGeom prst="straightConnector1">
                <a:avLst/>
              </a:prstGeom>
              <a:noFill/>
              <a:ln cap="rnd" cmpd="sng" w="19050">
                <a:solidFill>
                  <a:schemeClr val="lt2"/>
                </a:solidFill>
                <a:prstDash val="solid"/>
                <a:round/>
                <a:headEnd len="med" w="med" type="none"/>
                <a:tailEnd len="med" w="med" type="none"/>
              </a:ln>
            </p:spPr>
          </p:cxnSp>
          <p:cxnSp>
            <p:nvCxnSpPr>
              <p:cNvPr id="194" name="Google Shape;194;p8"/>
              <p:cNvCxnSpPr/>
              <p:nvPr/>
            </p:nvCxnSpPr>
            <p:spPr>
              <a:xfrm>
                <a:off x="6716827" y="683748"/>
                <a:ext cx="2172900" cy="0"/>
              </a:xfrm>
              <a:prstGeom prst="straightConnector1">
                <a:avLst/>
              </a:prstGeom>
              <a:noFill/>
              <a:ln cap="rnd" cmpd="sng" w="19050">
                <a:solidFill>
                  <a:schemeClr val="lt2"/>
                </a:solidFill>
                <a:prstDash val="solid"/>
                <a:round/>
                <a:headEnd len="med" w="med" type="none"/>
                <a:tailEnd len="med" w="med" type="none"/>
              </a:ln>
            </p:spPr>
          </p:cxnSp>
          <p:cxnSp>
            <p:nvCxnSpPr>
              <p:cNvPr id="195" name="Google Shape;195;p8"/>
              <p:cNvCxnSpPr/>
              <p:nvPr/>
            </p:nvCxnSpPr>
            <p:spPr>
              <a:xfrm>
                <a:off x="6578277" y="138773"/>
                <a:ext cx="2310300" cy="0"/>
              </a:xfrm>
              <a:prstGeom prst="straightConnector1">
                <a:avLst/>
              </a:prstGeom>
              <a:noFill/>
              <a:ln cap="rnd" cmpd="sng" w="19050">
                <a:solidFill>
                  <a:schemeClr val="lt2"/>
                </a:solidFill>
                <a:prstDash val="solid"/>
                <a:round/>
                <a:headEnd len="med" w="med" type="none"/>
                <a:tailEnd len="med" w="med" type="none"/>
              </a:ln>
            </p:spPr>
          </p:cxnSp>
          <p:cxnSp>
            <p:nvCxnSpPr>
              <p:cNvPr id="196" name="Google Shape;196;p8"/>
              <p:cNvCxnSpPr/>
              <p:nvPr/>
            </p:nvCxnSpPr>
            <p:spPr>
              <a:xfrm rot="5400000">
                <a:off x="5436202" y="2591200"/>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197" name="Google Shape;197;p8"/>
              <p:cNvCxnSpPr/>
              <p:nvPr/>
            </p:nvCxnSpPr>
            <p:spPr>
              <a:xfrm>
                <a:off x="7462987" y="19448"/>
                <a:ext cx="0" cy="3860100"/>
              </a:xfrm>
              <a:prstGeom prst="straightConnector1">
                <a:avLst/>
              </a:prstGeom>
              <a:noFill/>
              <a:ln cap="rnd" cmpd="sng" w="19050">
                <a:solidFill>
                  <a:schemeClr val="lt2"/>
                </a:solidFill>
                <a:prstDash val="solid"/>
                <a:round/>
                <a:headEnd len="med" w="med" type="none"/>
                <a:tailEnd len="med" w="med" type="none"/>
              </a:ln>
            </p:spPr>
          </p:cxnSp>
          <p:cxnSp>
            <p:nvCxnSpPr>
              <p:cNvPr id="198" name="Google Shape;198;p8"/>
              <p:cNvCxnSpPr/>
              <p:nvPr/>
            </p:nvCxnSpPr>
            <p:spPr>
              <a:xfrm>
                <a:off x="6918012" y="19448"/>
                <a:ext cx="0" cy="1490400"/>
              </a:xfrm>
              <a:prstGeom prst="straightConnector1">
                <a:avLst/>
              </a:prstGeom>
              <a:noFill/>
              <a:ln cap="rnd" cmpd="sng" w="19050">
                <a:solidFill>
                  <a:schemeClr val="lt2"/>
                </a:solidFill>
                <a:prstDash val="solid"/>
                <a:round/>
                <a:headEnd len="med" w="med" type="none"/>
                <a:tailEnd len="med" w="med" type="none"/>
              </a:ln>
            </p:spPr>
          </p:cxnSp>
          <p:cxnSp>
            <p:nvCxnSpPr>
              <p:cNvPr id="199" name="Google Shape;199;p8"/>
              <p:cNvCxnSpPr/>
              <p:nvPr/>
            </p:nvCxnSpPr>
            <p:spPr>
              <a:xfrm rot="5400000">
                <a:off x="5981176" y="2591200"/>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200" name="Google Shape;200;p8"/>
          <p:cNvSpPr/>
          <p:nvPr/>
        </p:nvSpPr>
        <p:spPr>
          <a:xfrm>
            <a:off x="5300800" y="2969287"/>
            <a:ext cx="3836662" cy="2174218"/>
          </a:xfrm>
          <a:custGeom>
            <a:rect b="b" l="l" r="r" t="t"/>
            <a:pathLst>
              <a:path extrusionOk="0" h="33898" w="59817">
                <a:moveTo>
                  <a:pt x="59816" y="0"/>
                </a:moveTo>
                <a:lnTo>
                  <a:pt x="1" y="33898"/>
                </a:lnTo>
                <a:lnTo>
                  <a:pt x="21543" y="33898"/>
                </a:lnTo>
                <a:lnTo>
                  <a:pt x="59816" y="16734"/>
                </a:lnTo>
                <a:lnTo>
                  <a:pt x="598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 name="Google Shape;201;p8"/>
          <p:cNvGrpSpPr/>
          <p:nvPr/>
        </p:nvGrpSpPr>
        <p:grpSpPr>
          <a:xfrm>
            <a:off x="-7315" y="-2"/>
            <a:ext cx="2327898" cy="5162952"/>
            <a:chOff x="-23" y="-2"/>
            <a:chExt cx="2327898" cy="5162952"/>
          </a:xfrm>
        </p:grpSpPr>
        <p:sp>
          <p:nvSpPr>
            <p:cNvPr id="202" name="Google Shape;202;p8"/>
            <p:cNvSpPr/>
            <p:nvPr/>
          </p:nvSpPr>
          <p:spPr>
            <a:xfrm rot="10800000">
              <a:off x="-23" y="0"/>
              <a:ext cx="2327898" cy="5162950"/>
            </a:xfrm>
            <a:custGeom>
              <a:rect b="b" l="l" r="r" t="t"/>
              <a:pathLst>
                <a:path extrusionOk="0" h="206518" w="139625">
                  <a:moveTo>
                    <a:pt x="0" y="0"/>
                  </a:moveTo>
                  <a:lnTo>
                    <a:pt x="139625" y="389"/>
                  </a:lnTo>
                  <a:lnTo>
                    <a:pt x="139236" y="206518"/>
                  </a:lnTo>
                  <a:lnTo>
                    <a:pt x="71546" y="205778"/>
                  </a:lnTo>
                  <a:close/>
                </a:path>
              </a:pathLst>
            </a:custGeom>
            <a:solidFill>
              <a:schemeClr val="accent4"/>
            </a:solidFill>
            <a:ln>
              <a:noFill/>
            </a:ln>
          </p:spPr>
        </p:sp>
        <p:cxnSp>
          <p:nvCxnSpPr>
            <p:cNvPr id="203" name="Google Shape;203;p8"/>
            <p:cNvCxnSpPr/>
            <p:nvPr/>
          </p:nvCxnSpPr>
          <p:spPr>
            <a:xfrm rot="10800000">
              <a:off x="225" y="3934225"/>
              <a:ext cx="2041500" cy="0"/>
            </a:xfrm>
            <a:prstGeom prst="straightConnector1">
              <a:avLst/>
            </a:prstGeom>
            <a:noFill/>
            <a:ln cap="rnd" cmpd="sng" w="19050">
              <a:solidFill>
                <a:schemeClr val="accent2"/>
              </a:solidFill>
              <a:prstDash val="solid"/>
              <a:round/>
              <a:headEnd len="med" w="med" type="none"/>
              <a:tailEnd len="med" w="med" type="none"/>
            </a:ln>
          </p:spPr>
        </p:cxnSp>
        <p:cxnSp>
          <p:nvCxnSpPr>
            <p:cNvPr id="204" name="Google Shape;204;p8"/>
            <p:cNvCxnSpPr/>
            <p:nvPr/>
          </p:nvCxnSpPr>
          <p:spPr>
            <a:xfrm rot="10800000">
              <a:off x="1530" y="3389250"/>
              <a:ext cx="1914000" cy="0"/>
            </a:xfrm>
            <a:prstGeom prst="straightConnector1">
              <a:avLst/>
            </a:prstGeom>
            <a:noFill/>
            <a:ln cap="rnd" cmpd="sng" w="19050">
              <a:solidFill>
                <a:schemeClr val="accent2"/>
              </a:solidFill>
              <a:prstDash val="solid"/>
              <a:round/>
              <a:headEnd len="med" w="med" type="none"/>
              <a:tailEnd len="med" w="med" type="none"/>
            </a:ln>
          </p:spPr>
        </p:cxnSp>
        <p:cxnSp>
          <p:nvCxnSpPr>
            <p:cNvPr id="205" name="Google Shape;205;p8"/>
            <p:cNvCxnSpPr/>
            <p:nvPr/>
          </p:nvCxnSpPr>
          <p:spPr>
            <a:xfrm rot="10800000">
              <a:off x="1490" y="2844275"/>
              <a:ext cx="1787400" cy="0"/>
            </a:xfrm>
            <a:prstGeom prst="straightConnector1">
              <a:avLst/>
            </a:prstGeom>
            <a:noFill/>
            <a:ln cap="rnd" cmpd="sng" w="19050">
              <a:solidFill>
                <a:schemeClr val="accent2"/>
              </a:solidFill>
              <a:prstDash val="solid"/>
              <a:round/>
              <a:headEnd len="med" w="med" type="none"/>
              <a:tailEnd len="med" w="med" type="none"/>
            </a:ln>
          </p:spPr>
        </p:cxnSp>
        <p:cxnSp>
          <p:nvCxnSpPr>
            <p:cNvPr id="206" name="Google Shape;206;p8"/>
            <p:cNvCxnSpPr/>
            <p:nvPr/>
          </p:nvCxnSpPr>
          <p:spPr>
            <a:xfrm rot="10800000">
              <a:off x="1350" y="2299425"/>
              <a:ext cx="1653900" cy="4800"/>
            </a:xfrm>
            <a:prstGeom prst="straightConnector1">
              <a:avLst/>
            </a:prstGeom>
            <a:noFill/>
            <a:ln cap="rnd" cmpd="sng" w="19050">
              <a:solidFill>
                <a:schemeClr val="accent2"/>
              </a:solidFill>
              <a:prstDash val="solid"/>
              <a:round/>
              <a:headEnd len="med" w="med" type="none"/>
              <a:tailEnd len="med" w="med" type="none"/>
            </a:ln>
          </p:spPr>
        </p:cxnSp>
        <p:cxnSp>
          <p:nvCxnSpPr>
            <p:cNvPr id="207" name="Google Shape;207;p8"/>
            <p:cNvCxnSpPr/>
            <p:nvPr/>
          </p:nvCxnSpPr>
          <p:spPr>
            <a:xfrm rot="10800000">
              <a:off x="1375" y="1754350"/>
              <a:ext cx="1537200" cy="0"/>
            </a:xfrm>
            <a:prstGeom prst="straightConnector1">
              <a:avLst/>
            </a:prstGeom>
            <a:noFill/>
            <a:ln cap="rnd" cmpd="sng" w="19050">
              <a:solidFill>
                <a:schemeClr val="accent2"/>
              </a:solidFill>
              <a:prstDash val="solid"/>
              <a:round/>
              <a:headEnd len="med" w="med" type="none"/>
              <a:tailEnd len="med" w="med" type="none"/>
            </a:ln>
          </p:spPr>
        </p:cxnSp>
        <p:cxnSp>
          <p:nvCxnSpPr>
            <p:cNvPr id="208" name="Google Shape;208;p8"/>
            <p:cNvCxnSpPr/>
            <p:nvPr/>
          </p:nvCxnSpPr>
          <p:spPr>
            <a:xfrm rot="10800000">
              <a:off x="1500" y="1209375"/>
              <a:ext cx="1427700" cy="0"/>
            </a:xfrm>
            <a:prstGeom prst="straightConnector1">
              <a:avLst/>
            </a:prstGeom>
            <a:noFill/>
            <a:ln cap="rnd" cmpd="sng" w="19050">
              <a:solidFill>
                <a:schemeClr val="accent2"/>
              </a:solidFill>
              <a:prstDash val="solid"/>
              <a:round/>
              <a:headEnd len="med" w="med" type="none"/>
              <a:tailEnd len="med" w="med" type="none"/>
            </a:ln>
          </p:spPr>
        </p:cxnSp>
        <p:cxnSp>
          <p:nvCxnSpPr>
            <p:cNvPr id="209" name="Google Shape;209;p8"/>
            <p:cNvCxnSpPr/>
            <p:nvPr/>
          </p:nvCxnSpPr>
          <p:spPr>
            <a:xfrm rot="10800000">
              <a:off x="1308" y="664400"/>
              <a:ext cx="1270200" cy="0"/>
            </a:xfrm>
            <a:prstGeom prst="straightConnector1">
              <a:avLst/>
            </a:prstGeom>
            <a:noFill/>
            <a:ln cap="rnd" cmpd="sng" w="19050">
              <a:solidFill>
                <a:schemeClr val="accent2"/>
              </a:solidFill>
              <a:prstDash val="solid"/>
              <a:round/>
              <a:headEnd len="med" w="med" type="none"/>
              <a:tailEnd len="med" w="med" type="none"/>
            </a:ln>
          </p:spPr>
        </p:cxnSp>
        <p:cxnSp>
          <p:nvCxnSpPr>
            <p:cNvPr id="210" name="Google Shape;210;p8"/>
            <p:cNvCxnSpPr/>
            <p:nvPr/>
          </p:nvCxnSpPr>
          <p:spPr>
            <a:xfrm rot="10800000">
              <a:off x="1630" y="119425"/>
              <a:ext cx="1164300" cy="0"/>
            </a:xfrm>
            <a:prstGeom prst="straightConnector1">
              <a:avLst/>
            </a:prstGeom>
            <a:noFill/>
            <a:ln cap="rnd" cmpd="sng" w="19050">
              <a:solidFill>
                <a:schemeClr val="accent2"/>
              </a:solidFill>
              <a:prstDash val="solid"/>
              <a:round/>
              <a:headEnd len="med" w="med" type="none"/>
              <a:tailEnd len="med" w="med" type="none"/>
            </a:ln>
          </p:spPr>
        </p:cxnSp>
        <p:cxnSp>
          <p:nvCxnSpPr>
            <p:cNvPr id="211" name="Google Shape;211;p8"/>
            <p:cNvCxnSpPr/>
            <p:nvPr/>
          </p:nvCxnSpPr>
          <p:spPr>
            <a:xfrm rot="10800000">
              <a:off x="75" y="4479200"/>
              <a:ext cx="2172900" cy="0"/>
            </a:xfrm>
            <a:prstGeom prst="straightConnector1">
              <a:avLst/>
            </a:prstGeom>
            <a:noFill/>
            <a:ln cap="rnd" cmpd="sng" w="19050">
              <a:solidFill>
                <a:schemeClr val="accent2"/>
              </a:solidFill>
              <a:prstDash val="solid"/>
              <a:round/>
              <a:headEnd len="med" w="med" type="none"/>
              <a:tailEnd len="med" w="med" type="none"/>
            </a:ln>
          </p:spPr>
        </p:cxnSp>
        <p:cxnSp>
          <p:nvCxnSpPr>
            <p:cNvPr id="212" name="Google Shape;212;p8"/>
            <p:cNvCxnSpPr/>
            <p:nvPr/>
          </p:nvCxnSpPr>
          <p:spPr>
            <a:xfrm rot="10800000">
              <a:off x="1225" y="5024175"/>
              <a:ext cx="2310300" cy="0"/>
            </a:xfrm>
            <a:prstGeom prst="straightConnector1">
              <a:avLst/>
            </a:prstGeom>
            <a:noFill/>
            <a:ln cap="rnd" cmpd="sng" w="19050">
              <a:solidFill>
                <a:schemeClr val="accent2"/>
              </a:solidFill>
              <a:prstDash val="solid"/>
              <a:round/>
              <a:headEnd len="med" w="med" type="none"/>
              <a:tailEnd len="med" w="med" type="none"/>
            </a:ln>
          </p:spPr>
        </p:cxnSp>
        <p:cxnSp>
          <p:nvCxnSpPr>
            <p:cNvPr id="213" name="Google Shape;213;p8"/>
            <p:cNvCxnSpPr/>
            <p:nvPr/>
          </p:nvCxnSpPr>
          <p:spPr>
            <a:xfrm rot="-5400000">
              <a:off x="-1689900" y="2571748"/>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214" name="Google Shape;214;p8"/>
            <p:cNvCxnSpPr/>
            <p:nvPr/>
          </p:nvCxnSpPr>
          <p:spPr>
            <a:xfrm rot="10800000">
              <a:off x="1426816" y="1283400"/>
              <a:ext cx="0" cy="3860100"/>
            </a:xfrm>
            <a:prstGeom prst="straightConnector1">
              <a:avLst/>
            </a:prstGeom>
            <a:noFill/>
            <a:ln cap="rnd" cmpd="sng" w="19050">
              <a:solidFill>
                <a:schemeClr val="accent2"/>
              </a:solidFill>
              <a:prstDash val="solid"/>
              <a:round/>
              <a:headEnd len="med" w="med" type="none"/>
              <a:tailEnd len="med" w="med" type="none"/>
            </a:ln>
          </p:spPr>
        </p:cxnSp>
        <p:cxnSp>
          <p:nvCxnSpPr>
            <p:cNvPr id="215" name="Google Shape;215;p8"/>
            <p:cNvCxnSpPr/>
            <p:nvPr/>
          </p:nvCxnSpPr>
          <p:spPr>
            <a:xfrm rot="10800000">
              <a:off x="1971791" y="3653100"/>
              <a:ext cx="0" cy="1490400"/>
            </a:xfrm>
            <a:prstGeom prst="straightConnector1">
              <a:avLst/>
            </a:prstGeom>
            <a:noFill/>
            <a:ln cap="rnd" cmpd="sng" w="19050">
              <a:solidFill>
                <a:schemeClr val="accent2"/>
              </a:solidFill>
              <a:prstDash val="solid"/>
              <a:round/>
              <a:headEnd len="med" w="med" type="none"/>
              <a:tailEnd len="med" w="med" type="none"/>
            </a:ln>
          </p:spPr>
        </p:cxnSp>
        <p:cxnSp>
          <p:nvCxnSpPr>
            <p:cNvPr id="216" name="Google Shape;216;p8"/>
            <p:cNvCxnSpPr/>
            <p:nvPr/>
          </p:nvCxnSpPr>
          <p:spPr>
            <a:xfrm rot="-5400000">
              <a:off x="-2234874" y="2571748"/>
              <a:ext cx="5143500" cy="0"/>
            </a:xfrm>
            <a:prstGeom prst="straightConnector1">
              <a:avLst/>
            </a:prstGeom>
            <a:noFill/>
            <a:ln cap="rnd" cmpd="sng" w="19050">
              <a:solidFill>
                <a:schemeClr val="accent2"/>
              </a:solidFill>
              <a:prstDash val="solid"/>
              <a:round/>
              <a:headEnd len="med" w="med" type="none"/>
              <a:tailEnd len="med" w="med" type="none"/>
            </a:ln>
          </p:spPr>
        </p:cxnSp>
      </p:grpSp>
      <p:sp>
        <p:nvSpPr>
          <p:cNvPr id="217" name="Google Shape;217;p8"/>
          <p:cNvSpPr/>
          <p:nvPr/>
        </p:nvSpPr>
        <p:spPr>
          <a:xfrm flipH="1" rot="10800000">
            <a:off x="-25" y="0"/>
            <a:ext cx="6343458" cy="614875"/>
          </a:xfrm>
          <a:custGeom>
            <a:rect b="b" l="l" r="r" t="t"/>
            <a:pathLst>
              <a:path extrusionOk="0" h="24595" w="95376">
                <a:moveTo>
                  <a:pt x="1" y="0"/>
                </a:moveTo>
                <a:lnTo>
                  <a:pt x="1" y="24595"/>
                </a:lnTo>
                <a:lnTo>
                  <a:pt x="95375" y="24595"/>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txBox="1"/>
          <p:nvPr>
            <p:ph type="title"/>
          </p:nvPr>
        </p:nvSpPr>
        <p:spPr>
          <a:xfrm>
            <a:off x="1862700" y="1270050"/>
            <a:ext cx="5418600" cy="2603400"/>
          </a:xfrm>
          <a:prstGeom prst="rect">
            <a:avLst/>
          </a:prstGeom>
        </p:spPr>
        <p:txBody>
          <a:bodyPr anchorCtr="0" anchor="ctr" bIns="91425" lIns="91425" spcFirstLastPara="1" rIns="91425" wrap="square" tIns="91425">
            <a:noAutofit/>
          </a:bodyPr>
          <a:lstStyle>
            <a:lvl1pPr lvl="0">
              <a:spcBef>
                <a:spcPts val="0"/>
              </a:spcBef>
              <a:spcAft>
                <a:spcPts val="0"/>
              </a:spcAft>
              <a:buSzPts val="4800"/>
              <a:buFont typeface="Merriweather Black"/>
              <a:buNone/>
              <a:defRPr b="0" sz="9000"/>
            </a:lvl1pPr>
            <a:lvl2pPr lvl="1">
              <a:spcBef>
                <a:spcPts val="0"/>
              </a:spcBef>
              <a:spcAft>
                <a:spcPts val="0"/>
              </a:spcAft>
              <a:buSzPts val="4800"/>
              <a:buFont typeface="Merriweather Black"/>
              <a:buNone/>
              <a:defRPr b="0" sz="4800">
                <a:latin typeface="Merriweather Black"/>
                <a:ea typeface="Merriweather Black"/>
                <a:cs typeface="Merriweather Black"/>
                <a:sym typeface="Merriweather Black"/>
              </a:defRPr>
            </a:lvl2pPr>
            <a:lvl3pPr lvl="2">
              <a:spcBef>
                <a:spcPts val="0"/>
              </a:spcBef>
              <a:spcAft>
                <a:spcPts val="0"/>
              </a:spcAft>
              <a:buSzPts val="4800"/>
              <a:buFont typeface="Merriweather Black"/>
              <a:buNone/>
              <a:defRPr b="0" sz="4800">
                <a:latin typeface="Merriweather Black"/>
                <a:ea typeface="Merriweather Black"/>
                <a:cs typeface="Merriweather Black"/>
                <a:sym typeface="Merriweather Black"/>
              </a:defRPr>
            </a:lvl3pPr>
            <a:lvl4pPr lvl="3">
              <a:spcBef>
                <a:spcPts val="0"/>
              </a:spcBef>
              <a:spcAft>
                <a:spcPts val="0"/>
              </a:spcAft>
              <a:buSzPts val="4800"/>
              <a:buFont typeface="Merriweather Black"/>
              <a:buNone/>
              <a:defRPr b="0" sz="4800">
                <a:latin typeface="Merriweather Black"/>
                <a:ea typeface="Merriweather Black"/>
                <a:cs typeface="Merriweather Black"/>
                <a:sym typeface="Merriweather Black"/>
              </a:defRPr>
            </a:lvl4pPr>
            <a:lvl5pPr lvl="4">
              <a:spcBef>
                <a:spcPts val="0"/>
              </a:spcBef>
              <a:spcAft>
                <a:spcPts val="0"/>
              </a:spcAft>
              <a:buSzPts val="4800"/>
              <a:buFont typeface="Merriweather Black"/>
              <a:buNone/>
              <a:defRPr b="0" sz="4800">
                <a:latin typeface="Merriweather Black"/>
                <a:ea typeface="Merriweather Black"/>
                <a:cs typeface="Merriweather Black"/>
                <a:sym typeface="Merriweather Black"/>
              </a:defRPr>
            </a:lvl5pPr>
            <a:lvl6pPr lvl="5">
              <a:spcBef>
                <a:spcPts val="0"/>
              </a:spcBef>
              <a:spcAft>
                <a:spcPts val="0"/>
              </a:spcAft>
              <a:buSzPts val="4800"/>
              <a:buFont typeface="Merriweather Black"/>
              <a:buNone/>
              <a:defRPr b="0" sz="4800">
                <a:latin typeface="Merriweather Black"/>
                <a:ea typeface="Merriweather Black"/>
                <a:cs typeface="Merriweather Black"/>
                <a:sym typeface="Merriweather Black"/>
              </a:defRPr>
            </a:lvl6pPr>
            <a:lvl7pPr lvl="6">
              <a:spcBef>
                <a:spcPts val="0"/>
              </a:spcBef>
              <a:spcAft>
                <a:spcPts val="0"/>
              </a:spcAft>
              <a:buSzPts val="4800"/>
              <a:buFont typeface="Merriweather Black"/>
              <a:buNone/>
              <a:defRPr b="0" sz="4800">
                <a:latin typeface="Merriweather Black"/>
                <a:ea typeface="Merriweather Black"/>
                <a:cs typeface="Merriweather Black"/>
                <a:sym typeface="Merriweather Black"/>
              </a:defRPr>
            </a:lvl7pPr>
            <a:lvl8pPr lvl="7">
              <a:spcBef>
                <a:spcPts val="0"/>
              </a:spcBef>
              <a:spcAft>
                <a:spcPts val="0"/>
              </a:spcAft>
              <a:buSzPts val="4800"/>
              <a:buFont typeface="Merriweather Black"/>
              <a:buNone/>
              <a:defRPr b="0" sz="4800">
                <a:latin typeface="Merriweather Black"/>
                <a:ea typeface="Merriweather Black"/>
                <a:cs typeface="Merriweather Black"/>
                <a:sym typeface="Merriweather Black"/>
              </a:defRPr>
            </a:lvl8pPr>
            <a:lvl9pPr lvl="8">
              <a:spcBef>
                <a:spcPts val="0"/>
              </a:spcBef>
              <a:spcAft>
                <a:spcPts val="0"/>
              </a:spcAft>
              <a:buSzPts val="4800"/>
              <a:buFont typeface="Merriweather Black"/>
              <a:buNone/>
              <a:defRPr b="0" sz="4800">
                <a:latin typeface="Merriweather Black"/>
                <a:ea typeface="Merriweather Black"/>
                <a:cs typeface="Merriweather Black"/>
                <a:sym typeface="Merriweather Black"/>
              </a:defRPr>
            </a:lvl9pPr>
          </a:lstStyle>
          <a:p/>
        </p:txBody>
      </p:sp>
      <p:sp>
        <p:nvSpPr>
          <p:cNvPr id="219" name="Google Shape;219;p8"/>
          <p:cNvSpPr/>
          <p:nvPr/>
        </p:nvSpPr>
        <p:spPr>
          <a:xfrm flipH="1">
            <a:off x="6525" y="0"/>
            <a:ext cx="965300" cy="1816475"/>
          </a:xfrm>
          <a:custGeom>
            <a:rect b="b" l="l" r="r" t="t"/>
            <a:pathLst>
              <a:path extrusionOk="0" h="72659" w="38612">
                <a:moveTo>
                  <a:pt x="6252" y="0"/>
                </a:moveTo>
                <a:cubicBezTo>
                  <a:pt x="13314" y="0"/>
                  <a:pt x="20974" y="1687"/>
                  <a:pt x="26572" y="5992"/>
                </a:cubicBezTo>
                <a:cubicBezTo>
                  <a:pt x="31393" y="9700"/>
                  <a:pt x="33592" y="19296"/>
                  <a:pt x="29698" y="23967"/>
                </a:cubicBezTo>
                <a:cubicBezTo>
                  <a:pt x="25082" y="29504"/>
                  <a:pt x="13172" y="29325"/>
                  <a:pt x="8075" y="24228"/>
                </a:cubicBezTo>
                <a:cubicBezTo>
                  <a:pt x="7003" y="23156"/>
                  <a:pt x="5238" y="21187"/>
                  <a:pt x="6252" y="20059"/>
                </a:cubicBezTo>
                <a:cubicBezTo>
                  <a:pt x="13689" y="11791"/>
                  <a:pt x="37633" y="17314"/>
                  <a:pt x="38555" y="28396"/>
                </a:cubicBezTo>
                <a:cubicBezTo>
                  <a:pt x="39467" y="39363"/>
                  <a:pt x="21111" y="58995"/>
                  <a:pt x="14067" y="50539"/>
                </a:cubicBezTo>
                <a:cubicBezTo>
                  <a:pt x="10454" y="46202"/>
                  <a:pt x="24222" y="42658"/>
                  <a:pt x="29698" y="44027"/>
                </a:cubicBezTo>
                <a:cubicBezTo>
                  <a:pt x="32816" y="44807"/>
                  <a:pt x="35097" y="48423"/>
                  <a:pt x="35690" y="51582"/>
                </a:cubicBezTo>
                <a:cubicBezTo>
                  <a:pt x="38207" y="64995"/>
                  <a:pt x="12943" y="75966"/>
                  <a:pt x="0" y="71641"/>
                </a:cubicBezTo>
              </a:path>
            </a:pathLst>
          </a:custGeom>
          <a:noFill/>
          <a:ln cap="flat" cmpd="sng" w="19050">
            <a:solidFill>
              <a:schemeClr val="accent1"/>
            </a:solidFill>
            <a:prstDash val="solid"/>
            <a:round/>
            <a:headEnd len="med" w="med" type="none"/>
            <a:tailEnd len="med" w="med" type="none"/>
          </a:ln>
        </p:spPr>
      </p:sp>
      <p:sp>
        <p:nvSpPr>
          <p:cNvPr id="220" name="Google Shape;220;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1" name="Shape 221"/>
        <p:cNvGrpSpPr/>
        <p:nvPr/>
      </p:nvGrpSpPr>
      <p:grpSpPr>
        <a:xfrm>
          <a:off x="0" y="0"/>
          <a:ext cx="0" cy="0"/>
          <a:chOff x="0" y="0"/>
          <a:chExt cx="0" cy="0"/>
        </a:xfrm>
      </p:grpSpPr>
      <p:grpSp>
        <p:nvGrpSpPr>
          <p:cNvPr id="222" name="Google Shape;222;p9"/>
          <p:cNvGrpSpPr/>
          <p:nvPr/>
        </p:nvGrpSpPr>
        <p:grpSpPr>
          <a:xfrm flipH="1">
            <a:off x="-14596" y="-9725"/>
            <a:ext cx="2812370" cy="5162950"/>
            <a:chOff x="3114900" y="202775"/>
            <a:chExt cx="2812370" cy="5162950"/>
          </a:xfrm>
        </p:grpSpPr>
        <p:sp>
          <p:nvSpPr>
            <p:cNvPr id="223" name="Google Shape;223;p9"/>
            <p:cNvSpPr/>
            <p:nvPr/>
          </p:nvSpPr>
          <p:spPr>
            <a:xfrm>
              <a:off x="3114900" y="202775"/>
              <a:ext cx="2806463" cy="5162950"/>
            </a:xfrm>
            <a:custGeom>
              <a:rect b="b" l="l" r="r" t="t"/>
              <a:pathLst>
                <a:path extrusionOk="0" h="206518" w="139625">
                  <a:moveTo>
                    <a:pt x="0" y="0"/>
                  </a:moveTo>
                  <a:lnTo>
                    <a:pt x="139625" y="389"/>
                  </a:lnTo>
                  <a:lnTo>
                    <a:pt x="139236" y="206518"/>
                  </a:lnTo>
                  <a:lnTo>
                    <a:pt x="71546" y="205778"/>
                  </a:lnTo>
                  <a:close/>
                </a:path>
              </a:pathLst>
            </a:custGeom>
            <a:solidFill>
              <a:schemeClr val="dk2"/>
            </a:solidFill>
            <a:ln>
              <a:noFill/>
            </a:ln>
          </p:spPr>
        </p:sp>
        <p:grpSp>
          <p:nvGrpSpPr>
            <p:cNvPr id="224" name="Google Shape;224;p9"/>
            <p:cNvGrpSpPr/>
            <p:nvPr/>
          </p:nvGrpSpPr>
          <p:grpSpPr>
            <a:xfrm>
              <a:off x="3155225" y="202775"/>
              <a:ext cx="2772045" cy="5143502"/>
              <a:chOff x="6409225" y="0"/>
              <a:chExt cx="2772045" cy="5143502"/>
            </a:xfrm>
          </p:grpSpPr>
          <p:cxnSp>
            <p:nvCxnSpPr>
              <p:cNvPr id="225" name="Google Shape;225;p9"/>
              <p:cNvCxnSpPr/>
              <p:nvPr/>
            </p:nvCxnSpPr>
            <p:spPr>
              <a:xfrm>
                <a:off x="6718570" y="1209275"/>
                <a:ext cx="2462700" cy="0"/>
              </a:xfrm>
              <a:prstGeom prst="straightConnector1">
                <a:avLst/>
              </a:prstGeom>
              <a:noFill/>
              <a:ln cap="rnd" cmpd="sng" w="19050">
                <a:solidFill>
                  <a:schemeClr val="lt2"/>
                </a:solidFill>
                <a:prstDash val="solid"/>
                <a:round/>
                <a:headEnd len="med" w="med" type="none"/>
                <a:tailEnd len="med" w="med" type="none"/>
              </a:ln>
            </p:spPr>
          </p:cxnSp>
          <p:cxnSp>
            <p:nvCxnSpPr>
              <p:cNvPr id="226" name="Google Shape;226;p9"/>
              <p:cNvCxnSpPr/>
              <p:nvPr/>
            </p:nvCxnSpPr>
            <p:spPr>
              <a:xfrm>
                <a:off x="6871289" y="1754250"/>
                <a:ext cx="2307900" cy="0"/>
              </a:xfrm>
              <a:prstGeom prst="straightConnector1">
                <a:avLst/>
              </a:prstGeom>
              <a:noFill/>
              <a:ln cap="rnd" cmpd="sng" w="19050">
                <a:solidFill>
                  <a:schemeClr val="lt2"/>
                </a:solidFill>
                <a:prstDash val="solid"/>
                <a:round/>
                <a:headEnd len="med" w="med" type="none"/>
                <a:tailEnd len="med" w="med" type="none"/>
              </a:ln>
            </p:spPr>
          </p:cxnSp>
          <p:cxnSp>
            <p:nvCxnSpPr>
              <p:cNvPr id="227" name="Google Shape;227;p9"/>
              <p:cNvCxnSpPr/>
              <p:nvPr/>
            </p:nvCxnSpPr>
            <p:spPr>
              <a:xfrm>
                <a:off x="7024008" y="2299225"/>
                <a:ext cx="2155200" cy="0"/>
              </a:xfrm>
              <a:prstGeom prst="straightConnector1">
                <a:avLst/>
              </a:prstGeom>
              <a:noFill/>
              <a:ln cap="rnd" cmpd="sng" w="19050">
                <a:solidFill>
                  <a:schemeClr val="lt2"/>
                </a:solidFill>
                <a:prstDash val="solid"/>
                <a:round/>
                <a:headEnd len="med" w="med" type="none"/>
                <a:tailEnd len="med" w="med" type="none"/>
              </a:ln>
            </p:spPr>
          </p:cxnSp>
          <p:cxnSp>
            <p:nvCxnSpPr>
              <p:cNvPr id="228" name="Google Shape;228;p9"/>
              <p:cNvCxnSpPr/>
              <p:nvPr/>
            </p:nvCxnSpPr>
            <p:spPr>
              <a:xfrm>
                <a:off x="7176726" y="2844200"/>
                <a:ext cx="2002800" cy="0"/>
              </a:xfrm>
              <a:prstGeom prst="straightConnector1">
                <a:avLst/>
              </a:prstGeom>
              <a:noFill/>
              <a:ln cap="rnd" cmpd="sng" w="19050">
                <a:solidFill>
                  <a:schemeClr val="lt2"/>
                </a:solidFill>
                <a:prstDash val="solid"/>
                <a:round/>
                <a:headEnd len="med" w="med" type="none"/>
                <a:tailEnd len="med" w="med" type="none"/>
              </a:ln>
            </p:spPr>
          </p:cxnSp>
          <p:cxnSp>
            <p:nvCxnSpPr>
              <p:cNvPr id="229" name="Google Shape;229;p9"/>
              <p:cNvCxnSpPr/>
              <p:nvPr/>
            </p:nvCxnSpPr>
            <p:spPr>
              <a:xfrm>
                <a:off x="7329447" y="3389150"/>
                <a:ext cx="1850100" cy="0"/>
              </a:xfrm>
              <a:prstGeom prst="straightConnector1">
                <a:avLst/>
              </a:prstGeom>
              <a:noFill/>
              <a:ln cap="rnd" cmpd="sng" w="19050">
                <a:solidFill>
                  <a:schemeClr val="lt2"/>
                </a:solidFill>
                <a:prstDash val="solid"/>
                <a:round/>
                <a:headEnd len="med" w="med" type="none"/>
                <a:tailEnd len="med" w="med" type="none"/>
              </a:ln>
            </p:spPr>
          </p:cxnSp>
          <p:cxnSp>
            <p:nvCxnSpPr>
              <p:cNvPr id="230" name="Google Shape;230;p9"/>
              <p:cNvCxnSpPr/>
              <p:nvPr/>
            </p:nvCxnSpPr>
            <p:spPr>
              <a:xfrm>
                <a:off x="7482163" y="3934125"/>
                <a:ext cx="1697100" cy="0"/>
              </a:xfrm>
              <a:prstGeom prst="straightConnector1">
                <a:avLst/>
              </a:prstGeom>
              <a:noFill/>
              <a:ln cap="rnd" cmpd="sng" w="19050">
                <a:solidFill>
                  <a:schemeClr val="lt2"/>
                </a:solidFill>
                <a:prstDash val="solid"/>
                <a:round/>
                <a:headEnd len="med" w="med" type="none"/>
                <a:tailEnd len="med" w="med" type="none"/>
              </a:ln>
            </p:spPr>
          </p:cxnSp>
          <p:cxnSp>
            <p:nvCxnSpPr>
              <p:cNvPr id="231" name="Google Shape;231;p9"/>
              <p:cNvCxnSpPr/>
              <p:nvPr/>
            </p:nvCxnSpPr>
            <p:spPr>
              <a:xfrm>
                <a:off x="7636859" y="4479100"/>
                <a:ext cx="1542900" cy="0"/>
              </a:xfrm>
              <a:prstGeom prst="straightConnector1">
                <a:avLst/>
              </a:prstGeom>
              <a:noFill/>
              <a:ln cap="rnd" cmpd="sng" w="19050">
                <a:solidFill>
                  <a:schemeClr val="lt2"/>
                </a:solidFill>
                <a:prstDash val="solid"/>
                <a:round/>
                <a:headEnd len="med" w="med" type="none"/>
                <a:tailEnd len="med" w="med" type="none"/>
              </a:ln>
            </p:spPr>
          </p:cxnSp>
          <p:cxnSp>
            <p:nvCxnSpPr>
              <p:cNvPr id="232" name="Google Shape;232;p9"/>
              <p:cNvCxnSpPr/>
              <p:nvPr/>
            </p:nvCxnSpPr>
            <p:spPr>
              <a:xfrm>
                <a:off x="7787800" y="5024075"/>
                <a:ext cx="1391400" cy="0"/>
              </a:xfrm>
              <a:prstGeom prst="straightConnector1">
                <a:avLst/>
              </a:prstGeom>
              <a:noFill/>
              <a:ln cap="rnd" cmpd="sng" w="19050">
                <a:solidFill>
                  <a:schemeClr val="lt2"/>
                </a:solidFill>
                <a:prstDash val="solid"/>
                <a:round/>
                <a:headEnd len="med" w="med" type="none"/>
                <a:tailEnd len="med" w="med" type="none"/>
              </a:ln>
            </p:spPr>
          </p:cxnSp>
          <p:cxnSp>
            <p:nvCxnSpPr>
              <p:cNvPr id="233" name="Google Shape;233;p9"/>
              <p:cNvCxnSpPr/>
              <p:nvPr/>
            </p:nvCxnSpPr>
            <p:spPr>
              <a:xfrm>
                <a:off x="6566925" y="664300"/>
                <a:ext cx="2614200" cy="0"/>
              </a:xfrm>
              <a:prstGeom prst="straightConnector1">
                <a:avLst/>
              </a:prstGeom>
              <a:noFill/>
              <a:ln cap="rnd" cmpd="sng" w="19050">
                <a:solidFill>
                  <a:schemeClr val="lt2"/>
                </a:solidFill>
                <a:prstDash val="solid"/>
                <a:round/>
                <a:headEnd len="med" w="med" type="none"/>
                <a:tailEnd len="med" w="med" type="none"/>
              </a:ln>
            </p:spPr>
          </p:cxnSp>
          <p:cxnSp>
            <p:nvCxnSpPr>
              <p:cNvPr id="234" name="Google Shape;234;p9"/>
              <p:cNvCxnSpPr/>
              <p:nvPr/>
            </p:nvCxnSpPr>
            <p:spPr>
              <a:xfrm>
                <a:off x="6409225" y="119325"/>
                <a:ext cx="2770500" cy="0"/>
              </a:xfrm>
              <a:prstGeom prst="straightConnector1">
                <a:avLst/>
              </a:prstGeom>
              <a:noFill/>
              <a:ln cap="rnd" cmpd="sng" w="19050">
                <a:solidFill>
                  <a:schemeClr val="lt2"/>
                </a:solidFill>
                <a:prstDash val="solid"/>
                <a:round/>
                <a:headEnd len="med" w="med" type="none"/>
                <a:tailEnd len="med" w="med" type="none"/>
              </a:ln>
            </p:spPr>
          </p:cxnSp>
          <p:cxnSp>
            <p:nvCxnSpPr>
              <p:cNvPr id="235" name="Google Shape;235;p9"/>
              <p:cNvCxnSpPr/>
              <p:nvPr/>
            </p:nvCxnSpPr>
            <p:spPr>
              <a:xfrm rot="5400000">
                <a:off x="5342616"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236" name="Google Shape;236;p9"/>
              <p:cNvCxnSpPr/>
              <p:nvPr/>
            </p:nvCxnSpPr>
            <p:spPr>
              <a:xfrm>
                <a:off x="7369400" y="0"/>
                <a:ext cx="0" cy="3592500"/>
              </a:xfrm>
              <a:prstGeom prst="straightConnector1">
                <a:avLst/>
              </a:prstGeom>
              <a:noFill/>
              <a:ln cap="rnd" cmpd="sng" w="19050">
                <a:solidFill>
                  <a:schemeClr val="lt2"/>
                </a:solidFill>
                <a:prstDash val="solid"/>
                <a:round/>
                <a:headEnd len="med" w="med" type="none"/>
                <a:tailEnd len="med" w="med" type="none"/>
              </a:ln>
            </p:spPr>
          </p:cxnSp>
          <p:cxnSp>
            <p:nvCxnSpPr>
              <p:cNvPr id="237" name="Google Shape;237;p9"/>
              <p:cNvCxnSpPr/>
              <p:nvPr/>
            </p:nvCxnSpPr>
            <p:spPr>
              <a:xfrm>
                <a:off x="6824425" y="0"/>
                <a:ext cx="0" cy="1628400"/>
              </a:xfrm>
              <a:prstGeom prst="straightConnector1">
                <a:avLst/>
              </a:prstGeom>
              <a:noFill/>
              <a:ln cap="rnd" cmpd="sng" w="19050">
                <a:solidFill>
                  <a:schemeClr val="lt2"/>
                </a:solidFill>
                <a:prstDash val="solid"/>
                <a:round/>
                <a:headEnd len="med" w="med" type="none"/>
                <a:tailEnd len="med" w="med" type="none"/>
              </a:ln>
            </p:spPr>
          </p:cxnSp>
          <p:cxnSp>
            <p:nvCxnSpPr>
              <p:cNvPr id="238" name="Google Shape;238;p9"/>
              <p:cNvCxnSpPr/>
              <p:nvPr/>
            </p:nvCxnSpPr>
            <p:spPr>
              <a:xfrm rot="5400000">
                <a:off x="5887589"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239" name="Google Shape;239;p9"/>
              <p:cNvCxnSpPr/>
              <p:nvPr/>
            </p:nvCxnSpPr>
            <p:spPr>
              <a:xfrm rot="5400000">
                <a:off x="6432562" y="2571752"/>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240" name="Google Shape;240;p9"/>
          <p:cNvSpPr txBox="1"/>
          <p:nvPr>
            <p:ph type="title"/>
          </p:nvPr>
        </p:nvSpPr>
        <p:spPr>
          <a:xfrm>
            <a:off x="2585400" y="1430063"/>
            <a:ext cx="3973200" cy="8919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b="0" sz="5000">
                <a:highlight>
                  <a:schemeClr val="lt2"/>
                </a:highligh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1" name="Google Shape;241;p9"/>
          <p:cNvSpPr txBox="1"/>
          <p:nvPr>
            <p:ph idx="1" type="subTitle"/>
          </p:nvPr>
        </p:nvSpPr>
        <p:spPr>
          <a:xfrm>
            <a:off x="2585400" y="2394038"/>
            <a:ext cx="3973200" cy="1319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600">
                <a:latin typeface="Proxima Nova"/>
                <a:ea typeface="Proxima Nova"/>
                <a:cs typeface="Proxima Nova"/>
                <a:sym typeface="Proxima Nova"/>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42" name="Google Shape;242;p9"/>
          <p:cNvSpPr/>
          <p:nvPr/>
        </p:nvSpPr>
        <p:spPr>
          <a:xfrm flipH="1">
            <a:off x="0" y="2293100"/>
            <a:ext cx="4990831" cy="2850398"/>
          </a:xfrm>
          <a:custGeom>
            <a:rect b="b" l="l" r="r" t="t"/>
            <a:pathLst>
              <a:path extrusionOk="0" h="33898" w="59817">
                <a:moveTo>
                  <a:pt x="59816" y="0"/>
                </a:moveTo>
                <a:lnTo>
                  <a:pt x="1" y="33898"/>
                </a:lnTo>
                <a:lnTo>
                  <a:pt x="21543" y="33898"/>
                </a:lnTo>
                <a:lnTo>
                  <a:pt x="59816" y="16734"/>
                </a:lnTo>
                <a:lnTo>
                  <a:pt x="598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flipH="1">
            <a:off x="8122062" y="2220950"/>
            <a:ext cx="1039200" cy="2925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flipH="1">
            <a:off x="8394997"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accent2"/>
            </a:solidFill>
            <a:prstDash val="solid"/>
            <a:round/>
            <a:headEnd len="med" w="med" type="none"/>
            <a:tailEnd len="med" w="med" type="none"/>
          </a:ln>
        </p:spPr>
      </p:sp>
      <p:sp>
        <p:nvSpPr>
          <p:cNvPr id="245" name="Google Shape;245;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6" name="Shape 246"/>
        <p:cNvGrpSpPr/>
        <p:nvPr/>
      </p:nvGrpSpPr>
      <p:grpSpPr>
        <a:xfrm>
          <a:off x="0" y="0"/>
          <a:ext cx="0" cy="0"/>
          <a:chOff x="0" y="0"/>
          <a:chExt cx="0" cy="0"/>
        </a:xfrm>
      </p:grpSpPr>
      <p:sp>
        <p:nvSpPr>
          <p:cNvPr id="247" name="Google Shape;247;p10"/>
          <p:cNvSpPr txBox="1"/>
          <p:nvPr>
            <p:ph idx="1" type="body"/>
          </p:nvPr>
        </p:nvSpPr>
        <p:spPr>
          <a:xfrm>
            <a:off x="685800" y="3109375"/>
            <a:ext cx="4151700" cy="1459500"/>
          </a:xfrm>
          <a:prstGeom prst="rect">
            <a:avLst/>
          </a:prstGeom>
          <a:noFill/>
          <a:ln>
            <a:noFill/>
          </a:ln>
        </p:spPr>
        <p:txBody>
          <a:bodyPr anchorCtr="0" anchor="b" bIns="91425" lIns="91425" spcFirstLastPara="1" rIns="91425" wrap="square" tIns="91425">
            <a:noAutofit/>
          </a:bodyPr>
          <a:lstStyle>
            <a:lvl1pPr indent="-228600" lvl="0" marL="457200">
              <a:lnSpc>
                <a:spcPct val="100000"/>
              </a:lnSpc>
              <a:spcBef>
                <a:spcPts val="0"/>
              </a:spcBef>
              <a:spcAft>
                <a:spcPts val="0"/>
              </a:spcAft>
              <a:buSzPts val="1800"/>
              <a:buNone/>
              <a:defRPr sz="4000">
                <a:highlight>
                  <a:schemeClr val="lt2"/>
                </a:highlight>
                <a:latin typeface="Bangers"/>
                <a:ea typeface="Bangers"/>
                <a:cs typeface="Bangers"/>
                <a:sym typeface="Bangers"/>
              </a:defRPr>
            </a:lvl1pPr>
          </a:lstStyle>
          <a:p/>
        </p:txBody>
      </p:sp>
      <p:sp>
        <p:nvSpPr>
          <p:cNvPr id="248" name="Google Shape;248;p10"/>
          <p:cNvSpPr/>
          <p:nvPr/>
        </p:nvSpPr>
        <p:spPr>
          <a:xfrm rot="2255730">
            <a:off x="286817" y="614039"/>
            <a:ext cx="665894" cy="655511"/>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10"/>
          <p:cNvGrpSpPr/>
          <p:nvPr/>
        </p:nvGrpSpPr>
        <p:grpSpPr>
          <a:xfrm>
            <a:off x="7386623" y="3894529"/>
            <a:ext cx="1116550" cy="1100338"/>
            <a:chOff x="5541075" y="3903350"/>
            <a:chExt cx="823050" cy="811100"/>
          </a:xfrm>
        </p:grpSpPr>
        <p:sp>
          <p:nvSpPr>
            <p:cNvPr id="250" name="Google Shape;250;p10"/>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 name="Google Shape;259;p10"/>
          <p:cNvSpPr/>
          <p:nvPr/>
        </p:nvSpPr>
        <p:spPr>
          <a:xfrm>
            <a:off x="8096653" y="930975"/>
            <a:ext cx="1061300" cy="2560800"/>
          </a:xfrm>
          <a:custGeom>
            <a:rect b="b" l="l" r="r" t="t"/>
            <a:pathLst>
              <a:path extrusionOk="0" h="102432" w="42452">
                <a:moveTo>
                  <a:pt x="7853" y="0"/>
                </a:moveTo>
                <a:cubicBezTo>
                  <a:pt x="585" y="13088"/>
                  <a:pt x="-4789" y="35419"/>
                  <a:pt x="6797" y="44899"/>
                </a:cubicBezTo>
                <a:cubicBezTo>
                  <a:pt x="11431" y="48690"/>
                  <a:pt x="17943" y="52618"/>
                  <a:pt x="23700" y="50973"/>
                </a:cubicBezTo>
                <a:cubicBezTo>
                  <a:pt x="29537" y="49305"/>
                  <a:pt x="37537" y="38770"/>
                  <a:pt x="32680" y="35127"/>
                </a:cubicBezTo>
                <a:cubicBezTo>
                  <a:pt x="25522" y="29758"/>
                  <a:pt x="12119" y="37952"/>
                  <a:pt x="8118" y="45955"/>
                </a:cubicBezTo>
                <a:cubicBezTo>
                  <a:pt x="4933" y="52325"/>
                  <a:pt x="3602" y="60090"/>
                  <a:pt x="4948" y="67084"/>
                </a:cubicBezTo>
                <a:cubicBezTo>
                  <a:pt x="6951" y="77494"/>
                  <a:pt x="15682" y="88775"/>
                  <a:pt x="26077" y="90853"/>
                </a:cubicBezTo>
                <a:cubicBezTo>
                  <a:pt x="31105" y="91858"/>
                  <a:pt x="38169" y="82035"/>
                  <a:pt x="34792" y="78176"/>
                </a:cubicBezTo>
                <a:cubicBezTo>
                  <a:pt x="30405" y="73163"/>
                  <a:pt x="22680" y="89371"/>
                  <a:pt x="25020" y="95607"/>
                </a:cubicBezTo>
                <a:cubicBezTo>
                  <a:pt x="27128" y="101225"/>
                  <a:pt x="39119" y="105087"/>
                  <a:pt x="42452" y="100097"/>
                </a:cubicBezTo>
              </a:path>
            </a:pathLst>
          </a:custGeom>
          <a:noFill/>
          <a:ln cap="flat" cmpd="sng" w="19050">
            <a:solidFill>
              <a:schemeClr val="lt2"/>
            </a:solidFill>
            <a:prstDash val="solid"/>
            <a:round/>
            <a:headEnd len="med" w="med" type="none"/>
            <a:tailEnd len="med" w="med" type="none"/>
          </a:ln>
        </p:spPr>
      </p:sp>
      <p:sp>
        <p:nvSpPr>
          <p:cNvPr id="260" name="Google Shape;260;p10"/>
          <p:cNvSpPr/>
          <p:nvPr/>
        </p:nvSpPr>
        <p:spPr>
          <a:xfrm>
            <a:off x="-4898" y="2220950"/>
            <a:ext cx="1039200" cy="29259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91177"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lt1"/>
            </a:solidFill>
            <a:prstDash val="solid"/>
            <a:round/>
            <a:headEnd len="med" w="med" type="none"/>
            <a:tailEnd len="med" w="med" type="none"/>
          </a:ln>
        </p:spPr>
      </p:sp>
      <p:grpSp>
        <p:nvGrpSpPr>
          <p:cNvPr id="262" name="Google Shape;262;p10"/>
          <p:cNvGrpSpPr/>
          <p:nvPr/>
        </p:nvGrpSpPr>
        <p:grpSpPr>
          <a:xfrm flipH="1">
            <a:off x="7524447" y="478974"/>
            <a:ext cx="982464" cy="494387"/>
            <a:chOff x="2154725" y="2367075"/>
            <a:chExt cx="787925" cy="396525"/>
          </a:xfrm>
        </p:grpSpPr>
        <p:sp>
          <p:nvSpPr>
            <p:cNvPr id="263" name="Google Shape;263;p10"/>
            <p:cNvSpPr/>
            <p:nvPr/>
          </p:nvSpPr>
          <p:spPr>
            <a:xfrm>
              <a:off x="2333325" y="2387025"/>
              <a:ext cx="581050" cy="332800"/>
            </a:xfrm>
            <a:custGeom>
              <a:rect b="b" l="l" r="r" t="t"/>
              <a:pathLst>
                <a:path extrusionOk="0" h="13312" w="23242">
                  <a:moveTo>
                    <a:pt x="23241" y="1"/>
                  </a:moveTo>
                  <a:lnTo>
                    <a:pt x="0" y="8383"/>
                  </a:lnTo>
                  <a:lnTo>
                    <a:pt x="4763" y="10847"/>
                  </a:lnTo>
                  <a:cubicBezTo>
                    <a:pt x="4775" y="10847"/>
                    <a:pt x="4786" y="10859"/>
                    <a:pt x="4798" y="10859"/>
                  </a:cubicBezTo>
                  <a:lnTo>
                    <a:pt x="9525" y="13312"/>
                  </a:lnTo>
                  <a:lnTo>
                    <a:pt x="232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2171700" y="2381375"/>
              <a:ext cx="709625" cy="145275"/>
            </a:xfrm>
            <a:custGeom>
              <a:rect b="b" l="l" r="r" t="t"/>
              <a:pathLst>
                <a:path extrusionOk="0" h="5811" w="28385">
                  <a:moveTo>
                    <a:pt x="28385" y="0"/>
                  </a:moveTo>
                  <a:lnTo>
                    <a:pt x="0" y="1179"/>
                  </a:lnTo>
                  <a:lnTo>
                    <a:pt x="4036" y="5799"/>
                  </a:lnTo>
                  <a:lnTo>
                    <a:pt x="4036" y="5811"/>
                  </a:lnTo>
                  <a:lnTo>
                    <a:pt x="4048" y="5799"/>
                  </a:lnTo>
                  <a:lnTo>
                    <a:pt x="2838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2264850" y="2527100"/>
              <a:ext cx="191725" cy="235000"/>
            </a:xfrm>
            <a:custGeom>
              <a:rect b="b" l="l" r="r" t="t"/>
              <a:pathLst>
                <a:path extrusionOk="0" h="9400" w="7669">
                  <a:moveTo>
                    <a:pt x="250" y="0"/>
                  </a:moveTo>
                  <a:cubicBezTo>
                    <a:pt x="233" y="0"/>
                    <a:pt x="215" y="6"/>
                    <a:pt x="191" y="6"/>
                  </a:cubicBezTo>
                  <a:cubicBezTo>
                    <a:pt x="84" y="29"/>
                    <a:pt x="1" y="148"/>
                    <a:pt x="36" y="256"/>
                  </a:cubicBezTo>
                  <a:lnTo>
                    <a:pt x="36" y="315"/>
                  </a:lnTo>
                  <a:lnTo>
                    <a:pt x="1977" y="9233"/>
                  </a:lnTo>
                  <a:cubicBezTo>
                    <a:pt x="1989" y="9245"/>
                    <a:pt x="1989" y="9257"/>
                    <a:pt x="1989" y="9269"/>
                  </a:cubicBezTo>
                  <a:cubicBezTo>
                    <a:pt x="2001" y="9280"/>
                    <a:pt x="2001" y="9292"/>
                    <a:pt x="2013" y="9304"/>
                  </a:cubicBezTo>
                  <a:cubicBezTo>
                    <a:pt x="2025" y="9328"/>
                    <a:pt x="2049" y="9340"/>
                    <a:pt x="2072" y="9364"/>
                  </a:cubicBezTo>
                  <a:cubicBezTo>
                    <a:pt x="2084" y="9364"/>
                    <a:pt x="2096" y="9376"/>
                    <a:pt x="2108" y="9376"/>
                  </a:cubicBezTo>
                  <a:cubicBezTo>
                    <a:pt x="2108" y="9388"/>
                    <a:pt x="2108" y="9388"/>
                    <a:pt x="2120" y="9388"/>
                  </a:cubicBezTo>
                  <a:cubicBezTo>
                    <a:pt x="2132" y="9400"/>
                    <a:pt x="2168" y="9400"/>
                    <a:pt x="2191" y="9400"/>
                  </a:cubicBezTo>
                  <a:lnTo>
                    <a:pt x="2227" y="9400"/>
                  </a:lnTo>
                  <a:cubicBezTo>
                    <a:pt x="2227" y="9400"/>
                    <a:pt x="2239" y="9400"/>
                    <a:pt x="2251" y="9388"/>
                  </a:cubicBezTo>
                  <a:cubicBezTo>
                    <a:pt x="2263" y="9388"/>
                    <a:pt x="2275" y="9376"/>
                    <a:pt x="2287" y="9376"/>
                  </a:cubicBezTo>
                  <a:cubicBezTo>
                    <a:pt x="2299" y="9376"/>
                    <a:pt x="2299" y="9364"/>
                    <a:pt x="2310" y="9364"/>
                  </a:cubicBezTo>
                  <a:lnTo>
                    <a:pt x="7454" y="5697"/>
                  </a:lnTo>
                  <a:lnTo>
                    <a:pt x="7561" y="5613"/>
                  </a:lnTo>
                  <a:cubicBezTo>
                    <a:pt x="7656" y="5542"/>
                    <a:pt x="7668" y="5411"/>
                    <a:pt x="7609" y="5316"/>
                  </a:cubicBezTo>
                  <a:cubicBezTo>
                    <a:pt x="7585" y="5292"/>
                    <a:pt x="7561" y="5268"/>
                    <a:pt x="7537" y="5256"/>
                  </a:cubicBezTo>
                  <a:cubicBezTo>
                    <a:pt x="7525" y="5256"/>
                    <a:pt x="7514" y="5244"/>
                    <a:pt x="7502" y="5244"/>
                  </a:cubicBezTo>
                  <a:cubicBezTo>
                    <a:pt x="7481" y="5236"/>
                    <a:pt x="7458" y="5232"/>
                    <a:pt x="7435" y="5232"/>
                  </a:cubicBezTo>
                  <a:cubicBezTo>
                    <a:pt x="7393" y="5232"/>
                    <a:pt x="7350" y="5245"/>
                    <a:pt x="7311" y="5268"/>
                  </a:cubicBezTo>
                  <a:lnTo>
                    <a:pt x="7025" y="5471"/>
                  </a:lnTo>
                  <a:lnTo>
                    <a:pt x="2406" y="8769"/>
                  </a:lnTo>
                  <a:lnTo>
                    <a:pt x="2334" y="8828"/>
                  </a:lnTo>
                  <a:lnTo>
                    <a:pt x="1989" y="7245"/>
                  </a:lnTo>
                  <a:lnTo>
                    <a:pt x="489" y="375"/>
                  </a:lnTo>
                  <a:lnTo>
                    <a:pt x="441" y="172"/>
                  </a:lnTo>
                  <a:cubicBezTo>
                    <a:pt x="429" y="89"/>
                    <a:pt x="370" y="41"/>
                    <a:pt x="310" y="17"/>
                  </a:cubicBezTo>
                  <a:cubicBezTo>
                    <a:pt x="298" y="6"/>
                    <a:pt x="286" y="6"/>
                    <a:pt x="275" y="6"/>
                  </a:cubicBezTo>
                  <a:cubicBezTo>
                    <a:pt x="267" y="2"/>
                    <a:pt x="259" y="0"/>
                    <a:pt x="250" y="0"/>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2277050" y="2401025"/>
              <a:ext cx="567675" cy="307200"/>
            </a:xfrm>
            <a:custGeom>
              <a:rect b="b" l="l" r="r" t="t"/>
              <a:pathLst>
                <a:path extrusionOk="0" h="12288" w="22707">
                  <a:moveTo>
                    <a:pt x="22706" y="0"/>
                  </a:moveTo>
                  <a:lnTo>
                    <a:pt x="1" y="5418"/>
                  </a:lnTo>
                  <a:lnTo>
                    <a:pt x="1501" y="12288"/>
                  </a:lnTo>
                  <a:lnTo>
                    <a:pt x="1513" y="7775"/>
                  </a:lnTo>
                  <a:cubicBezTo>
                    <a:pt x="1513" y="7763"/>
                    <a:pt x="1513" y="7751"/>
                    <a:pt x="1513" y="7739"/>
                  </a:cubicBezTo>
                  <a:cubicBezTo>
                    <a:pt x="1513" y="7727"/>
                    <a:pt x="1525" y="7716"/>
                    <a:pt x="1525" y="7704"/>
                  </a:cubicBezTo>
                  <a:cubicBezTo>
                    <a:pt x="1537" y="7692"/>
                    <a:pt x="1537" y="7680"/>
                    <a:pt x="1549" y="7668"/>
                  </a:cubicBezTo>
                  <a:cubicBezTo>
                    <a:pt x="1561" y="7644"/>
                    <a:pt x="1584" y="7620"/>
                    <a:pt x="1608" y="7608"/>
                  </a:cubicBezTo>
                  <a:cubicBezTo>
                    <a:pt x="1620" y="7596"/>
                    <a:pt x="1632" y="7596"/>
                    <a:pt x="1644" y="7585"/>
                  </a:cubicBezTo>
                  <a:lnTo>
                    <a:pt x="1656" y="7585"/>
                  </a:lnTo>
                  <a:lnTo>
                    <a:pt x="2270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2324975" y="2604325"/>
              <a:ext cx="115525" cy="142000"/>
            </a:xfrm>
            <a:custGeom>
              <a:rect b="b" l="l" r="r" t="t"/>
              <a:pathLst>
                <a:path extrusionOk="0" h="5680" w="4621">
                  <a:moveTo>
                    <a:pt x="25" y="0"/>
                  </a:moveTo>
                  <a:lnTo>
                    <a:pt x="1" y="5680"/>
                  </a:lnTo>
                  <a:lnTo>
                    <a:pt x="4620" y="2382"/>
                  </a:lnTo>
                  <a:lnTo>
                    <a:pt x="2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2314275" y="2590325"/>
              <a:ext cx="11325" cy="171775"/>
            </a:xfrm>
            <a:custGeom>
              <a:rect b="b" l="l" r="r" t="t"/>
              <a:pathLst>
                <a:path extrusionOk="0" h="6871" w="453">
                  <a:moveTo>
                    <a:pt x="238" y="1"/>
                  </a:moveTo>
                  <a:cubicBezTo>
                    <a:pt x="214" y="1"/>
                    <a:pt x="179" y="1"/>
                    <a:pt x="155" y="13"/>
                  </a:cubicBezTo>
                  <a:cubicBezTo>
                    <a:pt x="143" y="24"/>
                    <a:pt x="131" y="24"/>
                    <a:pt x="119" y="36"/>
                  </a:cubicBezTo>
                  <a:cubicBezTo>
                    <a:pt x="95" y="48"/>
                    <a:pt x="83" y="72"/>
                    <a:pt x="60" y="96"/>
                  </a:cubicBezTo>
                  <a:cubicBezTo>
                    <a:pt x="60" y="108"/>
                    <a:pt x="48" y="120"/>
                    <a:pt x="48" y="132"/>
                  </a:cubicBezTo>
                  <a:cubicBezTo>
                    <a:pt x="36" y="144"/>
                    <a:pt x="36" y="155"/>
                    <a:pt x="36" y="167"/>
                  </a:cubicBezTo>
                  <a:cubicBezTo>
                    <a:pt x="24" y="179"/>
                    <a:pt x="24" y="191"/>
                    <a:pt x="24" y="215"/>
                  </a:cubicBezTo>
                  <a:lnTo>
                    <a:pt x="0" y="6656"/>
                  </a:lnTo>
                  <a:cubicBezTo>
                    <a:pt x="0" y="6668"/>
                    <a:pt x="0" y="6680"/>
                    <a:pt x="12" y="6704"/>
                  </a:cubicBezTo>
                  <a:cubicBezTo>
                    <a:pt x="12" y="6716"/>
                    <a:pt x="12" y="6728"/>
                    <a:pt x="24" y="6740"/>
                  </a:cubicBezTo>
                  <a:cubicBezTo>
                    <a:pt x="24" y="6751"/>
                    <a:pt x="24" y="6763"/>
                    <a:pt x="36" y="6775"/>
                  </a:cubicBezTo>
                  <a:cubicBezTo>
                    <a:pt x="48" y="6799"/>
                    <a:pt x="72" y="6811"/>
                    <a:pt x="95" y="6835"/>
                  </a:cubicBezTo>
                  <a:cubicBezTo>
                    <a:pt x="107" y="6835"/>
                    <a:pt x="119" y="6847"/>
                    <a:pt x="131" y="6847"/>
                  </a:cubicBezTo>
                  <a:cubicBezTo>
                    <a:pt x="131" y="6859"/>
                    <a:pt x="131" y="6859"/>
                    <a:pt x="143" y="6859"/>
                  </a:cubicBezTo>
                  <a:cubicBezTo>
                    <a:pt x="167" y="6871"/>
                    <a:pt x="191" y="6871"/>
                    <a:pt x="214" y="6871"/>
                  </a:cubicBezTo>
                  <a:lnTo>
                    <a:pt x="250" y="6871"/>
                  </a:lnTo>
                  <a:cubicBezTo>
                    <a:pt x="250" y="6871"/>
                    <a:pt x="262" y="6871"/>
                    <a:pt x="274" y="6859"/>
                  </a:cubicBezTo>
                  <a:cubicBezTo>
                    <a:pt x="286" y="6859"/>
                    <a:pt x="298" y="6847"/>
                    <a:pt x="310" y="6847"/>
                  </a:cubicBezTo>
                  <a:cubicBezTo>
                    <a:pt x="322" y="6847"/>
                    <a:pt x="322" y="6835"/>
                    <a:pt x="333" y="6835"/>
                  </a:cubicBezTo>
                  <a:cubicBezTo>
                    <a:pt x="393" y="6787"/>
                    <a:pt x="429" y="6728"/>
                    <a:pt x="429" y="6656"/>
                  </a:cubicBezTo>
                  <a:lnTo>
                    <a:pt x="453" y="215"/>
                  </a:lnTo>
                  <a:cubicBezTo>
                    <a:pt x="453" y="96"/>
                    <a:pt x="357" y="1"/>
                    <a:pt x="238"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2154725" y="2367075"/>
              <a:ext cx="787925" cy="396525"/>
            </a:xfrm>
            <a:custGeom>
              <a:rect b="b" l="l" r="r" t="t"/>
              <a:pathLst>
                <a:path extrusionOk="0" h="15861" w="31517">
                  <a:moveTo>
                    <a:pt x="29064" y="572"/>
                  </a:moveTo>
                  <a:lnTo>
                    <a:pt x="4751" y="6371"/>
                  </a:lnTo>
                  <a:lnTo>
                    <a:pt x="4739" y="6359"/>
                  </a:lnTo>
                  <a:cubicBezTo>
                    <a:pt x="4715" y="6359"/>
                    <a:pt x="4703" y="6347"/>
                    <a:pt x="4691" y="6347"/>
                  </a:cubicBezTo>
                  <a:lnTo>
                    <a:pt x="679" y="1751"/>
                  </a:lnTo>
                  <a:lnTo>
                    <a:pt x="29064" y="572"/>
                  </a:lnTo>
                  <a:close/>
                  <a:moveTo>
                    <a:pt x="27099" y="1477"/>
                  </a:moveTo>
                  <a:lnTo>
                    <a:pt x="6513" y="8895"/>
                  </a:lnTo>
                  <a:cubicBezTo>
                    <a:pt x="6501" y="8907"/>
                    <a:pt x="6477" y="8907"/>
                    <a:pt x="6465" y="8919"/>
                  </a:cubicBezTo>
                  <a:cubicBezTo>
                    <a:pt x="6442" y="8943"/>
                    <a:pt x="6418" y="8966"/>
                    <a:pt x="6394" y="8990"/>
                  </a:cubicBezTo>
                  <a:cubicBezTo>
                    <a:pt x="6382" y="9002"/>
                    <a:pt x="6382" y="9026"/>
                    <a:pt x="6370" y="9038"/>
                  </a:cubicBezTo>
                  <a:cubicBezTo>
                    <a:pt x="6358" y="9050"/>
                    <a:pt x="6358" y="9074"/>
                    <a:pt x="6358" y="9085"/>
                  </a:cubicBezTo>
                  <a:cubicBezTo>
                    <a:pt x="6346" y="9097"/>
                    <a:pt x="6346" y="9121"/>
                    <a:pt x="6346" y="9145"/>
                  </a:cubicBezTo>
                  <a:lnTo>
                    <a:pt x="6334" y="13122"/>
                  </a:lnTo>
                  <a:lnTo>
                    <a:pt x="4953" y="6764"/>
                  </a:lnTo>
                  <a:lnTo>
                    <a:pt x="27099" y="1477"/>
                  </a:lnTo>
                  <a:close/>
                  <a:moveTo>
                    <a:pt x="30588" y="715"/>
                  </a:moveTo>
                  <a:lnTo>
                    <a:pt x="16669" y="14038"/>
                  </a:lnTo>
                  <a:lnTo>
                    <a:pt x="11966" y="11610"/>
                  </a:lnTo>
                  <a:cubicBezTo>
                    <a:pt x="11954" y="11610"/>
                    <a:pt x="11942" y="11598"/>
                    <a:pt x="11942" y="11598"/>
                  </a:cubicBezTo>
                  <a:lnTo>
                    <a:pt x="7120" y="9169"/>
                  </a:lnTo>
                  <a:lnTo>
                    <a:pt x="30588" y="715"/>
                  </a:lnTo>
                  <a:close/>
                  <a:moveTo>
                    <a:pt x="6465" y="9359"/>
                  </a:moveTo>
                  <a:cubicBezTo>
                    <a:pt x="6477" y="9371"/>
                    <a:pt x="6477" y="9383"/>
                    <a:pt x="6489" y="9383"/>
                  </a:cubicBezTo>
                  <a:lnTo>
                    <a:pt x="6775" y="9526"/>
                  </a:lnTo>
                  <a:lnTo>
                    <a:pt x="6751" y="15039"/>
                  </a:lnTo>
                  <a:lnTo>
                    <a:pt x="6442" y="13646"/>
                  </a:lnTo>
                  <a:lnTo>
                    <a:pt x="6465" y="9359"/>
                  </a:lnTo>
                  <a:close/>
                  <a:moveTo>
                    <a:pt x="6882" y="9586"/>
                  </a:moveTo>
                  <a:lnTo>
                    <a:pt x="11323" y="11883"/>
                  </a:lnTo>
                  <a:lnTo>
                    <a:pt x="6870" y="15062"/>
                  </a:lnTo>
                  <a:lnTo>
                    <a:pt x="6870" y="15062"/>
                  </a:lnTo>
                  <a:lnTo>
                    <a:pt x="6882" y="9586"/>
                  </a:lnTo>
                  <a:close/>
                  <a:moveTo>
                    <a:pt x="4834" y="6788"/>
                  </a:moveTo>
                  <a:lnTo>
                    <a:pt x="6334" y="13657"/>
                  </a:lnTo>
                  <a:lnTo>
                    <a:pt x="6323" y="15086"/>
                  </a:lnTo>
                  <a:lnTo>
                    <a:pt x="4525" y="6788"/>
                  </a:lnTo>
                  <a:lnTo>
                    <a:pt x="4525" y="6788"/>
                  </a:lnTo>
                  <a:cubicBezTo>
                    <a:pt x="4560" y="6811"/>
                    <a:pt x="4596" y="6823"/>
                    <a:pt x="4644" y="6823"/>
                  </a:cubicBezTo>
                  <a:lnTo>
                    <a:pt x="4691" y="6823"/>
                  </a:lnTo>
                  <a:lnTo>
                    <a:pt x="4834" y="6788"/>
                  </a:lnTo>
                  <a:close/>
                  <a:moveTo>
                    <a:pt x="11442" y="11943"/>
                  </a:moveTo>
                  <a:lnTo>
                    <a:pt x="11752" y="12098"/>
                  </a:lnTo>
                  <a:lnTo>
                    <a:pt x="6870" y="15586"/>
                  </a:lnTo>
                  <a:lnTo>
                    <a:pt x="6870" y="15205"/>
                  </a:lnTo>
                  <a:lnTo>
                    <a:pt x="11442" y="11943"/>
                  </a:lnTo>
                  <a:close/>
                  <a:moveTo>
                    <a:pt x="6442" y="14169"/>
                  </a:moveTo>
                  <a:lnTo>
                    <a:pt x="6692" y="15324"/>
                  </a:lnTo>
                  <a:lnTo>
                    <a:pt x="6751" y="15289"/>
                  </a:lnTo>
                  <a:lnTo>
                    <a:pt x="6751" y="15586"/>
                  </a:lnTo>
                  <a:cubicBezTo>
                    <a:pt x="6751" y="15634"/>
                    <a:pt x="6727" y="15681"/>
                    <a:pt x="6692" y="15705"/>
                  </a:cubicBezTo>
                  <a:lnTo>
                    <a:pt x="6668" y="15729"/>
                  </a:lnTo>
                  <a:cubicBezTo>
                    <a:pt x="6668" y="15729"/>
                    <a:pt x="6644" y="15729"/>
                    <a:pt x="6632" y="15741"/>
                  </a:cubicBezTo>
                  <a:lnTo>
                    <a:pt x="6549" y="15741"/>
                  </a:lnTo>
                  <a:lnTo>
                    <a:pt x="6537" y="15729"/>
                  </a:lnTo>
                  <a:cubicBezTo>
                    <a:pt x="6525" y="15729"/>
                    <a:pt x="6513" y="15729"/>
                    <a:pt x="6513" y="15717"/>
                  </a:cubicBezTo>
                  <a:cubicBezTo>
                    <a:pt x="6489" y="15705"/>
                    <a:pt x="6477" y="15693"/>
                    <a:pt x="6465" y="15681"/>
                  </a:cubicBezTo>
                  <a:cubicBezTo>
                    <a:pt x="6465" y="15670"/>
                    <a:pt x="6454" y="15658"/>
                    <a:pt x="6454" y="15646"/>
                  </a:cubicBezTo>
                  <a:cubicBezTo>
                    <a:pt x="6454" y="15646"/>
                    <a:pt x="6454" y="15646"/>
                    <a:pt x="6454" y="15634"/>
                  </a:cubicBezTo>
                  <a:cubicBezTo>
                    <a:pt x="6454" y="15634"/>
                    <a:pt x="6442" y="15622"/>
                    <a:pt x="6442" y="15622"/>
                  </a:cubicBezTo>
                  <a:cubicBezTo>
                    <a:pt x="6442" y="15610"/>
                    <a:pt x="6442" y="15598"/>
                    <a:pt x="6442" y="15586"/>
                  </a:cubicBezTo>
                  <a:lnTo>
                    <a:pt x="6442" y="14169"/>
                  </a:lnTo>
                  <a:close/>
                  <a:moveTo>
                    <a:pt x="31242" y="1"/>
                  </a:moveTo>
                  <a:cubicBezTo>
                    <a:pt x="31219" y="1"/>
                    <a:pt x="31183" y="1"/>
                    <a:pt x="31159" y="13"/>
                  </a:cubicBezTo>
                  <a:lnTo>
                    <a:pt x="31016" y="61"/>
                  </a:lnTo>
                  <a:lnTo>
                    <a:pt x="215" y="1346"/>
                  </a:lnTo>
                  <a:cubicBezTo>
                    <a:pt x="131" y="1346"/>
                    <a:pt x="60" y="1394"/>
                    <a:pt x="24" y="1465"/>
                  </a:cubicBezTo>
                  <a:cubicBezTo>
                    <a:pt x="0" y="1549"/>
                    <a:pt x="12" y="1632"/>
                    <a:pt x="60" y="1692"/>
                  </a:cubicBezTo>
                  <a:lnTo>
                    <a:pt x="4370" y="6633"/>
                  </a:lnTo>
                  <a:cubicBezTo>
                    <a:pt x="4370" y="6645"/>
                    <a:pt x="4370" y="6657"/>
                    <a:pt x="4382" y="6668"/>
                  </a:cubicBezTo>
                  <a:lnTo>
                    <a:pt x="6334" y="15646"/>
                  </a:lnTo>
                  <a:cubicBezTo>
                    <a:pt x="6334" y="15658"/>
                    <a:pt x="6334" y="15670"/>
                    <a:pt x="6346" y="15681"/>
                  </a:cubicBezTo>
                  <a:cubicBezTo>
                    <a:pt x="6346" y="15705"/>
                    <a:pt x="6358" y="15717"/>
                    <a:pt x="6370" y="15741"/>
                  </a:cubicBezTo>
                  <a:cubicBezTo>
                    <a:pt x="6394" y="15765"/>
                    <a:pt x="6418" y="15789"/>
                    <a:pt x="6442" y="15812"/>
                  </a:cubicBezTo>
                  <a:cubicBezTo>
                    <a:pt x="6454" y="15824"/>
                    <a:pt x="6465" y="15824"/>
                    <a:pt x="6477" y="15836"/>
                  </a:cubicBezTo>
                  <a:lnTo>
                    <a:pt x="6489" y="15848"/>
                  </a:lnTo>
                  <a:lnTo>
                    <a:pt x="6501" y="15848"/>
                  </a:lnTo>
                  <a:cubicBezTo>
                    <a:pt x="6537" y="15848"/>
                    <a:pt x="6561" y="15860"/>
                    <a:pt x="6596" y="15860"/>
                  </a:cubicBezTo>
                  <a:lnTo>
                    <a:pt x="6632" y="15860"/>
                  </a:lnTo>
                  <a:cubicBezTo>
                    <a:pt x="6644" y="15848"/>
                    <a:pt x="6656" y="15848"/>
                    <a:pt x="6668" y="15848"/>
                  </a:cubicBezTo>
                  <a:cubicBezTo>
                    <a:pt x="6680" y="15836"/>
                    <a:pt x="6704" y="15836"/>
                    <a:pt x="6715" y="15824"/>
                  </a:cubicBezTo>
                  <a:lnTo>
                    <a:pt x="6727" y="15824"/>
                  </a:lnTo>
                  <a:lnTo>
                    <a:pt x="6751" y="15812"/>
                  </a:lnTo>
                  <a:cubicBezTo>
                    <a:pt x="6751" y="15812"/>
                    <a:pt x="6751" y="15801"/>
                    <a:pt x="6763" y="15801"/>
                  </a:cubicBezTo>
                  <a:lnTo>
                    <a:pt x="11859" y="12157"/>
                  </a:lnTo>
                  <a:lnTo>
                    <a:pt x="16586" y="14610"/>
                  </a:lnTo>
                  <a:cubicBezTo>
                    <a:pt x="16610" y="14610"/>
                    <a:pt x="16633" y="14622"/>
                    <a:pt x="16657" y="14634"/>
                  </a:cubicBezTo>
                  <a:lnTo>
                    <a:pt x="16705" y="14634"/>
                  </a:lnTo>
                  <a:cubicBezTo>
                    <a:pt x="16776" y="14634"/>
                    <a:pt x="16848" y="14610"/>
                    <a:pt x="16895" y="14562"/>
                  </a:cubicBezTo>
                  <a:lnTo>
                    <a:pt x="31421" y="465"/>
                  </a:lnTo>
                  <a:lnTo>
                    <a:pt x="31433" y="453"/>
                  </a:lnTo>
                  <a:cubicBezTo>
                    <a:pt x="31492" y="394"/>
                    <a:pt x="31516" y="311"/>
                    <a:pt x="31516" y="227"/>
                  </a:cubicBezTo>
                  <a:cubicBezTo>
                    <a:pt x="31516" y="215"/>
                    <a:pt x="31504" y="191"/>
                    <a:pt x="31504" y="191"/>
                  </a:cubicBezTo>
                  <a:cubicBezTo>
                    <a:pt x="31504" y="168"/>
                    <a:pt x="31492" y="144"/>
                    <a:pt x="31480" y="144"/>
                  </a:cubicBezTo>
                  <a:cubicBezTo>
                    <a:pt x="31480" y="120"/>
                    <a:pt x="31469" y="108"/>
                    <a:pt x="31457" y="96"/>
                  </a:cubicBezTo>
                  <a:cubicBezTo>
                    <a:pt x="31445" y="84"/>
                    <a:pt x="31433" y="72"/>
                    <a:pt x="31421" y="61"/>
                  </a:cubicBezTo>
                  <a:cubicBezTo>
                    <a:pt x="31409" y="49"/>
                    <a:pt x="31397" y="37"/>
                    <a:pt x="31397" y="37"/>
                  </a:cubicBezTo>
                  <a:lnTo>
                    <a:pt x="31373" y="25"/>
                  </a:lnTo>
                  <a:cubicBezTo>
                    <a:pt x="31361" y="25"/>
                    <a:pt x="31350" y="13"/>
                    <a:pt x="31338" y="13"/>
                  </a:cubicBezTo>
                  <a:cubicBezTo>
                    <a:pt x="31326" y="13"/>
                    <a:pt x="31314" y="1"/>
                    <a:pt x="313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 name="Google Shape;270;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ngers"/>
                <a:ea typeface="Bangers"/>
                <a:cs typeface="Bangers"/>
                <a:sym typeface="Bangers"/>
              </a:defRPr>
            </a:lvl1pPr>
            <a:lvl2pPr lvl="1">
              <a:buNone/>
              <a:defRPr>
                <a:latin typeface="Bangers"/>
                <a:ea typeface="Bangers"/>
                <a:cs typeface="Bangers"/>
                <a:sym typeface="Bangers"/>
              </a:defRPr>
            </a:lvl2pPr>
            <a:lvl3pPr lvl="2">
              <a:buNone/>
              <a:defRPr>
                <a:latin typeface="Bangers"/>
                <a:ea typeface="Bangers"/>
                <a:cs typeface="Bangers"/>
                <a:sym typeface="Bangers"/>
              </a:defRPr>
            </a:lvl3pPr>
            <a:lvl4pPr lvl="3">
              <a:buNone/>
              <a:defRPr>
                <a:latin typeface="Bangers"/>
                <a:ea typeface="Bangers"/>
                <a:cs typeface="Bangers"/>
                <a:sym typeface="Bangers"/>
              </a:defRPr>
            </a:lvl4pPr>
            <a:lvl5pPr lvl="4">
              <a:buNone/>
              <a:defRPr>
                <a:latin typeface="Bangers"/>
                <a:ea typeface="Bangers"/>
                <a:cs typeface="Bangers"/>
                <a:sym typeface="Bangers"/>
              </a:defRPr>
            </a:lvl5pPr>
            <a:lvl6pPr lvl="5">
              <a:buNone/>
              <a:defRPr>
                <a:latin typeface="Bangers"/>
                <a:ea typeface="Bangers"/>
                <a:cs typeface="Bangers"/>
                <a:sym typeface="Bangers"/>
              </a:defRPr>
            </a:lvl6pPr>
            <a:lvl7pPr lvl="6">
              <a:buNone/>
              <a:defRPr>
                <a:latin typeface="Bangers"/>
                <a:ea typeface="Bangers"/>
                <a:cs typeface="Bangers"/>
                <a:sym typeface="Bangers"/>
              </a:defRPr>
            </a:lvl7pPr>
            <a:lvl8pPr lvl="7">
              <a:buNone/>
              <a:defRPr>
                <a:latin typeface="Bangers"/>
                <a:ea typeface="Bangers"/>
                <a:cs typeface="Bangers"/>
                <a:sym typeface="Bangers"/>
              </a:defRPr>
            </a:lvl8pPr>
            <a:lvl9pPr lvl="8">
              <a:buNone/>
              <a:defRPr>
                <a:latin typeface="Bangers"/>
                <a:ea typeface="Bangers"/>
                <a:cs typeface="Bangers"/>
                <a:sym typeface="Banger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1" name="Shape 271"/>
        <p:cNvGrpSpPr/>
        <p:nvPr/>
      </p:nvGrpSpPr>
      <p:grpSpPr>
        <a:xfrm>
          <a:off x="0" y="0"/>
          <a:ext cx="0" cy="0"/>
          <a:chOff x="0" y="0"/>
          <a:chExt cx="0" cy="0"/>
        </a:xfrm>
      </p:grpSpPr>
      <p:sp>
        <p:nvSpPr>
          <p:cNvPr id="272" name="Google Shape;272;p11"/>
          <p:cNvSpPr/>
          <p:nvPr/>
        </p:nvSpPr>
        <p:spPr>
          <a:xfrm flipH="1" rot="5400000">
            <a:off x="603355" y="-603365"/>
            <a:ext cx="3034503" cy="4241226"/>
          </a:xfrm>
          <a:custGeom>
            <a:rect b="b" l="l" r="r" t="t"/>
            <a:pathLst>
              <a:path extrusionOk="0" h="120575" w="209240">
                <a:moveTo>
                  <a:pt x="0" y="120446"/>
                </a:moveTo>
                <a:lnTo>
                  <a:pt x="209240" y="0"/>
                </a:lnTo>
                <a:lnTo>
                  <a:pt x="209240" y="70819"/>
                </a:lnTo>
                <a:lnTo>
                  <a:pt x="90481" y="120575"/>
                </a:lnTo>
                <a:close/>
              </a:path>
            </a:pathLst>
          </a:custGeom>
          <a:solidFill>
            <a:schemeClr val="accent5"/>
          </a:solidFill>
          <a:ln>
            <a:noFill/>
          </a:ln>
        </p:spPr>
      </p:sp>
      <p:sp>
        <p:nvSpPr>
          <p:cNvPr id="273" name="Google Shape;273;p11"/>
          <p:cNvSpPr/>
          <p:nvPr/>
        </p:nvSpPr>
        <p:spPr>
          <a:xfrm>
            <a:off x="-4898" y="2220950"/>
            <a:ext cx="1039200" cy="29259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91177"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dk2"/>
            </a:solidFill>
            <a:prstDash val="solid"/>
            <a:round/>
            <a:headEnd len="med" w="med" type="none"/>
            <a:tailEnd len="med" w="med" type="none"/>
          </a:ln>
        </p:spPr>
      </p:sp>
      <p:grpSp>
        <p:nvGrpSpPr>
          <p:cNvPr id="275" name="Google Shape;275;p11"/>
          <p:cNvGrpSpPr/>
          <p:nvPr/>
        </p:nvGrpSpPr>
        <p:grpSpPr>
          <a:xfrm>
            <a:off x="6422304" y="-29182"/>
            <a:ext cx="2833463" cy="5201672"/>
            <a:chOff x="3114900" y="202775"/>
            <a:chExt cx="2812370" cy="5162950"/>
          </a:xfrm>
        </p:grpSpPr>
        <p:sp>
          <p:nvSpPr>
            <p:cNvPr id="276" name="Google Shape;276;p11"/>
            <p:cNvSpPr/>
            <p:nvPr/>
          </p:nvSpPr>
          <p:spPr>
            <a:xfrm>
              <a:off x="3114900" y="202775"/>
              <a:ext cx="2806463" cy="5162950"/>
            </a:xfrm>
            <a:custGeom>
              <a:rect b="b" l="l" r="r" t="t"/>
              <a:pathLst>
                <a:path extrusionOk="0" h="206518" w="139625">
                  <a:moveTo>
                    <a:pt x="0" y="0"/>
                  </a:moveTo>
                  <a:lnTo>
                    <a:pt x="139625" y="389"/>
                  </a:lnTo>
                  <a:lnTo>
                    <a:pt x="139236" y="206518"/>
                  </a:lnTo>
                  <a:lnTo>
                    <a:pt x="71546" y="205778"/>
                  </a:lnTo>
                  <a:close/>
                </a:path>
              </a:pathLst>
            </a:custGeom>
            <a:solidFill>
              <a:schemeClr val="accent2"/>
            </a:solidFill>
            <a:ln>
              <a:noFill/>
            </a:ln>
          </p:spPr>
        </p:sp>
        <p:grpSp>
          <p:nvGrpSpPr>
            <p:cNvPr id="277" name="Google Shape;277;p11"/>
            <p:cNvGrpSpPr/>
            <p:nvPr/>
          </p:nvGrpSpPr>
          <p:grpSpPr>
            <a:xfrm>
              <a:off x="3155225" y="202775"/>
              <a:ext cx="2772045" cy="5143502"/>
              <a:chOff x="6409225" y="0"/>
              <a:chExt cx="2772045" cy="5143502"/>
            </a:xfrm>
          </p:grpSpPr>
          <p:cxnSp>
            <p:nvCxnSpPr>
              <p:cNvPr id="278" name="Google Shape;278;p11"/>
              <p:cNvCxnSpPr/>
              <p:nvPr/>
            </p:nvCxnSpPr>
            <p:spPr>
              <a:xfrm>
                <a:off x="6718570" y="1209275"/>
                <a:ext cx="2462700" cy="0"/>
              </a:xfrm>
              <a:prstGeom prst="straightConnector1">
                <a:avLst/>
              </a:prstGeom>
              <a:noFill/>
              <a:ln cap="rnd" cmpd="sng" w="19050">
                <a:solidFill>
                  <a:schemeClr val="lt2"/>
                </a:solidFill>
                <a:prstDash val="solid"/>
                <a:round/>
                <a:headEnd len="med" w="med" type="none"/>
                <a:tailEnd len="med" w="med" type="none"/>
              </a:ln>
            </p:spPr>
          </p:cxnSp>
          <p:cxnSp>
            <p:nvCxnSpPr>
              <p:cNvPr id="279" name="Google Shape;279;p11"/>
              <p:cNvCxnSpPr/>
              <p:nvPr/>
            </p:nvCxnSpPr>
            <p:spPr>
              <a:xfrm>
                <a:off x="6871289" y="1754250"/>
                <a:ext cx="2307900" cy="0"/>
              </a:xfrm>
              <a:prstGeom prst="straightConnector1">
                <a:avLst/>
              </a:prstGeom>
              <a:noFill/>
              <a:ln cap="rnd" cmpd="sng" w="19050">
                <a:solidFill>
                  <a:schemeClr val="lt2"/>
                </a:solidFill>
                <a:prstDash val="solid"/>
                <a:round/>
                <a:headEnd len="med" w="med" type="none"/>
                <a:tailEnd len="med" w="med" type="none"/>
              </a:ln>
            </p:spPr>
          </p:cxnSp>
          <p:cxnSp>
            <p:nvCxnSpPr>
              <p:cNvPr id="280" name="Google Shape;280;p11"/>
              <p:cNvCxnSpPr/>
              <p:nvPr/>
            </p:nvCxnSpPr>
            <p:spPr>
              <a:xfrm>
                <a:off x="7024008" y="2299225"/>
                <a:ext cx="2155200" cy="0"/>
              </a:xfrm>
              <a:prstGeom prst="straightConnector1">
                <a:avLst/>
              </a:prstGeom>
              <a:noFill/>
              <a:ln cap="rnd" cmpd="sng" w="19050">
                <a:solidFill>
                  <a:schemeClr val="lt2"/>
                </a:solidFill>
                <a:prstDash val="solid"/>
                <a:round/>
                <a:headEnd len="med" w="med" type="none"/>
                <a:tailEnd len="med" w="med" type="none"/>
              </a:ln>
            </p:spPr>
          </p:cxnSp>
          <p:cxnSp>
            <p:nvCxnSpPr>
              <p:cNvPr id="281" name="Google Shape;281;p11"/>
              <p:cNvCxnSpPr/>
              <p:nvPr/>
            </p:nvCxnSpPr>
            <p:spPr>
              <a:xfrm>
                <a:off x="7176726" y="2844200"/>
                <a:ext cx="2002800" cy="0"/>
              </a:xfrm>
              <a:prstGeom prst="straightConnector1">
                <a:avLst/>
              </a:prstGeom>
              <a:noFill/>
              <a:ln cap="rnd" cmpd="sng" w="19050">
                <a:solidFill>
                  <a:schemeClr val="lt2"/>
                </a:solidFill>
                <a:prstDash val="solid"/>
                <a:round/>
                <a:headEnd len="med" w="med" type="none"/>
                <a:tailEnd len="med" w="med" type="none"/>
              </a:ln>
            </p:spPr>
          </p:cxnSp>
          <p:cxnSp>
            <p:nvCxnSpPr>
              <p:cNvPr id="282" name="Google Shape;282;p11"/>
              <p:cNvCxnSpPr/>
              <p:nvPr/>
            </p:nvCxnSpPr>
            <p:spPr>
              <a:xfrm>
                <a:off x="7329447" y="3389150"/>
                <a:ext cx="1850100" cy="0"/>
              </a:xfrm>
              <a:prstGeom prst="straightConnector1">
                <a:avLst/>
              </a:prstGeom>
              <a:noFill/>
              <a:ln cap="rnd" cmpd="sng" w="19050">
                <a:solidFill>
                  <a:schemeClr val="lt2"/>
                </a:solidFill>
                <a:prstDash val="solid"/>
                <a:round/>
                <a:headEnd len="med" w="med" type="none"/>
                <a:tailEnd len="med" w="med" type="none"/>
              </a:ln>
            </p:spPr>
          </p:cxnSp>
          <p:cxnSp>
            <p:nvCxnSpPr>
              <p:cNvPr id="283" name="Google Shape;283;p11"/>
              <p:cNvCxnSpPr/>
              <p:nvPr/>
            </p:nvCxnSpPr>
            <p:spPr>
              <a:xfrm>
                <a:off x="7482163" y="3934125"/>
                <a:ext cx="1697100" cy="0"/>
              </a:xfrm>
              <a:prstGeom prst="straightConnector1">
                <a:avLst/>
              </a:prstGeom>
              <a:noFill/>
              <a:ln cap="rnd" cmpd="sng" w="19050">
                <a:solidFill>
                  <a:schemeClr val="lt2"/>
                </a:solidFill>
                <a:prstDash val="solid"/>
                <a:round/>
                <a:headEnd len="med" w="med" type="none"/>
                <a:tailEnd len="med" w="med" type="none"/>
              </a:ln>
            </p:spPr>
          </p:cxnSp>
          <p:cxnSp>
            <p:nvCxnSpPr>
              <p:cNvPr id="284" name="Google Shape;284;p11"/>
              <p:cNvCxnSpPr/>
              <p:nvPr/>
            </p:nvCxnSpPr>
            <p:spPr>
              <a:xfrm>
                <a:off x="7636859" y="4479100"/>
                <a:ext cx="1542900" cy="0"/>
              </a:xfrm>
              <a:prstGeom prst="straightConnector1">
                <a:avLst/>
              </a:prstGeom>
              <a:noFill/>
              <a:ln cap="rnd" cmpd="sng" w="19050">
                <a:solidFill>
                  <a:schemeClr val="lt2"/>
                </a:solidFill>
                <a:prstDash val="solid"/>
                <a:round/>
                <a:headEnd len="med" w="med" type="none"/>
                <a:tailEnd len="med" w="med" type="none"/>
              </a:ln>
            </p:spPr>
          </p:cxnSp>
          <p:cxnSp>
            <p:nvCxnSpPr>
              <p:cNvPr id="285" name="Google Shape;285;p11"/>
              <p:cNvCxnSpPr/>
              <p:nvPr/>
            </p:nvCxnSpPr>
            <p:spPr>
              <a:xfrm>
                <a:off x="7787800" y="5024075"/>
                <a:ext cx="1391400" cy="0"/>
              </a:xfrm>
              <a:prstGeom prst="straightConnector1">
                <a:avLst/>
              </a:prstGeom>
              <a:noFill/>
              <a:ln cap="rnd" cmpd="sng" w="19050">
                <a:solidFill>
                  <a:schemeClr val="lt2"/>
                </a:solidFill>
                <a:prstDash val="solid"/>
                <a:round/>
                <a:headEnd len="med" w="med" type="none"/>
                <a:tailEnd len="med" w="med" type="none"/>
              </a:ln>
            </p:spPr>
          </p:cxnSp>
          <p:cxnSp>
            <p:nvCxnSpPr>
              <p:cNvPr id="286" name="Google Shape;286;p11"/>
              <p:cNvCxnSpPr/>
              <p:nvPr/>
            </p:nvCxnSpPr>
            <p:spPr>
              <a:xfrm>
                <a:off x="6566925" y="664300"/>
                <a:ext cx="2614200" cy="0"/>
              </a:xfrm>
              <a:prstGeom prst="straightConnector1">
                <a:avLst/>
              </a:prstGeom>
              <a:noFill/>
              <a:ln cap="rnd" cmpd="sng" w="19050">
                <a:solidFill>
                  <a:schemeClr val="lt2"/>
                </a:solidFill>
                <a:prstDash val="solid"/>
                <a:round/>
                <a:headEnd len="med" w="med" type="none"/>
                <a:tailEnd len="med" w="med" type="none"/>
              </a:ln>
            </p:spPr>
          </p:cxnSp>
          <p:cxnSp>
            <p:nvCxnSpPr>
              <p:cNvPr id="287" name="Google Shape;287;p11"/>
              <p:cNvCxnSpPr/>
              <p:nvPr/>
            </p:nvCxnSpPr>
            <p:spPr>
              <a:xfrm>
                <a:off x="6409225" y="119325"/>
                <a:ext cx="2770500" cy="0"/>
              </a:xfrm>
              <a:prstGeom prst="straightConnector1">
                <a:avLst/>
              </a:prstGeom>
              <a:noFill/>
              <a:ln cap="rnd" cmpd="sng" w="19050">
                <a:solidFill>
                  <a:schemeClr val="lt2"/>
                </a:solidFill>
                <a:prstDash val="solid"/>
                <a:round/>
                <a:headEnd len="med" w="med" type="none"/>
                <a:tailEnd len="med" w="med" type="none"/>
              </a:ln>
            </p:spPr>
          </p:cxnSp>
          <p:cxnSp>
            <p:nvCxnSpPr>
              <p:cNvPr id="288" name="Google Shape;288;p11"/>
              <p:cNvCxnSpPr/>
              <p:nvPr/>
            </p:nvCxnSpPr>
            <p:spPr>
              <a:xfrm rot="5400000">
                <a:off x="5342616"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289" name="Google Shape;289;p11"/>
              <p:cNvCxnSpPr/>
              <p:nvPr/>
            </p:nvCxnSpPr>
            <p:spPr>
              <a:xfrm>
                <a:off x="7369400" y="0"/>
                <a:ext cx="0" cy="3592500"/>
              </a:xfrm>
              <a:prstGeom prst="straightConnector1">
                <a:avLst/>
              </a:prstGeom>
              <a:noFill/>
              <a:ln cap="rnd" cmpd="sng" w="19050">
                <a:solidFill>
                  <a:schemeClr val="lt2"/>
                </a:solidFill>
                <a:prstDash val="solid"/>
                <a:round/>
                <a:headEnd len="med" w="med" type="none"/>
                <a:tailEnd len="med" w="med" type="none"/>
              </a:ln>
            </p:spPr>
          </p:cxnSp>
          <p:cxnSp>
            <p:nvCxnSpPr>
              <p:cNvPr id="290" name="Google Shape;290;p11"/>
              <p:cNvCxnSpPr/>
              <p:nvPr/>
            </p:nvCxnSpPr>
            <p:spPr>
              <a:xfrm>
                <a:off x="6824425" y="0"/>
                <a:ext cx="0" cy="1628400"/>
              </a:xfrm>
              <a:prstGeom prst="straightConnector1">
                <a:avLst/>
              </a:prstGeom>
              <a:noFill/>
              <a:ln cap="rnd" cmpd="sng" w="19050">
                <a:solidFill>
                  <a:schemeClr val="lt2"/>
                </a:solidFill>
                <a:prstDash val="solid"/>
                <a:round/>
                <a:headEnd len="med" w="med" type="none"/>
                <a:tailEnd len="med" w="med" type="none"/>
              </a:ln>
            </p:spPr>
          </p:cxnSp>
          <p:cxnSp>
            <p:nvCxnSpPr>
              <p:cNvPr id="291" name="Google Shape;291;p11"/>
              <p:cNvCxnSpPr/>
              <p:nvPr/>
            </p:nvCxnSpPr>
            <p:spPr>
              <a:xfrm rot="5400000">
                <a:off x="5887589"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292" name="Google Shape;292;p11"/>
              <p:cNvCxnSpPr/>
              <p:nvPr/>
            </p:nvCxnSpPr>
            <p:spPr>
              <a:xfrm rot="5400000">
                <a:off x="6432562" y="2571752"/>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293" name="Google Shape;293;p11"/>
          <p:cNvSpPr txBox="1"/>
          <p:nvPr>
            <p:ph hasCustomPrompt="1" type="title"/>
          </p:nvPr>
        </p:nvSpPr>
        <p:spPr>
          <a:xfrm>
            <a:off x="1751988" y="1538550"/>
            <a:ext cx="5640000" cy="16044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2000"/>
              <a:buNone/>
              <a:defRPr sz="10000">
                <a:highlight>
                  <a:schemeClr val="lt2"/>
                </a:highlight>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94" name="Google Shape;294;p11"/>
          <p:cNvSpPr txBox="1"/>
          <p:nvPr>
            <p:ph idx="1" type="body"/>
          </p:nvPr>
        </p:nvSpPr>
        <p:spPr>
          <a:xfrm>
            <a:off x="1752013" y="3221075"/>
            <a:ext cx="5640000" cy="4620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grpSp>
        <p:nvGrpSpPr>
          <p:cNvPr id="295" name="Google Shape;295;p11"/>
          <p:cNvGrpSpPr/>
          <p:nvPr/>
        </p:nvGrpSpPr>
        <p:grpSpPr>
          <a:xfrm rot="3010626">
            <a:off x="527482" y="-308733"/>
            <a:ext cx="1258601" cy="1397044"/>
            <a:chOff x="777100" y="158663"/>
            <a:chExt cx="707850" cy="785712"/>
          </a:xfrm>
        </p:grpSpPr>
        <p:cxnSp>
          <p:nvCxnSpPr>
            <p:cNvPr id="296" name="Google Shape;296;p11"/>
            <p:cNvCxnSpPr/>
            <p:nvPr/>
          </p:nvCxnSpPr>
          <p:spPr>
            <a:xfrm flipH="1" rot="10800000">
              <a:off x="777100" y="158675"/>
              <a:ext cx="416700" cy="482100"/>
            </a:xfrm>
            <a:prstGeom prst="straightConnector1">
              <a:avLst/>
            </a:prstGeom>
            <a:noFill/>
            <a:ln cap="flat" cmpd="sng" w="19050">
              <a:solidFill>
                <a:schemeClr val="accent4"/>
              </a:solidFill>
              <a:prstDash val="solid"/>
              <a:round/>
              <a:headEnd len="med" w="med" type="none"/>
              <a:tailEnd len="med" w="med" type="none"/>
            </a:ln>
          </p:spPr>
        </p:cxnSp>
        <p:cxnSp>
          <p:nvCxnSpPr>
            <p:cNvPr id="297" name="Google Shape;297;p11"/>
            <p:cNvCxnSpPr/>
            <p:nvPr/>
          </p:nvCxnSpPr>
          <p:spPr>
            <a:xfrm flipH="1">
              <a:off x="809503" y="158663"/>
              <a:ext cx="384300" cy="774900"/>
            </a:xfrm>
            <a:prstGeom prst="straightConnector1">
              <a:avLst/>
            </a:prstGeom>
            <a:noFill/>
            <a:ln cap="flat" cmpd="sng" w="19050">
              <a:solidFill>
                <a:schemeClr val="accent4"/>
              </a:solidFill>
              <a:prstDash val="solid"/>
              <a:round/>
              <a:headEnd len="med" w="med" type="none"/>
              <a:tailEnd len="med" w="med" type="none"/>
            </a:ln>
          </p:spPr>
        </p:cxnSp>
        <p:cxnSp>
          <p:nvCxnSpPr>
            <p:cNvPr id="298" name="Google Shape;298;p11"/>
            <p:cNvCxnSpPr/>
            <p:nvPr/>
          </p:nvCxnSpPr>
          <p:spPr>
            <a:xfrm flipH="1" rot="10800000">
              <a:off x="807425" y="293075"/>
              <a:ext cx="527700" cy="651300"/>
            </a:xfrm>
            <a:prstGeom prst="straightConnector1">
              <a:avLst/>
            </a:prstGeom>
            <a:noFill/>
            <a:ln cap="flat" cmpd="sng" w="19050">
              <a:solidFill>
                <a:schemeClr val="accent4"/>
              </a:solidFill>
              <a:prstDash val="solid"/>
              <a:round/>
              <a:headEnd len="med" w="med" type="none"/>
              <a:tailEnd len="med" w="med" type="none"/>
            </a:ln>
          </p:spPr>
        </p:cxnSp>
        <p:cxnSp>
          <p:nvCxnSpPr>
            <p:cNvPr id="299" name="Google Shape;299;p11"/>
            <p:cNvCxnSpPr/>
            <p:nvPr/>
          </p:nvCxnSpPr>
          <p:spPr>
            <a:xfrm flipH="1">
              <a:off x="1087625" y="293075"/>
              <a:ext cx="247500" cy="618600"/>
            </a:xfrm>
            <a:prstGeom prst="straightConnector1">
              <a:avLst/>
            </a:prstGeom>
            <a:noFill/>
            <a:ln cap="flat" cmpd="sng" w="19050">
              <a:solidFill>
                <a:schemeClr val="accent4"/>
              </a:solidFill>
              <a:prstDash val="solid"/>
              <a:round/>
              <a:headEnd len="med" w="med" type="none"/>
              <a:tailEnd len="med" w="med" type="none"/>
            </a:ln>
          </p:spPr>
        </p:cxnSp>
        <p:cxnSp>
          <p:nvCxnSpPr>
            <p:cNvPr id="300" name="Google Shape;300;p11"/>
            <p:cNvCxnSpPr/>
            <p:nvPr/>
          </p:nvCxnSpPr>
          <p:spPr>
            <a:xfrm flipH="1" rot="10800000">
              <a:off x="1100675" y="547000"/>
              <a:ext cx="312600" cy="364800"/>
            </a:xfrm>
            <a:prstGeom prst="straightConnector1">
              <a:avLst/>
            </a:prstGeom>
            <a:noFill/>
            <a:ln cap="flat" cmpd="sng" w="19050">
              <a:solidFill>
                <a:schemeClr val="accent4"/>
              </a:solidFill>
              <a:prstDash val="solid"/>
              <a:round/>
              <a:headEnd len="med" w="med" type="none"/>
              <a:tailEnd len="med" w="med" type="none"/>
            </a:ln>
          </p:spPr>
        </p:cxnSp>
        <p:cxnSp>
          <p:nvCxnSpPr>
            <p:cNvPr id="301" name="Google Shape;301;p11"/>
            <p:cNvCxnSpPr/>
            <p:nvPr/>
          </p:nvCxnSpPr>
          <p:spPr>
            <a:xfrm flipH="1">
              <a:off x="1315750" y="547000"/>
              <a:ext cx="91200" cy="364800"/>
            </a:xfrm>
            <a:prstGeom prst="straightConnector1">
              <a:avLst/>
            </a:prstGeom>
            <a:noFill/>
            <a:ln cap="flat" cmpd="sng" w="19050">
              <a:solidFill>
                <a:schemeClr val="accent4"/>
              </a:solidFill>
              <a:prstDash val="solid"/>
              <a:round/>
              <a:headEnd len="med" w="med" type="none"/>
              <a:tailEnd len="med" w="med" type="none"/>
            </a:ln>
          </p:spPr>
        </p:cxnSp>
        <p:cxnSp>
          <p:nvCxnSpPr>
            <p:cNvPr id="302" name="Google Shape;302;p11"/>
            <p:cNvCxnSpPr/>
            <p:nvPr/>
          </p:nvCxnSpPr>
          <p:spPr>
            <a:xfrm flipH="1" rot="10800000">
              <a:off x="1315750" y="703175"/>
              <a:ext cx="169200" cy="208500"/>
            </a:xfrm>
            <a:prstGeom prst="straightConnector1">
              <a:avLst/>
            </a:prstGeom>
            <a:noFill/>
            <a:ln cap="flat" cmpd="sng" w="19050">
              <a:solidFill>
                <a:schemeClr val="accent4"/>
              </a:solidFill>
              <a:prstDash val="solid"/>
              <a:round/>
              <a:headEnd len="med" w="med" type="none"/>
              <a:tailEnd len="med" w="med" type="none"/>
            </a:ln>
          </p:spPr>
        </p:cxnSp>
      </p:grpSp>
      <p:sp>
        <p:nvSpPr>
          <p:cNvPr id="303" name="Google Shape;303;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04" name="Shape 304"/>
        <p:cNvGrpSpPr/>
        <p:nvPr/>
      </p:nvGrpSpPr>
      <p:grpSpPr>
        <a:xfrm>
          <a:off x="0" y="0"/>
          <a:ext cx="0" cy="0"/>
          <a:chOff x="0" y="0"/>
          <a:chExt cx="0" cy="0"/>
        </a:xfrm>
      </p:grpSpPr>
      <p:sp>
        <p:nvSpPr>
          <p:cNvPr id="305" name="Google Shape;305;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306" name="Shape 306"/>
        <p:cNvGrpSpPr/>
        <p:nvPr/>
      </p:nvGrpSpPr>
      <p:grpSpPr>
        <a:xfrm>
          <a:off x="0" y="0"/>
          <a:ext cx="0" cy="0"/>
          <a:chOff x="0" y="0"/>
          <a:chExt cx="0" cy="0"/>
        </a:xfrm>
      </p:grpSpPr>
      <p:sp>
        <p:nvSpPr>
          <p:cNvPr id="307" name="Google Shape;307;p13"/>
          <p:cNvSpPr/>
          <p:nvPr/>
        </p:nvSpPr>
        <p:spPr>
          <a:xfrm>
            <a:off x="0" y="3908025"/>
            <a:ext cx="9143936" cy="1237251"/>
          </a:xfrm>
          <a:custGeom>
            <a:rect b="b" l="l" r="r" t="t"/>
            <a:pathLst>
              <a:path extrusionOk="0" h="24595" w="95376">
                <a:moveTo>
                  <a:pt x="1" y="0"/>
                </a:moveTo>
                <a:lnTo>
                  <a:pt x="1" y="24595"/>
                </a:lnTo>
                <a:lnTo>
                  <a:pt x="95375" y="24595"/>
                </a:lnTo>
                <a:lnTo>
                  <a:pt x="1" y="0"/>
                </a:ln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8" name="Google Shape;308;p13"/>
          <p:cNvGrpSpPr/>
          <p:nvPr/>
        </p:nvGrpSpPr>
        <p:grpSpPr>
          <a:xfrm>
            <a:off x="7360959" y="0"/>
            <a:ext cx="2112000" cy="6064800"/>
            <a:chOff x="7031988" y="0"/>
            <a:chExt cx="2112000" cy="6064800"/>
          </a:xfrm>
        </p:grpSpPr>
        <p:sp>
          <p:nvSpPr>
            <p:cNvPr id="309" name="Google Shape;309;p13"/>
            <p:cNvSpPr/>
            <p:nvPr/>
          </p:nvSpPr>
          <p:spPr>
            <a:xfrm flipH="1" rot="-5400000">
              <a:off x="5055588" y="1976400"/>
              <a:ext cx="6064800" cy="2112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13"/>
            <p:cNvGrpSpPr/>
            <p:nvPr/>
          </p:nvGrpSpPr>
          <p:grpSpPr>
            <a:xfrm>
              <a:off x="7094975" y="0"/>
              <a:ext cx="2049000" cy="5156877"/>
              <a:chOff x="6440903" y="-13375"/>
              <a:chExt cx="2049000" cy="5156877"/>
            </a:xfrm>
          </p:grpSpPr>
          <p:cxnSp>
            <p:nvCxnSpPr>
              <p:cNvPr id="311" name="Google Shape;311;p13"/>
              <p:cNvCxnSpPr/>
              <p:nvPr/>
            </p:nvCxnSpPr>
            <p:spPr>
              <a:xfrm>
                <a:off x="6820103" y="1209275"/>
                <a:ext cx="1669800" cy="0"/>
              </a:xfrm>
              <a:prstGeom prst="straightConnector1">
                <a:avLst/>
              </a:prstGeom>
              <a:noFill/>
              <a:ln cap="rnd" cmpd="sng" w="19050">
                <a:solidFill>
                  <a:schemeClr val="accent2"/>
                </a:solidFill>
                <a:prstDash val="solid"/>
                <a:round/>
                <a:headEnd len="med" w="med" type="none"/>
                <a:tailEnd len="med" w="med" type="none"/>
              </a:ln>
            </p:spPr>
          </p:cxnSp>
          <p:cxnSp>
            <p:nvCxnSpPr>
              <p:cNvPr id="312" name="Google Shape;312;p13"/>
              <p:cNvCxnSpPr/>
              <p:nvPr/>
            </p:nvCxnSpPr>
            <p:spPr>
              <a:xfrm>
                <a:off x="7009678" y="1754250"/>
                <a:ext cx="1478700" cy="0"/>
              </a:xfrm>
              <a:prstGeom prst="straightConnector1">
                <a:avLst/>
              </a:prstGeom>
              <a:noFill/>
              <a:ln cap="rnd" cmpd="sng" w="19050">
                <a:solidFill>
                  <a:schemeClr val="accent2"/>
                </a:solidFill>
                <a:prstDash val="solid"/>
                <a:round/>
                <a:headEnd len="med" w="med" type="none"/>
                <a:tailEnd len="med" w="med" type="none"/>
              </a:ln>
            </p:spPr>
          </p:cxnSp>
          <p:cxnSp>
            <p:nvCxnSpPr>
              <p:cNvPr id="313" name="Google Shape;313;p13"/>
              <p:cNvCxnSpPr/>
              <p:nvPr/>
            </p:nvCxnSpPr>
            <p:spPr>
              <a:xfrm>
                <a:off x="7199278" y="2299225"/>
                <a:ext cx="1289100" cy="0"/>
              </a:xfrm>
              <a:prstGeom prst="straightConnector1">
                <a:avLst/>
              </a:prstGeom>
              <a:noFill/>
              <a:ln cap="rnd" cmpd="sng" w="19050">
                <a:solidFill>
                  <a:schemeClr val="accent2"/>
                </a:solidFill>
                <a:prstDash val="solid"/>
                <a:round/>
                <a:headEnd len="med" w="med" type="none"/>
                <a:tailEnd len="med" w="med" type="none"/>
              </a:ln>
            </p:spPr>
          </p:cxnSp>
          <p:cxnSp>
            <p:nvCxnSpPr>
              <p:cNvPr id="314" name="Google Shape;314;p13"/>
              <p:cNvCxnSpPr/>
              <p:nvPr/>
            </p:nvCxnSpPr>
            <p:spPr>
              <a:xfrm>
                <a:off x="7374278" y="2844200"/>
                <a:ext cx="1114200" cy="0"/>
              </a:xfrm>
              <a:prstGeom prst="straightConnector1">
                <a:avLst/>
              </a:prstGeom>
              <a:noFill/>
              <a:ln cap="rnd" cmpd="sng" w="19050">
                <a:solidFill>
                  <a:schemeClr val="accent2"/>
                </a:solidFill>
                <a:prstDash val="solid"/>
                <a:round/>
                <a:headEnd len="med" w="med" type="none"/>
                <a:tailEnd len="med" w="med" type="none"/>
              </a:ln>
            </p:spPr>
          </p:cxnSp>
          <p:cxnSp>
            <p:nvCxnSpPr>
              <p:cNvPr id="315" name="Google Shape;315;p13"/>
              <p:cNvCxnSpPr/>
              <p:nvPr/>
            </p:nvCxnSpPr>
            <p:spPr>
              <a:xfrm>
                <a:off x="7578453" y="3389150"/>
                <a:ext cx="910200" cy="0"/>
              </a:xfrm>
              <a:prstGeom prst="straightConnector1">
                <a:avLst/>
              </a:prstGeom>
              <a:noFill/>
              <a:ln cap="rnd" cmpd="sng" w="19050">
                <a:solidFill>
                  <a:schemeClr val="accent2"/>
                </a:solidFill>
                <a:prstDash val="solid"/>
                <a:round/>
                <a:headEnd len="med" w="med" type="none"/>
                <a:tailEnd len="med" w="med" type="none"/>
              </a:ln>
            </p:spPr>
          </p:cxnSp>
          <p:cxnSp>
            <p:nvCxnSpPr>
              <p:cNvPr id="316" name="Google Shape;316;p13"/>
              <p:cNvCxnSpPr/>
              <p:nvPr/>
            </p:nvCxnSpPr>
            <p:spPr>
              <a:xfrm>
                <a:off x="7753453" y="3934125"/>
                <a:ext cx="735000" cy="0"/>
              </a:xfrm>
              <a:prstGeom prst="straightConnector1">
                <a:avLst/>
              </a:prstGeom>
              <a:noFill/>
              <a:ln cap="rnd" cmpd="sng" w="19050">
                <a:solidFill>
                  <a:schemeClr val="accent2"/>
                </a:solidFill>
                <a:prstDash val="solid"/>
                <a:round/>
                <a:headEnd len="med" w="med" type="none"/>
                <a:tailEnd len="med" w="med" type="none"/>
              </a:ln>
            </p:spPr>
          </p:cxnSp>
          <p:cxnSp>
            <p:nvCxnSpPr>
              <p:cNvPr id="317" name="Google Shape;317;p13"/>
              <p:cNvCxnSpPr/>
              <p:nvPr/>
            </p:nvCxnSpPr>
            <p:spPr>
              <a:xfrm>
                <a:off x="7943028" y="4479100"/>
                <a:ext cx="545700" cy="0"/>
              </a:xfrm>
              <a:prstGeom prst="straightConnector1">
                <a:avLst/>
              </a:prstGeom>
              <a:noFill/>
              <a:ln cap="rnd" cmpd="sng" w="19050">
                <a:solidFill>
                  <a:schemeClr val="accent2"/>
                </a:solidFill>
                <a:prstDash val="solid"/>
                <a:round/>
                <a:headEnd len="med" w="med" type="none"/>
                <a:tailEnd len="med" w="med" type="none"/>
              </a:ln>
            </p:spPr>
          </p:cxnSp>
          <p:cxnSp>
            <p:nvCxnSpPr>
              <p:cNvPr id="318" name="Google Shape;318;p13"/>
              <p:cNvCxnSpPr/>
              <p:nvPr/>
            </p:nvCxnSpPr>
            <p:spPr>
              <a:xfrm>
                <a:off x="8147203" y="5024075"/>
                <a:ext cx="341400" cy="0"/>
              </a:xfrm>
              <a:prstGeom prst="straightConnector1">
                <a:avLst/>
              </a:prstGeom>
              <a:noFill/>
              <a:ln cap="rnd" cmpd="sng" w="19050">
                <a:solidFill>
                  <a:schemeClr val="accent2"/>
                </a:solidFill>
                <a:prstDash val="solid"/>
                <a:round/>
                <a:headEnd len="med" w="med" type="none"/>
                <a:tailEnd len="med" w="med" type="none"/>
              </a:ln>
            </p:spPr>
          </p:cxnSp>
          <p:cxnSp>
            <p:nvCxnSpPr>
              <p:cNvPr id="319" name="Google Shape;319;p13"/>
              <p:cNvCxnSpPr/>
              <p:nvPr/>
            </p:nvCxnSpPr>
            <p:spPr>
              <a:xfrm>
                <a:off x="6630503" y="664300"/>
                <a:ext cx="1859400" cy="0"/>
              </a:xfrm>
              <a:prstGeom prst="straightConnector1">
                <a:avLst/>
              </a:prstGeom>
              <a:noFill/>
              <a:ln cap="rnd" cmpd="sng" w="19050">
                <a:solidFill>
                  <a:schemeClr val="accent2"/>
                </a:solidFill>
                <a:prstDash val="solid"/>
                <a:round/>
                <a:headEnd len="med" w="med" type="none"/>
                <a:tailEnd len="med" w="med" type="none"/>
              </a:ln>
            </p:spPr>
          </p:cxnSp>
          <p:cxnSp>
            <p:nvCxnSpPr>
              <p:cNvPr id="320" name="Google Shape;320;p13"/>
              <p:cNvCxnSpPr/>
              <p:nvPr/>
            </p:nvCxnSpPr>
            <p:spPr>
              <a:xfrm>
                <a:off x="6440903" y="119325"/>
                <a:ext cx="2047800" cy="0"/>
              </a:xfrm>
              <a:prstGeom prst="straightConnector1">
                <a:avLst/>
              </a:prstGeom>
              <a:noFill/>
              <a:ln cap="rnd" cmpd="sng" w="19050">
                <a:solidFill>
                  <a:schemeClr val="accent2"/>
                </a:solidFill>
                <a:prstDash val="solid"/>
                <a:round/>
                <a:headEnd len="med" w="med" type="none"/>
                <a:tailEnd len="med" w="med" type="none"/>
              </a:ln>
            </p:spPr>
          </p:cxnSp>
          <p:cxnSp>
            <p:nvCxnSpPr>
              <p:cNvPr id="321" name="Google Shape;321;p13"/>
              <p:cNvCxnSpPr/>
              <p:nvPr/>
            </p:nvCxnSpPr>
            <p:spPr>
              <a:xfrm>
                <a:off x="7914366" y="2"/>
                <a:ext cx="0" cy="4398300"/>
              </a:xfrm>
              <a:prstGeom prst="straightConnector1">
                <a:avLst/>
              </a:prstGeom>
              <a:noFill/>
              <a:ln cap="rnd" cmpd="sng" w="19050">
                <a:solidFill>
                  <a:schemeClr val="accent2"/>
                </a:solidFill>
                <a:prstDash val="solid"/>
                <a:round/>
                <a:headEnd len="med" w="med" type="none"/>
                <a:tailEnd len="med" w="med" type="none"/>
              </a:ln>
            </p:spPr>
          </p:cxnSp>
          <p:cxnSp>
            <p:nvCxnSpPr>
              <p:cNvPr id="322" name="Google Shape;322;p13"/>
              <p:cNvCxnSpPr/>
              <p:nvPr/>
            </p:nvCxnSpPr>
            <p:spPr>
              <a:xfrm>
                <a:off x="7369400" y="-13375"/>
                <a:ext cx="0" cy="2865600"/>
              </a:xfrm>
              <a:prstGeom prst="straightConnector1">
                <a:avLst/>
              </a:prstGeom>
              <a:noFill/>
              <a:ln cap="rnd" cmpd="sng" w="19050">
                <a:solidFill>
                  <a:schemeClr val="accent2"/>
                </a:solidFill>
                <a:prstDash val="solid"/>
                <a:round/>
                <a:headEnd len="med" w="med" type="none"/>
                <a:tailEnd len="med" w="med" type="none"/>
              </a:ln>
            </p:spPr>
          </p:cxnSp>
          <p:cxnSp>
            <p:nvCxnSpPr>
              <p:cNvPr id="323" name="Google Shape;323;p13"/>
              <p:cNvCxnSpPr/>
              <p:nvPr/>
            </p:nvCxnSpPr>
            <p:spPr>
              <a:xfrm>
                <a:off x="6824425" y="0"/>
                <a:ext cx="0" cy="1211700"/>
              </a:xfrm>
              <a:prstGeom prst="straightConnector1">
                <a:avLst/>
              </a:prstGeom>
              <a:noFill/>
              <a:ln cap="rnd" cmpd="sng" w="19050">
                <a:solidFill>
                  <a:schemeClr val="accent2"/>
                </a:solidFill>
                <a:prstDash val="solid"/>
                <a:round/>
                <a:headEnd len="med" w="med" type="none"/>
                <a:tailEnd len="med" w="med" type="none"/>
              </a:ln>
            </p:spPr>
          </p:cxnSp>
          <p:cxnSp>
            <p:nvCxnSpPr>
              <p:cNvPr id="324" name="Google Shape;324;p13"/>
              <p:cNvCxnSpPr/>
              <p:nvPr/>
            </p:nvCxnSpPr>
            <p:spPr>
              <a:xfrm rot="5400000">
                <a:off x="5887589" y="2571752"/>
                <a:ext cx="5143500" cy="0"/>
              </a:xfrm>
              <a:prstGeom prst="straightConnector1">
                <a:avLst/>
              </a:prstGeom>
              <a:noFill/>
              <a:ln cap="rnd" cmpd="sng" w="19050">
                <a:solidFill>
                  <a:schemeClr val="accent2"/>
                </a:solidFill>
                <a:prstDash val="solid"/>
                <a:round/>
                <a:headEnd len="med" w="med" type="none"/>
                <a:tailEnd len="med" w="med" type="none"/>
              </a:ln>
            </p:spPr>
          </p:cxnSp>
        </p:grpSp>
      </p:grpSp>
      <p:sp>
        <p:nvSpPr>
          <p:cNvPr id="325" name="Google Shape;325;p13"/>
          <p:cNvSpPr/>
          <p:nvPr/>
        </p:nvSpPr>
        <p:spPr>
          <a:xfrm>
            <a:off x="5490300" y="4817800"/>
            <a:ext cx="3653636" cy="325700"/>
          </a:xfrm>
          <a:custGeom>
            <a:rect b="b" l="l" r="r" t="t"/>
            <a:pathLst>
              <a:path extrusionOk="0" h="13028" w="76364">
                <a:moveTo>
                  <a:pt x="25854" y="0"/>
                </a:moveTo>
                <a:cubicBezTo>
                  <a:pt x="25344" y="0"/>
                  <a:pt x="0" y="13027"/>
                  <a:pt x="0" y="13027"/>
                </a:cubicBezTo>
                <a:lnTo>
                  <a:pt x="76363" y="13027"/>
                </a:lnTo>
                <a:lnTo>
                  <a:pt x="25859" y="1"/>
                </a:lnTo>
                <a:cubicBezTo>
                  <a:pt x="25858" y="0"/>
                  <a:pt x="25856" y="0"/>
                  <a:pt x="258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 name="Google Shape;326;p13"/>
          <p:cNvGrpSpPr/>
          <p:nvPr/>
        </p:nvGrpSpPr>
        <p:grpSpPr>
          <a:xfrm>
            <a:off x="4311012" y="4057478"/>
            <a:ext cx="942941" cy="938368"/>
            <a:chOff x="7824398" y="181204"/>
            <a:chExt cx="1105700" cy="1100338"/>
          </a:xfrm>
        </p:grpSpPr>
        <p:sp>
          <p:nvSpPr>
            <p:cNvPr id="327" name="Google Shape;327;p13"/>
            <p:cNvSpPr/>
            <p:nvPr/>
          </p:nvSpPr>
          <p:spPr>
            <a:xfrm>
              <a:off x="8681704" y="697458"/>
              <a:ext cx="248393" cy="248767"/>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8430665" y="181204"/>
              <a:ext cx="150142" cy="134269"/>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8361849" y="862692"/>
              <a:ext cx="158722" cy="166997"/>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p:nvPr/>
          </p:nvSpPr>
          <p:spPr>
            <a:xfrm>
              <a:off x="7824398" y="674362"/>
              <a:ext cx="202337" cy="213088"/>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8342147" y="608635"/>
              <a:ext cx="120737" cy="131421"/>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8113865" y="369161"/>
              <a:ext cx="117244" cy="131421"/>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8706767" y="399447"/>
              <a:ext cx="117515" cy="131421"/>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8021037" y="1084055"/>
              <a:ext cx="134100" cy="129114"/>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8367105" y="1185088"/>
              <a:ext cx="67050" cy="96454"/>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13"/>
          <p:cNvGrpSpPr/>
          <p:nvPr/>
        </p:nvGrpSpPr>
        <p:grpSpPr>
          <a:xfrm>
            <a:off x="-161220" y="-282751"/>
            <a:ext cx="1313982" cy="1458518"/>
            <a:chOff x="777100" y="158663"/>
            <a:chExt cx="707850" cy="785712"/>
          </a:xfrm>
        </p:grpSpPr>
        <p:cxnSp>
          <p:nvCxnSpPr>
            <p:cNvPr id="337" name="Google Shape;337;p13"/>
            <p:cNvCxnSpPr/>
            <p:nvPr/>
          </p:nvCxnSpPr>
          <p:spPr>
            <a:xfrm flipH="1" rot="10800000">
              <a:off x="777100" y="158675"/>
              <a:ext cx="416700" cy="482100"/>
            </a:xfrm>
            <a:prstGeom prst="straightConnector1">
              <a:avLst/>
            </a:prstGeom>
            <a:noFill/>
            <a:ln cap="flat" cmpd="sng" w="19050">
              <a:solidFill>
                <a:schemeClr val="lt2"/>
              </a:solidFill>
              <a:prstDash val="solid"/>
              <a:round/>
              <a:headEnd len="med" w="med" type="none"/>
              <a:tailEnd len="med" w="med" type="none"/>
            </a:ln>
          </p:spPr>
        </p:cxnSp>
        <p:cxnSp>
          <p:nvCxnSpPr>
            <p:cNvPr id="338" name="Google Shape;338;p13"/>
            <p:cNvCxnSpPr/>
            <p:nvPr/>
          </p:nvCxnSpPr>
          <p:spPr>
            <a:xfrm flipH="1">
              <a:off x="809503" y="158663"/>
              <a:ext cx="384300" cy="774900"/>
            </a:xfrm>
            <a:prstGeom prst="straightConnector1">
              <a:avLst/>
            </a:prstGeom>
            <a:noFill/>
            <a:ln cap="flat" cmpd="sng" w="19050">
              <a:solidFill>
                <a:schemeClr val="lt2"/>
              </a:solidFill>
              <a:prstDash val="solid"/>
              <a:round/>
              <a:headEnd len="med" w="med" type="none"/>
              <a:tailEnd len="med" w="med" type="none"/>
            </a:ln>
          </p:spPr>
        </p:cxnSp>
        <p:cxnSp>
          <p:nvCxnSpPr>
            <p:cNvPr id="339" name="Google Shape;339;p13"/>
            <p:cNvCxnSpPr/>
            <p:nvPr/>
          </p:nvCxnSpPr>
          <p:spPr>
            <a:xfrm flipH="1" rot="10800000">
              <a:off x="807425" y="293075"/>
              <a:ext cx="527700" cy="651300"/>
            </a:xfrm>
            <a:prstGeom prst="straightConnector1">
              <a:avLst/>
            </a:prstGeom>
            <a:noFill/>
            <a:ln cap="flat" cmpd="sng" w="19050">
              <a:solidFill>
                <a:schemeClr val="lt2"/>
              </a:solidFill>
              <a:prstDash val="solid"/>
              <a:round/>
              <a:headEnd len="med" w="med" type="none"/>
              <a:tailEnd len="med" w="med" type="none"/>
            </a:ln>
          </p:spPr>
        </p:cxnSp>
        <p:cxnSp>
          <p:nvCxnSpPr>
            <p:cNvPr id="340" name="Google Shape;340;p13"/>
            <p:cNvCxnSpPr/>
            <p:nvPr/>
          </p:nvCxnSpPr>
          <p:spPr>
            <a:xfrm flipH="1">
              <a:off x="1087625" y="293075"/>
              <a:ext cx="247500" cy="618600"/>
            </a:xfrm>
            <a:prstGeom prst="straightConnector1">
              <a:avLst/>
            </a:prstGeom>
            <a:noFill/>
            <a:ln cap="flat" cmpd="sng" w="19050">
              <a:solidFill>
                <a:schemeClr val="lt2"/>
              </a:solidFill>
              <a:prstDash val="solid"/>
              <a:round/>
              <a:headEnd len="med" w="med" type="none"/>
              <a:tailEnd len="med" w="med" type="none"/>
            </a:ln>
          </p:spPr>
        </p:cxnSp>
        <p:cxnSp>
          <p:nvCxnSpPr>
            <p:cNvPr id="341" name="Google Shape;341;p13"/>
            <p:cNvCxnSpPr/>
            <p:nvPr/>
          </p:nvCxnSpPr>
          <p:spPr>
            <a:xfrm flipH="1" rot="10800000">
              <a:off x="1100675" y="547000"/>
              <a:ext cx="312600" cy="364800"/>
            </a:xfrm>
            <a:prstGeom prst="straightConnector1">
              <a:avLst/>
            </a:prstGeom>
            <a:noFill/>
            <a:ln cap="flat" cmpd="sng" w="19050">
              <a:solidFill>
                <a:schemeClr val="lt2"/>
              </a:solidFill>
              <a:prstDash val="solid"/>
              <a:round/>
              <a:headEnd len="med" w="med" type="none"/>
              <a:tailEnd len="med" w="med" type="none"/>
            </a:ln>
          </p:spPr>
        </p:cxnSp>
        <p:cxnSp>
          <p:nvCxnSpPr>
            <p:cNvPr id="342" name="Google Shape;342;p13"/>
            <p:cNvCxnSpPr/>
            <p:nvPr/>
          </p:nvCxnSpPr>
          <p:spPr>
            <a:xfrm flipH="1">
              <a:off x="1315750" y="547000"/>
              <a:ext cx="91200" cy="364800"/>
            </a:xfrm>
            <a:prstGeom prst="straightConnector1">
              <a:avLst/>
            </a:prstGeom>
            <a:noFill/>
            <a:ln cap="flat" cmpd="sng" w="19050">
              <a:solidFill>
                <a:schemeClr val="lt2"/>
              </a:solidFill>
              <a:prstDash val="solid"/>
              <a:round/>
              <a:headEnd len="med" w="med" type="none"/>
              <a:tailEnd len="med" w="med" type="none"/>
            </a:ln>
          </p:spPr>
        </p:cxnSp>
        <p:cxnSp>
          <p:nvCxnSpPr>
            <p:cNvPr id="343" name="Google Shape;343;p13"/>
            <p:cNvCxnSpPr/>
            <p:nvPr/>
          </p:nvCxnSpPr>
          <p:spPr>
            <a:xfrm flipH="1" rot="10800000">
              <a:off x="1315750" y="703175"/>
              <a:ext cx="169200" cy="208500"/>
            </a:xfrm>
            <a:prstGeom prst="straightConnector1">
              <a:avLst/>
            </a:prstGeom>
            <a:noFill/>
            <a:ln cap="flat" cmpd="sng" w="19050">
              <a:solidFill>
                <a:schemeClr val="lt2"/>
              </a:solidFill>
              <a:prstDash val="solid"/>
              <a:round/>
              <a:headEnd len="med" w="med" type="none"/>
              <a:tailEnd len="med" w="med" type="none"/>
            </a:ln>
          </p:spPr>
        </p:cxnSp>
      </p:grpSp>
      <p:sp>
        <p:nvSpPr>
          <p:cNvPr id="344" name="Google Shape;344;p13"/>
          <p:cNvSpPr txBox="1"/>
          <p:nvPr>
            <p:ph hasCustomPrompt="1" type="title"/>
          </p:nvPr>
        </p:nvSpPr>
        <p:spPr>
          <a:xfrm>
            <a:off x="960324" y="1652075"/>
            <a:ext cx="882600" cy="8871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345" name="Google Shape;345;p13"/>
          <p:cNvSpPr txBox="1"/>
          <p:nvPr>
            <p:ph idx="2" type="title"/>
          </p:nvPr>
        </p:nvSpPr>
        <p:spPr>
          <a:xfrm>
            <a:off x="729175" y="445025"/>
            <a:ext cx="76857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346" name="Google Shape;346;p13"/>
          <p:cNvSpPr txBox="1"/>
          <p:nvPr>
            <p:ph idx="1" type="subTitle"/>
          </p:nvPr>
        </p:nvSpPr>
        <p:spPr>
          <a:xfrm>
            <a:off x="1921116" y="1652075"/>
            <a:ext cx="2401200" cy="392400"/>
          </a:xfrm>
          <a:prstGeom prst="rect">
            <a:avLst/>
          </a:prstGeom>
          <a:noFill/>
        </p:spPr>
        <p:txBody>
          <a:bodyPr anchorCtr="0" anchor="b" bIns="91425" lIns="91425" spcFirstLastPara="1" rIns="91425" wrap="square" tIns="91425">
            <a:noAutofit/>
          </a:bodyPr>
          <a:lstStyle>
            <a:lvl1pPr lvl="0">
              <a:spcBef>
                <a:spcPts val="0"/>
              </a:spcBef>
              <a:spcAft>
                <a:spcPts val="0"/>
              </a:spcAft>
              <a:buSzPts val="1800"/>
              <a:buFont typeface="League Spartan ExtraBold"/>
              <a:buNone/>
              <a:defRPr sz="2400">
                <a:latin typeface="Bangers"/>
                <a:ea typeface="Bangers"/>
                <a:cs typeface="Bangers"/>
                <a:sym typeface="Banger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7" name="Google Shape;347;p13"/>
          <p:cNvSpPr txBox="1"/>
          <p:nvPr>
            <p:ph idx="3" type="subTitle"/>
          </p:nvPr>
        </p:nvSpPr>
        <p:spPr>
          <a:xfrm>
            <a:off x="1921125" y="1962758"/>
            <a:ext cx="2401200" cy="58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Ubuntu"/>
              <a:buNone/>
              <a:defRPr sz="1600"/>
            </a:lvl1pPr>
            <a:lvl2pPr lvl="1" rtl="0">
              <a:spcBef>
                <a:spcPts val="0"/>
              </a:spcBef>
              <a:spcAft>
                <a:spcPts val="0"/>
              </a:spcAft>
              <a:buSzPts val="1400"/>
              <a:buFont typeface="Ubuntu"/>
              <a:buNone/>
              <a:defRPr>
                <a:latin typeface="Ubuntu"/>
                <a:ea typeface="Ubuntu"/>
                <a:cs typeface="Ubuntu"/>
                <a:sym typeface="Ubuntu"/>
              </a:defRPr>
            </a:lvl2pPr>
            <a:lvl3pPr lvl="2" rtl="0">
              <a:spcBef>
                <a:spcPts val="0"/>
              </a:spcBef>
              <a:spcAft>
                <a:spcPts val="0"/>
              </a:spcAft>
              <a:buSzPts val="1400"/>
              <a:buFont typeface="Ubuntu"/>
              <a:buNone/>
              <a:defRPr>
                <a:latin typeface="Ubuntu"/>
                <a:ea typeface="Ubuntu"/>
                <a:cs typeface="Ubuntu"/>
                <a:sym typeface="Ubuntu"/>
              </a:defRPr>
            </a:lvl3pPr>
            <a:lvl4pPr lvl="3" rtl="0">
              <a:spcBef>
                <a:spcPts val="0"/>
              </a:spcBef>
              <a:spcAft>
                <a:spcPts val="0"/>
              </a:spcAft>
              <a:buSzPts val="1400"/>
              <a:buFont typeface="Ubuntu"/>
              <a:buNone/>
              <a:defRPr>
                <a:latin typeface="Ubuntu"/>
                <a:ea typeface="Ubuntu"/>
                <a:cs typeface="Ubuntu"/>
                <a:sym typeface="Ubuntu"/>
              </a:defRPr>
            </a:lvl4pPr>
            <a:lvl5pPr lvl="4" rtl="0">
              <a:spcBef>
                <a:spcPts val="0"/>
              </a:spcBef>
              <a:spcAft>
                <a:spcPts val="0"/>
              </a:spcAft>
              <a:buSzPts val="1400"/>
              <a:buFont typeface="Ubuntu"/>
              <a:buNone/>
              <a:defRPr>
                <a:latin typeface="Ubuntu"/>
                <a:ea typeface="Ubuntu"/>
                <a:cs typeface="Ubuntu"/>
                <a:sym typeface="Ubuntu"/>
              </a:defRPr>
            </a:lvl5pPr>
            <a:lvl6pPr lvl="5" rtl="0">
              <a:spcBef>
                <a:spcPts val="0"/>
              </a:spcBef>
              <a:spcAft>
                <a:spcPts val="0"/>
              </a:spcAft>
              <a:buSzPts val="1400"/>
              <a:buFont typeface="Ubuntu"/>
              <a:buNone/>
              <a:defRPr>
                <a:latin typeface="Ubuntu"/>
                <a:ea typeface="Ubuntu"/>
                <a:cs typeface="Ubuntu"/>
                <a:sym typeface="Ubuntu"/>
              </a:defRPr>
            </a:lvl6pPr>
            <a:lvl7pPr lvl="6" rtl="0">
              <a:spcBef>
                <a:spcPts val="0"/>
              </a:spcBef>
              <a:spcAft>
                <a:spcPts val="0"/>
              </a:spcAft>
              <a:buSzPts val="1400"/>
              <a:buFont typeface="Ubuntu"/>
              <a:buNone/>
              <a:defRPr>
                <a:latin typeface="Ubuntu"/>
                <a:ea typeface="Ubuntu"/>
                <a:cs typeface="Ubuntu"/>
                <a:sym typeface="Ubuntu"/>
              </a:defRPr>
            </a:lvl7pPr>
            <a:lvl8pPr lvl="7" rtl="0">
              <a:spcBef>
                <a:spcPts val="0"/>
              </a:spcBef>
              <a:spcAft>
                <a:spcPts val="0"/>
              </a:spcAft>
              <a:buSzPts val="1400"/>
              <a:buFont typeface="Ubuntu"/>
              <a:buNone/>
              <a:defRPr>
                <a:latin typeface="Ubuntu"/>
                <a:ea typeface="Ubuntu"/>
                <a:cs typeface="Ubuntu"/>
                <a:sym typeface="Ubuntu"/>
              </a:defRPr>
            </a:lvl8pPr>
            <a:lvl9pPr lvl="8" rtl="0">
              <a:spcBef>
                <a:spcPts val="0"/>
              </a:spcBef>
              <a:spcAft>
                <a:spcPts val="0"/>
              </a:spcAft>
              <a:buSzPts val="1400"/>
              <a:buFont typeface="Ubuntu"/>
              <a:buNone/>
              <a:defRPr>
                <a:latin typeface="Ubuntu"/>
                <a:ea typeface="Ubuntu"/>
                <a:cs typeface="Ubuntu"/>
                <a:sym typeface="Ubuntu"/>
              </a:defRPr>
            </a:lvl9pPr>
          </a:lstStyle>
          <a:p/>
        </p:txBody>
      </p:sp>
      <p:sp>
        <p:nvSpPr>
          <p:cNvPr id="348" name="Google Shape;348;p13"/>
          <p:cNvSpPr txBox="1"/>
          <p:nvPr>
            <p:ph idx="4" type="subTitle"/>
          </p:nvPr>
        </p:nvSpPr>
        <p:spPr>
          <a:xfrm>
            <a:off x="1921116" y="3052675"/>
            <a:ext cx="2401200" cy="3972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1800"/>
              <a:buFont typeface="League Spartan ExtraBo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9" name="Google Shape;349;p13"/>
          <p:cNvSpPr txBox="1"/>
          <p:nvPr>
            <p:ph idx="5" type="subTitle"/>
          </p:nvPr>
        </p:nvSpPr>
        <p:spPr>
          <a:xfrm>
            <a:off x="1921125" y="3361525"/>
            <a:ext cx="2401200" cy="58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Ubuntu"/>
              <a:buNone/>
              <a:defRPr sz="1600"/>
            </a:lvl1pPr>
            <a:lvl2pPr lvl="1" rtl="0">
              <a:spcBef>
                <a:spcPts val="0"/>
              </a:spcBef>
              <a:spcAft>
                <a:spcPts val="0"/>
              </a:spcAft>
              <a:buSzPts val="1400"/>
              <a:buFont typeface="Ubuntu"/>
              <a:buNone/>
              <a:defRPr>
                <a:latin typeface="Ubuntu"/>
                <a:ea typeface="Ubuntu"/>
                <a:cs typeface="Ubuntu"/>
                <a:sym typeface="Ubuntu"/>
              </a:defRPr>
            </a:lvl2pPr>
            <a:lvl3pPr lvl="2" rtl="0">
              <a:spcBef>
                <a:spcPts val="0"/>
              </a:spcBef>
              <a:spcAft>
                <a:spcPts val="0"/>
              </a:spcAft>
              <a:buSzPts val="1400"/>
              <a:buFont typeface="Ubuntu"/>
              <a:buNone/>
              <a:defRPr>
                <a:latin typeface="Ubuntu"/>
                <a:ea typeface="Ubuntu"/>
                <a:cs typeface="Ubuntu"/>
                <a:sym typeface="Ubuntu"/>
              </a:defRPr>
            </a:lvl3pPr>
            <a:lvl4pPr lvl="3" rtl="0">
              <a:spcBef>
                <a:spcPts val="0"/>
              </a:spcBef>
              <a:spcAft>
                <a:spcPts val="0"/>
              </a:spcAft>
              <a:buSzPts val="1400"/>
              <a:buFont typeface="Ubuntu"/>
              <a:buNone/>
              <a:defRPr>
                <a:latin typeface="Ubuntu"/>
                <a:ea typeface="Ubuntu"/>
                <a:cs typeface="Ubuntu"/>
                <a:sym typeface="Ubuntu"/>
              </a:defRPr>
            </a:lvl4pPr>
            <a:lvl5pPr lvl="4" rtl="0">
              <a:spcBef>
                <a:spcPts val="0"/>
              </a:spcBef>
              <a:spcAft>
                <a:spcPts val="0"/>
              </a:spcAft>
              <a:buSzPts val="1400"/>
              <a:buFont typeface="Ubuntu"/>
              <a:buNone/>
              <a:defRPr>
                <a:latin typeface="Ubuntu"/>
                <a:ea typeface="Ubuntu"/>
                <a:cs typeface="Ubuntu"/>
                <a:sym typeface="Ubuntu"/>
              </a:defRPr>
            </a:lvl5pPr>
            <a:lvl6pPr lvl="5" rtl="0">
              <a:spcBef>
                <a:spcPts val="0"/>
              </a:spcBef>
              <a:spcAft>
                <a:spcPts val="0"/>
              </a:spcAft>
              <a:buSzPts val="1400"/>
              <a:buFont typeface="Ubuntu"/>
              <a:buNone/>
              <a:defRPr>
                <a:latin typeface="Ubuntu"/>
                <a:ea typeface="Ubuntu"/>
                <a:cs typeface="Ubuntu"/>
                <a:sym typeface="Ubuntu"/>
              </a:defRPr>
            </a:lvl6pPr>
            <a:lvl7pPr lvl="6" rtl="0">
              <a:spcBef>
                <a:spcPts val="0"/>
              </a:spcBef>
              <a:spcAft>
                <a:spcPts val="0"/>
              </a:spcAft>
              <a:buSzPts val="1400"/>
              <a:buFont typeface="Ubuntu"/>
              <a:buNone/>
              <a:defRPr>
                <a:latin typeface="Ubuntu"/>
                <a:ea typeface="Ubuntu"/>
                <a:cs typeface="Ubuntu"/>
                <a:sym typeface="Ubuntu"/>
              </a:defRPr>
            </a:lvl7pPr>
            <a:lvl8pPr lvl="7" rtl="0">
              <a:spcBef>
                <a:spcPts val="0"/>
              </a:spcBef>
              <a:spcAft>
                <a:spcPts val="0"/>
              </a:spcAft>
              <a:buSzPts val="1400"/>
              <a:buFont typeface="Ubuntu"/>
              <a:buNone/>
              <a:defRPr>
                <a:latin typeface="Ubuntu"/>
                <a:ea typeface="Ubuntu"/>
                <a:cs typeface="Ubuntu"/>
                <a:sym typeface="Ubuntu"/>
              </a:defRPr>
            </a:lvl8pPr>
            <a:lvl9pPr lvl="8" rtl="0">
              <a:spcBef>
                <a:spcPts val="0"/>
              </a:spcBef>
              <a:spcAft>
                <a:spcPts val="0"/>
              </a:spcAft>
              <a:buSzPts val="1400"/>
              <a:buFont typeface="Ubuntu"/>
              <a:buNone/>
              <a:defRPr>
                <a:latin typeface="Ubuntu"/>
                <a:ea typeface="Ubuntu"/>
                <a:cs typeface="Ubuntu"/>
                <a:sym typeface="Ubuntu"/>
              </a:defRPr>
            </a:lvl9pPr>
          </a:lstStyle>
          <a:p/>
        </p:txBody>
      </p:sp>
      <p:sp>
        <p:nvSpPr>
          <p:cNvPr id="350" name="Google Shape;350;p13"/>
          <p:cNvSpPr txBox="1"/>
          <p:nvPr>
            <p:ph idx="6" type="subTitle"/>
          </p:nvPr>
        </p:nvSpPr>
        <p:spPr>
          <a:xfrm>
            <a:off x="5771545" y="1652075"/>
            <a:ext cx="2401200" cy="3924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1800"/>
              <a:buFont typeface="League Spartan ExtraBo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1" name="Google Shape;351;p13"/>
          <p:cNvSpPr txBox="1"/>
          <p:nvPr>
            <p:ph idx="7" type="subTitle"/>
          </p:nvPr>
        </p:nvSpPr>
        <p:spPr>
          <a:xfrm>
            <a:off x="5771550" y="1962808"/>
            <a:ext cx="2401200" cy="58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Ubuntu"/>
              <a:buNone/>
              <a:defRPr sz="1600"/>
            </a:lvl1pPr>
            <a:lvl2pPr lvl="1" rtl="0">
              <a:spcBef>
                <a:spcPts val="0"/>
              </a:spcBef>
              <a:spcAft>
                <a:spcPts val="0"/>
              </a:spcAft>
              <a:buSzPts val="1400"/>
              <a:buFont typeface="Ubuntu"/>
              <a:buNone/>
              <a:defRPr>
                <a:latin typeface="Ubuntu"/>
                <a:ea typeface="Ubuntu"/>
                <a:cs typeface="Ubuntu"/>
                <a:sym typeface="Ubuntu"/>
              </a:defRPr>
            </a:lvl2pPr>
            <a:lvl3pPr lvl="2" rtl="0">
              <a:spcBef>
                <a:spcPts val="0"/>
              </a:spcBef>
              <a:spcAft>
                <a:spcPts val="0"/>
              </a:spcAft>
              <a:buSzPts val="1400"/>
              <a:buFont typeface="Ubuntu"/>
              <a:buNone/>
              <a:defRPr>
                <a:latin typeface="Ubuntu"/>
                <a:ea typeface="Ubuntu"/>
                <a:cs typeface="Ubuntu"/>
                <a:sym typeface="Ubuntu"/>
              </a:defRPr>
            </a:lvl3pPr>
            <a:lvl4pPr lvl="3" rtl="0">
              <a:spcBef>
                <a:spcPts val="0"/>
              </a:spcBef>
              <a:spcAft>
                <a:spcPts val="0"/>
              </a:spcAft>
              <a:buSzPts val="1400"/>
              <a:buFont typeface="Ubuntu"/>
              <a:buNone/>
              <a:defRPr>
                <a:latin typeface="Ubuntu"/>
                <a:ea typeface="Ubuntu"/>
                <a:cs typeface="Ubuntu"/>
                <a:sym typeface="Ubuntu"/>
              </a:defRPr>
            </a:lvl4pPr>
            <a:lvl5pPr lvl="4" rtl="0">
              <a:spcBef>
                <a:spcPts val="0"/>
              </a:spcBef>
              <a:spcAft>
                <a:spcPts val="0"/>
              </a:spcAft>
              <a:buSzPts val="1400"/>
              <a:buFont typeface="Ubuntu"/>
              <a:buNone/>
              <a:defRPr>
                <a:latin typeface="Ubuntu"/>
                <a:ea typeface="Ubuntu"/>
                <a:cs typeface="Ubuntu"/>
                <a:sym typeface="Ubuntu"/>
              </a:defRPr>
            </a:lvl5pPr>
            <a:lvl6pPr lvl="5" rtl="0">
              <a:spcBef>
                <a:spcPts val="0"/>
              </a:spcBef>
              <a:spcAft>
                <a:spcPts val="0"/>
              </a:spcAft>
              <a:buSzPts val="1400"/>
              <a:buFont typeface="Ubuntu"/>
              <a:buNone/>
              <a:defRPr>
                <a:latin typeface="Ubuntu"/>
                <a:ea typeface="Ubuntu"/>
                <a:cs typeface="Ubuntu"/>
                <a:sym typeface="Ubuntu"/>
              </a:defRPr>
            </a:lvl6pPr>
            <a:lvl7pPr lvl="6" rtl="0">
              <a:spcBef>
                <a:spcPts val="0"/>
              </a:spcBef>
              <a:spcAft>
                <a:spcPts val="0"/>
              </a:spcAft>
              <a:buSzPts val="1400"/>
              <a:buFont typeface="Ubuntu"/>
              <a:buNone/>
              <a:defRPr>
                <a:latin typeface="Ubuntu"/>
                <a:ea typeface="Ubuntu"/>
                <a:cs typeface="Ubuntu"/>
                <a:sym typeface="Ubuntu"/>
              </a:defRPr>
            </a:lvl7pPr>
            <a:lvl8pPr lvl="7" rtl="0">
              <a:spcBef>
                <a:spcPts val="0"/>
              </a:spcBef>
              <a:spcAft>
                <a:spcPts val="0"/>
              </a:spcAft>
              <a:buSzPts val="1400"/>
              <a:buFont typeface="Ubuntu"/>
              <a:buNone/>
              <a:defRPr>
                <a:latin typeface="Ubuntu"/>
                <a:ea typeface="Ubuntu"/>
                <a:cs typeface="Ubuntu"/>
                <a:sym typeface="Ubuntu"/>
              </a:defRPr>
            </a:lvl8pPr>
            <a:lvl9pPr lvl="8" rtl="0">
              <a:spcBef>
                <a:spcPts val="0"/>
              </a:spcBef>
              <a:spcAft>
                <a:spcPts val="0"/>
              </a:spcAft>
              <a:buSzPts val="1400"/>
              <a:buFont typeface="Ubuntu"/>
              <a:buNone/>
              <a:defRPr>
                <a:latin typeface="Ubuntu"/>
                <a:ea typeface="Ubuntu"/>
                <a:cs typeface="Ubuntu"/>
                <a:sym typeface="Ubuntu"/>
              </a:defRPr>
            </a:lvl9pPr>
          </a:lstStyle>
          <a:p/>
        </p:txBody>
      </p:sp>
      <p:sp>
        <p:nvSpPr>
          <p:cNvPr id="352" name="Google Shape;352;p13"/>
          <p:cNvSpPr txBox="1"/>
          <p:nvPr>
            <p:ph idx="8" type="subTitle"/>
          </p:nvPr>
        </p:nvSpPr>
        <p:spPr>
          <a:xfrm>
            <a:off x="5771545" y="3052675"/>
            <a:ext cx="2401200" cy="3933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1800"/>
              <a:buFont typeface="League Spartan ExtraBo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3" name="Google Shape;353;p13"/>
          <p:cNvSpPr txBox="1"/>
          <p:nvPr>
            <p:ph idx="9" type="subTitle"/>
          </p:nvPr>
        </p:nvSpPr>
        <p:spPr>
          <a:xfrm>
            <a:off x="5771540" y="3361525"/>
            <a:ext cx="2401200" cy="58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Font typeface="Ubuntu"/>
              <a:buNone/>
              <a:defRPr sz="1600"/>
            </a:lvl1pPr>
            <a:lvl2pPr lvl="1" rtl="0">
              <a:spcBef>
                <a:spcPts val="0"/>
              </a:spcBef>
              <a:spcAft>
                <a:spcPts val="0"/>
              </a:spcAft>
              <a:buSzPts val="1400"/>
              <a:buFont typeface="Ubuntu"/>
              <a:buNone/>
              <a:defRPr>
                <a:latin typeface="Ubuntu"/>
                <a:ea typeface="Ubuntu"/>
                <a:cs typeface="Ubuntu"/>
                <a:sym typeface="Ubuntu"/>
              </a:defRPr>
            </a:lvl2pPr>
            <a:lvl3pPr lvl="2" rtl="0">
              <a:spcBef>
                <a:spcPts val="0"/>
              </a:spcBef>
              <a:spcAft>
                <a:spcPts val="0"/>
              </a:spcAft>
              <a:buSzPts val="1400"/>
              <a:buFont typeface="Ubuntu"/>
              <a:buNone/>
              <a:defRPr>
                <a:latin typeface="Ubuntu"/>
                <a:ea typeface="Ubuntu"/>
                <a:cs typeface="Ubuntu"/>
                <a:sym typeface="Ubuntu"/>
              </a:defRPr>
            </a:lvl3pPr>
            <a:lvl4pPr lvl="3" rtl="0">
              <a:spcBef>
                <a:spcPts val="0"/>
              </a:spcBef>
              <a:spcAft>
                <a:spcPts val="0"/>
              </a:spcAft>
              <a:buSzPts val="1400"/>
              <a:buFont typeface="Ubuntu"/>
              <a:buNone/>
              <a:defRPr>
                <a:latin typeface="Ubuntu"/>
                <a:ea typeface="Ubuntu"/>
                <a:cs typeface="Ubuntu"/>
                <a:sym typeface="Ubuntu"/>
              </a:defRPr>
            </a:lvl4pPr>
            <a:lvl5pPr lvl="4" rtl="0">
              <a:spcBef>
                <a:spcPts val="0"/>
              </a:spcBef>
              <a:spcAft>
                <a:spcPts val="0"/>
              </a:spcAft>
              <a:buSzPts val="1400"/>
              <a:buFont typeface="Ubuntu"/>
              <a:buNone/>
              <a:defRPr>
                <a:latin typeface="Ubuntu"/>
                <a:ea typeface="Ubuntu"/>
                <a:cs typeface="Ubuntu"/>
                <a:sym typeface="Ubuntu"/>
              </a:defRPr>
            </a:lvl5pPr>
            <a:lvl6pPr lvl="5" rtl="0">
              <a:spcBef>
                <a:spcPts val="0"/>
              </a:spcBef>
              <a:spcAft>
                <a:spcPts val="0"/>
              </a:spcAft>
              <a:buSzPts val="1400"/>
              <a:buFont typeface="Ubuntu"/>
              <a:buNone/>
              <a:defRPr>
                <a:latin typeface="Ubuntu"/>
                <a:ea typeface="Ubuntu"/>
                <a:cs typeface="Ubuntu"/>
                <a:sym typeface="Ubuntu"/>
              </a:defRPr>
            </a:lvl6pPr>
            <a:lvl7pPr lvl="6" rtl="0">
              <a:spcBef>
                <a:spcPts val="0"/>
              </a:spcBef>
              <a:spcAft>
                <a:spcPts val="0"/>
              </a:spcAft>
              <a:buSzPts val="1400"/>
              <a:buFont typeface="Ubuntu"/>
              <a:buNone/>
              <a:defRPr>
                <a:latin typeface="Ubuntu"/>
                <a:ea typeface="Ubuntu"/>
                <a:cs typeface="Ubuntu"/>
                <a:sym typeface="Ubuntu"/>
              </a:defRPr>
            </a:lvl7pPr>
            <a:lvl8pPr lvl="7" rtl="0">
              <a:spcBef>
                <a:spcPts val="0"/>
              </a:spcBef>
              <a:spcAft>
                <a:spcPts val="0"/>
              </a:spcAft>
              <a:buSzPts val="1400"/>
              <a:buFont typeface="Ubuntu"/>
              <a:buNone/>
              <a:defRPr>
                <a:latin typeface="Ubuntu"/>
                <a:ea typeface="Ubuntu"/>
                <a:cs typeface="Ubuntu"/>
                <a:sym typeface="Ubuntu"/>
              </a:defRPr>
            </a:lvl8pPr>
            <a:lvl9pPr lvl="8" rtl="0">
              <a:spcBef>
                <a:spcPts val="0"/>
              </a:spcBef>
              <a:spcAft>
                <a:spcPts val="0"/>
              </a:spcAft>
              <a:buSzPts val="1400"/>
              <a:buFont typeface="Ubuntu"/>
              <a:buNone/>
              <a:defRPr>
                <a:latin typeface="Ubuntu"/>
                <a:ea typeface="Ubuntu"/>
                <a:cs typeface="Ubuntu"/>
                <a:sym typeface="Ubuntu"/>
              </a:defRPr>
            </a:lvl9pPr>
          </a:lstStyle>
          <a:p/>
        </p:txBody>
      </p:sp>
      <p:sp>
        <p:nvSpPr>
          <p:cNvPr id="354" name="Google Shape;354;p13"/>
          <p:cNvSpPr txBox="1"/>
          <p:nvPr>
            <p:ph hasCustomPrompt="1" idx="13" type="title"/>
          </p:nvPr>
        </p:nvSpPr>
        <p:spPr>
          <a:xfrm>
            <a:off x="960324" y="3059425"/>
            <a:ext cx="882600" cy="8871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355" name="Google Shape;355;p13"/>
          <p:cNvSpPr txBox="1"/>
          <p:nvPr>
            <p:ph hasCustomPrompt="1" idx="14" type="title"/>
          </p:nvPr>
        </p:nvSpPr>
        <p:spPr>
          <a:xfrm>
            <a:off x="4801937" y="1652075"/>
            <a:ext cx="882600" cy="8871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356" name="Google Shape;356;p13"/>
          <p:cNvSpPr txBox="1"/>
          <p:nvPr>
            <p:ph hasCustomPrompt="1" idx="15" type="title"/>
          </p:nvPr>
        </p:nvSpPr>
        <p:spPr>
          <a:xfrm>
            <a:off x="4801949" y="3059425"/>
            <a:ext cx="882600" cy="8871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grpSp>
        <p:nvGrpSpPr>
          <p:cNvPr id="357" name="Google Shape;357;p13"/>
          <p:cNvGrpSpPr/>
          <p:nvPr/>
        </p:nvGrpSpPr>
        <p:grpSpPr>
          <a:xfrm rot="5400000">
            <a:off x="196087" y="3761945"/>
            <a:ext cx="1382284" cy="1262489"/>
            <a:chOff x="1480587" y="2318170"/>
            <a:chExt cx="1382284" cy="1262489"/>
          </a:xfrm>
        </p:grpSpPr>
        <p:sp>
          <p:nvSpPr>
            <p:cNvPr id="358" name="Google Shape;358;p13"/>
            <p:cNvSpPr/>
            <p:nvPr/>
          </p:nvSpPr>
          <p:spPr>
            <a:xfrm rot="-868690">
              <a:off x="1600288" y="2460297"/>
              <a:ext cx="1155774" cy="975757"/>
            </a:xfrm>
            <a:custGeom>
              <a:rect b="b" l="l" r="r" t="t"/>
              <a:pathLst>
                <a:path extrusionOk="0" h="39032" w="46233">
                  <a:moveTo>
                    <a:pt x="36862" y="4871"/>
                  </a:moveTo>
                  <a:cubicBezTo>
                    <a:pt x="38648" y="4871"/>
                    <a:pt x="40088" y="6311"/>
                    <a:pt x="40088" y="8097"/>
                  </a:cubicBezTo>
                  <a:cubicBezTo>
                    <a:pt x="40088" y="9895"/>
                    <a:pt x="38648" y="11336"/>
                    <a:pt x="36862" y="11336"/>
                  </a:cubicBezTo>
                  <a:cubicBezTo>
                    <a:pt x="35076" y="11336"/>
                    <a:pt x="33623" y="9883"/>
                    <a:pt x="33623" y="8097"/>
                  </a:cubicBezTo>
                  <a:cubicBezTo>
                    <a:pt x="33623" y="6323"/>
                    <a:pt x="35076" y="4871"/>
                    <a:pt x="36862" y="4871"/>
                  </a:cubicBezTo>
                  <a:close/>
                  <a:moveTo>
                    <a:pt x="36862" y="14622"/>
                  </a:moveTo>
                  <a:cubicBezTo>
                    <a:pt x="38648" y="14622"/>
                    <a:pt x="40088" y="16062"/>
                    <a:pt x="40088" y="17848"/>
                  </a:cubicBezTo>
                  <a:cubicBezTo>
                    <a:pt x="40088" y="19634"/>
                    <a:pt x="38648" y="21087"/>
                    <a:pt x="36862" y="21087"/>
                  </a:cubicBezTo>
                  <a:cubicBezTo>
                    <a:pt x="35076" y="21087"/>
                    <a:pt x="33623" y="19634"/>
                    <a:pt x="33623" y="17848"/>
                  </a:cubicBezTo>
                  <a:cubicBezTo>
                    <a:pt x="33623" y="16062"/>
                    <a:pt x="35076" y="14622"/>
                    <a:pt x="36862" y="14622"/>
                  </a:cubicBezTo>
                  <a:close/>
                  <a:moveTo>
                    <a:pt x="26771" y="11429"/>
                  </a:moveTo>
                  <a:cubicBezTo>
                    <a:pt x="27026" y="11429"/>
                    <a:pt x="27279" y="11463"/>
                    <a:pt x="27527" y="11538"/>
                  </a:cubicBezTo>
                  <a:cubicBezTo>
                    <a:pt x="28551" y="11860"/>
                    <a:pt x="29266" y="12836"/>
                    <a:pt x="29480" y="13884"/>
                  </a:cubicBezTo>
                  <a:cubicBezTo>
                    <a:pt x="29694" y="14931"/>
                    <a:pt x="29468" y="16027"/>
                    <a:pt x="29087" y="17027"/>
                  </a:cubicBezTo>
                  <a:cubicBezTo>
                    <a:pt x="27777" y="20503"/>
                    <a:pt x="24432" y="23135"/>
                    <a:pt x="20729" y="23599"/>
                  </a:cubicBezTo>
                  <a:cubicBezTo>
                    <a:pt x="20407" y="23639"/>
                    <a:pt x="20062" y="23659"/>
                    <a:pt x="19700" y="23659"/>
                  </a:cubicBezTo>
                  <a:cubicBezTo>
                    <a:pt x="16696" y="23659"/>
                    <a:pt x="12527" y="22302"/>
                    <a:pt x="11061" y="19741"/>
                  </a:cubicBezTo>
                  <a:cubicBezTo>
                    <a:pt x="8930" y="16039"/>
                    <a:pt x="14145" y="16253"/>
                    <a:pt x="16562" y="16062"/>
                  </a:cubicBezTo>
                  <a:cubicBezTo>
                    <a:pt x="18669" y="15908"/>
                    <a:pt x="20729" y="15122"/>
                    <a:pt x="22420" y="13848"/>
                  </a:cubicBezTo>
                  <a:cubicBezTo>
                    <a:pt x="23194" y="13264"/>
                    <a:pt x="23896" y="12574"/>
                    <a:pt x="24729" y="12062"/>
                  </a:cubicBezTo>
                  <a:cubicBezTo>
                    <a:pt x="25343" y="11694"/>
                    <a:pt x="26060" y="11429"/>
                    <a:pt x="26771" y="11429"/>
                  </a:cubicBezTo>
                  <a:close/>
                  <a:moveTo>
                    <a:pt x="30040" y="22194"/>
                  </a:moveTo>
                  <a:cubicBezTo>
                    <a:pt x="31826" y="22194"/>
                    <a:pt x="33266" y="23635"/>
                    <a:pt x="33266" y="25421"/>
                  </a:cubicBezTo>
                  <a:cubicBezTo>
                    <a:pt x="33266" y="27207"/>
                    <a:pt x="31826" y="28659"/>
                    <a:pt x="30040" y="28659"/>
                  </a:cubicBezTo>
                  <a:cubicBezTo>
                    <a:pt x="28254" y="28659"/>
                    <a:pt x="26801" y="27207"/>
                    <a:pt x="26801" y="25421"/>
                  </a:cubicBezTo>
                  <a:cubicBezTo>
                    <a:pt x="26801" y="23635"/>
                    <a:pt x="28254" y="22194"/>
                    <a:pt x="30040" y="22194"/>
                  </a:cubicBezTo>
                  <a:close/>
                  <a:moveTo>
                    <a:pt x="10478" y="25992"/>
                  </a:moveTo>
                  <a:cubicBezTo>
                    <a:pt x="12264" y="25992"/>
                    <a:pt x="13716" y="27445"/>
                    <a:pt x="13716" y="29231"/>
                  </a:cubicBezTo>
                  <a:cubicBezTo>
                    <a:pt x="13716" y="31017"/>
                    <a:pt x="12264" y="32457"/>
                    <a:pt x="10478" y="32457"/>
                  </a:cubicBezTo>
                  <a:cubicBezTo>
                    <a:pt x="8692" y="32457"/>
                    <a:pt x="7251" y="31017"/>
                    <a:pt x="7251" y="29231"/>
                  </a:cubicBezTo>
                  <a:cubicBezTo>
                    <a:pt x="7251" y="27445"/>
                    <a:pt x="8692" y="25992"/>
                    <a:pt x="10478" y="25992"/>
                  </a:cubicBezTo>
                  <a:close/>
                  <a:moveTo>
                    <a:pt x="21419" y="27766"/>
                  </a:moveTo>
                  <a:cubicBezTo>
                    <a:pt x="22908" y="27766"/>
                    <a:pt x="24170" y="28778"/>
                    <a:pt x="24539" y="30159"/>
                  </a:cubicBezTo>
                  <a:cubicBezTo>
                    <a:pt x="24610" y="30421"/>
                    <a:pt x="24658" y="30707"/>
                    <a:pt x="24658" y="31005"/>
                  </a:cubicBezTo>
                  <a:cubicBezTo>
                    <a:pt x="24658" y="32791"/>
                    <a:pt x="23205" y="34231"/>
                    <a:pt x="21419" y="34231"/>
                  </a:cubicBezTo>
                  <a:cubicBezTo>
                    <a:pt x="19634" y="34231"/>
                    <a:pt x="18193" y="32791"/>
                    <a:pt x="18193" y="31005"/>
                  </a:cubicBezTo>
                  <a:cubicBezTo>
                    <a:pt x="18193" y="30433"/>
                    <a:pt x="18336" y="29909"/>
                    <a:pt x="18586" y="29445"/>
                  </a:cubicBezTo>
                  <a:cubicBezTo>
                    <a:pt x="19145" y="28445"/>
                    <a:pt x="20205" y="27766"/>
                    <a:pt x="21419" y="27766"/>
                  </a:cubicBezTo>
                  <a:close/>
                  <a:moveTo>
                    <a:pt x="34790" y="1"/>
                  </a:moveTo>
                  <a:cubicBezTo>
                    <a:pt x="33421" y="1"/>
                    <a:pt x="32111" y="299"/>
                    <a:pt x="30968" y="953"/>
                  </a:cubicBezTo>
                  <a:cubicBezTo>
                    <a:pt x="29242" y="1930"/>
                    <a:pt x="28016" y="3466"/>
                    <a:pt x="26706" y="5097"/>
                  </a:cubicBezTo>
                  <a:cubicBezTo>
                    <a:pt x="25718" y="6347"/>
                    <a:pt x="24682" y="7645"/>
                    <a:pt x="23420" y="8645"/>
                  </a:cubicBezTo>
                  <a:cubicBezTo>
                    <a:pt x="20717" y="10776"/>
                    <a:pt x="17240" y="11407"/>
                    <a:pt x="13871" y="12026"/>
                  </a:cubicBezTo>
                  <a:cubicBezTo>
                    <a:pt x="10728" y="12598"/>
                    <a:pt x="7465" y="13193"/>
                    <a:pt x="4894" y="15015"/>
                  </a:cubicBezTo>
                  <a:cubicBezTo>
                    <a:pt x="4060" y="15610"/>
                    <a:pt x="3334" y="16336"/>
                    <a:pt x="2715" y="17158"/>
                  </a:cubicBezTo>
                  <a:cubicBezTo>
                    <a:pt x="1607" y="18634"/>
                    <a:pt x="869" y="20432"/>
                    <a:pt x="548" y="22456"/>
                  </a:cubicBezTo>
                  <a:cubicBezTo>
                    <a:pt x="0" y="26040"/>
                    <a:pt x="905" y="29826"/>
                    <a:pt x="2977" y="32576"/>
                  </a:cubicBezTo>
                  <a:cubicBezTo>
                    <a:pt x="6046" y="36643"/>
                    <a:pt x="11496" y="39032"/>
                    <a:pt x="17231" y="39032"/>
                  </a:cubicBezTo>
                  <a:cubicBezTo>
                    <a:pt x="18415" y="39032"/>
                    <a:pt x="19611" y="38930"/>
                    <a:pt x="20800" y="38720"/>
                  </a:cubicBezTo>
                  <a:cubicBezTo>
                    <a:pt x="27361" y="37565"/>
                    <a:pt x="36457" y="31183"/>
                    <a:pt x="41541" y="23349"/>
                  </a:cubicBezTo>
                  <a:cubicBezTo>
                    <a:pt x="42625" y="21670"/>
                    <a:pt x="43517" y="19932"/>
                    <a:pt x="44184" y="18170"/>
                  </a:cubicBezTo>
                  <a:cubicBezTo>
                    <a:pt x="46232" y="12622"/>
                    <a:pt x="45553" y="7561"/>
                    <a:pt x="42232" y="3501"/>
                  </a:cubicBezTo>
                  <a:cubicBezTo>
                    <a:pt x="41303" y="2382"/>
                    <a:pt x="40136" y="1501"/>
                    <a:pt x="38838" y="906"/>
                  </a:cubicBezTo>
                  <a:cubicBezTo>
                    <a:pt x="37552" y="311"/>
                    <a:pt x="36148" y="1"/>
                    <a:pt x="347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rot="-868690">
              <a:off x="1587293" y="2448374"/>
              <a:ext cx="1168873" cy="1002081"/>
            </a:xfrm>
            <a:custGeom>
              <a:rect b="b" l="l" r="r" t="t"/>
              <a:pathLst>
                <a:path extrusionOk="0" h="40085" w="46757">
                  <a:moveTo>
                    <a:pt x="35302" y="544"/>
                  </a:moveTo>
                  <a:cubicBezTo>
                    <a:pt x="36660" y="544"/>
                    <a:pt x="38076" y="854"/>
                    <a:pt x="39362" y="1449"/>
                  </a:cubicBezTo>
                  <a:cubicBezTo>
                    <a:pt x="40648" y="2044"/>
                    <a:pt x="41827" y="2925"/>
                    <a:pt x="42756" y="4044"/>
                  </a:cubicBezTo>
                  <a:cubicBezTo>
                    <a:pt x="46077" y="8104"/>
                    <a:pt x="46756" y="13176"/>
                    <a:pt x="44696" y="18713"/>
                  </a:cubicBezTo>
                  <a:lnTo>
                    <a:pt x="44708" y="18713"/>
                  </a:lnTo>
                  <a:cubicBezTo>
                    <a:pt x="40970" y="28774"/>
                    <a:pt x="29290" y="37858"/>
                    <a:pt x="21324" y="39263"/>
                  </a:cubicBezTo>
                  <a:cubicBezTo>
                    <a:pt x="20135" y="39473"/>
                    <a:pt x="18939" y="39575"/>
                    <a:pt x="17755" y="39575"/>
                  </a:cubicBezTo>
                  <a:cubicBezTo>
                    <a:pt x="12020" y="39575"/>
                    <a:pt x="6570" y="37186"/>
                    <a:pt x="3501" y="33119"/>
                  </a:cubicBezTo>
                  <a:cubicBezTo>
                    <a:pt x="1429" y="30369"/>
                    <a:pt x="524" y="26595"/>
                    <a:pt x="1072" y="22999"/>
                  </a:cubicBezTo>
                  <a:cubicBezTo>
                    <a:pt x="1560" y="19844"/>
                    <a:pt x="3108" y="17201"/>
                    <a:pt x="5418" y="15558"/>
                  </a:cubicBezTo>
                  <a:cubicBezTo>
                    <a:pt x="7989" y="13736"/>
                    <a:pt x="11252" y="13141"/>
                    <a:pt x="14395" y="12569"/>
                  </a:cubicBezTo>
                  <a:cubicBezTo>
                    <a:pt x="17764" y="11950"/>
                    <a:pt x="21241" y="11319"/>
                    <a:pt x="23944" y="9188"/>
                  </a:cubicBezTo>
                  <a:cubicBezTo>
                    <a:pt x="25206" y="8188"/>
                    <a:pt x="26242" y="6890"/>
                    <a:pt x="27230" y="5652"/>
                  </a:cubicBezTo>
                  <a:cubicBezTo>
                    <a:pt x="28540" y="4009"/>
                    <a:pt x="29766" y="2473"/>
                    <a:pt x="31492" y="1496"/>
                  </a:cubicBezTo>
                  <a:cubicBezTo>
                    <a:pt x="32635" y="842"/>
                    <a:pt x="33957" y="544"/>
                    <a:pt x="35302" y="544"/>
                  </a:cubicBezTo>
                  <a:close/>
                  <a:moveTo>
                    <a:pt x="35350" y="0"/>
                  </a:moveTo>
                  <a:cubicBezTo>
                    <a:pt x="33905" y="0"/>
                    <a:pt x="32488" y="337"/>
                    <a:pt x="31242" y="1044"/>
                  </a:cubicBezTo>
                  <a:cubicBezTo>
                    <a:pt x="29421" y="2080"/>
                    <a:pt x="28111" y="3723"/>
                    <a:pt x="26837" y="5330"/>
                  </a:cubicBezTo>
                  <a:cubicBezTo>
                    <a:pt x="25861" y="6557"/>
                    <a:pt x="24849" y="7819"/>
                    <a:pt x="23622" y="8783"/>
                  </a:cubicBezTo>
                  <a:cubicBezTo>
                    <a:pt x="21027" y="10843"/>
                    <a:pt x="17610" y="11462"/>
                    <a:pt x="14300" y="12069"/>
                  </a:cubicBezTo>
                  <a:cubicBezTo>
                    <a:pt x="11097" y="12641"/>
                    <a:pt x="7787" y="13248"/>
                    <a:pt x="5132" y="15141"/>
                  </a:cubicBezTo>
                  <a:cubicBezTo>
                    <a:pt x="2691" y="16867"/>
                    <a:pt x="1084" y="19630"/>
                    <a:pt x="572" y="22916"/>
                  </a:cubicBezTo>
                  <a:cubicBezTo>
                    <a:pt x="0" y="26642"/>
                    <a:pt x="941" y="30571"/>
                    <a:pt x="3096" y="33429"/>
                  </a:cubicBezTo>
                  <a:cubicBezTo>
                    <a:pt x="6263" y="37620"/>
                    <a:pt x="11859" y="40085"/>
                    <a:pt x="17764" y="40085"/>
                  </a:cubicBezTo>
                  <a:cubicBezTo>
                    <a:pt x="18979" y="40085"/>
                    <a:pt x="20205" y="39977"/>
                    <a:pt x="21420" y="39763"/>
                  </a:cubicBezTo>
                  <a:cubicBezTo>
                    <a:pt x="29516" y="38334"/>
                    <a:pt x="41398" y="29107"/>
                    <a:pt x="45184" y="18891"/>
                  </a:cubicBezTo>
                  <a:cubicBezTo>
                    <a:pt x="45982" y="16736"/>
                    <a:pt x="46387" y="14641"/>
                    <a:pt x="46387" y="12653"/>
                  </a:cubicBezTo>
                  <a:cubicBezTo>
                    <a:pt x="46387" y="9366"/>
                    <a:pt x="45304" y="6342"/>
                    <a:pt x="43160" y="3723"/>
                  </a:cubicBezTo>
                  <a:lnTo>
                    <a:pt x="43149" y="3723"/>
                  </a:lnTo>
                  <a:cubicBezTo>
                    <a:pt x="41186" y="1325"/>
                    <a:pt x="38213" y="0"/>
                    <a:pt x="3535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rot="-868690">
              <a:off x="2358586" y="2505231"/>
              <a:ext cx="161643" cy="161643"/>
            </a:xfrm>
            <a:custGeom>
              <a:rect b="b" l="l" r="r" t="t"/>
              <a:pathLst>
                <a:path extrusionOk="0" h="6466" w="6466">
                  <a:moveTo>
                    <a:pt x="3239" y="1"/>
                  </a:moveTo>
                  <a:cubicBezTo>
                    <a:pt x="1453" y="1"/>
                    <a:pt x="0" y="1453"/>
                    <a:pt x="0" y="3227"/>
                  </a:cubicBezTo>
                  <a:cubicBezTo>
                    <a:pt x="0" y="5013"/>
                    <a:pt x="1453" y="6466"/>
                    <a:pt x="3239" y="6466"/>
                  </a:cubicBezTo>
                  <a:cubicBezTo>
                    <a:pt x="5025" y="6466"/>
                    <a:pt x="6465" y="5013"/>
                    <a:pt x="6465" y="3227"/>
                  </a:cubicBezTo>
                  <a:cubicBezTo>
                    <a:pt x="6465" y="1441"/>
                    <a:pt x="5025" y="1"/>
                    <a:pt x="32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rot="-868690">
              <a:off x="2419530" y="2741254"/>
              <a:ext cx="161643" cy="161643"/>
            </a:xfrm>
            <a:custGeom>
              <a:rect b="b" l="l" r="r" t="t"/>
              <a:pathLst>
                <a:path extrusionOk="0" h="6466" w="6466">
                  <a:moveTo>
                    <a:pt x="3239" y="1"/>
                  </a:moveTo>
                  <a:cubicBezTo>
                    <a:pt x="1453" y="1"/>
                    <a:pt x="0" y="1441"/>
                    <a:pt x="0" y="3227"/>
                  </a:cubicBezTo>
                  <a:cubicBezTo>
                    <a:pt x="0" y="5013"/>
                    <a:pt x="1453" y="6466"/>
                    <a:pt x="3239" y="6466"/>
                  </a:cubicBezTo>
                  <a:cubicBezTo>
                    <a:pt x="5025" y="6466"/>
                    <a:pt x="6465" y="5013"/>
                    <a:pt x="6465" y="3227"/>
                  </a:cubicBezTo>
                  <a:cubicBezTo>
                    <a:pt x="6465" y="1441"/>
                    <a:pt x="5025" y="1"/>
                    <a:pt x="323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rot="-868690">
              <a:off x="2301735" y="2967196"/>
              <a:ext cx="161643" cy="161643"/>
            </a:xfrm>
            <a:custGeom>
              <a:rect b="b" l="l" r="r" t="t"/>
              <a:pathLst>
                <a:path extrusionOk="0" h="6466" w="6466">
                  <a:moveTo>
                    <a:pt x="3239" y="0"/>
                  </a:moveTo>
                  <a:cubicBezTo>
                    <a:pt x="1453" y="0"/>
                    <a:pt x="0" y="1441"/>
                    <a:pt x="0" y="3227"/>
                  </a:cubicBezTo>
                  <a:cubicBezTo>
                    <a:pt x="0" y="5013"/>
                    <a:pt x="1453" y="6465"/>
                    <a:pt x="3239" y="6465"/>
                  </a:cubicBezTo>
                  <a:cubicBezTo>
                    <a:pt x="5025" y="6465"/>
                    <a:pt x="6465" y="5013"/>
                    <a:pt x="6465" y="3227"/>
                  </a:cubicBezTo>
                  <a:cubicBezTo>
                    <a:pt x="6465" y="1441"/>
                    <a:pt x="5025" y="0"/>
                    <a:pt x="323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rot="-868690">
              <a:off x="2128179" y="3155872"/>
              <a:ext cx="161643" cy="161643"/>
            </a:xfrm>
            <a:custGeom>
              <a:rect b="b" l="l" r="r" t="t"/>
              <a:pathLst>
                <a:path extrusionOk="0" h="6466" w="6466">
                  <a:moveTo>
                    <a:pt x="3227" y="0"/>
                  </a:moveTo>
                  <a:cubicBezTo>
                    <a:pt x="1442" y="0"/>
                    <a:pt x="1" y="1453"/>
                    <a:pt x="1" y="3239"/>
                  </a:cubicBezTo>
                  <a:cubicBezTo>
                    <a:pt x="1" y="5025"/>
                    <a:pt x="1442" y="6465"/>
                    <a:pt x="3227" y="6465"/>
                  </a:cubicBezTo>
                  <a:cubicBezTo>
                    <a:pt x="5013" y="6465"/>
                    <a:pt x="6466" y="5025"/>
                    <a:pt x="6466" y="3239"/>
                  </a:cubicBezTo>
                  <a:cubicBezTo>
                    <a:pt x="6466" y="1453"/>
                    <a:pt x="5013" y="0"/>
                    <a:pt x="32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rot="-868690">
              <a:off x="1852265" y="3181314"/>
              <a:ext cx="161643" cy="161643"/>
            </a:xfrm>
            <a:custGeom>
              <a:rect b="b" l="l" r="r" t="t"/>
              <a:pathLst>
                <a:path extrusionOk="0" h="6466" w="6466">
                  <a:moveTo>
                    <a:pt x="3227" y="0"/>
                  </a:moveTo>
                  <a:cubicBezTo>
                    <a:pt x="1441" y="0"/>
                    <a:pt x="0" y="1453"/>
                    <a:pt x="0" y="3239"/>
                  </a:cubicBezTo>
                  <a:cubicBezTo>
                    <a:pt x="0" y="5013"/>
                    <a:pt x="1441" y="6465"/>
                    <a:pt x="3227" y="6465"/>
                  </a:cubicBezTo>
                  <a:cubicBezTo>
                    <a:pt x="5013" y="6465"/>
                    <a:pt x="6465" y="5025"/>
                    <a:pt x="6465" y="3239"/>
                  </a:cubicBezTo>
                  <a:cubicBezTo>
                    <a:pt x="6465" y="1453"/>
                    <a:pt x="5013" y="0"/>
                    <a:pt x="322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rot="-868690">
              <a:off x="1814195" y="2771329"/>
              <a:ext cx="519127" cy="305761"/>
            </a:xfrm>
            <a:custGeom>
              <a:rect b="b" l="l" r="r" t="t"/>
              <a:pathLst>
                <a:path extrusionOk="0" h="12231" w="20766">
                  <a:moveTo>
                    <a:pt x="17842" y="1"/>
                  </a:moveTo>
                  <a:cubicBezTo>
                    <a:pt x="17131" y="1"/>
                    <a:pt x="16414" y="266"/>
                    <a:pt x="15800" y="634"/>
                  </a:cubicBezTo>
                  <a:cubicBezTo>
                    <a:pt x="14967" y="1146"/>
                    <a:pt x="14265" y="1836"/>
                    <a:pt x="13491" y="2420"/>
                  </a:cubicBezTo>
                  <a:cubicBezTo>
                    <a:pt x="11800" y="3694"/>
                    <a:pt x="9740" y="4480"/>
                    <a:pt x="7633" y="4634"/>
                  </a:cubicBezTo>
                  <a:cubicBezTo>
                    <a:pt x="5216" y="4825"/>
                    <a:pt x="1" y="4611"/>
                    <a:pt x="2132" y="8313"/>
                  </a:cubicBezTo>
                  <a:cubicBezTo>
                    <a:pt x="3598" y="10874"/>
                    <a:pt x="7767" y="12231"/>
                    <a:pt x="10771" y="12231"/>
                  </a:cubicBezTo>
                  <a:cubicBezTo>
                    <a:pt x="11133" y="12231"/>
                    <a:pt x="11478" y="12211"/>
                    <a:pt x="11800" y="12171"/>
                  </a:cubicBezTo>
                  <a:cubicBezTo>
                    <a:pt x="15503" y="11707"/>
                    <a:pt x="18848" y="9075"/>
                    <a:pt x="20158" y="5599"/>
                  </a:cubicBezTo>
                  <a:cubicBezTo>
                    <a:pt x="20539" y="4599"/>
                    <a:pt x="20765" y="3503"/>
                    <a:pt x="20551" y="2456"/>
                  </a:cubicBezTo>
                  <a:cubicBezTo>
                    <a:pt x="20337" y="1408"/>
                    <a:pt x="19622" y="432"/>
                    <a:pt x="18598" y="110"/>
                  </a:cubicBezTo>
                  <a:cubicBezTo>
                    <a:pt x="18350" y="35"/>
                    <a:pt x="18097" y="1"/>
                    <a:pt x="178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 name="Google Shape;366;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367" name="Shape 367"/>
        <p:cNvGrpSpPr/>
        <p:nvPr/>
      </p:nvGrpSpPr>
      <p:grpSpPr>
        <a:xfrm>
          <a:off x="0" y="0"/>
          <a:ext cx="0" cy="0"/>
          <a:chOff x="0" y="0"/>
          <a:chExt cx="0" cy="0"/>
        </a:xfrm>
      </p:grpSpPr>
      <p:grpSp>
        <p:nvGrpSpPr>
          <p:cNvPr id="368" name="Google Shape;368;p14"/>
          <p:cNvGrpSpPr/>
          <p:nvPr/>
        </p:nvGrpSpPr>
        <p:grpSpPr>
          <a:xfrm flipH="1">
            <a:off x="-21876" y="-14584"/>
            <a:ext cx="4408525" cy="5186183"/>
            <a:chOff x="4735525" y="0"/>
            <a:chExt cx="4408525" cy="5186183"/>
          </a:xfrm>
        </p:grpSpPr>
        <p:sp>
          <p:nvSpPr>
            <p:cNvPr id="369" name="Google Shape;369;p14"/>
            <p:cNvSpPr/>
            <p:nvPr/>
          </p:nvSpPr>
          <p:spPr>
            <a:xfrm>
              <a:off x="4735525" y="0"/>
              <a:ext cx="4408310" cy="5186183"/>
            </a:xfrm>
            <a:custGeom>
              <a:rect b="b" l="l" r="r" t="t"/>
              <a:pathLst>
                <a:path extrusionOk="0" h="206518" w="139625">
                  <a:moveTo>
                    <a:pt x="0" y="0"/>
                  </a:moveTo>
                  <a:lnTo>
                    <a:pt x="139625" y="389"/>
                  </a:lnTo>
                  <a:lnTo>
                    <a:pt x="139236" y="206518"/>
                  </a:lnTo>
                  <a:lnTo>
                    <a:pt x="71546" y="205778"/>
                  </a:lnTo>
                  <a:close/>
                </a:path>
              </a:pathLst>
            </a:custGeom>
            <a:solidFill>
              <a:schemeClr val="accent1"/>
            </a:solidFill>
            <a:ln>
              <a:noFill/>
            </a:ln>
          </p:spPr>
        </p:sp>
        <p:grpSp>
          <p:nvGrpSpPr>
            <p:cNvPr id="370" name="Google Shape;370;p14"/>
            <p:cNvGrpSpPr/>
            <p:nvPr/>
          </p:nvGrpSpPr>
          <p:grpSpPr>
            <a:xfrm>
              <a:off x="4790750" y="0"/>
              <a:ext cx="4353300" cy="5148000"/>
              <a:chOff x="4790750" y="0"/>
              <a:chExt cx="4353300" cy="5148000"/>
            </a:xfrm>
          </p:grpSpPr>
          <p:cxnSp>
            <p:nvCxnSpPr>
              <p:cNvPr id="371" name="Google Shape;371;p14"/>
              <p:cNvCxnSpPr/>
              <p:nvPr/>
            </p:nvCxnSpPr>
            <p:spPr>
              <a:xfrm>
                <a:off x="5272025" y="1209275"/>
                <a:ext cx="3871800" cy="0"/>
              </a:xfrm>
              <a:prstGeom prst="straightConnector1">
                <a:avLst/>
              </a:prstGeom>
              <a:noFill/>
              <a:ln cap="rnd" cmpd="sng" w="19050">
                <a:solidFill>
                  <a:schemeClr val="accent2"/>
                </a:solidFill>
                <a:prstDash val="solid"/>
                <a:round/>
                <a:headEnd len="med" w="med" type="none"/>
                <a:tailEnd len="med" w="med" type="none"/>
              </a:ln>
            </p:spPr>
          </p:cxnSp>
          <p:cxnSp>
            <p:nvCxnSpPr>
              <p:cNvPr id="372" name="Google Shape;372;p14"/>
              <p:cNvCxnSpPr/>
              <p:nvPr/>
            </p:nvCxnSpPr>
            <p:spPr>
              <a:xfrm>
                <a:off x="5527225" y="1754250"/>
                <a:ext cx="3614400" cy="0"/>
              </a:xfrm>
              <a:prstGeom prst="straightConnector1">
                <a:avLst/>
              </a:prstGeom>
              <a:noFill/>
              <a:ln cap="rnd" cmpd="sng" w="19050">
                <a:solidFill>
                  <a:schemeClr val="accent2"/>
                </a:solidFill>
                <a:prstDash val="solid"/>
                <a:round/>
                <a:headEnd len="med" w="med" type="none"/>
                <a:tailEnd len="med" w="med" type="none"/>
              </a:ln>
            </p:spPr>
          </p:cxnSp>
          <p:cxnSp>
            <p:nvCxnSpPr>
              <p:cNvPr id="373" name="Google Shape;373;p14"/>
              <p:cNvCxnSpPr/>
              <p:nvPr/>
            </p:nvCxnSpPr>
            <p:spPr>
              <a:xfrm>
                <a:off x="5753275" y="2299225"/>
                <a:ext cx="3388500" cy="0"/>
              </a:xfrm>
              <a:prstGeom prst="straightConnector1">
                <a:avLst/>
              </a:prstGeom>
              <a:noFill/>
              <a:ln cap="rnd" cmpd="sng" w="19050">
                <a:solidFill>
                  <a:schemeClr val="accent2"/>
                </a:solidFill>
                <a:prstDash val="solid"/>
                <a:round/>
                <a:headEnd len="med" w="med" type="none"/>
                <a:tailEnd len="med" w="med" type="none"/>
              </a:ln>
            </p:spPr>
          </p:cxnSp>
          <p:cxnSp>
            <p:nvCxnSpPr>
              <p:cNvPr id="374" name="Google Shape;374;p14"/>
              <p:cNvCxnSpPr/>
              <p:nvPr/>
            </p:nvCxnSpPr>
            <p:spPr>
              <a:xfrm>
                <a:off x="5986625" y="2844200"/>
                <a:ext cx="3155400" cy="0"/>
              </a:xfrm>
              <a:prstGeom prst="straightConnector1">
                <a:avLst/>
              </a:prstGeom>
              <a:noFill/>
              <a:ln cap="rnd" cmpd="sng" w="19050">
                <a:solidFill>
                  <a:schemeClr val="accent2"/>
                </a:solidFill>
                <a:prstDash val="solid"/>
                <a:round/>
                <a:headEnd len="med" w="med" type="none"/>
                <a:tailEnd len="med" w="med" type="none"/>
              </a:ln>
            </p:spPr>
          </p:cxnSp>
          <p:cxnSp>
            <p:nvCxnSpPr>
              <p:cNvPr id="375" name="Google Shape;375;p14"/>
              <p:cNvCxnSpPr/>
              <p:nvPr/>
            </p:nvCxnSpPr>
            <p:spPr>
              <a:xfrm>
                <a:off x="6227250" y="3389150"/>
                <a:ext cx="2914800" cy="0"/>
              </a:xfrm>
              <a:prstGeom prst="straightConnector1">
                <a:avLst/>
              </a:prstGeom>
              <a:noFill/>
              <a:ln cap="rnd" cmpd="sng" w="19050">
                <a:solidFill>
                  <a:schemeClr val="accent2"/>
                </a:solidFill>
                <a:prstDash val="solid"/>
                <a:round/>
                <a:headEnd len="med" w="med" type="none"/>
                <a:tailEnd len="med" w="med" type="none"/>
              </a:ln>
            </p:spPr>
          </p:cxnSp>
          <p:cxnSp>
            <p:nvCxnSpPr>
              <p:cNvPr id="376" name="Google Shape;376;p14"/>
              <p:cNvCxnSpPr/>
              <p:nvPr/>
            </p:nvCxnSpPr>
            <p:spPr>
              <a:xfrm>
                <a:off x="6482475" y="3934125"/>
                <a:ext cx="2659200" cy="0"/>
              </a:xfrm>
              <a:prstGeom prst="straightConnector1">
                <a:avLst/>
              </a:prstGeom>
              <a:noFill/>
              <a:ln cap="rnd" cmpd="sng" w="19050">
                <a:solidFill>
                  <a:schemeClr val="accent2"/>
                </a:solidFill>
                <a:prstDash val="solid"/>
                <a:round/>
                <a:headEnd len="med" w="med" type="none"/>
                <a:tailEnd len="med" w="med" type="none"/>
              </a:ln>
            </p:spPr>
          </p:cxnSp>
          <p:cxnSp>
            <p:nvCxnSpPr>
              <p:cNvPr id="377" name="Google Shape;377;p14"/>
              <p:cNvCxnSpPr/>
              <p:nvPr/>
            </p:nvCxnSpPr>
            <p:spPr>
              <a:xfrm>
                <a:off x="6715800" y="4479100"/>
                <a:ext cx="2426400" cy="0"/>
              </a:xfrm>
              <a:prstGeom prst="straightConnector1">
                <a:avLst/>
              </a:prstGeom>
              <a:noFill/>
              <a:ln cap="rnd" cmpd="sng" w="19050">
                <a:solidFill>
                  <a:schemeClr val="accent2"/>
                </a:solidFill>
                <a:prstDash val="solid"/>
                <a:round/>
                <a:headEnd len="med" w="med" type="none"/>
                <a:tailEnd len="med" w="med" type="none"/>
              </a:ln>
            </p:spPr>
          </p:cxnSp>
          <p:cxnSp>
            <p:nvCxnSpPr>
              <p:cNvPr id="378" name="Google Shape;378;p14"/>
              <p:cNvCxnSpPr/>
              <p:nvPr/>
            </p:nvCxnSpPr>
            <p:spPr>
              <a:xfrm>
                <a:off x="6941850" y="5031375"/>
                <a:ext cx="2175900" cy="0"/>
              </a:xfrm>
              <a:prstGeom prst="straightConnector1">
                <a:avLst/>
              </a:prstGeom>
              <a:noFill/>
              <a:ln cap="rnd" cmpd="sng" w="19050">
                <a:solidFill>
                  <a:schemeClr val="accent2"/>
                </a:solidFill>
                <a:prstDash val="solid"/>
                <a:round/>
                <a:headEnd len="med" w="med" type="none"/>
                <a:tailEnd len="med" w="med" type="none"/>
              </a:ln>
            </p:spPr>
          </p:cxnSp>
          <p:cxnSp>
            <p:nvCxnSpPr>
              <p:cNvPr id="379" name="Google Shape;379;p14"/>
              <p:cNvCxnSpPr/>
              <p:nvPr/>
            </p:nvCxnSpPr>
            <p:spPr>
              <a:xfrm>
                <a:off x="5038675" y="664300"/>
                <a:ext cx="4104900" cy="0"/>
              </a:xfrm>
              <a:prstGeom prst="straightConnector1">
                <a:avLst/>
              </a:prstGeom>
              <a:noFill/>
              <a:ln cap="rnd" cmpd="sng" w="19050">
                <a:solidFill>
                  <a:schemeClr val="accent2"/>
                </a:solidFill>
                <a:prstDash val="solid"/>
                <a:round/>
                <a:headEnd len="med" w="med" type="none"/>
                <a:tailEnd len="med" w="med" type="none"/>
              </a:ln>
            </p:spPr>
          </p:cxnSp>
          <p:cxnSp>
            <p:nvCxnSpPr>
              <p:cNvPr id="380" name="Google Shape;380;p14"/>
              <p:cNvCxnSpPr/>
              <p:nvPr/>
            </p:nvCxnSpPr>
            <p:spPr>
              <a:xfrm>
                <a:off x="4790750" y="119325"/>
                <a:ext cx="4353300" cy="0"/>
              </a:xfrm>
              <a:prstGeom prst="straightConnector1">
                <a:avLst/>
              </a:prstGeom>
              <a:noFill/>
              <a:ln cap="rnd" cmpd="sng" w="19050">
                <a:solidFill>
                  <a:schemeClr val="accent2"/>
                </a:solidFill>
                <a:prstDash val="solid"/>
                <a:round/>
                <a:headEnd len="med" w="med" type="none"/>
                <a:tailEnd len="med" w="med" type="none"/>
              </a:ln>
            </p:spPr>
          </p:cxnSp>
          <p:cxnSp>
            <p:nvCxnSpPr>
              <p:cNvPr id="381" name="Google Shape;381;p14"/>
              <p:cNvCxnSpPr/>
              <p:nvPr/>
            </p:nvCxnSpPr>
            <p:spPr>
              <a:xfrm rot="5400000">
                <a:off x="5305166" y="2571752"/>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382" name="Google Shape;382;p14"/>
              <p:cNvCxnSpPr/>
              <p:nvPr/>
            </p:nvCxnSpPr>
            <p:spPr>
              <a:xfrm>
                <a:off x="7331950" y="0"/>
                <a:ext cx="0" cy="5148000"/>
              </a:xfrm>
              <a:prstGeom prst="straightConnector1">
                <a:avLst/>
              </a:prstGeom>
              <a:noFill/>
              <a:ln cap="rnd" cmpd="sng" w="19050">
                <a:solidFill>
                  <a:schemeClr val="accent2"/>
                </a:solidFill>
                <a:prstDash val="solid"/>
                <a:round/>
                <a:headEnd len="med" w="med" type="none"/>
                <a:tailEnd len="med" w="med" type="none"/>
              </a:ln>
            </p:spPr>
          </p:cxnSp>
          <p:cxnSp>
            <p:nvCxnSpPr>
              <p:cNvPr id="383" name="Google Shape;383;p14"/>
              <p:cNvCxnSpPr/>
              <p:nvPr/>
            </p:nvCxnSpPr>
            <p:spPr>
              <a:xfrm>
                <a:off x="6786975" y="0"/>
                <a:ext cx="0" cy="4681500"/>
              </a:xfrm>
              <a:prstGeom prst="straightConnector1">
                <a:avLst/>
              </a:prstGeom>
              <a:noFill/>
              <a:ln cap="rnd" cmpd="sng" w="19050">
                <a:solidFill>
                  <a:schemeClr val="accent2"/>
                </a:solidFill>
                <a:prstDash val="solid"/>
                <a:round/>
                <a:headEnd len="med" w="med" type="none"/>
                <a:tailEnd len="med" w="med" type="none"/>
              </a:ln>
            </p:spPr>
          </p:cxnSp>
          <p:cxnSp>
            <p:nvCxnSpPr>
              <p:cNvPr id="384" name="Google Shape;384;p14"/>
              <p:cNvCxnSpPr/>
              <p:nvPr/>
            </p:nvCxnSpPr>
            <p:spPr>
              <a:xfrm rot="5400000">
                <a:off x="5850139" y="2571752"/>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385" name="Google Shape;385;p14"/>
              <p:cNvCxnSpPr/>
              <p:nvPr/>
            </p:nvCxnSpPr>
            <p:spPr>
              <a:xfrm rot="5400000">
                <a:off x="6395112" y="2571752"/>
                <a:ext cx="5143500" cy="0"/>
              </a:xfrm>
              <a:prstGeom prst="straightConnector1">
                <a:avLst/>
              </a:prstGeom>
              <a:noFill/>
              <a:ln cap="rnd" cmpd="sng" w="19050">
                <a:solidFill>
                  <a:schemeClr val="accent2"/>
                </a:solidFill>
                <a:prstDash val="solid"/>
                <a:round/>
                <a:headEnd len="med" w="med" type="none"/>
                <a:tailEnd len="med" w="med" type="none"/>
              </a:ln>
            </p:spPr>
          </p:cxnSp>
          <p:cxnSp>
            <p:nvCxnSpPr>
              <p:cNvPr id="386" name="Google Shape;386;p14"/>
              <p:cNvCxnSpPr/>
              <p:nvPr/>
            </p:nvCxnSpPr>
            <p:spPr>
              <a:xfrm>
                <a:off x="6242000" y="0"/>
                <a:ext cx="0" cy="3376200"/>
              </a:xfrm>
              <a:prstGeom prst="straightConnector1">
                <a:avLst/>
              </a:prstGeom>
              <a:noFill/>
              <a:ln cap="rnd" cmpd="sng" w="19050">
                <a:solidFill>
                  <a:schemeClr val="accent2"/>
                </a:solidFill>
                <a:prstDash val="solid"/>
                <a:round/>
                <a:headEnd len="med" w="med" type="none"/>
                <a:tailEnd len="med" w="med" type="none"/>
              </a:ln>
            </p:spPr>
          </p:cxnSp>
          <p:cxnSp>
            <p:nvCxnSpPr>
              <p:cNvPr id="387" name="Google Shape;387;p14"/>
              <p:cNvCxnSpPr/>
              <p:nvPr/>
            </p:nvCxnSpPr>
            <p:spPr>
              <a:xfrm>
                <a:off x="5697025" y="14575"/>
                <a:ext cx="0" cy="2203200"/>
              </a:xfrm>
              <a:prstGeom prst="straightConnector1">
                <a:avLst/>
              </a:prstGeom>
              <a:noFill/>
              <a:ln cap="rnd" cmpd="sng" w="19050">
                <a:solidFill>
                  <a:schemeClr val="accent2"/>
                </a:solidFill>
                <a:prstDash val="solid"/>
                <a:round/>
                <a:headEnd len="med" w="med" type="none"/>
                <a:tailEnd len="med" w="med" type="none"/>
              </a:ln>
            </p:spPr>
          </p:cxnSp>
          <p:cxnSp>
            <p:nvCxnSpPr>
              <p:cNvPr id="388" name="Google Shape;388;p14"/>
              <p:cNvCxnSpPr/>
              <p:nvPr/>
            </p:nvCxnSpPr>
            <p:spPr>
              <a:xfrm>
                <a:off x="5154663" y="0"/>
                <a:ext cx="0" cy="948000"/>
              </a:xfrm>
              <a:prstGeom prst="straightConnector1">
                <a:avLst/>
              </a:prstGeom>
              <a:noFill/>
              <a:ln cap="rnd" cmpd="sng" w="19050">
                <a:solidFill>
                  <a:schemeClr val="accent2"/>
                </a:solidFill>
                <a:prstDash val="solid"/>
                <a:round/>
                <a:headEnd len="med" w="med" type="none"/>
                <a:tailEnd len="med" w="med" type="none"/>
              </a:ln>
            </p:spPr>
          </p:cxnSp>
        </p:grpSp>
      </p:grpSp>
      <p:sp>
        <p:nvSpPr>
          <p:cNvPr id="389" name="Google Shape;389;p14"/>
          <p:cNvSpPr/>
          <p:nvPr/>
        </p:nvSpPr>
        <p:spPr>
          <a:xfrm rot="-5400000">
            <a:off x="7161450" y="3160950"/>
            <a:ext cx="1039200" cy="2925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4"/>
          <p:cNvSpPr/>
          <p:nvPr/>
        </p:nvSpPr>
        <p:spPr>
          <a:xfrm>
            <a:off x="6740775" y="4526400"/>
            <a:ext cx="2416250" cy="748975"/>
          </a:xfrm>
          <a:custGeom>
            <a:rect b="b" l="l" r="r" t="t"/>
            <a:pathLst>
              <a:path extrusionOk="0" h="29959" w="96650">
                <a:moveTo>
                  <a:pt x="0" y="29959"/>
                </a:moveTo>
                <a:cubicBezTo>
                  <a:pt x="0" y="22320"/>
                  <a:pt x="10207" y="12694"/>
                  <a:pt x="17454" y="15110"/>
                </a:cubicBezTo>
                <a:cubicBezTo>
                  <a:pt x="22045" y="16640"/>
                  <a:pt x="24001" y="27036"/>
                  <a:pt x="19799" y="29438"/>
                </a:cubicBezTo>
                <a:cubicBezTo>
                  <a:pt x="17983" y="30476"/>
                  <a:pt x="14970" y="26733"/>
                  <a:pt x="15631" y="24749"/>
                </a:cubicBezTo>
                <a:cubicBezTo>
                  <a:pt x="17378" y="19506"/>
                  <a:pt x="22111" y="14774"/>
                  <a:pt x="27354" y="13026"/>
                </a:cubicBezTo>
                <a:cubicBezTo>
                  <a:pt x="31269" y="11721"/>
                  <a:pt x="36680" y="11932"/>
                  <a:pt x="39598" y="14850"/>
                </a:cubicBezTo>
                <a:cubicBezTo>
                  <a:pt x="42928" y="18180"/>
                  <a:pt x="44068" y="25433"/>
                  <a:pt x="40900" y="28917"/>
                </a:cubicBezTo>
                <a:cubicBezTo>
                  <a:pt x="39341" y="30631"/>
                  <a:pt x="35086" y="29463"/>
                  <a:pt x="34127" y="27354"/>
                </a:cubicBezTo>
                <a:cubicBezTo>
                  <a:pt x="31850" y="22346"/>
                  <a:pt x="34742" y="15954"/>
                  <a:pt x="37514" y="11202"/>
                </a:cubicBezTo>
                <a:cubicBezTo>
                  <a:pt x="42260" y="3066"/>
                  <a:pt x="55601" y="-1153"/>
                  <a:pt x="64346" y="2345"/>
                </a:cubicBezTo>
                <a:cubicBezTo>
                  <a:pt x="68930" y="4179"/>
                  <a:pt x="72191" y="9676"/>
                  <a:pt x="72683" y="14589"/>
                </a:cubicBezTo>
                <a:cubicBezTo>
                  <a:pt x="73007" y="17828"/>
                  <a:pt x="69087" y="22329"/>
                  <a:pt x="65910" y="21623"/>
                </a:cubicBezTo>
                <a:cubicBezTo>
                  <a:pt x="60897" y="20509"/>
                  <a:pt x="63135" y="9688"/>
                  <a:pt x="66952" y="6253"/>
                </a:cubicBezTo>
                <a:cubicBezTo>
                  <a:pt x="72264" y="1473"/>
                  <a:pt x="82824" y="-146"/>
                  <a:pt x="88314" y="4429"/>
                </a:cubicBezTo>
                <a:cubicBezTo>
                  <a:pt x="90970" y="6642"/>
                  <a:pt x="93735" y="10496"/>
                  <a:pt x="92742" y="13808"/>
                </a:cubicBezTo>
                <a:cubicBezTo>
                  <a:pt x="92071" y="16047"/>
                  <a:pt x="88076" y="17848"/>
                  <a:pt x="86230" y="16413"/>
                </a:cubicBezTo>
                <a:cubicBezTo>
                  <a:pt x="81114" y="12436"/>
                  <a:pt x="90170" y="0"/>
                  <a:pt x="96650" y="0"/>
                </a:cubicBezTo>
              </a:path>
            </a:pathLst>
          </a:custGeom>
          <a:noFill/>
          <a:ln cap="flat" cmpd="sng" w="19050">
            <a:solidFill>
              <a:schemeClr val="lt2"/>
            </a:solidFill>
            <a:prstDash val="solid"/>
            <a:round/>
            <a:headEnd len="med" w="med" type="none"/>
            <a:tailEnd len="med" w="med" type="none"/>
          </a:ln>
        </p:spPr>
      </p:sp>
      <p:sp>
        <p:nvSpPr>
          <p:cNvPr id="391" name="Google Shape;391;p14"/>
          <p:cNvSpPr txBox="1"/>
          <p:nvPr>
            <p:ph type="title"/>
          </p:nvPr>
        </p:nvSpPr>
        <p:spPr>
          <a:xfrm>
            <a:off x="3538025" y="3041950"/>
            <a:ext cx="4481400" cy="5667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5000"/>
              <a:buNone/>
              <a:defRPr sz="24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392" name="Google Shape;392;p14"/>
          <p:cNvSpPr txBox="1"/>
          <p:nvPr>
            <p:ph idx="2" type="title"/>
          </p:nvPr>
        </p:nvSpPr>
        <p:spPr>
          <a:xfrm>
            <a:off x="3538025" y="1743275"/>
            <a:ext cx="4481400" cy="1089300"/>
          </a:xfrm>
          <a:prstGeom prst="rect">
            <a:avLst/>
          </a:prstGeom>
          <a:noFill/>
        </p:spPr>
        <p:txBody>
          <a:bodyPr anchorCtr="0" anchor="b" bIns="91425" lIns="91425" spcFirstLastPara="1" rIns="91425" wrap="square" tIns="91425">
            <a:noAutofit/>
          </a:bodyPr>
          <a:lstStyle>
            <a:lvl1pPr lvl="0" rtl="0" algn="r">
              <a:spcBef>
                <a:spcPts val="0"/>
              </a:spcBef>
              <a:spcAft>
                <a:spcPts val="0"/>
              </a:spcAft>
              <a:buSzPts val="5000"/>
              <a:buFont typeface="League Spartan"/>
              <a:buNone/>
              <a:defRPr b="0" sz="2000">
                <a:latin typeface="Actor"/>
                <a:ea typeface="Actor"/>
                <a:cs typeface="Actor"/>
                <a:sym typeface="Actor"/>
              </a:defRPr>
            </a:lvl1pPr>
            <a:lvl2pPr lvl="1" rtl="0" algn="ctr">
              <a:spcBef>
                <a:spcPts val="0"/>
              </a:spcBef>
              <a:spcAft>
                <a:spcPts val="0"/>
              </a:spcAft>
              <a:buSzPts val="5000"/>
              <a:buFont typeface="League Spartan"/>
              <a:buNone/>
              <a:defRPr sz="5000">
                <a:latin typeface="League Spartan"/>
                <a:ea typeface="League Spartan"/>
                <a:cs typeface="League Spartan"/>
                <a:sym typeface="League Spartan"/>
              </a:defRPr>
            </a:lvl2pPr>
            <a:lvl3pPr lvl="2" rtl="0" algn="ctr">
              <a:spcBef>
                <a:spcPts val="0"/>
              </a:spcBef>
              <a:spcAft>
                <a:spcPts val="0"/>
              </a:spcAft>
              <a:buSzPts val="5000"/>
              <a:buFont typeface="League Spartan"/>
              <a:buNone/>
              <a:defRPr sz="5000">
                <a:latin typeface="League Spartan"/>
                <a:ea typeface="League Spartan"/>
                <a:cs typeface="League Spartan"/>
                <a:sym typeface="League Spartan"/>
              </a:defRPr>
            </a:lvl3pPr>
            <a:lvl4pPr lvl="3" rtl="0" algn="ctr">
              <a:spcBef>
                <a:spcPts val="0"/>
              </a:spcBef>
              <a:spcAft>
                <a:spcPts val="0"/>
              </a:spcAft>
              <a:buSzPts val="5000"/>
              <a:buFont typeface="League Spartan"/>
              <a:buNone/>
              <a:defRPr sz="5000">
                <a:latin typeface="League Spartan"/>
                <a:ea typeface="League Spartan"/>
                <a:cs typeface="League Spartan"/>
                <a:sym typeface="League Spartan"/>
              </a:defRPr>
            </a:lvl4pPr>
            <a:lvl5pPr lvl="4" rtl="0" algn="ctr">
              <a:spcBef>
                <a:spcPts val="0"/>
              </a:spcBef>
              <a:spcAft>
                <a:spcPts val="0"/>
              </a:spcAft>
              <a:buSzPts val="5000"/>
              <a:buFont typeface="League Spartan"/>
              <a:buNone/>
              <a:defRPr sz="5000">
                <a:latin typeface="League Spartan"/>
                <a:ea typeface="League Spartan"/>
                <a:cs typeface="League Spartan"/>
                <a:sym typeface="League Spartan"/>
              </a:defRPr>
            </a:lvl5pPr>
            <a:lvl6pPr lvl="5" rtl="0" algn="ctr">
              <a:spcBef>
                <a:spcPts val="0"/>
              </a:spcBef>
              <a:spcAft>
                <a:spcPts val="0"/>
              </a:spcAft>
              <a:buSzPts val="5000"/>
              <a:buFont typeface="League Spartan"/>
              <a:buNone/>
              <a:defRPr sz="5000">
                <a:latin typeface="League Spartan"/>
                <a:ea typeface="League Spartan"/>
                <a:cs typeface="League Spartan"/>
                <a:sym typeface="League Spartan"/>
              </a:defRPr>
            </a:lvl6pPr>
            <a:lvl7pPr lvl="6" rtl="0" algn="ctr">
              <a:spcBef>
                <a:spcPts val="0"/>
              </a:spcBef>
              <a:spcAft>
                <a:spcPts val="0"/>
              </a:spcAft>
              <a:buSzPts val="5000"/>
              <a:buFont typeface="League Spartan"/>
              <a:buNone/>
              <a:defRPr sz="5000">
                <a:latin typeface="League Spartan"/>
                <a:ea typeface="League Spartan"/>
                <a:cs typeface="League Spartan"/>
                <a:sym typeface="League Spartan"/>
              </a:defRPr>
            </a:lvl7pPr>
            <a:lvl8pPr lvl="7" rtl="0" algn="ctr">
              <a:spcBef>
                <a:spcPts val="0"/>
              </a:spcBef>
              <a:spcAft>
                <a:spcPts val="0"/>
              </a:spcAft>
              <a:buSzPts val="5000"/>
              <a:buFont typeface="League Spartan"/>
              <a:buNone/>
              <a:defRPr sz="5000">
                <a:latin typeface="League Spartan"/>
                <a:ea typeface="League Spartan"/>
                <a:cs typeface="League Spartan"/>
                <a:sym typeface="League Spartan"/>
              </a:defRPr>
            </a:lvl8pPr>
            <a:lvl9pPr lvl="8" rtl="0" algn="ctr">
              <a:spcBef>
                <a:spcPts val="0"/>
              </a:spcBef>
              <a:spcAft>
                <a:spcPts val="0"/>
              </a:spcAft>
              <a:buSzPts val="5000"/>
              <a:buFont typeface="League Spartan"/>
              <a:buNone/>
              <a:defRPr sz="5000">
                <a:latin typeface="League Spartan"/>
                <a:ea typeface="League Spartan"/>
                <a:cs typeface="League Spartan"/>
                <a:sym typeface="League Spartan"/>
              </a:defRPr>
            </a:lvl9pPr>
          </a:lstStyle>
          <a:p/>
        </p:txBody>
      </p:sp>
      <p:grpSp>
        <p:nvGrpSpPr>
          <p:cNvPr id="393" name="Google Shape;393;p14"/>
          <p:cNvGrpSpPr/>
          <p:nvPr/>
        </p:nvGrpSpPr>
        <p:grpSpPr>
          <a:xfrm rot="-5400000">
            <a:off x="3502000" y="4009951"/>
            <a:ext cx="1074446" cy="1192633"/>
            <a:chOff x="777100" y="158663"/>
            <a:chExt cx="707850" cy="785712"/>
          </a:xfrm>
        </p:grpSpPr>
        <p:cxnSp>
          <p:nvCxnSpPr>
            <p:cNvPr id="394" name="Google Shape;394;p14"/>
            <p:cNvCxnSpPr/>
            <p:nvPr/>
          </p:nvCxnSpPr>
          <p:spPr>
            <a:xfrm flipH="1" rot="10800000">
              <a:off x="777100" y="158675"/>
              <a:ext cx="416700" cy="482100"/>
            </a:xfrm>
            <a:prstGeom prst="straightConnector1">
              <a:avLst/>
            </a:prstGeom>
            <a:noFill/>
            <a:ln cap="flat" cmpd="sng" w="19050">
              <a:solidFill>
                <a:schemeClr val="lt2"/>
              </a:solidFill>
              <a:prstDash val="solid"/>
              <a:round/>
              <a:headEnd len="med" w="med" type="none"/>
              <a:tailEnd len="med" w="med" type="none"/>
            </a:ln>
          </p:spPr>
        </p:cxnSp>
        <p:cxnSp>
          <p:nvCxnSpPr>
            <p:cNvPr id="395" name="Google Shape;395;p14"/>
            <p:cNvCxnSpPr/>
            <p:nvPr/>
          </p:nvCxnSpPr>
          <p:spPr>
            <a:xfrm flipH="1">
              <a:off x="809503" y="158663"/>
              <a:ext cx="384300" cy="774900"/>
            </a:xfrm>
            <a:prstGeom prst="straightConnector1">
              <a:avLst/>
            </a:prstGeom>
            <a:noFill/>
            <a:ln cap="flat" cmpd="sng" w="19050">
              <a:solidFill>
                <a:schemeClr val="lt2"/>
              </a:solidFill>
              <a:prstDash val="solid"/>
              <a:round/>
              <a:headEnd len="med" w="med" type="none"/>
              <a:tailEnd len="med" w="med" type="none"/>
            </a:ln>
          </p:spPr>
        </p:cxnSp>
        <p:cxnSp>
          <p:nvCxnSpPr>
            <p:cNvPr id="396" name="Google Shape;396;p14"/>
            <p:cNvCxnSpPr/>
            <p:nvPr/>
          </p:nvCxnSpPr>
          <p:spPr>
            <a:xfrm flipH="1" rot="10800000">
              <a:off x="807425" y="293075"/>
              <a:ext cx="527700" cy="651300"/>
            </a:xfrm>
            <a:prstGeom prst="straightConnector1">
              <a:avLst/>
            </a:prstGeom>
            <a:noFill/>
            <a:ln cap="flat" cmpd="sng" w="19050">
              <a:solidFill>
                <a:schemeClr val="lt2"/>
              </a:solidFill>
              <a:prstDash val="solid"/>
              <a:round/>
              <a:headEnd len="med" w="med" type="none"/>
              <a:tailEnd len="med" w="med" type="none"/>
            </a:ln>
          </p:spPr>
        </p:cxnSp>
        <p:cxnSp>
          <p:nvCxnSpPr>
            <p:cNvPr id="397" name="Google Shape;397;p14"/>
            <p:cNvCxnSpPr/>
            <p:nvPr/>
          </p:nvCxnSpPr>
          <p:spPr>
            <a:xfrm flipH="1">
              <a:off x="1087625" y="293075"/>
              <a:ext cx="247500" cy="618600"/>
            </a:xfrm>
            <a:prstGeom prst="straightConnector1">
              <a:avLst/>
            </a:prstGeom>
            <a:noFill/>
            <a:ln cap="flat" cmpd="sng" w="19050">
              <a:solidFill>
                <a:schemeClr val="lt2"/>
              </a:solidFill>
              <a:prstDash val="solid"/>
              <a:round/>
              <a:headEnd len="med" w="med" type="none"/>
              <a:tailEnd len="med" w="med" type="none"/>
            </a:ln>
          </p:spPr>
        </p:cxnSp>
        <p:cxnSp>
          <p:nvCxnSpPr>
            <p:cNvPr id="398" name="Google Shape;398;p14"/>
            <p:cNvCxnSpPr/>
            <p:nvPr/>
          </p:nvCxnSpPr>
          <p:spPr>
            <a:xfrm flipH="1" rot="10800000">
              <a:off x="1100675" y="547000"/>
              <a:ext cx="312600" cy="364800"/>
            </a:xfrm>
            <a:prstGeom prst="straightConnector1">
              <a:avLst/>
            </a:prstGeom>
            <a:noFill/>
            <a:ln cap="flat" cmpd="sng" w="19050">
              <a:solidFill>
                <a:schemeClr val="lt2"/>
              </a:solidFill>
              <a:prstDash val="solid"/>
              <a:round/>
              <a:headEnd len="med" w="med" type="none"/>
              <a:tailEnd len="med" w="med" type="none"/>
            </a:ln>
          </p:spPr>
        </p:cxnSp>
        <p:cxnSp>
          <p:nvCxnSpPr>
            <p:cNvPr id="399" name="Google Shape;399;p14"/>
            <p:cNvCxnSpPr/>
            <p:nvPr/>
          </p:nvCxnSpPr>
          <p:spPr>
            <a:xfrm flipH="1">
              <a:off x="1315750" y="547000"/>
              <a:ext cx="91200" cy="364800"/>
            </a:xfrm>
            <a:prstGeom prst="straightConnector1">
              <a:avLst/>
            </a:prstGeom>
            <a:noFill/>
            <a:ln cap="flat" cmpd="sng" w="19050">
              <a:solidFill>
                <a:schemeClr val="lt2"/>
              </a:solidFill>
              <a:prstDash val="solid"/>
              <a:round/>
              <a:headEnd len="med" w="med" type="none"/>
              <a:tailEnd len="med" w="med" type="none"/>
            </a:ln>
          </p:spPr>
        </p:cxnSp>
        <p:cxnSp>
          <p:nvCxnSpPr>
            <p:cNvPr id="400" name="Google Shape;400;p14"/>
            <p:cNvCxnSpPr/>
            <p:nvPr/>
          </p:nvCxnSpPr>
          <p:spPr>
            <a:xfrm flipH="1" rot="10800000">
              <a:off x="1315750" y="703175"/>
              <a:ext cx="169200" cy="208500"/>
            </a:xfrm>
            <a:prstGeom prst="straightConnector1">
              <a:avLst/>
            </a:prstGeom>
            <a:noFill/>
            <a:ln cap="flat" cmpd="sng" w="19050">
              <a:solidFill>
                <a:schemeClr val="lt2"/>
              </a:solidFill>
              <a:prstDash val="solid"/>
              <a:round/>
              <a:headEnd len="med" w="med" type="none"/>
              <a:tailEnd len="med" w="med" type="none"/>
            </a:ln>
          </p:spPr>
        </p:cxnSp>
      </p:grpSp>
      <p:sp>
        <p:nvSpPr>
          <p:cNvPr id="401" name="Google Shape;401;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2">
    <p:spTree>
      <p:nvGrpSpPr>
        <p:cNvPr id="402" name="Shape 402"/>
        <p:cNvGrpSpPr/>
        <p:nvPr/>
      </p:nvGrpSpPr>
      <p:grpSpPr>
        <a:xfrm>
          <a:off x="0" y="0"/>
          <a:ext cx="0" cy="0"/>
          <a:chOff x="0" y="0"/>
          <a:chExt cx="0" cy="0"/>
        </a:xfrm>
      </p:grpSpPr>
      <p:grpSp>
        <p:nvGrpSpPr>
          <p:cNvPr id="403" name="Google Shape;403;p15"/>
          <p:cNvGrpSpPr/>
          <p:nvPr/>
        </p:nvGrpSpPr>
        <p:grpSpPr>
          <a:xfrm>
            <a:off x="14593" y="3294700"/>
            <a:ext cx="9144009" cy="1965613"/>
            <a:chOff x="-36450" y="3287408"/>
            <a:chExt cx="9144009" cy="1965613"/>
          </a:xfrm>
        </p:grpSpPr>
        <p:sp>
          <p:nvSpPr>
            <p:cNvPr id="404" name="Google Shape;404;p15"/>
            <p:cNvSpPr/>
            <p:nvPr/>
          </p:nvSpPr>
          <p:spPr>
            <a:xfrm flipH="1">
              <a:off x="-36450" y="3287408"/>
              <a:ext cx="9144000" cy="18561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15"/>
            <p:cNvGrpSpPr/>
            <p:nvPr/>
          </p:nvGrpSpPr>
          <p:grpSpPr>
            <a:xfrm>
              <a:off x="-36450" y="3393621"/>
              <a:ext cx="9144009" cy="1859400"/>
              <a:chOff x="0" y="3426788"/>
              <a:chExt cx="9144009" cy="1859400"/>
            </a:xfrm>
          </p:grpSpPr>
          <p:cxnSp>
            <p:nvCxnSpPr>
              <p:cNvPr id="406" name="Google Shape;406;p15"/>
              <p:cNvCxnSpPr/>
              <p:nvPr/>
            </p:nvCxnSpPr>
            <p:spPr>
              <a:xfrm>
                <a:off x="7918957" y="3598900"/>
                <a:ext cx="2400" cy="1592400"/>
              </a:xfrm>
              <a:prstGeom prst="straightConnector1">
                <a:avLst/>
              </a:prstGeom>
              <a:noFill/>
              <a:ln cap="rnd" cmpd="sng" w="19050">
                <a:solidFill>
                  <a:schemeClr val="accent2"/>
                </a:solidFill>
                <a:prstDash val="solid"/>
                <a:round/>
                <a:headEnd len="med" w="med" type="none"/>
                <a:tailEnd len="med" w="med" type="none"/>
              </a:ln>
            </p:spPr>
          </p:cxnSp>
          <p:cxnSp>
            <p:nvCxnSpPr>
              <p:cNvPr id="407" name="Google Shape;407;p15"/>
              <p:cNvCxnSpPr/>
              <p:nvPr/>
            </p:nvCxnSpPr>
            <p:spPr>
              <a:xfrm flipH="1">
                <a:off x="7376532" y="3700975"/>
                <a:ext cx="17400" cy="1431300"/>
              </a:xfrm>
              <a:prstGeom prst="straightConnector1">
                <a:avLst/>
              </a:prstGeom>
              <a:noFill/>
              <a:ln cap="rnd" cmpd="sng" w="19050">
                <a:solidFill>
                  <a:schemeClr val="accent2"/>
                </a:solidFill>
                <a:prstDash val="solid"/>
                <a:round/>
                <a:headEnd len="med" w="med" type="none"/>
                <a:tailEnd len="med" w="med" type="none"/>
              </a:ln>
            </p:spPr>
          </p:cxnSp>
          <p:cxnSp>
            <p:nvCxnSpPr>
              <p:cNvPr id="408" name="Google Shape;408;p15"/>
              <p:cNvCxnSpPr/>
              <p:nvPr/>
            </p:nvCxnSpPr>
            <p:spPr>
              <a:xfrm>
                <a:off x="6831400" y="3756000"/>
                <a:ext cx="0" cy="1399500"/>
              </a:xfrm>
              <a:prstGeom prst="straightConnector1">
                <a:avLst/>
              </a:prstGeom>
              <a:noFill/>
              <a:ln cap="rnd" cmpd="sng" w="19050">
                <a:solidFill>
                  <a:schemeClr val="accent2"/>
                </a:solidFill>
                <a:prstDash val="solid"/>
                <a:round/>
                <a:headEnd len="med" w="med" type="none"/>
                <a:tailEnd len="med" w="med" type="none"/>
              </a:ln>
            </p:spPr>
          </p:cxnSp>
          <p:cxnSp>
            <p:nvCxnSpPr>
              <p:cNvPr id="409" name="Google Shape;409;p15"/>
              <p:cNvCxnSpPr/>
              <p:nvPr/>
            </p:nvCxnSpPr>
            <p:spPr>
              <a:xfrm>
                <a:off x="6286425" y="3876125"/>
                <a:ext cx="0" cy="1256100"/>
              </a:xfrm>
              <a:prstGeom prst="straightConnector1">
                <a:avLst/>
              </a:prstGeom>
              <a:noFill/>
              <a:ln cap="rnd" cmpd="sng" w="19050">
                <a:solidFill>
                  <a:schemeClr val="accent2"/>
                </a:solidFill>
                <a:prstDash val="solid"/>
                <a:round/>
                <a:headEnd len="med" w="med" type="none"/>
                <a:tailEnd len="med" w="med" type="none"/>
              </a:ln>
            </p:spPr>
          </p:cxnSp>
          <p:cxnSp>
            <p:nvCxnSpPr>
              <p:cNvPr id="410" name="Google Shape;410;p15"/>
              <p:cNvCxnSpPr/>
              <p:nvPr/>
            </p:nvCxnSpPr>
            <p:spPr>
              <a:xfrm>
                <a:off x="5741450" y="3988550"/>
                <a:ext cx="0" cy="1139400"/>
              </a:xfrm>
              <a:prstGeom prst="straightConnector1">
                <a:avLst/>
              </a:prstGeom>
              <a:noFill/>
              <a:ln cap="rnd" cmpd="sng" w="19050">
                <a:solidFill>
                  <a:schemeClr val="accent2"/>
                </a:solidFill>
                <a:prstDash val="solid"/>
                <a:round/>
                <a:headEnd len="med" w="med" type="none"/>
                <a:tailEnd len="med" w="med" type="none"/>
              </a:ln>
            </p:spPr>
          </p:cxnSp>
          <p:cxnSp>
            <p:nvCxnSpPr>
              <p:cNvPr id="411" name="Google Shape;411;p15"/>
              <p:cNvCxnSpPr/>
              <p:nvPr/>
            </p:nvCxnSpPr>
            <p:spPr>
              <a:xfrm>
                <a:off x="5196525" y="4110275"/>
                <a:ext cx="0" cy="1022100"/>
              </a:xfrm>
              <a:prstGeom prst="straightConnector1">
                <a:avLst/>
              </a:prstGeom>
              <a:noFill/>
              <a:ln cap="rnd" cmpd="sng" w="19050">
                <a:solidFill>
                  <a:schemeClr val="accent2"/>
                </a:solidFill>
                <a:prstDash val="solid"/>
                <a:round/>
                <a:headEnd len="med" w="med" type="none"/>
                <a:tailEnd len="med" w="med" type="none"/>
              </a:ln>
            </p:spPr>
          </p:cxnSp>
          <p:cxnSp>
            <p:nvCxnSpPr>
              <p:cNvPr id="412" name="Google Shape;412;p15"/>
              <p:cNvCxnSpPr/>
              <p:nvPr/>
            </p:nvCxnSpPr>
            <p:spPr>
              <a:xfrm flipH="1">
                <a:off x="4106450" y="4331375"/>
                <a:ext cx="16800" cy="801000"/>
              </a:xfrm>
              <a:prstGeom prst="straightConnector1">
                <a:avLst/>
              </a:prstGeom>
              <a:noFill/>
              <a:ln cap="rnd" cmpd="sng" w="19050">
                <a:solidFill>
                  <a:schemeClr val="accent2"/>
                </a:solidFill>
                <a:prstDash val="solid"/>
                <a:round/>
                <a:headEnd len="med" w="med" type="none"/>
                <a:tailEnd len="med" w="med" type="none"/>
              </a:ln>
            </p:spPr>
          </p:cxnSp>
          <p:cxnSp>
            <p:nvCxnSpPr>
              <p:cNvPr id="413" name="Google Shape;413;p15"/>
              <p:cNvCxnSpPr/>
              <p:nvPr/>
            </p:nvCxnSpPr>
            <p:spPr>
              <a:xfrm rot="5400000">
                <a:off x="7536634" y="4356488"/>
                <a:ext cx="1859400" cy="0"/>
              </a:xfrm>
              <a:prstGeom prst="straightConnector1">
                <a:avLst/>
              </a:prstGeom>
              <a:noFill/>
              <a:ln cap="rnd" cmpd="sng" w="19050">
                <a:solidFill>
                  <a:schemeClr val="accent2"/>
                </a:solidFill>
                <a:prstDash val="solid"/>
                <a:round/>
                <a:headEnd len="med" w="med" type="none"/>
                <a:tailEnd len="med" w="med" type="none"/>
              </a:ln>
            </p:spPr>
          </p:cxnSp>
          <p:cxnSp>
            <p:nvCxnSpPr>
              <p:cNvPr id="414" name="Google Shape;414;p15"/>
              <p:cNvCxnSpPr/>
              <p:nvPr/>
            </p:nvCxnSpPr>
            <p:spPr>
              <a:xfrm rot="10800000">
                <a:off x="2887632" y="4558250"/>
                <a:ext cx="6243000" cy="0"/>
              </a:xfrm>
              <a:prstGeom prst="straightConnector1">
                <a:avLst/>
              </a:prstGeom>
              <a:noFill/>
              <a:ln cap="rnd" cmpd="sng" w="19050">
                <a:solidFill>
                  <a:schemeClr val="accent2"/>
                </a:solidFill>
                <a:prstDash val="solid"/>
                <a:round/>
                <a:headEnd len="med" w="med" type="none"/>
                <a:tailEnd len="med" w="med" type="none"/>
              </a:ln>
            </p:spPr>
          </p:cxnSp>
          <p:cxnSp>
            <p:nvCxnSpPr>
              <p:cNvPr id="415" name="Google Shape;415;p15"/>
              <p:cNvCxnSpPr/>
              <p:nvPr/>
            </p:nvCxnSpPr>
            <p:spPr>
              <a:xfrm rot="10800000">
                <a:off x="5606109" y="4013284"/>
                <a:ext cx="3537900" cy="0"/>
              </a:xfrm>
              <a:prstGeom prst="straightConnector1">
                <a:avLst/>
              </a:prstGeom>
              <a:noFill/>
              <a:ln cap="rnd" cmpd="sng" w="19050">
                <a:solidFill>
                  <a:schemeClr val="accent2"/>
                </a:solidFill>
                <a:prstDash val="solid"/>
                <a:round/>
                <a:headEnd len="med" w="med" type="none"/>
                <a:tailEnd len="med" w="med" type="none"/>
              </a:ln>
            </p:spPr>
          </p:cxnSp>
          <p:cxnSp>
            <p:nvCxnSpPr>
              <p:cNvPr id="416" name="Google Shape;416;p15"/>
              <p:cNvCxnSpPr/>
              <p:nvPr/>
            </p:nvCxnSpPr>
            <p:spPr>
              <a:xfrm rot="10800000">
                <a:off x="8480382" y="3467625"/>
                <a:ext cx="590700" cy="0"/>
              </a:xfrm>
              <a:prstGeom prst="straightConnector1">
                <a:avLst/>
              </a:prstGeom>
              <a:noFill/>
              <a:ln cap="rnd" cmpd="sng" w="19050">
                <a:solidFill>
                  <a:schemeClr val="accent2"/>
                </a:solidFill>
                <a:prstDash val="solid"/>
                <a:round/>
                <a:headEnd len="med" w="med" type="none"/>
                <a:tailEnd len="med" w="med" type="none"/>
              </a:ln>
            </p:spPr>
          </p:cxnSp>
          <p:cxnSp>
            <p:nvCxnSpPr>
              <p:cNvPr id="417" name="Google Shape;417;p15"/>
              <p:cNvCxnSpPr>
                <a:endCxn id="404" idx="4"/>
              </p:cNvCxnSpPr>
              <p:nvPr/>
            </p:nvCxnSpPr>
            <p:spPr>
              <a:xfrm flipH="1">
                <a:off x="0" y="5146075"/>
                <a:ext cx="9130500" cy="30600"/>
              </a:xfrm>
              <a:prstGeom prst="straightConnector1">
                <a:avLst/>
              </a:prstGeom>
              <a:noFill/>
              <a:ln cap="rnd" cmpd="sng" w="19050">
                <a:solidFill>
                  <a:schemeClr val="accent2"/>
                </a:solidFill>
                <a:prstDash val="solid"/>
                <a:round/>
                <a:headEnd len="med" w="med" type="none"/>
                <a:tailEnd len="med" w="med" type="none"/>
              </a:ln>
            </p:spPr>
          </p:cxnSp>
          <p:cxnSp>
            <p:nvCxnSpPr>
              <p:cNvPr id="418" name="Google Shape;418;p15"/>
              <p:cNvCxnSpPr/>
              <p:nvPr/>
            </p:nvCxnSpPr>
            <p:spPr>
              <a:xfrm>
                <a:off x="4651525" y="4220825"/>
                <a:ext cx="0" cy="1022100"/>
              </a:xfrm>
              <a:prstGeom prst="straightConnector1">
                <a:avLst/>
              </a:prstGeom>
              <a:noFill/>
              <a:ln cap="rnd" cmpd="sng" w="19050">
                <a:solidFill>
                  <a:schemeClr val="accent2"/>
                </a:solidFill>
                <a:prstDash val="solid"/>
                <a:round/>
                <a:headEnd len="med" w="med" type="none"/>
                <a:tailEnd len="med" w="med" type="none"/>
              </a:ln>
            </p:spPr>
          </p:cxnSp>
          <p:cxnSp>
            <p:nvCxnSpPr>
              <p:cNvPr id="419" name="Google Shape;419;p15"/>
              <p:cNvCxnSpPr/>
              <p:nvPr/>
            </p:nvCxnSpPr>
            <p:spPr>
              <a:xfrm>
                <a:off x="3578175" y="4408500"/>
                <a:ext cx="0" cy="735000"/>
              </a:xfrm>
              <a:prstGeom prst="straightConnector1">
                <a:avLst/>
              </a:prstGeom>
              <a:noFill/>
              <a:ln cap="rnd" cmpd="sng" w="19050">
                <a:solidFill>
                  <a:schemeClr val="accent2"/>
                </a:solidFill>
                <a:prstDash val="solid"/>
                <a:round/>
                <a:headEnd len="med" w="med" type="none"/>
                <a:tailEnd len="med" w="med" type="none"/>
              </a:ln>
            </p:spPr>
          </p:cxnSp>
          <p:cxnSp>
            <p:nvCxnSpPr>
              <p:cNvPr id="420" name="Google Shape;420;p15"/>
              <p:cNvCxnSpPr/>
              <p:nvPr/>
            </p:nvCxnSpPr>
            <p:spPr>
              <a:xfrm>
                <a:off x="3033175" y="4513200"/>
                <a:ext cx="0" cy="592500"/>
              </a:xfrm>
              <a:prstGeom prst="straightConnector1">
                <a:avLst/>
              </a:prstGeom>
              <a:noFill/>
              <a:ln cap="rnd" cmpd="sng" w="19050">
                <a:solidFill>
                  <a:schemeClr val="accent2"/>
                </a:solidFill>
                <a:prstDash val="solid"/>
                <a:round/>
                <a:headEnd len="med" w="med" type="none"/>
                <a:tailEnd len="med" w="med" type="none"/>
              </a:ln>
            </p:spPr>
          </p:cxnSp>
          <p:cxnSp>
            <p:nvCxnSpPr>
              <p:cNvPr id="421" name="Google Shape;421;p15"/>
              <p:cNvCxnSpPr/>
              <p:nvPr/>
            </p:nvCxnSpPr>
            <p:spPr>
              <a:xfrm>
                <a:off x="2455075" y="4675300"/>
                <a:ext cx="0" cy="501600"/>
              </a:xfrm>
              <a:prstGeom prst="straightConnector1">
                <a:avLst/>
              </a:prstGeom>
              <a:noFill/>
              <a:ln cap="rnd" cmpd="sng" w="19050">
                <a:solidFill>
                  <a:schemeClr val="accent2"/>
                </a:solidFill>
                <a:prstDash val="solid"/>
                <a:round/>
                <a:headEnd len="med" w="med" type="none"/>
                <a:tailEnd len="med" w="med" type="none"/>
              </a:ln>
            </p:spPr>
          </p:cxnSp>
          <p:cxnSp>
            <p:nvCxnSpPr>
              <p:cNvPr id="422" name="Google Shape;422;p15"/>
              <p:cNvCxnSpPr/>
              <p:nvPr/>
            </p:nvCxnSpPr>
            <p:spPr>
              <a:xfrm>
                <a:off x="1893525" y="4753350"/>
                <a:ext cx="0" cy="410400"/>
              </a:xfrm>
              <a:prstGeom prst="straightConnector1">
                <a:avLst/>
              </a:prstGeom>
              <a:noFill/>
              <a:ln cap="rnd" cmpd="sng" w="19050">
                <a:solidFill>
                  <a:schemeClr val="accent2"/>
                </a:solidFill>
                <a:prstDash val="solid"/>
                <a:round/>
                <a:headEnd len="med" w="med" type="none"/>
                <a:tailEnd len="med" w="med" type="none"/>
              </a:ln>
            </p:spPr>
          </p:cxnSp>
          <p:cxnSp>
            <p:nvCxnSpPr>
              <p:cNvPr id="423" name="Google Shape;423;p15"/>
              <p:cNvCxnSpPr/>
              <p:nvPr/>
            </p:nvCxnSpPr>
            <p:spPr>
              <a:xfrm>
                <a:off x="1331975" y="4883425"/>
                <a:ext cx="7800" cy="267300"/>
              </a:xfrm>
              <a:prstGeom prst="straightConnector1">
                <a:avLst/>
              </a:prstGeom>
              <a:noFill/>
              <a:ln cap="rnd" cmpd="sng" w="19050">
                <a:solidFill>
                  <a:schemeClr val="accent2"/>
                </a:solidFill>
                <a:prstDash val="solid"/>
                <a:round/>
                <a:headEnd len="med" w="med" type="none"/>
                <a:tailEnd len="med" w="med" type="none"/>
              </a:ln>
            </p:spPr>
          </p:cxnSp>
          <p:cxnSp>
            <p:nvCxnSpPr>
              <p:cNvPr id="424" name="Google Shape;424;p15"/>
              <p:cNvCxnSpPr/>
              <p:nvPr/>
            </p:nvCxnSpPr>
            <p:spPr>
              <a:xfrm flipH="1">
                <a:off x="767425" y="4974475"/>
                <a:ext cx="3000" cy="215400"/>
              </a:xfrm>
              <a:prstGeom prst="straightConnector1">
                <a:avLst/>
              </a:prstGeom>
              <a:noFill/>
              <a:ln cap="rnd" cmpd="sng" w="19050">
                <a:solidFill>
                  <a:schemeClr val="accent2"/>
                </a:solidFill>
                <a:prstDash val="solid"/>
                <a:round/>
                <a:headEnd len="med" w="med" type="none"/>
                <a:tailEnd len="med" w="med" type="none"/>
              </a:ln>
            </p:spPr>
          </p:cxnSp>
        </p:grpSp>
        <p:cxnSp>
          <p:nvCxnSpPr>
            <p:cNvPr id="425" name="Google Shape;425;p15"/>
            <p:cNvCxnSpPr/>
            <p:nvPr/>
          </p:nvCxnSpPr>
          <p:spPr>
            <a:xfrm rot="5400000">
              <a:off x="8095934" y="4260163"/>
              <a:ext cx="1859400" cy="0"/>
            </a:xfrm>
            <a:prstGeom prst="straightConnector1">
              <a:avLst/>
            </a:prstGeom>
            <a:noFill/>
            <a:ln cap="rnd" cmpd="sng" w="19050">
              <a:solidFill>
                <a:schemeClr val="accent2"/>
              </a:solidFill>
              <a:prstDash val="solid"/>
              <a:round/>
              <a:headEnd len="med" w="med" type="none"/>
              <a:tailEnd len="med" w="med" type="none"/>
            </a:ln>
          </p:spPr>
        </p:cxnSp>
      </p:grpSp>
      <p:sp>
        <p:nvSpPr>
          <p:cNvPr id="426" name="Google Shape;426;p15"/>
          <p:cNvSpPr txBox="1"/>
          <p:nvPr>
            <p:ph type="title"/>
          </p:nvPr>
        </p:nvSpPr>
        <p:spPr>
          <a:xfrm>
            <a:off x="1982700" y="1365488"/>
            <a:ext cx="5178600" cy="1656300"/>
          </a:xfrm>
          <a:prstGeom prst="rect">
            <a:avLst/>
          </a:prstGeom>
        </p:spPr>
        <p:txBody>
          <a:bodyPr anchorCtr="0" anchor="ctr" bIns="91425" lIns="91425" spcFirstLastPara="1" rIns="91425" wrap="square" tIns="91425">
            <a:noAutofit/>
          </a:bodyPr>
          <a:lstStyle>
            <a:lvl1pPr lvl="0" rtl="0">
              <a:spcBef>
                <a:spcPts val="0"/>
              </a:spcBef>
              <a:spcAft>
                <a:spcPts val="0"/>
              </a:spcAft>
              <a:buSzPts val="8000"/>
              <a:buNone/>
              <a:defRPr b="0" sz="12000">
                <a:highlight>
                  <a:schemeClr val="lt2"/>
                </a:highlight>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p:txBody>
      </p:sp>
      <p:sp>
        <p:nvSpPr>
          <p:cNvPr id="427" name="Google Shape;427;p15"/>
          <p:cNvSpPr txBox="1"/>
          <p:nvPr>
            <p:ph idx="1" type="subTitle"/>
          </p:nvPr>
        </p:nvSpPr>
        <p:spPr>
          <a:xfrm>
            <a:off x="1982700" y="3196675"/>
            <a:ext cx="5178600" cy="731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1800"/>
              <a:buNone/>
              <a:defRPr sz="1600"/>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28" name="Google Shape;428;p15"/>
          <p:cNvSpPr/>
          <p:nvPr/>
        </p:nvSpPr>
        <p:spPr>
          <a:xfrm rot="5400000">
            <a:off x="-2012841" y="1943233"/>
            <a:ext cx="6064800" cy="2112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430" name="Shape 430"/>
        <p:cNvGrpSpPr/>
        <p:nvPr/>
      </p:nvGrpSpPr>
      <p:grpSpPr>
        <a:xfrm>
          <a:off x="0" y="0"/>
          <a:ext cx="0" cy="0"/>
          <a:chOff x="0" y="0"/>
          <a:chExt cx="0" cy="0"/>
        </a:xfrm>
      </p:grpSpPr>
      <p:sp>
        <p:nvSpPr>
          <p:cNvPr id="431" name="Google Shape;431;p16"/>
          <p:cNvSpPr/>
          <p:nvPr/>
        </p:nvSpPr>
        <p:spPr>
          <a:xfrm flipH="1" rot="10800000">
            <a:off x="4375400" y="-151"/>
            <a:ext cx="4762302" cy="2338251"/>
          </a:xfrm>
          <a:custGeom>
            <a:rect b="b" l="l" r="r" t="t"/>
            <a:pathLst>
              <a:path extrusionOk="0" h="120575" w="209240">
                <a:moveTo>
                  <a:pt x="0" y="120446"/>
                </a:moveTo>
                <a:lnTo>
                  <a:pt x="209240" y="0"/>
                </a:lnTo>
                <a:lnTo>
                  <a:pt x="209240" y="70819"/>
                </a:lnTo>
                <a:lnTo>
                  <a:pt x="90481" y="120575"/>
                </a:lnTo>
                <a:close/>
              </a:path>
            </a:pathLst>
          </a:custGeom>
          <a:solidFill>
            <a:schemeClr val="accent5"/>
          </a:solidFill>
          <a:ln>
            <a:noFill/>
          </a:ln>
        </p:spPr>
      </p:sp>
      <p:sp>
        <p:nvSpPr>
          <p:cNvPr id="432" name="Google Shape;432;p16"/>
          <p:cNvSpPr/>
          <p:nvPr/>
        </p:nvSpPr>
        <p:spPr>
          <a:xfrm flipH="1" rot="5400000">
            <a:off x="943347" y="3172543"/>
            <a:ext cx="1039200" cy="2925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58625" y="4179143"/>
            <a:ext cx="2142725" cy="859700"/>
          </a:xfrm>
          <a:custGeom>
            <a:rect b="b" l="l" r="r" t="t"/>
            <a:pathLst>
              <a:path extrusionOk="0" h="34388" w="85709">
                <a:moveTo>
                  <a:pt x="0" y="0"/>
                </a:moveTo>
                <a:cubicBezTo>
                  <a:pt x="0" y="6809"/>
                  <a:pt x="11794" y="17737"/>
                  <a:pt x="16152" y="12505"/>
                </a:cubicBezTo>
                <a:cubicBezTo>
                  <a:pt x="17708" y="10637"/>
                  <a:pt x="18131" y="6623"/>
                  <a:pt x="16152" y="5210"/>
                </a:cubicBezTo>
                <a:cubicBezTo>
                  <a:pt x="14420" y="3973"/>
                  <a:pt x="11405" y="5007"/>
                  <a:pt x="9900" y="6513"/>
                </a:cubicBezTo>
                <a:cubicBezTo>
                  <a:pt x="6245" y="10169"/>
                  <a:pt x="7550" y="19224"/>
                  <a:pt x="11984" y="21883"/>
                </a:cubicBezTo>
                <a:cubicBezTo>
                  <a:pt x="15504" y="23994"/>
                  <a:pt x="20492" y="24885"/>
                  <a:pt x="24228" y="23186"/>
                </a:cubicBezTo>
                <a:cubicBezTo>
                  <a:pt x="29250" y="20902"/>
                  <a:pt x="36350" y="12044"/>
                  <a:pt x="32043" y="8597"/>
                </a:cubicBezTo>
                <a:cubicBezTo>
                  <a:pt x="28828" y="6024"/>
                  <a:pt x="24728" y="15739"/>
                  <a:pt x="26312" y="19539"/>
                </a:cubicBezTo>
                <a:cubicBezTo>
                  <a:pt x="28016" y="23626"/>
                  <a:pt x="33898" y="24753"/>
                  <a:pt x="38296" y="25270"/>
                </a:cubicBezTo>
                <a:cubicBezTo>
                  <a:pt x="42360" y="25748"/>
                  <a:pt x="46310" y="23353"/>
                  <a:pt x="50019" y="21623"/>
                </a:cubicBezTo>
                <a:cubicBezTo>
                  <a:pt x="52428" y="20499"/>
                  <a:pt x="56646" y="19305"/>
                  <a:pt x="56271" y="16673"/>
                </a:cubicBezTo>
                <a:cubicBezTo>
                  <a:pt x="55936" y="14325"/>
                  <a:pt x="52025" y="13110"/>
                  <a:pt x="49758" y="13807"/>
                </a:cubicBezTo>
                <a:cubicBezTo>
                  <a:pt x="46900" y="14686"/>
                  <a:pt x="44614" y="19160"/>
                  <a:pt x="45851" y="21883"/>
                </a:cubicBezTo>
                <a:cubicBezTo>
                  <a:pt x="50131" y="31303"/>
                  <a:pt x="66625" y="21873"/>
                  <a:pt x="76852" y="23446"/>
                </a:cubicBezTo>
                <a:cubicBezTo>
                  <a:pt x="81490" y="24159"/>
                  <a:pt x="83610" y="30191"/>
                  <a:pt x="85709" y="34388"/>
                </a:cubicBezTo>
              </a:path>
            </a:pathLst>
          </a:custGeom>
          <a:noFill/>
          <a:ln cap="flat" cmpd="sng" w="19050">
            <a:solidFill>
              <a:schemeClr val="lt2"/>
            </a:solidFill>
            <a:prstDash val="solid"/>
            <a:round/>
            <a:headEnd len="med" w="med" type="none"/>
            <a:tailEnd len="med" w="med" type="none"/>
          </a:ln>
        </p:spPr>
      </p:sp>
      <p:sp>
        <p:nvSpPr>
          <p:cNvPr id="434" name="Google Shape;434;p16"/>
          <p:cNvSpPr txBox="1"/>
          <p:nvPr>
            <p:ph idx="1" type="subTitle"/>
          </p:nvPr>
        </p:nvSpPr>
        <p:spPr>
          <a:xfrm>
            <a:off x="3439225" y="2662375"/>
            <a:ext cx="2265600" cy="392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5" name="Google Shape;435;p16"/>
          <p:cNvSpPr txBox="1"/>
          <p:nvPr>
            <p:ph idx="2" type="subTitle"/>
          </p:nvPr>
        </p:nvSpPr>
        <p:spPr>
          <a:xfrm>
            <a:off x="3439225" y="3130900"/>
            <a:ext cx="2265600" cy="8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436" name="Google Shape;436;p16"/>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37" name="Google Shape;437;p16"/>
          <p:cNvSpPr txBox="1"/>
          <p:nvPr>
            <p:ph idx="3" type="subTitle"/>
          </p:nvPr>
        </p:nvSpPr>
        <p:spPr>
          <a:xfrm>
            <a:off x="860250" y="2662375"/>
            <a:ext cx="2265600" cy="392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8" name="Google Shape;438;p16"/>
          <p:cNvSpPr txBox="1"/>
          <p:nvPr>
            <p:ph idx="4" type="subTitle"/>
          </p:nvPr>
        </p:nvSpPr>
        <p:spPr>
          <a:xfrm>
            <a:off x="860250" y="3130900"/>
            <a:ext cx="2265600" cy="8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439" name="Google Shape;439;p16"/>
          <p:cNvSpPr txBox="1"/>
          <p:nvPr>
            <p:ph idx="5" type="subTitle"/>
          </p:nvPr>
        </p:nvSpPr>
        <p:spPr>
          <a:xfrm>
            <a:off x="6018200" y="2662375"/>
            <a:ext cx="2265600" cy="392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0" name="Google Shape;440;p16"/>
          <p:cNvSpPr txBox="1"/>
          <p:nvPr>
            <p:ph idx="6" type="subTitle"/>
          </p:nvPr>
        </p:nvSpPr>
        <p:spPr>
          <a:xfrm>
            <a:off x="6018200" y="3130900"/>
            <a:ext cx="2265600" cy="861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441" name="Google Shape;441;p16"/>
          <p:cNvSpPr/>
          <p:nvPr/>
        </p:nvSpPr>
        <p:spPr>
          <a:xfrm rot="2255855">
            <a:off x="51727" y="1317388"/>
            <a:ext cx="801584" cy="789085"/>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2" name="Google Shape;442;p16"/>
          <p:cNvGrpSpPr/>
          <p:nvPr/>
        </p:nvGrpSpPr>
        <p:grpSpPr>
          <a:xfrm rot="5400000">
            <a:off x="200301" y="-78825"/>
            <a:ext cx="1114227" cy="1236868"/>
            <a:chOff x="777100" y="158663"/>
            <a:chExt cx="707850" cy="785712"/>
          </a:xfrm>
        </p:grpSpPr>
        <p:cxnSp>
          <p:nvCxnSpPr>
            <p:cNvPr id="443" name="Google Shape;443;p16"/>
            <p:cNvCxnSpPr/>
            <p:nvPr/>
          </p:nvCxnSpPr>
          <p:spPr>
            <a:xfrm flipH="1" rot="10800000">
              <a:off x="777100" y="158675"/>
              <a:ext cx="416700" cy="482100"/>
            </a:xfrm>
            <a:prstGeom prst="straightConnector1">
              <a:avLst/>
            </a:prstGeom>
            <a:noFill/>
            <a:ln cap="flat" cmpd="sng" w="19050">
              <a:solidFill>
                <a:schemeClr val="dk2"/>
              </a:solidFill>
              <a:prstDash val="solid"/>
              <a:round/>
              <a:headEnd len="med" w="med" type="none"/>
              <a:tailEnd len="med" w="med" type="none"/>
            </a:ln>
          </p:spPr>
        </p:cxnSp>
        <p:cxnSp>
          <p:nvCxnSpPr>
            <p:cNvPr id="444" name="Google Shape;444;p16"/>
            <p:cNvCxnSpPr/>
            <p:nvPr/>
          </p:nvCxnSpPr>
          <p:spPr>
            <a:xfrm flipH="1">
              <a:off x="809503" y="158663"/>
              <a:ext cx="384300" cy="774900"/>
            </a:xfrm>
            <a:prstGeom prst="straightConnector1">
              <a:avLst/>
            </a:prstGeom>
            <a:noFill/>
            <a:ln cap="flat" cmpd="sng" w="19050">
              <a:solidFill>
                <a:schemeClr val="dk2"/>
              </a:solidFill>
              <a:prstDash val="solid"/>
              <a:round/>
              <a:headEnd len="med" w="med" type="none"/>
              <a:tailEnd len="med" w="med" type="none"/>
            </a:ln>
          </p:spPr>
        </p:cxnSp>
        <p:cxnSp>
          <p:nvCxnSpPr>
            <p:cNvPr id="445" name="Google Shape;445;p16"/>
            <p:cNvCxnSpPr/>
            <p:nvPr/>
          </p:nvCxnSpPr>
          <p:spPr>
            <a:xfrm flipH="1" rot="10800000">
              <a:off x="807425" y="293075"/>
              <a:ext cx="527700" cy="651300"/>
            </a:xfrm>
            <a:prstGeom prst="straightConnector1">
              <a:avLst/>
            </a:prstGeom>
            <a:noFill/>
            <a:ln cap="flat" cmpd="sng" w="19050">
              <a:solidFill>
                <a:schemeClr val="dk2"/>
              </a:solidFill>
              <a:prstDash val="solid"/>
              <a:round/>
              <a:headEnd len="med" w="med" type="none"/>
              <a:tailEnd len="med" w="med" type="none"/>
            </a:ln>
          </p:spPr>
        </p:cxnSp>
        <p:cxnSp>
          <p:nvCxnSpPr>
            <p:cNvPr id="446" name="Google Shape;446;p16"/>
            <p:cNvCxnSpPr/>
            <p:nvPr/>
          </p:nvCxnSpPr>
          <p:spPr>
            <a:xfrm flipH="1">
              <a:off x="1087625" y="293075"/>
              <a:ext cx="247500" cy="618600"/>
            </a:xfrm>
            <a:prstGeom prst="straightConnector1">
              <a:avLst/>
            </a:prstGeom>
            <a:noFill/>
            <a:ln cap="flat" cmpd="sng" w="19050">
              <a:solidFill>
                <a:schemeClr val="dk2"/>
              </a:solidFill>
              <a:prstDash val="solid"/>
              <a:round/>
              <a:headEnd len="med" w="med" type="none"/>
              <a:tailEnd len="med" w="med" type="none"/>
            </a:ln>
          </p:spPr>
        </p:cxnSp>
        <p:cxnSp>
          <p:nvCxnSpPr>
            <p:cNvPr id="447" name="Google Shape;447;p16"/>
            <p:cNvCxnSpPr/>
            <p:nvPr/>
          </p:nvCxnSpPr>
          <p:spPr>
            <a:xfrm flipH="1" rot="10800000">
              <a:off x="1100675" y="547000"/>
              <a:ext cx="312600" cy="364800"/>
            </a:xfrm>
            <a:prstGeom prst="straightConnector1">
              <a:avLst/>
            </a:prstGeom>
            <a:noFill/>
            <a:ln cap="flat" cmpd="sng" w="19050">
              <a:solidFill>
                <a:schemeClr val="dk2"/>
              </a:solidFill>
              <a:prstDash val="solid"/>
              <a:round/>
              <a:headEnd len="med" w="med" type="none"/>
              <a:tailEnd len="med" w="med" type="none"/>
            </a:ln>
          </p:spPr>
        </p:cxnSp>
        <p:cxnSp>
          <p:nvCxnSpPr>
            <p:cNvPr id="448" name="Google Shape;448;p16"/>
            <p:cNvCxnSpPr/>
            <p:nvPr/>
          </p:nvCxnSpPr>
          <p:spPr>
            <a:xfrm flipH="1">
              <a:off x="1315750" y="547000"/>
              <a:ext cx="91200" cy="364800"/>
            </a:xfrm>
            <a:prstGeom prst="straightConnector1">
              <a:avLst/>
            </a:prstGeom>
            <a:noFill/>
            <a:ln cap="flat" cmpd="sng" w="19050">
              <a:solidFill>
                <a:schemeClr val="dk2"/>
              </a:solidFill>
              <a:prstDash val="solid"/>
              <a:round/>
              <a:headEnd len="med" w="med" type="none"/>
              <a:tailEnd len="med" w="med" type="none"/>
            </a:ln>
          </p:spPr>
        </p:cxnSp>
        <p:cxnSp>
          <p:nvCxnSpPr>
            <p:cNvPr id="449" name="Google Shape;449;p16"/>
            <p:cNvCxnSpPr/>
            <p:nvPr/>
          </p:nvCxnSpPr>
          <p:spPr>
            <a:xfrm flipH="1" rot="10800000">
              <a:off x="1315750" y="703175"/>
              <a:ext cx="169200" cy="208500"/>
            </a:xfrm>
            <a:prstGeom prst="straightConnector1">
              <a:avLst/>
            </a:prstGeom>
            <a:noFill/>
            <a:ln cap="flat" cmpd="sng" w="19050">
              <a:solidFill>
                <a:schemeClr val="dk2"/>
              </a:solidFill>
              <a:prstDash val="solid"/>
              <a:round/>
              <a:headEnd len="med" w="med" type="none"/>
              <a:tailEnd len="med" w="med" type="none"/>
            </a:ln>
          </p:spPr>
        </p:cxnSp>
      </p:grpSp>
      <p:grpSp>
        <p:nvGrpSpPr>
          <p:cNvPr id="450" name="Google Shape;450;p16"/>
          <p:cNvGrpSpPr/>
          <p:nvPr/>
        </p:nvGrpSpPr>
        <p:grpSpPr>
          <a:xfrm>
            <a:off x="7962748" y="4005329"/>
            <a:ext cx="1116550" cy="1100338"/>
            <a:chOff x="5541075" y="3903350"/>
            <a:chExt cx="823050" cy="811100"/>
          </a:xfrm>
        </p:grpSpPr>
        <p:sp>
          <p:nvSpPr>
            <p:cNvPr id="451" name="Google Shape;451;p16"/>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0" name="Google Shape;460;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_1">
    <p:spTree>
      <p:nvGrpSpPr>
        <p:cNvPr id="461" name="Shape 461"/>
        <p:cNvGrpSpPr/>
        <p:nvPr/>
      </p:nvGrpSpPr>
      <p:grpSpPr>
        <a:xfrm>
          <a:off x="0" y="0"/>
          <a:ext cx="0" cy="0"/>
          <a:chOff x="0" y="0"/>
          <a:chExt cx="0" cy="0"/>
        </a:xfrm>
      </p:grpSpPr>
      <p:grpSp>
        <p:nvGrpSpPr>
          <p:cNvPr id="462" name="Google Shape;462;p17"/>
          <p:cNvGrpSpPr/>
          <p:nvPr/>
        </p:nvGrpSpPr>
        <p:grpSpPr>
          <a:xfrm rot="10800000">
            <a:off x="-481257" y="-30355"/>
            <a:ext cx="1812307" cy="5204205"/>
            <a:chOff x="7031988" y="0"/>
            <a:chExt cx="2112000" cy="6064800"/>
          </a:xfrm>
        </p:grpSpPr>
        <p:sp>
          <p:nvSpPr>
            <p:cNvPr id="463" name="Google Shape;463;p17"/>
            <p:cNvSpPr/>
            <p:nvPr/>
          </p:nvSpPr>
          <p:spPr>
            <a:xfrm flipH="1" rot="-5400000">
              <a:off x="5055588" y="1976400"/>
              <a:ext cx="6064800" cy="2112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4" name="Google Shape;464;p17"/>
            <p:cNvGrpSpPr/>
            <p:nvPr/>
          </p:nvGrpSpPr>
          <p:grpSpPr>
            <a:xfrm>
              <a:off x="7094975" y="0"/>
              <a:ext cx="2049000" cy="5156877"/>
              <a:chOff x="6440903" y="-13375"/>
              <a:chExt cx="2049000" cy="5156877"/>
            </a:xfrm>
          </p:grpSpPr>
          <p:cxnSp>
            <p:nvCxnSpPr>
              <p:cNvPr id="465" name="Google Shape;465;p17"/>
              <p:cNvCxnSpPr/>
              <p:nvPr/>
            </p:nvCxnSpPr>
            <p:spPr>
              <a:xfrm>
                <a:off x="6820103" y="1209275"/>
                <a:ext cx="1669800" cy="0"/>
              </a:xfrm>
              <a:prstGeom prst="straightConnector1">
                <a:avLst/>
              </a:prstGeom>
              <a:noFill/>
              <a:ln cap="rnd" cmpd="sng" w="19050">
                <a:solidFill>
                  <a:schemeClr val="accent2"/>
                </a:solidFill>
                <a:prstDash val="solid"/>
                <a:round/>
                <a:headEnd len="med" w="med" type="none"/>
                <a:tailEnd len="med" w="med" type="none"/>
              </a:ln>
            </p:spPr>
          </p:cxnSp>
          <p:cxnSp>
            <p:nvCxnSpPr>
              <p:cNvPr id="466" name="Google Shape;466;p17"/>
              <p:cNvCxnSpPr/>
              <p:nvPr/>
            </p:nvCxnSpPr>
            <p:spPr>
              <a:xfrm>
                <a:off x="7009678" y="1754250"/>
                <a:ext cx="1478700" cy="0"/>
              </a:xfrm>
              <a:prstGeom prst="straightConnector1">
                <a:avLst/>
              </a:prstGeom>
              <a:noFill/>
              <a:ln cap="rnd" cmpd="sng" w="19050">
                <a:solidFill>
                  <a:schemeClr val="accent2"/>
                </a:solidFill>
                <a:prstDash val="solid"/>
                <a:round/>
                <a:headEnd len="med" w="med" type="none"/>
                <a:tailEnd len="med" w="med" type="none"/>
              </a:ln>
            </p:spPr>
          </p:cxnSp>
          <p:cxnSp>
            <p:nvCxnSpPr>
              <p:cNvPr id="467" name="Google Shape;467;p17"/>
              <p:cNvCxnSpPr/>
              <p:nvPr/>
            </p:nvCxnSpPr>
            <p:spPr>
              <a:xfrm>
                <a:off x="7199278" y="2299225"/>
                <a:ext cx="1289100" cy="0"/>
              </a:xfrm>
              <a:prstGeom prst="straightConnector1">
                <a:avLst/>
              </a:prstGeom>
              <a:noFill/>
              <a:ln cap="rnd" cmpd="sng" w="19050">
                <a:solidFill>
                  <a:schemeClr val="accent2"/>
                </a:solidFill>
                <a:prstDash val="solid"/>
                <a:round/>
                <a:headEnd len="med" w="med" type="none"/>
                <a:tailEnd len="med" w="med" type="none"/>
              </a:ln>
            </p:spPr>
          </p:cxnSp>
          <p:cxnSp>
            <p:nvCxnSpPr>
              <p:cNvPr id="468" name="Google Shape;468;p17"/>
              <p:cNvCxnSpPr/>
              <p:nvPr/>
            </p:nvCxnSpPr>
            <p:spPr>
              <a:xfrm>
                <a:off x="7374278" y="2844200"/>
                <a:ext cx="1114200" cy="0"/>
              </a:xfrm>
              <a:prstGeom prst="straightConnector1">
                <a:avLst/>
              </a:prstGeom>
              <a:noFill/>
              <a:ln cap="rnd" cmpd="sng" w="19050">
                <a:solidFill>
                  <a:schemeClr val="accent2"/>
                </a:solidFill>
                <a:prstDash val="solid"/>
                <a:round/>
                <a:headEnd len="med" w="med" type="none"/>
                <a:tailEnd len="med" w="med" type="none"/>
              </a:ln>
            </p:spPr>
          </p:cxnSp>
          <p:cxnSp>
            <p:nvCxnSpPr>
              <p:cNvPr id="469" name="Google Shape;469;p17"/>
              <p:cNvCxnSpPr/>
              <p:nvPr/>
            </p:nvCxnSpPr>
            <p:spPr>
              <a:xfrm>
                <a:off x="7578453" y="3389150"/>
                <a:ext cx="910200" cy="0"/>
              </a:xfrm>
              <a:prstGeom prst="straightConnector1">
                <a:avLst/>
              </a:prstGeom>
              <a:noFill/>
              <a:ln cap="rnd" cmpd="sng" w="19050">
                <a:solidFill>
                  <a:schemeClr val="accent2"/>
                </a:solidFill>
                <a:prstDash val="solid"/>
                <a:round/>
                <a:headEnd len="med" w="med" type="none"/>
                <a:tailEnd len="med" w="med" type="none"/>
              </a:ln>
            </p:spPr>
          </p:cxnSp>
          <p:cxnSp>
            <p:nvCxnSpPr>
              <p:cNvPr id="470" name="Google Shape;470;p17"/>
              <p:cNvCxnSpPr/>
              <p:nvPr/>
            </p:nvCxnSpPr>
            <p:spPr>
              <a:xfrm>
                <a:off x="7753453" y="3934125"/>
                <a:ext cx="735000" cy="0"/>
              </a:xfrm>
              <a:prstGeom prst="straightConnector1">
                <a:avLst/>
              </a:prstGeom>
              <a:noFill/>
              <a:ln cap="rnd" cmpd="sng" w="19050">
                <a:solidFill>
                  <a:schemeClr val="accent2"/>
                </a:solidFill>
                <a:prstDash val="solid"/>
                <a:round/>
                <a:headEnd len="med" w="med" type="none"/>
                <a:tailEnd len="med" w="med" type="none"/>
              </a:ln>
            </p:spPr>
          </p:cxnSp>
          <p:cxnSp>
            <p:nvCxnSpPr>
              <p:cNvPr id="471" name="Google Shape;471;p17"/>
              <p:cNvCxnSpPr/>
              <p:nvPr/>
            </p:nvCxnSpPr>
            <p:spPr>
              <a:xfrm>
                <a:off x="7943028" y="4479100"/>
                <a:ext cx="545700" cy="0"/>
              </a:xfrm>
              <a:prstGeom prst="straightConnector1">
                <a:avLst/>
              </a:prstGeom>
              <a:noFill/>
              <a:ln cap="rnd" cmpd="sng" w="19050">
                <a:solidFill>
                  <a:schemeClr val="accent2"/>
                </a:solidFill>
                <a:prstDash val="solid"/>
                <a:round/>
                <a:headEnd len="med" w="med" type="none"/>
                <a:tailEnd len="med" w="med" type="none"/>
              </a:ln>
            </p:spPr>
          </p:cxnSp>
          <p:cxnSp>
            <p:nvCxnSpPr>
              <p:cNvPr id="472" name="Google Shape;472;p17"/>
              <p:cNvCxnSpPr/>
              <p:nvPr/>
            </p:nvCxnSpPr>
            <p:spPr>
              <a:xfrm>
                <a:off x="8147203" y="5024075"/>
                <a:ext cx="341400" cy="0"/>
              </a:xfrm>
              <a:prstGeom prst="straightConnector1">
                <a:avLst/>
              </a:prstGeom>
              <a:noFill/>
              <a:ln cap="rnd" cmpd="sng" w="19050">
                <a:solidFill>
                  <a:schemeClr val="accent2"/>
                </a:solidFill>
                <a:prstDash val="solid"/>
                <a:round/>
                <a:headEnd len="med" w="med" type="none"/>
                <a:tailEnd len="med" w="med" type="none"/>
              </a:ln>
            </p:spPr>
          </p:cxnSp>
          <p:cxnSp>
            <p:nvCxnSpPr>
              <p:cNvPr id="473" name="Google Shape;473;p17"/>
              <p:cNvCxnSpPr/>
              <p:nvPr/>
            </p:nvCxnSpPr>
            <p:spPr>
              <a:xfrm>
                <a:off x="6630503" y="664300"/>
                <a:ext cx="1859400" cy="0"/>
              </a:xfrm>
              <a:prstGeom prst="straightConnector1">
                <a:avLst/>
              </a:prstGeom>
              <a:noFill/>
              <a:ln cap="rnd" cmpd="sng" w="19050">
                <a:solidFill>
                  <a:schemeClr val="accent2"/>
                </a:solidFill>
                <a:prstDash val="solid"/>
                <a:round/>
                <a:headEnd len="med" w="med" type="none"/>
                <a:tailEnd len="med" w="med" type="none"/>
              </a:ln>
            </p:spPr>
          </p:cxnSp>
          <p:cxnSp>
            <p:nvCxnSpPr>
              <p:cNvPr id="474" name="Google Shape;474;p17"/>
              <p:cNvCxnSpPr/>
              <p:nvPr/>
            </p:nvCxnSpPr>
            <p:spPr>
              <a:xfrm>
                <a:off x="6440903" y="119325"/>
                <a:ext cx="2047800" cy="0"/>
              </a:xfrm>
              <a:prstGeom prst="straightConnector1">
                <a:avLst/>
              </a:prstGeom>
              <a:noFill/>
              <a:ln cap="rnd" cmpd="sng" w="19050">
                <a:solidFill>
                  <a:schemeClr val="accent2"/>
                </a:solidFill>
                <a:prstDash val="solid"/>
                <a:round/>
                <a:headEnd len="med" w="med" type="none"/>
                <a:tailEnd len="med" w="med" type="none"/>
              </a:ln>
            </p:spPr>
          </p:cxnSp>
          <p:cxnSp>
            <p:nvCxnSpPr>
              <p:cNvPr id="475" name="Google Shape;475;p17"/>
              <p:cNvCxnSpPr/>
              <p:nvPr/>
            </p:nvCxnSpPr>
            <p:spPr>
              <a:xfrm>
                <a:off x="7914366" y="2"/>
                <a:ext cx="0" cy="4398300"/>
              </a:xfrm>
              <a:prstGeom prst="straightConnector1">
                <a:avLst/>
              </a:prstGeom>
              <a:noFill/>
              <a:ln cap="rnd" cmpd="sng" w="19050">
                <a:solidFill>
                  <a:schemeClr val="accent2"/>
                </a:solidFill>
                <a:prstDash val="solid"/>
                <a:round/>
                <a:headEnd len="med" w="med" type="none"/>
                <a:tailEnd len="med" w="med" type="none"/>
              </a:ln>
            </p:spPr>
          </p:cxnSp>
          <p:cxnSp>
            <p:nvCxnSpPr>
              <p:cNvPr id="476" name="Google Shape;476;p17"/>
              <p:cNvCxnSpPr/>
              <p:nvPr/>
            </p:nvCxnSpPr>
            <p:spPr>
              <a:xfrm>
                <a:off x="7369400" y="-13375"/>
                <a:ext cx="0" cy="2865600"/>
              </a:xfrm>
              <a:prstGeom prst="straightConnector1">
                <a:avLst/>
              </a:prstGeom>
              <a:noFill/>
              <a:ln cap="rnd" cmpd="sng" w="19050">
                <a:solidFill>
                  <a:schemeClr val="accent2"/>
                </a:solidFill>
                <a:prstDash val="solid"/>
                <a:round/>
                <a:headEnd len="med" w="med" type="none"/>
                <a:tailEnd len="med" w="med" type="none"/>
              </a:ln>
            </p:spPr>
          </p:cxnSp>
          <p:cxnSp>
            <p:nvCxnSpPr>
              <p:cNvPr id="477" name="Google Shape;477;p17"/>
              <p:cNvCxnSpPr/>
              <p:nvPr/>
            </p:nvCxnSpPr>
            <p:spPr>
              <a:xfrm>
                <a:off x="6824425" y="0"/>
                <a:ext cx="0" cy="1211700"/>
              </a:xfrm>
              <a:prstGeom prst="straightConnector1">
                <a:avLst/>
              </a:prstGeom>
              <a:noFill/>
              <a:ln cap="rnd" cmpd="sng" w="19050">
                <a:solidFill>
                  <a:schemeClr val="accent2"/>
                </a:solidFill>
                <a:prstDash val="solid"/>
                <a:round/>
                <a:headEnd len="med" w="med" type="none"/>
                <a:tailEnd len="med" w="med" type="none"/>
              </a:ln>
            </p:spPr>
          </p:cxnSp>
          <p:cxnSp>
            <p:nvCxnSpPr>
              <p:cNvPr id="478" name="Google Shape;478;p17"/>
              <p:cNvCxnSpPr/>
              <p:nvPr/>
            </p:nvCxnSpPr>
            <p:spPr>
              <a:xfrm rot="5400000">
                <a:off x="5887589" y="2571752"/>
                <a:ext cx="5143500" cy="0"/>
              </a:xfrm>
              <a:prstGeom prst="straightConnector1">
                <a:avLst/>
              </a:prstGeom>
              <a:noFill/>
              <a:ln cap="rnd" cmpd="sng" w="19050">
                <a:solidFill>
                  <a:schemeClr val="accent2"/>
                </a:solidFill>
                <a:prstDash val="solid"/>
                <a:round/>
                <a:headEnd len="med" w="med" type="none"/>
                <a:tailEnd len="med" w="med" type="none"/>
              </a:ln>
            </p:spPr>
          </p:cxnSp>
        </p:grpSp>
      </p:grpSp>
      <p:sp>
        <p:nvSpPr>
          <p:cNvPr id="479" name="Google Shape;479;p17"/>
          <p:cNvSpPr/>
          <p:nvPr/>
        </p:nvSpPr>
        <p:spPr>
          <a:xfrm flipH="1" rot="10800000">
            <a:off x="4375400" y="-7443"/>
            <a:ext cx="4762302" cy="2338251"/>
          </a:xfrm>
          <a:custGeom>
            <a:rect b="b" l="l" r="r" t="t"/>
            <a:pathLst>
              <a:path extrusionOk="0" h="120575" w="209240">
                <a:moveTo>
                  <a:pt x="0" y="120446"/>
                </a:moveTo>
                <a:lnTo>
                  <a:pt x="209240" y="0"/>
                </a:lnTo>
                <a:lnTo>
                  <a:pt x="209240" y="70819"/>
                </a:lnTo>
                <a:lnTo>
                  <a:pt x="90481" y="120575"/>
                </a:lnTo>
                <a:close/>
              </a:path>
            </a:pathLst>
          </a:custGeom>
          <a:solidFill>
            <a:schemeClr val="accent2"/>
          </a:solidFill>
          <a:ln>
            <a:noFill/>
          </a:ln>
        </p:spPr>
      </p:sp>
      <p:sp>
        <p:nvSpPr>
          <p:cNvPr id="480" name="Google Shape;480;p17"/>
          <p:cNvSpPr txBox="1"/>
          <p:nvPr>
            <p:ph idx="1" type="subTitle"/>
          </p:nvPr>
        </p:nvSpPr>
        <p:spPr>
          <a:xfrm>
            <a:off x="3439225" y="3271975"/>
            <a:ext cx="22656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81" name="Google Shape;481;p17"/>
          <p:cNvSpPr txBox="1"/>
          <p:nvPr>
            <p:ph idx="2" type="subTitle"/>
          </p:nvPr>
        </p:nvSpPr>
        <p:spPr>
          <a:xfrm>
            <a:off x="3439238" y="3571654"/>
            <a:ext cx="2265600" cy="79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482" name="Google Shape;482;p17"/>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83" name="Google Shape;483;p17"/>
          <p:cNvSpPr txBox="1"/>
          <p:nvPr>
            <p:ph idx="3" type="subTitle"/>
          </p:nvPr>
        </p:nvSpPr>
        <p:spPr>
          <a:xfrm>
            <a:off x="860225" y="3271975"/>
            <a:ext cx="22656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84" name="Google Shape;484;p17"/>
          <p:cNvSpPr txBox="1"/>
          <p:nvPr>
            <p:ph idx="4" type="subTitle"/>
          </p:nvPr>
        </p:nvSpPr>
        <p:spPr>
          <a:xfrm>
            <a:off x="860238" y="3571654"/>
            <a:ext cx="2265600" cy="79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485" name="Google Shape;485;p17"/>
          <p:cNvSpPr txBox="1"/>
          <p:nvPr>
            <p:ph idx="5" type="subTitle"/>
          </p:nvPr>
        </p:nvSpPr>
        <p:spPr>
          <a:xfrm>
            <a:off x="6018200" y="3271975"/>
            <a:ext cx="2265600" cy="3924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86" name="Google Shape;486;p17"/>
          <p:cNvSpPr txBox="1"/>
          <p:nvPr>
            <p:ph idx="6" type="subTitle"/>
          </p:nvPr>
        </p:nvSpPr>
        <p:spPr>
          <a:xfrm>
            <a:off x="6018213" y="3571654"/>
            <a:ext cx="2265600" cy="79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487" name="Google Shape;487;p17"/>
          <p:cNvSpPr/>
          <p:nvPr/>
        </p:nvSpPr>
        <p:spPr>
          <a:xfrm>
            <a:off x="6942075" y="13175"/>
            <a:ext cx="2199000" cy="959025"/>
          </a:xfrm>
          <a:custGeom>
            <a:rect b="b" l="l" r="r" t="t"/>
            <a:pathLst>
              <a:path extrusionOk="0" h="38361" w="87960">
                <a:moveTo>
                  <a:pt x="1818" y="0"/>
                </a:moveTo>
                <a:cubicBezTo>
                  <a:pt x="-2729" y="6815"/>
                  <a:pt x="1903" y="21835"/>
                  <a:pt x="9984" y="23182"/>
                </a:cubicBezTo>
                <a:cubicBezTo>
                  <a:pt x="13916" y="23838"/>
                  <a:pt x="18522" y="23813"/>
                  <a:pt x="21839" y="21601"/>
                </a:cubicBezTo>
                <a:cubicBezTo>
                  <a:pt x="25349" y="19261"/>
                  <a:pt x="25739" y="11489"/>
                  <a:pt x="22365" y="8957"/>
                </a:cubicBezTo>
                <a:cubicBezTo>
                  <a:pt x="17370" y="5209"/>
                  <a:pt x="12974" y="19693"/>
                  <a:pt x="14199" y="25816"/>
                </a:cubicBezTo>
                <a:cubicBezTo>
                  <a:pt x="15842" y="34029"/>
                  <a:pt x="27720" y="37473"/>
                  <a:pt x="36064" y="38197"/>
                </a:cubicBezTo>
                <a:cubicBezTo>
                  <a:pt x="43616" y="38853"/>
                  <a:pt x="53436" y="35334"/>
                  <a:pt x="56612" y="28450"/>
                </a:cubicBezTo>
                <a:cubicBezTo>
                  <a:pt x="58607" y="24126"/>
                  <a:pt x="60210" y="18405"/>
                  <a:pt x="57929" y="14225"/>
                </a:cubicBezTo>
                <a:cubicBezTo>
                  <a:pt x="56601" y="11791"/>
                  <a:pt x="50639" y="13176"/>
                  <a:pt x="49762" y="15806"/>
                </a:cubicBezTo>
                <a:cubicBezTo>
                  <a:pt x="48469" y="19682"/>
                  <a:pt x="49115" y="24686"/>
                  <a:pt x="51606" y="27924"/>
                </a:cubicBezTo>
                <a:cubicBezTo>
                  <a:pt x="54728" y="31982"/>
                  <a:pt x="60771" y="32940"/>
                  <a:pt x="65832" y="33719"/>
                </a:cubicBezTo>
                <a:cubicBezTo>
                  <a:pt x="74272" y="35018"/>
                  <a:pt x="87960" y="29350"/>
                  <a:pt x="87960" y="20811"/>
                </a:cubicBezTo>
              </a:path>
            </a:pathLst>
          </a:custGeom>
          <a:noFill/>
          <a:ln cap="flat" cmpd="sng" w="19050">
            <a:solidFill>
              <a:schemeClr val="lt2"/>
            </a:solidFill>
            <a:prstDash val="solid"/>
            <a:round/>
            <a:headEnd len="med" w="med" type="none"/>
            <a:tailEnd len="med" w="med" type="none"/>
          </a:ln>
        </p:spPr>
      </p:sp>
      <p:grpSp>
        <p:nvGrpSpPr>
          <p:cNvPr id="488" name="Google Shape;488;p17"/>
          <p:cNvGrpSpPr/>
          <p:nvPr/>
        </p:nvGrpSpPr>
        <p:grpSpPr>
          <a:xfrm>
            <a:off x="145089" y="3571650"/>
            <a:ext cx="294100" cy="1072675"/>
            <a:chOff x="7824514" y="1953900"/>
            <a:chExt cx="294100" cy="1072675"/>
          </a:xfrm>
        </p:grpSpPr>
        <p:sp>
          <p:nvSpPr>
            <p:cNvPr id="489" name="Google Shape;489;p17"/>
            <p:cNvSpPr/>
            <p:nvPr/>
          </p:nvSpPr>
          <p:spPr>
            <a:xfrm>
              <a:off x="7837914" y="2185300"/>
              <a:ext cx="161050" cy="637000"/>
            </a:xfrm>
            <a:custGeom>
              <a:rect b="b" l="l" r="r" t="t"/>
              <a:pathLst>
                <a:path extrusionOk="0" h="25480" w="6442">
                  <a:moveTo>
                    <a:pt x="1988" y="1"/>
                  </a:moveTo>
                  <a:lnTo>
                    <a:pt x="0" y="370"/>
                  </a:lnTo>
                  <a:lnTo>
                    <a:pt x="4465" y="25480"/>
                  </a:lnTo>
                  <a:lnTo>
                    <a:pt x="6441" y="25111"/>
                  </a:lnTo>
                  <a:lnTo>
                    <a:pt x="1988"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7899514" y="2171600"/>
              <a:ext cx="173550" cy="639100"/>
            </a:xfrm>
            <a:custGeom>
              <a:rect b="b" l="l" r="r" t="t"/>
              <a:pathLst>
                <a:path extrusionOk="0" h="25564" w="6942">
                  <a:moveTo>
                    <a:pt x="2477" y="1"/>
                  </a:moveTo>
                  <a:lnTo>
                    <a:pt x="1" y="465"/>
                  </a:lnTo>
                  <a:lnTo>
                    <a:pt x="4465" y="25564"/>
                  </a:lnTo>
                  <a:lnTo>
                    <a:pt x="4477" y="25564"/>
                  </a:lnTo>
                  <a:lnTo>
                    <a:pt x="6942" y="25111"/>
                  </a:lnTo>
                  <a:lnTo>
                    <a:pt x="2477"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a:off x="7824514" y="1953900"/>
              <a:ext cx="294100" cy="1072675"/>
            </a:xfrm>
            <a:custGeom>
              <a:rect b="b" l="l" r="r" t="t"/>
              <a:pathLst>
                <a:path extrusionOk="0" h="42907" w="11764">
                  <a:moveTo>
                    <a:pt x="1584" y="1125"/>
                  </a:moveTo>
                  <a:lnTo>
                    <a:pt x="2739" y="3339"/>
                  </a:lnTo>
                  <a:cubicBezTo>
                    <a:pt x="2500" y="3527"/>
                    <a:pt x="2240" y="3619"/>
                    <a:pt x="1970" y="3619"/>
                  </a:cubicBezTo>
                  <a:cubicBezTo>
                    <a:pt x="1743" y="3619"/>
                    <a:pt x="1508" y="3553"/>
                    <a:pt x="1274" y="3423"/>
                  </a:cubicBezTo>
                  <a:lnTo>
                    <a:pt x="1584" y="1125"/>
                  </a:lnTo>
                  <a:close/>
                  <a:moveTo>
                    <a:pt x="3024" y="3875"/>
                  </a:moveTo>
                  <a:lnTo>
                    <a:pt x="5251" y="8114"/>
                  </a:lnTo>
                  <a:lnTo>
                    <a:pt x="2655" y="8602"/>
                  </a:lnTo>
                  <a:lnTo>
                    <a:pt x="548" y="8995"/>
                  </a:lnTo>
                  <a:lnTo>
                    <a:pt x="1203" y="4030"/>
                  </a:lnTo>
                  <a:cubicBezTo>
                    <a:pt x="1468" y="4167"/>
                    <a:pt x="1739" y="4235"/>
                    <a:pt x="2005" y="4235"/>
                  </a:cubicBezTo>
                  <a:cubicBezTo>
                    <a:pt x="2362" y="4235"/>
                    <a:pt x="2711" y="4114"/>
                    <a:pt x="3024" y="3875"/>
                  </a:cubicBezTo>
                  <a:close/>
                  <a:moveTo>
                    <a:pt x="5477" y="8709"/>
                  </a:moveTo>
                  <a:lnTo>
                    <a:pt x="9942" y="33819"/>
                  </a:lnTo>
                  <a:lnTo>
                    <a:pt x="7477" y="34272"/>
                  </a:lnTo>
                  <a:lnTo>
                    <a:pt x="7465" y="34272"/>
                  </a:lnTo>
                  <a:lnTo>
                    <a:pt x="3001" y="9173"/>
                  </a:lnTo>
                  <a:lnTo>
                    <a:pt x="5477" y="8709"/>
                  </a:lnTo>
                  <a:close/>
                  <a:moveTo>
                    <a:pt x="2524" y="9257"/>
                  </a:moveTo>
                  <a:lnTo>
                    <a:pt x="6977" y="34367"/>
                  </a:lnTo>
                  <a:lnTo>
                    <a:pt x="5001" y="34736"/>
                  </a:lnTo>
                  <a:lnTo>
                    <a:pt x="536" y="9626"/>
                  </a:lnTo>
                  <a:lnTo>
                    <a:pt x="2524" y="9257"/>
                  </a:lnTo>
                  <a:close/>
                  <a:moveTo>
                    <a:pt x="10049" y="34426"/>
                  </a:moveTo>
                  <a:lnTo>
                    <a:pt x="10204" y="35272"/>
                  </a:lnTo>
                  <a:lnTo>
                    <a:pt x="5263" y="36189"/>
                  </a:lnTo>
                  <a:lnTo>
                    <a:pt x="5108" y="35343"/>
                  </a:lnTo>
                  <a:lnTo>
                    <a:pt x="7585" y="34891"/>
                  </a:lnTo>
                  <a:lnTo>
                    <a:pt x="10049" y="34426"/>
                  </a:lnTo>
                  <a:close/>
                  <a:moveTo>
                    <a:pt x="10597" y="37486"/>
                  </a:moveTo>
                  <a:lnTo>
                    <a:pt x="11109" y="40332"/>
                  </a:lnTo>
                  <a:cubicBezTo>
                    <a:pt x="11216" y="40999"/>
                    <a:pt x="10894" y="41606"/>
                    <a:pt x="10394" y="41701"/>
                  </a:cubicBezTo>
                  <a:lnTo>
                    <a:pt x="7299" y="42273"/>
                  </a:lnTo>
                  <a:cubicBezTo>
                    <a:pt x="7253" y="42281"/>
                    <a:pt x="7206" y="42286"/>
                    <a:pt x="7160" y="42286"/>
                  </a:cubicBezTo>
                  <a:cubicBezTo>
                    <a:pt x="6958" y="42286"/>
                    <a:pt x="6759" y="42202"/>
                    <a:pt x="6584" y="42046"/>
                  </a:cubicBezTo>
                  <a:cubicBezTo>
                    <a:pt x="6370" y="41856"/>
                    <a:pt x="6215" y="41570"/>
                    <a:pt x="6168" y="41249"/>
                  </a:cubicBezTo>
                  <a:lnTo>
                    <a:pt x="5656" y="38391"/>
                  </a:lnTo>
                  <a:lnTo>
                    <a:pt x="10597" y="37486"/>
                  </a:lnTo>
                  <a:close/>
                  <a:moveTo>
                    <a:pt x="1424" y="0"/>
                  </a:moveTo>
                  <a:cubicBezTo>
                    <a:pt x="1410" y="0"/>
                    <a:pt x="1395" y="2"/>
                    <a:pt x="1381" y="6"/>
                  </a:cubicBezTo>
                  <a:cubicBezTo>
                    <a:pt x="1286" y="17"/>
                    <a:pt x="1203" y="113"/>
                    <a:pt x="1191" y="232"/>
                  </a:cubicBezTo>
                  <a:lnTo>
                    <a:pt x="0" y="9280"/>
                  </a:lnTo>
                  <a:lnTo>
                    <a:pt x="0" y="9292"/>
                  </a:lnTo>
                  <a:cubicBezTo>
                    <a:pt x="0" y="9316"/>
                    <a:pt x="0" y="9328"/>
                    <a:pt x="0" y="9352"/>
                  </a:cubicBezTo>
                  <a:cubicBezTo>
                    <a:pt x="0" y="9364"/>
                    <a:pt x="0" y="9376"/>
                    <a:pt x="0" y="9376"/>
                  </a:cubicBezTo>
                  <a:cubicBezTo>
                    <a:pt x="0" y="9388"/>
                    <a:pt x="0" y="9400"/>
                    <a:pt x="0" y="9411"/>
                  </a:cubicBezTo>
                  <a:lnTo>
                    <a:pt x="4584" y="35129"/>
                  </a:lnTo>
                  <a:lnTo>
                    <a:pt x="4834" y="36581"/>
                  </a:lnTo>
                  <a:cubicBezTo>
                    <a:pt x="4846" y="36605"/>
                    <a:pt x="4846" y="36629"/>
                    <a:pt x="4858" y="36653"/>
                  </a:cubicBezTo>
                  <a:cubicBezTo>
                    <a:pt x="4858" y="36677"/>
                    <a:pt x="4858" y="36701"/>
                    <a:pt x="4858" y="36724"/>
                  </a:cubicBezTo>
                  <a:lnTo>
                    <a:pt x="5120" y="38177"/>
                  </a:lnTo>
                  <a:lnTo>
                    <a:pt x="5680" y="41344"/>
                  </a:lnTo>
                  <a:cubicBezTo>
                    <a:pt x="5775" y="41820"/>
                    <a:pt x="6001" y="42249"/>
                    <a:pt x="6322" y="42546"/>
                  </a:cubicBezTo>
                  <a:cubicBezTo>
                    <a:pt x="6590" y="42784"/>
                    <a:pt x="6907" y="42907"/>
                    <a:pt x="7219" y="42907"/>
                  </a:cubicBezTo>
                  <a:cubicBezTo>
                    <a:pt x="7282" y="42907"/>
                    <a:pt x="7344" y="42902"/>
                    <a:pt x="7406" y="42892"/>
                  </a:cubicBezTo>
                  <a:lnTo>
                    <a:pt x="10502" y="42320"/>
                  </a:lnTo>
                  <a:cubicBezTo>
                    <a:pt x="11275" y="42177"/>
                    <a:pt x="11764" y="41249"/>
                    <a:pt x="11585" y="40249"/>
                  </a:cubicBezTo>
                  <a:lnTo>
                    <a:pt x="11025" y="37093"/>
                  </a:lnTo>
                  <a:lnTo>
                    <a:pt x="10764" y="35629"/>
                  </a:lnTo>
                  <a:cubicBezTo>
                    <a:pt x="10764" y="35605"/>
                    <a:pt x="10752" y="35581"/>
                    <a:pt x="10740" y="35569"/>
                  </a:cubicBezTo>
                  <a:cubicBezTo>
                    <a:pt x="10740" y="35546"/>
                    <a:pt x="10740" y="35522"/>
                    <a:pt x="10740" y="35498"/>
                  </a:cubicBezTo>
                  <a:lnTo>
                    <a:pt x="10478" y="34034"/>
                  </a:lnTo>
                  <a:lnTo>
                    <a:pt x="5906" y="8316"/>
                  </a:lnTo>
                  <a:cubicBezTo>
                    <a:pt x="5906" y="8304"/>
                    <a:pt x="5906" y="8304"/>
                    <a:pt x="5894" y="8292"/>
                  </a:cubicBezTo>
                  <a:cubicBezTo>
                    <a:pt x="5894" y="8280"/>
                    <a:pt x="5894" y="8268"/>
                    <a:pt x="5894" y="8257"/>
                  </a:cubicBezTo>
                  <a:cubicBezTo>
                    <a:pt x="5882" y="8245"/>
                    <a:pt x="5882" y="8233"/>
                    <a:pt x="5870" y="8221"/>
                  </a:cubicBezTo>
                  <a:cubicBezTo>
                    <a:pt x="5870" y="8221"/>
                    <a:pt x="5870" y="8209"/>
                    <a:pt x="5870" y="8209"/>
                  </a:cubicBezTo>
                  <a:lnTo>
                    <a:pt x="1631" y="148"/>
                  </a:lnTo>
                  <a:cubicBezTo>
                    <a:pt x="1591" y="57"/>
                    <a:pt x="1507" y="0"/>
                    <a:pt x="1424" y="0"/>
                  </a:cubicBezTo>
                  <a:close/>
                </a:path>
              </a:pathLst>
            </a:custGeom>
            <a:solidFill>
              <a:schemeClr val="dk1"/>
            </a:solidFill>
            <a:ln cap="flat" cmpd="sng" w="150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7952214" y="2814550"/>
              <a:ext cx="127400" cy="44075"/>
            </a:xfrm>
            <a:custGeom>
              <a:rect b="b" l="l" r="r" t="t"/>
              <a:pathLst>
                <a:path extrusionOk="0" h="1763" w="5096">
                  <a:moveTo>
                    <a:pt x="4953" y="0"/>
                  </a:moveTo>
                  <a:lnTo>
                    <a:pt x="2477" y="465"/>
                  </a:lnTo>
                  <a:lnTo>
                    <a:pt x="0" y="917"/>
                  </a:lnTo>
                  <a:lnTo>
                    <a:pt x="155" y="1763"/>
                  </a:lnTo>
                  <a:lnTo>
                    <a:pt x="5096" y="846"/>
                  </a:lnTo>
                  <a:lnTo>
                    <a:pt x="4953" y="0"/>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7856364" y="1982000"/>
              <a:ext cx="36625" cy="62400"/>
            </a:xfrm>
            <a:custGeom>
              <a:rect b="b" l="l" r="r" t="t"/>
              <a:pathLst>
                <a:path extrusionOk="0" h="2496" w="1465">
                  <a:moveTo>
                    <a:pt x="310" y="1"/>
                  </a:moveTo>
                  <a:lnTo>
                    <a:pt x="0" y="2299"/>
                  </a:lnTo>
                  <a:cubicBezTo>
                    <a:pt x="234" y="2429"/>
                    <a:pt x="469" y="2495"/>
                    <a:pt x="696" y="2495"/>
                  </a:cubicBezTo>
                  <a:cubicBezTo>
                    <a:pt x="966" y="2495"/>
                    <a:pt x="1226" y="2403"/>
                    <a:pt x="1465" y="2215"/>
                  </a:cubicBezTo>
                  <a:lnTo>
                    <a:pt x="31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a:off x="7838189" y="2050775"/>
              <a:ext cx="117600" cy="128000"/>
            </a:xfrm>
            <a:custGeom>
              <a:rect b="b" l="l" r="r" t="t"/>
              <a:pathLst>
                <a:path extrusionOk="0" h="5120" w="4704">
                  <a:moveTo>
                    <a:pt x="2477" y="0"/>
                  </a:moveTo>
                  <a:cubicBezTo>
                    <a:pt x="2164" y="239"/>
                    <a:pt x="1815" y="360"/>
                    <a:pt x="1458" y="360"/>
                  </a:cubicBezTo>
                  <a:cubicBezTo>
                    <a:pt x="1192" y="360"/>
                    <a:pt x="921" y="292"/>
                    <a:pt x="656" y="155"/>
                  </a:cubicBezTo>
                  <a:lnTo>
                    <a:pt x="1" y="5120"/>
                  </a:lnTo>
                  <a:lnTo>
                    <a:pt x="2096" y="4727"/>
                  </a:lnTo>
                  <a:lnTo>
                    <a:pt x="4704" y="4239"/>
                  </a:lnTo>
                  <a:lnTo>
                    <a:pt x="24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a:off x="7959339" y="2854425"/>
              <a:ext cx="127425" cy="44075"/>
            </a:xfrm>
            <a:custGeom>
              <a:rect b="b" l="l" r="r" t="t"/>
              <a:pathLst>
                <a:path extrusionOk="0" h="1763" w="5097">
                  <a:moveTo>
                    <a:pt x="4942" y="1"/>
                  </a:moveTo>
                  <a:lnTo>
                    <a:pt x="1" y="918"/>
                  </a:lnTo>
                  <a:lnTo>
                    <a:pt x="156" y="1763"/>
                  </a:lnTo>
                  <a:lnTo>
                    <a:pt x="5097" y="846"/>
                  </a:lnTo>
                  <a:lnTo>
                    <a:pt x="4942" y="1"/>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7965889" y="2891050"/>
              <a:ext cx="139025" cy="120000"/>
            </a:xfrm>
            <a:custGeom>
              <a:rect b="b" l="l" r="r" t="t"/>
              <a:pathLst>
                <a:path extrusionOk="0" h="4800" w="5561">
                  <a:moveTo>
                    <a:pt x="4942" y="0"/>
                  </a:moveTo>
                  <a:lnTo>
                    <a:pt x="2025" y="536"/>
                  </a:lnTo>
                  <a:lnTo>
                    <a:pt x="1" y="917"/>
                  </a:lnTo>
                  <a:lnTo>
                    <a:pt x="513" y="3763"/>
                  </a:lnTo>
                  <a:cubicBezTo>
                    <a:pt x="560" y="4084"/>
                    <a:pt x="715" y="4370"/>
                    <a:pt x="929" y="4560"/>
                  </a:cubicBezTo>
                  <a:cubicBezTo>
                    <a:pt x="1104" y="4716"/>
                    <a:pt x="1303" y="4800"/>
                    <a:pt x="1505" y="4800"/>
                  </a:cubicBezTo>
                  <a:cubicBezTo>
                    <a:pt x="1551" y="4800"/>
                    <a:pt x="1598" y="4795"/>
                    <a:pt x="1644" y="4787"/>
                  </a:cubicBezTo>
                  <a:lnTo>
                    <a:pt x="3061" y="4525"/>
                  </a:lnTo>
                  <a:lnTo>
                    <a:pt x="4739" y="4215"/>
                  </a:lnTo>
                  <a:cubicBezTo>
                    <a:pt x="5239" y="4120"/>
                    <a:pt x="5561" y="3513"/>
                    <a:pt x="5454" y="2858"/>
                  </a:cubicBezTo>
                  <a:lnTo>
                    <a:pt x="4942" y="0"/>
                  </a:lnTo>
                  <a:close/>
                </a:path>
              </a:pathLst>
            </a:custGeom>
            <a:solidFill>
              <a:srgbClr val="F090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 name="Google Shape;497;p17"/>
          <p:cNvGrpSpPr/>
          <p:nvPr/>
        </p:nvGrpSpPr>
        <p:grpSpPr>
          <a:xfrm>
            <a:off x="503449" y="3735338"/>
            <a:ext cx="320297" cy="1198277"/>
            <a:chOff x="8182874" y="2117588"/>
            <a:chExt cx="320297" cy="1198277"/>
          </a:xfrm>
        </p:grpSpPr>
        <p:sp>
          <p:nvSpPr>
            <p:cNvPr id="498" name="Google Shape;498;p17"/>
            <p:cNvSpPr/>
            <p:nvPr/>
          </p:nvSpPr>
          <p:spPr>
            <a:xfrm>
              <a:off x="8209739" y="2494127"/>
              <a:ext cx="208975" cy="804175"/>
            </a:xfrm>
            <a:custGeom>
              <a:rect b="b" l="l" r="r" t="t"/>
              <a:pathLst>
                <a:path extrusionOk="0" h="32167" w="8359">
                  <a:moveTo>
                    <a:pt x="5489" y="0"/>
                  </a:moveTo>
                  <a:cubicBezTo>
                    <a:pt x="4608" y="36"/>
                    <a:pt x="3739" y="703"/>
                    <a:pt x="3263" y="1703"/>
                  </a:cubicBezTo>
                  <a:cubicBezTo>
                    <a:pt x="2941" y="2381"/>
                    <a:pt x="2810" y="3131"/>
                    <a:pt x="2727" y="3882"/>
                  </a:cubicBezTo>
                  <a:cubicBezTo>
                    <a:pt x="2691" y="4191"/>
                    <a:pt x="2668" y="4489"/>
                    <a:pt x="2644" y="4786"/>
                  </a:cubicBezTo>
                  <a:cubicBezTo>
                    <a:pt x="2489" y="6787"/>
                    <a:pt x="2179" y="9787"/>
                    <a:pt x="1846" y="12966"/>
                  </a:cubicBezTo>
                  <a:cubicBezTo>
                    <a:pt x="1108" y="19943"/>
                    <a:pt x="1" y="30492"/>
                    <a:pt x="643" y="31337"/>
                  </a:cubicBezTo>
                  <a:cubicBezTo>
                    <a:pt x="870" y="31623"/>
                    <a:pt x="1084" y="31837"/>
                    <a:pt x="1310" y="31968"/>
                  </a:cubicBezTo>
                  <a:cubicBezTo>
                    <a:pt x="1513" y="32103"/>
                    <a:pt x="1721" y="32167"/>
                    <a:pt x="1931" y="32167"/>
                  </a:cubicBezTo>
                  <a:cubicBezTo>
                    <a:pt x="2018" y="32167"/>
                    <a:pt x="2104" y="32156"/>
                    <a:pt x="2191" y="32135"/>
                  </a:cubicBezTo>
                  <a:cubicBezTo>
                    <a:pt x="3418" y="31825"/>
                    <a:pt x="4489" y="29504"/>
                    <a:pt x="4656" y="28337"/>
                  </a:cubicBezTo>
                  <a:lnTo>
                    <a:pt x="7978" y="5894"/>
                  </a:lnTo>
                  <a:lnTo>
                    <a:pt x="7978" y="5906"/>
                  </a:lnTo>
                  <a:cubicBezTo>
                    <a:pt x="8156" y="4703"/>
                    <a:pt x="8359" y="3346"/>
                    <a:pt x="7990" y="2131"/>
                  </a:cubicBezTo>
                  <a:cubicBezTo>
                    <a:pt x="7716" y="1191"/>
                    <a:pt x="6906" y="214"/>
                    <a:pt x="5882" y="36"/>
                  </a:cubicBezTo>
                  <a:cubicBezTo>
                    <a:pt x="5763" y="12"/>
                    <a:pt x="5632" y="0"/>
                    <a:pt x="5489" y="0"/>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rot="-60166">
              <a:off x="8292624" y="2152246"/>
              <a:ext cx="166692" cy="282487"/>
            </a:xfrm>
            <a:custGeom>
              <a:rect b="b" l="l" r="r" t="t"/>
              <a:pathLst>
                <a:path extrusionOk="0" h="11300" w="6668">
                  <a:moveTo>
                    <a:pt x="4239" y="1"/>
                  </a:moveTo>
                  <a:lnTo>
                    <a:pt x="3905" y="501"/>
                  </a:lnTo>
                  <a:lnTo>
                    <a:pt x="1595" y="3978"/>
                  </a:lnTo>
                  <a:cubicBezTo>
                    <a:pt x="905" y="5025"/>
                    <a:pt x="119" y="6216"/>
                    <a:pt x="60" y="7526"/>
                  </a:cubicBezTo>
                  <a:cubicBezTo>
                    <a:pt x="0" y="8645"/>
                    <a:pt x="452" y="10205"/>
                    <a:pt x="1262" y="10919"/>
                  </a:cubicBezTo>
                  <a:cubicBezTo>
                    <a:pt x="1601" y="10777"/>
                    <a:pt x="1970" y="10715"/>
                    <a:pt x="2341" y="10715"/>
                  </a:cubicBezTo>
                  <a:cubicBezTo>
                    <a:pt x="2374" y="10715"/>
                    <a:pt x="2408" y="10715"/>
                    <a:pt x="2441" y="10716"/>
                  </a:cubicBezTo>
                  <a:cubicBezTo>
                    <a:pt x="3036" y="10740"/>
                    <a:pt x="3643" y="10943"/>
                    <a:pt x="4167" y="11300"/>
                  </a:cubicBezTo>
                  <a:cubicBezTo>
                    <a:pt x="6668" y="7549"/>
                    <a:pt x="5227" y="2501"/>
                    <a:pt x="423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rot="-60166">
              <a:off x="8193292" y="2120117"/>
              <a:ext cx="299461" cy="1193219"/>
            </a:xfrm>
            <a:custGeom>
              <a:rect b="b" l="l" r="r" t="t"/>
              <a:pathLst>
                <a:path extrusionOk="0" h="47731" w="11979">
                  <a:moveTo>
                    <a:pt x="8669" y="1275"/>
                  </a:moveTo>
                  <a:cubicBezTo>
                    <a:pt x="9657" y="3775"/>
                    <a:pt x="11098" y="8823"/>
                    <a:pt x="8597" y="12574"/>
                  </a:cubicBezTo>
                  <a:cubicBezTo>
                    <a:pt x="8047" y="12189"/>
                    <a:pt x="7396" y="11991"/>
                    <a:pt x="6760" y="11991"/>
                  </a:cubicBezTo>
                  <a:cubicBezTo>
                    <a:pt x="6392" y="11991"/>
                    <a:pt x="6028" y="12058"/>
                    <a:pt x="5692" y="12193"/>
                  </a:cubicBezTo>
                  <a:cubicBezTo>
                    <a:pt x="4882" y="11479"/>
                    <a:pt x="4430" y="9931"/>
                    <a:pt x="4490" y="8812"/>
                  </a:cubicBezTo>
                  <a:cubicBezTo>
                    <a:pt x="4549" y="7490"/>
                    <a:pt x="5335" y="6299"/>
                    <a:pt x="6025" y="5252"/>
                  </a:cubicBezTo>
                  <a:lnTo>
                    <a:pt x="8669" y="1275"/>
                  </a:lnTo>
                  <a:close/>
                  <a:moveTo>
                    <a:pt x="6754" y="12580"/>
                  </a:moveTo>
                  <a:cubicBezTo>
                    <a:pt x="7323" y="12580"/>
                    <a:pt x="7912" y="12778"/>
                    <a:pt x="8395" y="13157"/>
                  </a:cubicBezTo>
                  <a:cubicBezTo>
                    <a:pt x="8704" y="13431"/>
                    <a:pt x="8847" y="13741"/>
                    <a:pt x="8823" y="14098"/>
                  </a:cubicBezTo>
                  <a:cubicBezTo>
                    <a:pt x="8800" y="14574"/>
                    <a:pt x="8478" y="15062"/>
                    <a:pt x="8181" y="15300"/>
                  </a:cubicBezTo>
                  <a:cubicBezTo>
                    <a:pt x="7637" y="14734"/>
                    <a:pt x="6925" y="14347"/>
                    <a:pt x="6110" y="14347"/>
                  </a:cubicBezTo>
                  <a:cubicBezTo>
                    <a:pt x="6086" y="14347"/>
                    <a:pt x="6062" y="14347"/>
                    <a:pt x="6037" y="14348"/>
                  </a:cubicBezTo>
                  <a:cubicBezTo>
                    <a:pt x="5597" y="14372"/>
                    <a:pt x="5168" y="14503"/>
                    <a:pt x="4763" y="14741"/>
                  </a:cubicBezTo>
                  <a:cubicBezTo>
                    <a:pt x="4632" y="14015"/>
                    <a:pt x="5049" y="13169"/>
                    <a:pt x="5775" y="12800"/>
                  </a:cubicBezTo>
                  <a:cubicBezTo>
                    <a:pt x="6075" y="12652"/>
                    <a:pt x="6411" y="12580"/>
                    <a:pt x="6754" y="12580"/>
                  </a:cubicBezTo>
                  <a:close/>
                  <a:moveTo>
                    <a:pt x="6117" y="14954"/>
                  </a:moveTo>
                  <a:cubicBezTo>
                    <a:pt x="7283" y="14954"/>
                    <a:pt x="8245" y="16043"/>
                    <a:pt x="8550" y="17086"/>
                  </a:cubicBezTo>
                  <a:cubicBezTo>
                    <a:pt x="8919" y="18301"/>
                    <a:pt x="8716" y="19658"/>
                    <a:pt x="8538" y="20849"/>
                  </a:cubicBezTo>
                  <a:lnTo>
                    <a:pt x="5216" y="43292"/>
                  </a:lnTo>
                  <a:cubicBezTo>
                    <a:pt x="5049" y="44459"/>
                    <a:pt x="3978" y="46780"/>
                    <a:pt x="2751" y="47090"/>
                  </a:cubicBezTo>
                  <a:cubicBezTo>
                    <a:pt x="2664" y="47112"/>
                    <a:pt x="2577" y="47123"/>
                    <a:pt x="2491" y="47123"/>
                  </a:cubicBezTo>
                  <a:cubicBezTo>
                    <a:pt x="2057" y="47123"/>
                    <a:pt x="1632" y="46848"/>
                    <a:pt x="1215" y="46292"/>
                  </a:cubicBezTo>
                  <a:cubicBezTo>
                    <a:pt x="572" y="45447"/>
                    <a:pt x="1680" y="34898"/>
                    <a:pt x="2406" y="27921"/>
                  </a:cubicBezTo>
                  <a:cubicBezTo>
                    <a:pt x="2739" y="24742"/>
                    <a:pt x="3049" y="21742"/>
                    <a:pt x="3204" y="19730"/>
                  </a:cubicBezTo>
                  <a:cubicBezTo>
                    <a:pt x="3228" y="19432"/>
                    <a:pt x="3251" y="19134"/>
                    <a:pt x="3287" y="18837"/>
                  </a:cubicBezTo>
                  <a:cubicBezTo>
                    <a:pt x="3370" y="18075"/>
                    <a:pt x="3501" y="17324"/>
                    <a:pt x="3823" y="16646"/>
                  </a:cubicBezTo>
                  <a:cubicBezTo>
                    <a:pt x="4299" y="15658"/>
                    <a:pt x="5168" y="14991"/>
                    <a:pt x="6061" y="14955"/>
                  </a:cubicBezTo>
                  <a:cubicBezTo>
                    <a:pt x="6080" y="14955"/>
                    <a:pt x="6099" y="14954"/>
                    <a:pt x="6117" y="14954"/>
                  </a:cubicBezTo>
                  <a:close/>
                  <a:moveTo>
                    <a:pt x="8800" y="1"/>
                  </a:moveTo>
                  <a:lnTo>
                    <a:pt x="5525" y="4918"/>
                  </a:lnTo>
                  <a:cubicBezTo>
                    <a:pt x="4823" y="5978"/>
                    <a:pt x="3942" y="7299"/>
                    <a:pt x="3882" y="8776"/>
                  </a:cubicBezTo>
                  <a:cubicBezTo>
                    <a:pt x="3823" y="9978"/>
                    <a:pt x="4251" y="11586"/>
                    <a:pt x="5133" y="12491"/>
                  </a:cubicBezTo>
                  <a:cubicBezTo>
                    <a:pt x="4323" y="13110"/>
                    <a:pt x="3942" y="14193"/>
                    <a:pt x="4228" y="15122"/>
                  </a:cubicBezTo>
                  <a:cubicBezTo>
                    <a:pt x="3847" y="15455"/>
                    <a:pt x="3513" y="15884"/>
                    <a:pt x="3275" y="16396"/>
                  </a:cubicBezTo>
                  <a:cubicBezTo>
                    <a:pt x="2787" y="17444"/>
                    <a:pt x="2692" y="18634"/>
                    <a:pt x="2608" y="19694"/>
                  </a:cubicBezTo>
                  <a:cubicBezTo>
                    <a:pt x="2525" y="20682"/>
                    <a:pt x="2418" y="21932"/>
                    <a:pt x="2275" y="23325"/>
                  </a:cubicBezTo>
                  <a:cubicBezTo>
                    <a:pt x="2132" y="24730"/>
                    <a:pt x="1965" y="26266"/>
                    <a:pt x="1799" y="27861"/>
                  </a:cubicBezTo>
                  <a:cubicBezTo>
                    <a:pt x="715" y="38256"/>
                    <a:pt x="1" y="45685"/>
                    <a:pt x="727" y="46649"/>
                  </a:cubicBezTo>
                  <a:cubicBezTo>
                    <a:pt x="1299" y="47400"/>
                    <a:pt x="1846" y="47673"/>
                    <a:pt x="2323" y="47721"/>
                  </a:cubicBezTo>
                  <a:cubicBezTo>
                    <a:pt x="2382" y="47728"/>
                    <a:pt x="2440" y="47731"/>
                    <a:pt x="2497" y="47731"/>
                  </a:cubicBezTo>
                  <a:cubicBezTo>
                    <a:pt x="2641" y="47731"/>
                    <a:pt x="2774" y="47711"/>
                    <a:pt x="2894" y="47685"/>
                  </a:cubicBezTo>
                  <a:cubicBezTo>
                    <a:pt x="4454" y="47281"/>
                    <a:pt x="5621" y="44673"/>
                    <a:pt x="5811" y="43387"/>
                  </a:cubicBezTo>
                  <a:lnTo>
                    <a:pt x="9133" y="20944"/>
                  </a:lnTo>
                  <a:cubicBezTo>
                    <a:pt x="9312" y="19682"/>
                    <a:pt x="9526" y="18253"/>
                    <a:pt x="9133" y="16920"/>
                  </a:cubicBezTo>
                  <a:cubicBezTo>
                    <a:pt x="9014" y="16515"/>
                    <a:pt x="8812" y="16122"/>
                    <a:pt x="8562" y="15765"/>
                  </a:cubicBezTo>
                  <a:cubicBezTo>
                    <a:pt x="8966" y="15431"/>
                    <a:pt x="9395" y="14812"/>
                    <a:pt x="9431" y="14134"/>
                  </a:cubicBezTo>
                  <a:cubicBezTo>
                    <a:pt x="9443" y="13717"/>
                    <a:pt x="9312" y="13324"/>
                    <a:pt x="9050" y="12991"/>
                  </a:cubicBezTo>
                  <a:cubicBezTo>
                    <a:pt x="11979" y="8704"/>
                    <a:pt x="10014" y="2870"/>
                    <a:pt x="9014" y="513"/>
                  </a:cubicBezTo>
                  <a:lnTo>
                    <a:pt x="8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501" name="Google Shape;501;p17"/>
            <p:cNvSpPr/>
            <p:nvPr/>
          </p:nvSpPr>
          <p:spPr>
            <a:xfrm>
              <a:off x="8309064" y="2434750"/>
              <a:ext cx="105400" cy="67600"/>
            </a:xfrm>
            <a:custGeom>
              <a:rect b="b" l="l" r="r" t="t"/>
              <a:pathLst>
                <a:path extrusionOk="0" h="2704" w="4216">
                  <a:moveTo>
                    <a:pt x="2155" y="1"/>
                  </a:moveTo>
                  <a:cubicBezTo>
                    <a:pt x="1798" y="1"/>
                    <a:pt x="1453" y="72"/>
                    <a:pt x="1143" y="215"/>
                  </a:cubicBezTo>
                  <a:cubicBezTo>
                    <a:pt x="417" y="584"/>
                    <a:pt x="0" y="1430"/>
                    <a:pt x="131" y="2156"/>
                  </a:cubicBezTo>
                  <a:cubicBezTo>
                    <a:pt x="524" y="1918"/>
                    <a:pt x="965" y="1787"/>
                    <a:pt x="1405" y="1763"/>
                  </a:cubicBezTo>
                  <a:cubicBezTo>
                    <a:pt x="1572" y="1763"/>
                    <a:pt x="1739" y="1775"/>
                    <a:pt x="1894" y="1799"/>
                  </a:cubicBezTo>
                  <a:cubicBezTo>
                    <a:pt x="2536" y="1906"/>
                    <a:pt x="3096" y="2251"/>
                    <a:pt x="3549" y="2703"/>
                  </a:cubicBezTo>
                  <a:cubicBezTo>
                    <a:pt x="3846" y="2465"/>
                    <a:pt x="4168" y="1989"/>
                    <a:pt x="4191" y="1513"/>
                  </a:cubicBezTo>
                  <a:cubicBezTo>
                    <a:pt x="4215" y="1156"/>
                    <a:pt x="4060" y="846"/>
                    <a:pt x="3763" y="572"/>
                  </a:cubicBezTo>
                  <a:cubicBezTo>
                    <a:pt x="3287" y="203"/>
                    <a:pt x="2715" y="1"/>
                    <a:pt x="2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502" name="Google Shape;502;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5">
    <p:spTree>
      <p:nvGrpSpPr>
        <p:cNvPr id="503" name="Shape 503"/>
        <p:cNvGrpSpPr/>
        <p:nvPr/>
      </p:nvGrpSpPr>
      <p:grpSpPr>
        <a:xfrm>
          <a:off x="0" y="0"/>
          <a:ext cx="0" cy="0"/>
          <a:chOff x="0" y="0"/>
          <a:chExt cx="0" cy="0"/>
        </a:xfrm>
      </p:grpSpPr>
      <p:sp>
        <p:nvSpPr>
          <p:cNvPr id="504" name="Google Shape;504;p18"/>
          <p:cNvSpPr/>
          <p:nvPr/>
        </p:nvSpPr>
        <p:spPr>
          <a:xfrm flipH="1">
            <a:off x="8104800" y="2217600"/>
            <a:ext cx="1039200" cy="2925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5" name="Google Shape;505;p18"/>
          <p:cNvGrpSpPr/>
          <p:nvPr/>
        </p:nvGrpSpPr>
        <p:grpSpPr>
          <a:xfrm flipH="1">
            <a:off x="7583550" y="4048302"/>
            <a:ext cx="1385828" cy="995061"/>
            <a:chOff x="525000" y="3698902"/>
            <a:chExt cx="1385828" cy="995061"/>
          </a:xfrm>
        </p:grpSpPr>
        <p:sp>
          <p:nvSpPr>
            <p:cNvPr id="506" name="Google Shape;506;p18"/>
            <p:cNvSpPr/>
            <p:nvPr/>
          </p:nvSpPr>
          <p:spPr>
            <a:xfrm rot="-1115772">
              <a:off x="605425" y="3896647"/>
              <a:ext cx="1207338" cy="602182"/>
            </a:xfrm>
            <a:custGeom>
              <a:rect b="b" l="l" r="r" t="t"/>
              <a:pathLst>
                <a:path extrusionOk="0" h="24087" w="48293">
                  <a:moveTo>
                    <a:pt x="30337" y="4275"/>
                  </a:moveTo>
                  <a:cubicBezTo>
                    <a:pt x="30457" y="4275"/>
                    <a:pt x="30564" y="4346"/>
                    <a:pt x="30588" y="4453"/>
                  </a:cubicBezTo>
                  <a:cubicBezTo>
                    <a:pt x="30611" y="4561"/>
                    <a:pt x="30564" y="4668"/>
                    <a:pt x="30468" y="4715"/>
                  </a:cubicBezTo>
                  <a:lnTo>
                    <a:pt x="30457" y="4715"/>
                  </a:lnTo>
                  <a:lnTo>
                    <a:pt x="17586" y="10645"/>
                  </a:lnTo>
                  <a:lnTo>
                    <a:pt x="8132" y="15002"/>
                  </a:lnTo>
                  <a:cubicBezTo>
                    <a:pt x="8097" y="15014"/>
                    <a:pt x="8061" y="15020"/>
                    <a:pt x="8027" y="15020"/>
                  </a:cubicBezTo>
                  <a:cubicBezTo>
                    <a:pt x="7992" y="15020"/>
                    <a:pt x="7960" y="15014"/>
                    <a:pt x="7930" y="15002"/>
                  </a:cubicBezTo>
                  <a:lnTo>
                    <a:pt x="7894" y="14990"/>
                  </a:lnTo>
                  <a:cubicBezTo>
                    <a:pt x="7835" y="14943"/>
                    <a:pt x="7787" y="14871"/>
                    <a:pt x="7787" y="14788"/>
                  </a:cubicBezTo>
                  <a:lnTo>
                    <a:pt x="7537" y="5358"/>
                  </a:lnTo>
                  <a:cubicBezTo>
                    <a:pt x="7537" y="5227"/>
                    <a:pt x="7632" y="5132"/>
                    <a:pt x="7763" y="5120"/>
                  </a:cubicBezTo>
                  <a:lnTo>
                    <a:pt x="10633" y="5013"/>
                  </a:lnTo>
                  <a:lnTo>
                    <a:pt x="30337" y="4275"/>
                  </a:lnTo>
                  <a:close/>
                  <a:moveTo>
                    <a:pt x="0" y="1"/>
                  </a:moveTo>
                  <a:lnTo>
                    <a:pt x="1989" y="24087"/>
                  </a:lnTo>
                  <a:lnTo>
                    <a:pt x="22610" y="13847"/>
                  </a:lnTo>
                  <a:lnTo>
                    <a:pt x="48292" y="1084"/>
                  </a:lnTo>
                  <a:lnTo>
                    <a:pt x="34124" y="774"/>
                  </a:lnTo>
                  <a:lnTo>
                    <a:pt x="34124" y="2537"/>
                  </a:lnTo>
                  <a:cubicBezTo>
                    <a:pt x="34124" y="2668"/>
                    <a:pt x="34005" y="2763"/>
                    <a:pt x="33886" y="2763"/>
                  </a:cubicBezTo>
                  <a:cubicBezTo>
                    <a:pt x="33850" y="2763"/>
                    <a:pt x="33814" y="2751"/>
                    <a:pt x="33778" y="2739"/>
                  </a:cubicBezTo>
                  <a:cubicBezTo>
                    <a:pt x="33695" y="2703"/>
                    <a:pt x="33647" y="2620"/>
                    <a:pt x="33647" y="2525"/>
                  </a:cubicBezTo>
                  <a:lnTo>
                    <a:pt x="33647" y="763"/>
                  </a:lnTo>
                  <a:lnTo>
                    <a:pt x="30718" y="691"/>
                  </a:lnTo>
                  <a:lnTo>
                    <a:pt x="30707" y="2441"/>
                  </a:lnTo>
                  <a:cubicBezTo>
                    <a:pt x="30707" y="2566"/>
                    <a:pt x="30610" y="2668"/>
                    <a:pt x="30488" y="2668"/>
                  </a:cubicBezTo>
                  <a:cubicBezTo>
                    <a:pt x="30482" y="2668"/>
                    <a:pt x="30475" y="2668"/>
                    <a:pt x="30468" y="2668"/>
                  </a:cubicBezTo>
                  <a:cubicBezTo>
                    <a:pt x="30433" y="2668"/>
                    <a:pt x="30397" y="2668"/>
                    <a:pt x="30373" y="2656"/>
                  </a:cubicBezTo>
                  <a:cubicBezTo>
                    <a:pt x="30290" y="2608"/>
                    <a:pt x="30230" y="2525"/>
                    <a:pt x="30230" y="2429"/>
                  </a:cubicBezTo>
                  <a:lnTo>
                    <a:pt x="30242" y="679"/>
                  </a:lnTo>
                  <a:lnTo>
                    <a:pt x="27147" y="608"/>
                  </a:lnTo>
                  <a:lnTo>
                    <a:pt x="27147" y="608"/>
                  </a:lnTo>
                  <a:cubicBezTo>
                    <a:pt x="27194" y="655"/>
                    <a:pt x="27230" y="715"/>
                    <a:pt x="27230" y="786"/>
                  </a:cubicBezTo>
                  <a:lnTo>
                    <a:pt x="27218" y="2644"/>
                  </a:lnTo>
                  <a:cubicBezTo>
                    <a:pt x="27218" y="2775"/>
                    <a:pt x="27111" y="2870"/>
                    <a:pt x="26980" y="2870"/>
                  </a:cubicBezTo>
                  <a:cubicBezTo>
                    <a:pt x="26944" y="2870"/>
                    <a:pt x="26908" y="2858"/>
                    <a:pt x="26885" y="2846"/>
                  </a:cubicBezTo>
                  <a:cubicBezTo>
                    <a:pt x="26801" y="2799"/>
                    <a:pt x="26742" y="2727"/>
                    <a:pt x="26742" y="2632"/>
                  </a:cubicBezTo>
                  <a:lnTo>
                    <a:pt x="26754" y="774"/>
                  </a:lnTo>
                  <a:cubicBezTo>
                    <a:pt x="26754" y="703"/>
                    <a:pt x="26778" y="643"/>
                    <a:pt x="26825" y="608"/>
                  </a:cubicBezTo>
                  <a:lnTo>
                    <a:pt x="23789" y="536"/>
                  </a:lnTo>
                  <a:lnTo>
                    <a:pt x="23789" y="536"/>
                  </a:lnTo>
                  <a:cubicBezTo>
                    <a:pt x="23813" y="560"/>
                    <a:pt x="23813" y="596"/>
                    <a:pt x="23813" y="632"/>
                  </a:cubicBezTo>
                  <a:lnTo>
                    <a:pt x="23813" y="2560"/>
                  </a:lnTo>
                  <a:cubicBezTo>
                    <a:pt x="23813" y="2679"/>
                    <a:pt x="23706" y="2787"/>
                    <a:pt x="23575" y="2787"/>
                  </a:cubicBezTo>
                  <a:cubicBezTo>
                    <a:pt x="23539" y="2787"/>
                    <a:pt x="23503" y="2775"/>
                    <a:pt x="23479" y="2763"/>
                  </a:cubicBezTo>
                  <a:cubicBezTo>
                    <a:pt x="23396" y="2715"/>
                    <a:pt x="23337" y="2632"/>
                    <a:pt x="23337" y="2548"/>
                  </a:cubicBezTo>
                  <a:lnTo>
                    <a:pt x="23337" y="620"/>
                  </a:lnTo>
                  <a:cubicBezTo>
                    <a:pt x="23337" y="596"/>
                    <a:pt x="23349" y="560"/>
                    <a:pt x="23360" y="524"/>
                  </a:cubicBezTo>
                  <a:lnTo>
                    <a:pt x="20384" y="453"/>
                  </a:lnTo>
                  <a:lnTo>
                    <a:pt x="20372" y="2596"/>
                  </a:lnTo>
                  <a:cubicBezTo>
                    <a:pt x="20372" y="2720"/>
                    <a:pt x="20275" y="2823"/>
                    <a:pt x="20154" y="2823"/>
                  </a:cubicBezTo>
                  <a:cubicBezTo>
                    <a:pt x="20147" y="2823"/>
                    <a:pt x="20141" y="2823"/>
                    <a:pt x="20134" y="2822"/>
                  </a:cubicBezTo>
                  <a:cubicBezTo>
                    <a:pt x="20098" y="2822"/>
                    <a:pt x="20074" y="2822"/>
                    <a:pt x="20039" y="2810"/>
                  </a:cubicBezTo>
                  <a:cubicBezTo>
                    <a:pt x="19955" y="2763"/>
                    <a:pt x="19896" y="2679"/>
                    <a:pt x="19896" y="2584"/>
                  </a:cubicBezTo>
                  <a:lnTo>
                    <a:pt x="19908" y="453"/>
                  </a:lnTo>
                  <a:lnTo>
                    <a:pt x="16979" y="382"/>
                  </a:lnTo>
                  <a:lnTo>
                    <a:pt x="16967" y="2513"/>
                  </a:lnTo>
                  <a:cubicBezTo>
                    <a:pt x="16967" y="2637"/>
                    <a:pt x="16870" y="2740"/>
                    <a:pt x="16748" y="2740"/>
                  </a:cubicBezTo>
                  <a:cubicBezTo>
                    <a:pt x="16742" y="2740"/>
                    <a:pt x="16735" y="2740"/>
                    <a:pt x="16729" y="2739"/>
                  </a:cubicBezTo>
                  <a:cubicBezTo>
                    <a:pt x="16693" y="2739"/>
                    <a:pt x="16657" y="2739"/>
                    <a:pt x="16633" y="2715"/>
                  </a:cubicBezTo>
                  <a:cubicBezTo>
                    <a:pt x="16550" y="2679"/>
                    <a:pt x="16491" y="2596"/>
                    <a:pt x="16491" y="2501"/>
                  </a:cubicBezTo>
                  <a:lnTo>
                    <a:pt x="16502" y="370"/>
                  </a:lnTo>
                  <a:lnTo>
                    <a:pt x="14252" y="322"/>
                  </a:lnTo>
                  <a:lnTo>
                    <a:pt x="14252" y="2144"/>
                  </a:lnTo>
                  <a:cubicBezTo>
                    <a:pt x="14241" y="2268"/>
                    <a:pt x="14154" y="2371"/>
                    <a:pt x="14024" y="2371"/>
                  </a:cubicBezTo>
                  <a:cubicBezTo>
                    <a:pt x="14017" y="2371"/>
                    <a:pt x="14009" y="2370"/>
                    <a:pt x="14002" y="2370"/>
                  </a:cubicBezTo>
                  <a:cubicBezTo>
                    <a:pt x="13978" y="2370"/>
                    <a:pt x="13943" y="2370"/>
                    <a:pt x="13907" y="2358"/>
                  </a:cubicBezTo>
                  <a:cubicBezTo>
                    <a:pt x="13824" y="2310"/>
                    <a:pt x="13764" y="2227"/>
                    <a:pt x="13776" y="2132"/>
                  </a:cubicBezTo>
                  <a:lnTo>
                    <a:pt x="13776" y="310"/>
                  </a:lnTo>
                  <a:lnTo>
                    <a:pt x="10847" y="251"/>
                  </a:lnTo>
                  <a:lnTo>
                    <a:pt x="10835" y="2060"/>
                  </a:lnTo>
                  <a:cubicBezTo>
                    <a:pt x="10835" y="2191"/>
                    <a:pt x="10728" y="2287"/>
                    <a:pt x="10597" y="2287"/>
                  </a:cubicBezTo>
                  <a:cubicBezTo>
                    <a:pt x="10561" y="2287"/>
                    <a:pt x="10525" y="2275"/>
                    <a:pt x="10502" y="2263"/>
                  </a:cubicBezTo>
                  <a:cubicBezTo>
                    <a:pt x="10418" y="2227"/>
                    <a:pt x="10359" y="2144"/>
                    <a:pt x="10359" y="2048"/>
                  </a:cubicBezTo>
                  <a:lnTo>
                    <a:pt x="10371" y="239"/>
                  </a:lnTo>
                  <a:lnTo>
                    <a:pt x="7406" y="167"/>
                  </a:lnTo>
                  <a:lnTo>
                    <a:pt x="7406" y="1906"/>
                  </a:lnTo>
                  <a:lnTo>
                    <a:pt x="7406" y="2108"/>
                  </a:lnTo>
                  <a:cubicBezTo>
                    <a:pt x="7406" y="2239"/>
                    <a:pt x="7299" y="2334"/>
                    <a:pt x="7168" y="2334"/>
                  </a:cubicBezTo>
                  <a:cubicBezTo>
                    <a:pt x="7132" y="2334"/>
                    <a:pt x="7096" y="2322"/>
                    <a:pt x="7061" y="2310"/>
                  </a:cubicBezTo>
                  <a:cubicBezTo>
                    <a:pt x="6977" y="2275"/>
                    <a:pt x="6930" y="2191"/>
                    <a:pt x="6930" y="2096"/>
                  </a:cubicBezTo>
                  <a:lnTo>
                    <a:pt x="6930" y="1465"/>
                  </a:lnTo>
                  <a:lnTo>
                    <a:pt x="6930" y="167"/>
                  </a:lnTo>
                  <a:lnTo>
                    <a:pt x="5394" y="132"/>
                  </a:lnTo>
                  <a:lnTo>
                    <a:pt x="4001" y="96"/>
                  </a:lnTo>
                  <a:lnTo>
                    <a:pt x="3989" y="2025"/>
                  </a:lnTo>
                  <a:cubicBezTo>
                    <a:pt x="3989" y="2144"/>
                    <a:pt x="3894" y="2251"/>
                    <a:pt x="3751" y="2251"/>
                  </a:cubicBezTo>
                  <a:cubicBezTo>
                    <a:pt x="3715" y="2251"/>
                    <a:pt x="3691" y="2239"/>
                    <a:pt x="3656" y="2227"/>
                  </a:cubicBezTo>
                  <a:cubicBezTo>
                    <a:pt x="3572" y="2179"/>
                    <a:pt x="3513" y="2096"/>
                    <a:pt x="3513" y="2001"/>
                  </a:cubicBezTo>
                  <a:lnTo>
                    <a:pt x="3525" y="84"/>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8"/>
            <p:cNvSpPr/>
            <p:nvPr/>
          </p:nvSpPr>
          <p:spPr>
            <a:xfrm rot="-1115772">
              <a:off x="781371" y="4047062"/>
              <a:ext cx="576881" cy="268678"/>
            </a:xfrm>
            <a:custGeom>
              <a:rect b="b" l="l" r="r" t="t"/>
              <a:pathLst>
                <a:path extrusionOk="0" h="10747" w="23075">
                  <a:moveTo>
                    <a:pt x="21646" y="513"/>
                  </a:moveTo>
                  <a:lnTo>
                    <a:pt x="714" y="10145"/>
                  </a:lnTo>
                  <a:lnTo>
                    <a:pt x="488" y="1311"/>
                  </a:lnTo>
                  <a:lnTo>
                    <a:pt x="21646" y="513"/>
                  </a:lnTo>
                  <a:close/>
                  <a:moveTo>
                    <a:pt x="22800" y="1"/>
                  </a:moveTo>
                  <a:lnTo>
                    <a:pt x="226" y="846"/>
                  </a:lnTo>
                  <a:cubicBezTo>
                    <a:pt x="95" y="858"/>
                    <a:pt x="0" y="953"/>
                    <a:pt x="0" y="1084"/>
                  </a:cubicBezTo>
                  <a:lnTo>
                    <a:pt x="250" y="10514"/>
                  </a:lnTo>
                  <a:cubicBezTo>
                    <a:pt x="250" y="10597"/>
                    <a:pt x="298" y="10669"/>
                    <a:pt x="357" y="10716"/>
                  </a:cubicBezTo>
                  <a:lnTo>
                    <a:pt x="381" y="10728"/>
                  </a:lnTo>
                  <a:cubicBezTo>
                    <a:pt x="417" y="10740"/>
                    <a:pt x="452" y="10746"/>
                    <a:pt x="488" y="10746"/>
                  </a:cubicBezTo>
                  <a:cubicBezTo>
                    <a:pt x="524" y="10746"/>
                    <a:pt x="560" y="10740"/>
                    <a:pt x="595" y="10728"/>
                  </a:cubicBezTo>
                  <a:lnTo>
                    <a:pt x="22920" y="441"/>
                  </a:lnTo>
                  <a:cubicBezTo>
                    <a:pt x="23027" y="394"/>
                    <a:pt x="23074" y="287"/>
                    <a:pt x="23051" y="179"/>
                  </a:cubicBezTo>
                  <a:cubicBezTo>
                    <a:pt x="23015" y="72"/>
                    <a:pt x="22920" y="1"/>
                    <a:pt x="22800"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8"/>
            <p:cNvSpPr/>
            <p:nvPr/>
          </p:nvSpPr>
          <p:spPr>
            <a:xfrm rot="-1115772">
              <a:off x="592669" y="3881866"/>
              <a:ext cx="1250489" cy="629132"/>
            </a:xfrm>
            <a:custGeom>
              <a:rect b="b" l="l" r="r" t="t"/>
              <a:pathLst>
                <a:path extrusionOk="0" h="25165" w="50019">
                  <a:moveTo>
                    <a:pt x="500" y="477"/>
                  </a:moveTo>
                  <a:lnTo>
                    <a:pt x="4037" y="560"/>
                  </a:lnTo>
                  <a:lnTo>
                    <a:pt x="4025" y="2477"/>
                  </a:lnTo>
                  <a:cubicBezTo>
                    <a:pt x="4025" y="2572"/>
                    <a:pt x="4084" y="2655"/>
                    <a:pt x="4168" y="2691"/>
                  </a:cubicBezTo>
                  <a:cubicBezTo>
                    <a:pt x="4191" y="2715"/>
                    <a:pt x="4227" y="2715"/>
                    <a:pt x="4263" y="2715"/>
                  </a:cubicBezTo>
                  <a:cubicBezTo>
                    <a:pt x="4270" y="2716"/>
                    <a:pt x="4276" y="2716"/>
                    <a:pt x="4283" y="2716"/>
                  </a:cubicBezTo>
                  <a:cubicBezTo>
                    <a:pt x="4404" y="2716"/>
                    <a:pt x="4501" y="2613"/>
                    <a:pt x="4501" y="2489"/>
                  </a:cubicBezTo>
                  <a:lnTo>
                    <a:pt x="4513" y="572"/>
                  </a:lnTo>
                  <a:lnTo>
                    <a:pt x="7442" y="631"/>
                  </a:lnTo>
                  <a:lnTo>
                    <a:pt x="7442" y="2560"/>
                  </a:lnTo>
                  <a:cubicBezTo>
                    <a:pt x="7442" y="2655"/>
                    <a:pt x="7489" y="2739"/>
                    <a:pt x="7573" y="2786"/>
                  </a:cubicBezTo>
                  <a:cubicBezTo>
                    <a:pt x="7608" y="2798"/>
                    <a:pt x="7644" y="2810"/>
                    <a:pt x="7680" y="2810"/>
                  </a:cubicBezTo>
                  <a:cubicBezTo>
                    <a:pt x="7799" y="2810"/>
                    <a:pt x="7906" y="2703"/>
                    <a:pt x="7918" y="2584"/>
                  </a:cubicBezTo>
                  <a:lnTo>
                    <a:pt x="7918" y="643"/>
                  </a:lnTo>
                  <a:lnTo>
                    <a:pt x="10883" y="703"/>
                  </a:lnTo>
                  <a:lnTo>
                    <a:pt x="10871" y="2513"/>
                  </a:lnTo>
                  <a:cubicBezTo>
                    <a:pt x="10871" y="2608"/>
                    <a:pt x="10930" y="2691"/>
                    <a:pt x="11014" y="2739"/>
                  </a:cubicBezTo>
                  <a:cubicBezTo>
                    <a:pt x="11031" y="2747"/>
                    <a:pt x="11053" y="2756"/>
                    <a:pt x="11078" y="2756"/>
                  </a:cubicBezTo>
                  <a:cubicBezTo>
                    <a:pt x="11088" y="2756"/>
                    <a:pt x="11098" y="2754"/>
                    <a:pt x="11109" y="2751"/>
                  </a:cubicBezTo>
                  <a:cubicBezTo>
                    <a:pt x="11116" y="2751"/>
                    <a:pt x="11122" y="2752"/>
                    <a:pt x="11129" y="2752"/>
                  </a:cubicBezTo>
                  <a:cubicBezTo>
                    <a:pt x="11251" y="2752"/>
                    <a:pt x="11347" y="2649"/>
                    <a:pt x="11347" y="2524"/>
                  </a:cubicBezTo>
                  <a:lnTo>
                    <a:pt x="11359" y="715"/>
                  </a:lnTo>
                  <a:lnTo>
                    <a:pt x="14288" y="786"/>
                  </a:lnTo>
                  <a:lnTo>
                    <a:pt x="14276" y="2608"/>
                  </a:lnTo>
                  <a:cubicBezTo>
                    <a:pt x="14276" y="2703"/>
                    <a:pt x="14336" y="2786"/>
                    <a:pt x="14419" y="2822"/>
                  </a:cubicBezTo>
                  <a:cubicBezTo>
                    <a:pt x="14443" y="2834"/>
                    <a:pt x="14478" y="2846"/>
                    <a:pt x="14514" y="2846"/>
                  </a:cubicBezTo>
                  <a:cubicBezTo>
                    <a:pt x="14645" y="2846"/>
                    <a:pt x="14752" y="2739"/>
                    <a:pt x="14752" y="2620"/>
                  </a:cubicBezTo>
                  <a:lnTo>
                    <a:pt x="14764" y="798"/>
                  </a:lnTo>
                  <a:lnTo>
                    <a:pt x="17014" y="846"/>
                  </a:lnTo>
                  <a:lnTo>
                    <a:pt x="17003" y="2977"/>
                  </a:lnTo>
                  <a:cubicBezTo>
                    <a:pt x="17003" y="3060"/>
                    <a:pt x="17062" y="3144"/>
                    <a:pt x="17133" y="3191"/>
                  </a:cubicBezTo>
                  <a:cubicBezTo>
                    <a:pt x="17169" y="3203"/>
                    <a:pt x="17205" y="3203"/>
                    <a:pt x="17241" y="3215"/>
                  </a:cubicBezTo>
                  <a:cubicBezTo>
                    <a:pt x="17372" y="3215"/>
                    <a:pt x="17479" y="3108"/>
                    <a:pt x="17479" y="2977"/>
                  </a:cubicBezTo>
                  <a:lnTo>
                    <a:pt x="17491" y="858"/>
                  </a:lnTo>
                  <a:lnTo>
                    <a:pt x="20420" y="917"/>
                  </a:lnTo>
                  <a:lnTo>
                    <a:pt x="20408" y="3060"/>
                  </a:lnTo>
                  <a:cubicBezTo>
                    <a:pt x="20408" y="3155"/>
                    <a:pt x="20467" y="3239"/>
                    <a:pt x="20551" y="3275"/>
                  </a:cubicBezTo>
                  <a:cubicBezTo>
                    <a:pt x="20574" y="3286"/>
                    <a:pt x="20610" y="3298"/>
                    <a:pt x="20646" y="3298"/>
                  </a:cubicBezTo>
                  <a:cubicBezTo>
                    <a:pt x="20777" y="3298"/>
                    <a:pt x="20884" y="3203"/>
                    <a:pt x="20884" y="3072"/>
                  </a:cubicBezTo>
                  <a:lnTo>
                    <a:pt x="20896" y="929"/>
                  </a:lnTo>
                  <a:lnTo>
                    <a:pt x="23872" y="989"/>
                  </a:lnTo>
                  <a:cubicBezTo>
                    <a:pt x="23861" y="1024"/>
                    <a:pt x="23849" y="1060"/>
                    <a:pt x="23849" y="1096"/>
                  </a:cubicBezTo>
                  <a:lnTo>
                    <a:pt x="23849" y="3013"/>
                  </a:lnTo>
                  <a:cubicBezTo>
                    <a:pt x="23849" y="3108"/>
                    <a:pt x="23896" y="3191"/>
                    <a:pt x="23980" y="3227"/>
                  </a:cubicBezTo>
                  <a:cubicBezTo>
                    <a:pt x="24015" y="3239"/>
                    <a:pt x="24051" y="3251"/>
                    <a:pt x="24087" y="3251"/>
                  </a:cubicBezTo>
                  <a:cubicBezTo>
                    <a:pt x="24218" y="3251"/>
                    <a:pt x="24325" y="3155"/>
                    <a:pt x="24325" y="3024"/>
                  </a:cubicBezTo>
                  <a:lnTo>
                    <a:pt x="24325" y="1108"/>
                  </a:lnTo>
                  <a:cubicBezTo>
                    <a:pt x="24325" y="1072"/>
                    <a:pt x="24325" y="1036"/>
                    <a:pt x="24301" y="1000"/>
                  </a:cubicBezTo>
                  <a:lnTo>
                    <a:pt x="24301" y="1000"/>
                  </a:lnTo>
                  <a:lnTo>
                    <a:pt x="27337" y="1072"/>
                  </a:lnTo>
                  <a:cubicBezTo>
                    <a:pt x="27290" y="1108"/>
                    <a:pt x="27266" y="1167"/>
                    <a:pt x="27254" y="1239"/>
                  </a:cubicBezTo>
                  <a:lnTo>
                    <a:pt x="27254" y="3096"/>
                  </a:lnTo>
                  <a:cubicBezTo>
                    <a:pt x="27254" y="3191"/>
                    <a:pt x="27313" y="3275"/>
                    <a:pt x="27397" y="3310"/>
                  </a:cubicBezTo>
                  <a:cubicBezTo>
                    <a:pt x="27420" y="3322"/>
                    <a:pt x="27456" y="3334"/>
                    <a:pt x="27492" y="3334"/>
                  </a:cubicBezTo>
                  <a:cubicBezTo>
                    <a:pt x="27623" y="3334"/>
                    <a:pt x="27730" y="3239"/>
                    <a:pt x="27730" y="3108"/>
                  </a:cubicBezTo>
                  <a:lnTo>
                    <a:pt x="27742" y="1250"/>
                  </a:lnTo>
                  <a:cubicBezTo>
                    <a:pt x="27730" y="1179"/>
                    <a:pt x="27706" y="1119"/>
                    <a:pt x="27659" y="1084"/>
                  </a:cubicBezTo>
                  <a:lnTo>
                    <a:pt x="27659" y="1084"/>
                  </a:lnTo>
                  <a:lnTo>
                    <a:pt x="30754" y="1143"/>
                  </a:lnTo>
                  <a:lnTo>
                    <a:pt x="30742" y="2905"/>
                  </a:lnTo>
                  <a:cubicBezTo>
                    <a:pt x="30742" y="3001"/>
                    <a:pt x="30802" y="3084"/>
                    <a:pt x="30885" y="3120"/>
                  </a:cubicBezTo>
                  <a:cubicBezTo>
                    <a:pt x="30909" y="3132"/>
                    <a:pt x="30945" y="3144"/>
                    <a:pt x="30980" y="3144"/>
                  </a:cubicBezTo>
                  <a:cubicBezTo>
                    <a:pt x="31111" y="3144"/>
                    <a:pt x="31219" y="3036"/>
                    <a:pt x="31219" y="2917"/>
                  </a:cubicBezTo>
                  <a:lnTo>
                    <a:pt x="31230" y="1155"/>
                  </a:lnTo>
                  <a:lnTo>
                    <a:pt x="34159" y="1227"/>
                  </a:lnTo>
                  <a:lnTo>
                    <a:pt x="34148" y="2989"/>
                  </a:lnTo>
                  <a:cubicBezTo>
                    <a:pt x="34148" y="3084"/>
                    <a:pt x="34207" y="3167"/>
                    <a:pt x="34290" y="3203"/>
                  </a:cubicBezTo>
                  <a:cubicBezTo>
                    <a:pt x="34314" y="3215"/>
                    <a:pt x="34350" y="3227"/>
                    <a:pt x="34386" y="3227"/>
                  </a:cubicBezTo>
                  <a:cubicBezTo>
                    <a:pt x="34517" y="3227"/>
                    <a:pt x="34624" y="3132"/>
                    <a:pt x="34624" y="3001"/>
                  </a:cubicBezTo>
                  <a:lnTo>
                    <a:pt x="34636" y="1239"/>
                  </a:lnTo>
                  <a:lnTo>
                    <a:pt x="48792" y="1548"/>
                  </a:lnTo>
                  <a:lnTo>
                    <a:pt x="2501" y="24551"/>
                  </a:lnTo>
                  <a:lnTo>
                    <a:pt x="2501" y="24563"/>
                  </a:lnTo>
                  <a:lnTo>
                    <a:pt x="500" y="477"/>
                  </a:lnTo>
                  <a:close/>
                  <a:moveTo>
                    <a:pt x="250" y="0"/>
                  </a:moveTo>
                  <a:cubicBezTo>
                    <a:pt x="179" y="0"/>
                    <a:pt x="119" y="24"/>
                    <a:pt x="72" y="84"/>
                  </a:cubicBezTo>
                  <a:cubicBezTo>
                    <a:pt x="24" y="119"/>
                    <a:pt x="0" y="191"/>
                    <a:pt x="12" y="250"/>
                  </a:cubicBezTo>
                  <a:lnTo>
                    <a:pt x="2060" y="24944"/>
                  </a:lnTo>
                  <a:cubicBezTo>
                    <a:pt x="2060" y="25027"/>
                    <a:pt x="2108" y="25099"/>
                    <a:pt x="2179" y="25134"/>
                  </a:cubicBezTo>
                  <a:lnTo>
                    <a:pt x="2191" y="25146"/>
                  </a:lnTo>
                  <a:cubicBezTo>
                    <a:pt x="2227" y="25158"/>
                    <a:pt x="2266" y="25164"/>
                    <a:pt x="2303" y="25164"/>
                  </a:cubicBezTo>
                  <a:cubicBezTo>
                    <a:pt x="2340" y="25164"/>
                    <a:pt x="2376" y="25158"/>
                    <a:pt x="2405" y="25146"/>
                  </a:cubicBezTo>
                  <a:lnTo>
                    <a:pt x="49864" y="1560"/>
                  </a:lnTo>
                  <a:cubicBezTo>
                    <a:pt x="49959" y="1512"/>
                    <a:pt x="50019" y="1405"/>
                    <a:pt x="49983" y="1298"/>
                  </a:cubicBezTo>
                  <a:cubicBezTo>
                    <a:pt x="49959" y="1191"/>
                    <a:pt x="49864" y="1119"/>
                    <a:pt x="49757" y="1119"/>
                  </a:cubicBezTo>
                  <a:lnTo>
                    <a:pt x="2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 name="Google Shape;509;p18"/>
          <p:cNvGrpSpPr/>
          <p:nvPr/>
        </p:nvGrpSpPr>
        <p:grpSpPr>
          <a:xfrm flipH="1">
            <a:off x="-519591" y="0"/>
            <a:ext cx="2112000" cy="6064800"/>
            <a:chOff x="7031988" y="0"/>
            <a:chExt cx="2112000" cy="6064800"/>
          </a:xfrm>
        </p:grpSpPr>
        <p:sp>
          <p:nvSpPr>
            <p:cNvPr id="510" name="Google Shape;510;p18"/>
            <p:cNvSpPr/>
            <p:nvPr/>
          </p:nvSpPr>
          <p:spPr>
            <a:xfrm flipH="1" rot="-5400000">
              <a:off x="5055588" y="1976400"/>
              <a:ext cx="6064800" cy="2112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1" name="Google Shape;511;p18"/>
            <p:cNvGrpSpPr/>
            <p:nvPr/>
          </p:nvGrpSpPr>
          <p:grpSpPr>
            <a:xfrm>
              <a:off x="7094975" y="0"/>
              <a:ext cx="2049000" cy="5156877"/>
              <a:chOff x="6440903" y="-13375"/>
              <a:chExt cx="2049000" cy="5156877"/>
            </a:xfrm>
          </p:grpSpPr>
          <p:cxnSp>
            <p:nvCxnSpPr>
              <p:cNvPr id="512" name="Google Shape;512;p18"/>
              <p:cNvCxnSpPr/>
              <p:nvPr/>
            </p:nvCxnSpPr>
            <p:spPr>
              <a:xfrm>
                <a:off x="6820103" y="1209275"/>
                <a:ext cx="1669800" cy="0"/>
              </a:xfrm>
              <a:prstGeom prst="straightConnector1">
                <a:avLst/>
              </a:prstGeom>
              <a:noFill/>
              <a:ln cap="rnd" cmpd="sng" w="19050">
                <a:solidFill>
                  <a:schemeClr val="accent2"/>
                </a:solidFill>
                <a:prstDash val="solid"/>
                <a:round/>
                <a:headEnd len="med" w="med" type="none"/>
                <a:tailEnd len="med" w="med" type="none"/>
              </a:ln>
            </p:spPr>
          </p:cxnSp>
          <p:cxnSp>
            <p:nvCxnSpPr>
              <p:cNvPr id="513" name="Google Shape;513;p18"/>
              <p:cNvCxnSpPr/>
              <p:nvPr/>
            </p:nvCxnSpPr>
            <p:spPr>
              <a:xfrm>
                <a:off x="7009678" y="1754250"/>
                <a:ext cx="1478700" cy="0"/>
              </a:xfrm>
              <a:prstGeom prst="straightConnector1">
                <a:avLst/>
              </a:prstGeom>
              <a:noFill/>
              <a:ln cap="rnd" cmpd="sng" w="19050">
                <a:solidFill>
                  <a:schemeClr val="accent2"/>
                </a:solidFill>
                <a:prstDash val="solid"/>
                <a:round/>
                <a:headEnd len="med" w="med" type="none"/>
                <a:tailEnd len="med" w="med" type="none"/>
              </a:ln>
            </p:spPr>
          </p:cxnSp>
          <p:cxnSp>
            <p:nvCxnSpPr>
              <p:cNvPr id="514" name="Google Shape;514;p18"/>
              <p:cNvCxnSpPr/>
              <p:nvPr/>
            </p:nvCxnSpPr>
            <p:spPr>
              <a:xfrm>
                <a:off x="7199278" y="2299225"/>
                <a:ext cx="1289100" cy="0"/>
              </a:xfrm>
              <a:prstGeom prst="straightConnector1">
                <a:avLst/>
              </a:prstGeom>
              <a:noFill/>
              <a:ln cap="rnd" cmpd="sng" w="19050">
                <a:solidFill>
                  <a:schemeClr val="accent2"/>
                </a:solidFill>
                <a:prstDash val="solid"/>
                <a:round/>
                <a:headEnd len="med" w="med" type="none"/>
                <a:tailEnd len="med" w="med" type="none"/>
              </a:ln>
            </p:spPr>
          </p:cxnSp>
          <p:cxnSp>
            <p:nvCxnSpPr>
              <p:cNvPr id="515" name="Google Shape;515;p18"/>
              <p:cNvCxnSpPr/>
              <p:nvPr/>
            </p:nvCxnSpPr>
            <p:spPr>
              <a:xfrm>
                <a:off x="7374278" y="2844200"/>
                <a:ext cx="1114200" cy="0"/>
              </a:xfrm>
              <a:prstGeom prst="straightConnector1">
                <a:avLst/>
              </a:prstGeom>
              <a:noFill/>
              <a:ln cap="rnd" cmpd="sng" w="19050">
                <a:solidFill>
                  <a:schemeClr val="accent2"/>
                </a:solidFill>
                <a:prstDash val="solid"/>
                <a:round/>
                <a:headEnd len="med" w="med" type="none"/>
                <a:tailEnd len="med" w="med" type="none"/>
              </a:ln>
            </p:spPr>
          </p:cxnSp>
          <p:cxnSp>
            <p:nvCxnSpPr>
              <p:cNvPr id="516" name="Google Shape;516;p18"/>
              <p:cNvCxnSpPr/>
              <p:nvPr/>
            </p:nvCxnSpPr>
            <p:spPr>
              <a:xfrm>
                <a:off x="7578453" y="3389150"/>
                <a:ext cx="910200" cy="0"/>
              </a:xfrm>
              <a:prstGeom prst="straightConnector1">
                <a:avLst/>
              </a:prstGeom>
              <a:noFill/>
              <a:ln cap="rnd" cmpd="sng" w="19050">
                <a:solidFill>
                  <a:schemeClr val="accent2"/>
                </a:solidFill>
                <a:prstDash val="solid"/>
                <a:round/>
                <a:headEnd len="med" w="med" type="none"/>
                <a:tailEnd len="med" w="med" type="none"/>
              </a:ln>
            </p:spPr>
          </p:cxnSp>
          <p:cxnSp>
            <p:nvCxnSpPr>
              <p:cNvPr id="517" name="Google Shape;517;p18"/>
              <p:cNvCxnSpPr/>
              <p:nvPr/>
            </p:nvCxnSpPr>
            <p:spPr>
              <a:xfrm>
                <a:off x="7753453" y="3934125"/>
                <a:ext cx="735000" cy="0"/>
              </a:xfrm>
              <a:prstGeom prst="straightConnector1">
                <a:avLst/>
              </a:prstGeom>
              <a:noFill/>
              <a:ln cap="rnd" cmpd="sng" w="19050">
                <a:solidFill>
                  <a:schemeClr val="accent2"/>
                </a:solidFill>
                <a:prstDash val="solid"/>
                <a:round/>
                <a:headEnd len="med" w="med" type="none"/>
                <a:tailEnd len="med" w="med" type="none"/>
              </a:ln>
            </p:spPr>
          </p:cxnSp>
          <p:cxnSp>
            <p:nvCxnSpPr>
              <p:cNvPr id="518" name="Google Shape;518;p18"/>
              <p:cNvCxnSpPr/>
              <p:nvPr/>
            </p:nvCxnSpPr>
            <p:spPr>
              <a:xfrm>
                <a:off x="7943028" y="4479100"/>
                <a:ext cx="545700" cy="0"/>
              </a:xfrm>
              <a:prstGeom prst="straightConnector1">
                <a:avLst/>
              </a:prstGeom>
              <a:noFill/>
              <a:ln cap="rnd" cmpd="sng" w="19050">
                <a:solidFill>
                  <a:schemeClr val="accent2"/>
                </a:solidFill>
                <a:prstDash val="solid"/>
                <a:round/>
                <a:headEnd len="med" w="med" type="none"/>
                <a:tailEnd len="med" w="med" type="none"/>
              </a:ln>
            </p:spPr>
          </p:cxnSp>
          <p:cxnSp>
            <p:nvCxnSpPr>
              <p:cNvPr id="519" name="Google Shape;519;p18"/>
              <p:cNvCxnSpPr/>
              <p:nvPr/>
            </p:nvCxnSpPr>
            <p:spPr>
              <a:xfrm>
                <a:off x="8147203" y="5024075"/>
                <a:ext cx="341400" cy="0"/>
              </a:xfrm>
              <a:prstGeom prst="straightConnector1">
                <a:avLst/>
              </a:prstGeom>
              <a:noFill/>
              <a:ln cap="rnd" cmpd="sng" w="19050">
                <a:solidFill>
                  <a:schemeClr val="accent2"/>
                </a:solidFill>
                <a:prstDash val="solid"/>
                <a:round/>
                <a:headEnd len="med" w="med" type="none"/>
                <a:tailEnd len="med" w="med" type="none"/>
              </a:ln>
            </p:spPr>
          </p:cxnSp>
          <p:cxnSp>
            <p:nvCxnSpPr>
              <p:cNvPr id="520" name="Google Shape;520;p18"/>
              <p:cNvCxnSpPr/>
              <p:nvPr/>
            </p:nvCxnSpPr>
            <p:spPr>
              <a:xfrm>
                <a:off x="6630503" y="664300"/>
                <a:ext cx="1859400" cy="0"/>
              </a:xfrm>
              <a:prstGeom prst="straightConnector1">
                <a:avLst/>
              </a:prstGeom>
              <a:noFill/>
              <a:ln cap="rnd" cmpd="sng" w="19050">
                <a:solidFill>
                  <a:schemeClr val="accent2"/>
                </a:solidFill>
                <a:prstDash val="solid"/>
                <a:round/>
                <a:headEnd len="med" w="med" type="none"/>
                <a:tailEnd len="med" w="med" type="none"/>
              </a:ln>
            </p:spPr>
          </p:cxnSp>
          <p:cxnSp>
            <p:nvCxnSpPr>
              <p:cNvPr id="521" name="Google Shape;521;p18"/>
              <p:cNvCxnSpPr/>
              <p:nvPr/>
            </p:nvCxnSpPr>
            <p:spPr>
              <a:xfrm>
                <a:off x="6440903" y="119325"/>
                <a:ext cx="2047800" cy="0"/>
              </a:xfrm>
              <a:prstGeom prst="straightConnector1">
                <a:avLst/>
              </a:prstGeom>
              <a:noFill/>
              <a:ln cap="rnd" cmpd="sng" w="19050">
                <a:solidFill>
                  <a:schemeClr val="accent2"/>
                </a:solidFill>
                <a:prstDash val="solid"/>
                <a:round/>
                <a:headEnd len="med" w="med" type="none"/>
                <a:tailEnd len="med" w="med" type="none"/>
              </a:ln>
            </p:spPr>
          </p:cxnSp>
          <p:cxnSp>
            <p:nvCxnSpPr>
              <p:cNvPr id="522" name="Google Shape;522;p18"/>
              <p:cNvCxnSpPr/>
              <p:nvPr/>
            </p:nvCxnSpPr>
            <p:spPr>
              <a:xfrm>
                <a:off x="7914366" y="2"/>
                <a:ext cx="0" cy="4398300"/>
              </a:xfrm>
              <a:prstGeom prst="straightConnector1">
                <a:avLst/>
              </a:prstGeom>
              <a:noFill/>
              <a:ln cap="rnd" cmpd="sng" w="19050">
                <a:solidFill>
                  <a:schemeClr val="accent2"/>
                </a:solidFill>
                <a:prstDash val="solid"/>
                <a:round/>
                <a:headEnd len="med" w="med" type="none"/>
                <a:tailEnd len="med" w="med" type="none"/>
              </a:ln>
            </p:spPr>
          </p:cxnSp>
          <p:cxnSp>
            <p:nvCxnSpPr>
              <p:cNvPr id="523" name="Google Shape;523;p18"/>
              <p:cNvCxnSpPr/>
              <p:nvPr/>
            </p:nvCxnSpPr>
            <p:spPr>
              <a:xfrm>
                <a:off x="7369400" y="-13375"/>
                <a:ext cx="0" cy="2865600"/>
              </a:xfrm>
              <a:prstGeom prst="straightConnector1">
                <a:avLst/>
              </a:prstGeom>
              <a:noFill/>
              <a:ln cap="rnd" cmpd="sng" w="19050">
                <a:solidFill>
                  <a:schemeClr val="accent2"/>
                </a:solidFill>
                <a:prstDash val="solid"/>
                <a:round/>
                <a:headEnd len="med" w="med" type="none"/>
                <a:tailEnd len="med" w="med" type="none"/>
              </a:ln>
            </p:spPr>
          </p:cxnSp>
          <p:cxnSp>
            <p:nvCxnSpPr>
              <p:cNvPr id="524" name="Google Shape;524;p18"/>
              <p:cNvCxnSpPr/>
              <p:nvPr/>
            </p:nvCxnSpPr>
            <p:spPr>
              <a:xfrm>
                <a:off x="6824425" y="0"/>
                <a:ext cx="0" cy="1211700"/>
              </a:xfrm>
              <a:prstGeom prst="straightConnector1">
                <a:avLst/>
              </a:prstGeom>
              <a:noFill/>
              <a:ln cap="rnd" cmpd="sng" w="19050">
                <a:solidFill>
                  <a:schemeClr val="accent2"/>
                </a:solidFill>
                <a:prstDash val="solid"/>
                <a:round/>
                <a:headEnd len="med" w="med" type="none"/>
                <a:tailEnd len="med" w="med" type="none"/>
              </a:ln>
            </p:spPr>
          </p:cxnSp>
          <p:cxnSp>
            <p:nvCxnSpPr>
              <p:cNvPr id="525" name="Google Shape;525;p18"/>
              <p:cNvCxnSpPr/>
              <p:nvPr/>
            </p:nvCxnSpPr>
            <p:spPr>
              <a:xfrm rot="5400000">
                <a:off x="5887589" y="2571752"/>
                <a:ext cx="5143500" cy="0"/>
              </a:xfrm>
              <a:prstGeom prst="straightConnector1">
                <a:avLst/>
              </a:prstGeom>
              <a:noFill/>
              <a:ln cap="rnd" cmpd="sng" w="19050">
                <a:solidFill>
                  <a:schemeClr val="accent2"/>
                </a:solidFill>
                <a:prstDash val="solid"/>
                <a:round/>
                <a:headEnd len="med" w="med" type="none"/>
                <a:tailEnd len="med" w="med" type="none"/>
              </a:ln>
            </p:spPr>
          </p:cxnSp>
        </p:grpSp>
      </p:grpSp>
      <p:sp>
        <p:nvSpPr>
          <p:cNvPr id="526" name="Google Shape;526;p18"/>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27" name="Google Shape;527;p18"/>
          <p:cNvSpPr txBox="1"/>
          <p:nvPr>
            <p:ph idx="1" type="subTitle"/>
          </p:nvPr>
        </p:nvSpPr>
        <p:spPr>
          <a:xfrm>
            <a:off x="4648082" y="1286625"/>
            <a:ext cx="3415500" cy="308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Char char="●"/>
              <a:defRPr b="0" sz="16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528" name="Google Shape;528;p18"/>
          <p:cNvSpPr txBox="1"/>
          <p:nvPr>
            <p:ph idx="2" type="subTitle"/>
          </p:nvPr>
        </p:nvSpPr>
        <p:spPr>
          <a:xfrm>
            <a:off x="1080413" y="1286625"/>
            <a:ext cx="3415500" cy="308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400"/>
              <a:buFont typeface="Hind"/>
              <a:buChar char="●"/>
              <a:defRPr b="0" sz="1600"/>
            </a:lvl1pPr>
            <a:lvl2pPr lvl="1" rtl="0" algn="ctr">
              <a:lnSpc>
                <a:spcPct val="100000"/>
              </a:lnSpc>
              <a:spcBef>
                <a:spcPts val="0"/>
              </a:spcBef>
              <a:spcAft>
                <a:spcPts val="0"/>
              </a:spcAft>
              <a:buClr>
                <a:srgbClr val="000000"/>
              </a:buClr>
              <a:buSzPts val="1400"/>
              <a:buFont typeface="Hind"/>
              <a:buChar char="○"/>
              <a:defRPr/>
            </a:lvl2pPr>
            <a:lvl3pPr lvl="2" rtl="0" algn="ctr">
              <a:lnSpc>
                <a:spcPct val="100000"/>
              </a:lnSpc>
              <a:spcBef>
                <a:spcPts val="0"/>
              </a:spcBef>
              <a:spcAft>
                <a:spcPts val="0"/>
              </a:spcAft>
              <a:buClr>
                <a:srgbClr val="000000"/>
              </a:buClr>
              <a:buSzPts val="1400"/>
              <a:buFont typeface="Hind"/>
              <a:buChar char="■"/>
              <a:defRPr/>
            </a:lvl3pPr>
            <a:lvl4pPr lvl="3" rtl="0" algn="ctr">
              <a:lnSpc>
                <a:spcPct val="100000"/>
              </a:lnSpc>
              <a:spcBef>
                <a:spcPts val="0"/>
              </a:spcBef>
              <a:spcAft>
                <a:spcPts val="0"/>
              </a:spcAft>
              <a:buClr>
                <a:srgbClr val="000000"/>
              </a:buClr>
              <a:buSzPts val="1400"/>
              <a:buFont typeface="Hind"/>
              <a:buChar char="●"/>
              <a:defRPr/>
            </a:lvl4pPr>
            <a:lvl5pPr lvl="4" rtl="0" algn="ctr">
              <a:lnSpc>
                <a:spcPct val="100000"/>
              </a:lnSpc>
              <a:spcBef>
                <a:spcPts val="0"/>
              </a:spcBef>
              <a:spcAft>
                <a:spcPts val="0"/>
              </a:spcAft>
              <a:buClr>
                <a:srgbClr val="000000"/>
              </a:buClr>
              <a:buSzPts val="1400"/>
              <a:buFont typeface="Hind"/>
              <a:buChar char="○"/>
              <a:defRPr/>
            </a:lvl5pPr>
            <a:lvl6pPr lvl="5" rtl="0" algn="ctr">
              <a:lnSpc>
                <a:spcPct val="100000"/>
              </a:lnSpc>
              <a:spcBef>
                <a:spcPts val="0"/>
              </a:spcBef>
              <a:spcAft>
                <a:spcPts val="0"/>
              </a:spcAft>
              <a:buClr>
                <a:srgbClr val="000000"/>
              </a:buClr>
              <a:buSzPts val="1400"/>
              <a:buFont typeface="Hind"/>
              <a:buChar char="■"/>
              <a:defRPr/>
            </a:lvl6pPr>
            <a:lvl7pPr lvl="6" rtl="0" algn="ctr">
              <a:lnSpc>
                <a:spcPct val="100000"/>
              </a:lnSpc>
              <a:spcBef>
                <a:spcPts val="0"/>
              </a:spcBef>
              <a:spcAft>
                <a:spcPts val="0"/>
              </a:spcAft>
              <a:buClr>
                <a:srgbClr val="000000"/>
              </a:buClr>
              <a:buSzPts val="1400"/>
              <a:buFont typeface="Hind"/>
              <a:buChar char="●"/>
              <a:defRPr/>
            </a:lvl7pPr>
            <a:lvl8pPr lvl="7" rtl="0" algn="ctr">
              <a:lnSpc>
                <a:spcPct val="100000"/>
              </a:lnSpc>
              <a:spcBef>
                <a:spcPts val="0"/>
              </a:spcBef>
              <a:spcAft>
                <a:spcPts val="0"/>
              </a:spcAft>
              <a:buClr>
                <a:srgbClr val="000000"/>
              </a:buClr>
              <a:buSzPts val="1400"/>
              <a:buFont typeface="Hind"/>
              <a:buChar char="○"/>
              <a:defRPr/>
            </a:lvl8pPr>
            <a:lvl9pPr lvl="8" rtl="0" algn="ctr">
              <a:lnSpc>
                <a:spcPct val="100000"/>
              </a:lnSpc>
              <a:spcBef>
                <a:spcPts val="0"/>
              </a:spcBef>
              <a:spcAft>
                <a:spcPts val="0"/>
              </a:spcAft>
              <a:buClr>
                <a:srgbClr val="000000"/>
              </a:buClr>
              <a:buSzPts val="1400"/>
              <a:buFont typeface="Hind"/>
              <a:buChar char="■"/>
              <a:defRPr/>
            </a:lvl9pPr>
          </a:lstStyle>
          <a:p/>
        </p:txBody>
      </p:sp>
      <p:sp>
        <p:nvSpPr>
          <p:cNvPr id="529" name="Google Shape;529;p18"/>
          <p:cNvSpPr/>
          <p:nvPr/>
        </p:nvSpPr>
        <p:spPr>
          <a:xfrm rot="7480426">
            <a:off x="3752342" y="4274044"/>
            <a:ext cx="801596" cy="789096"/>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18"/>
          <p:cNvGrpSpPr/>
          <p:nvPr/>
        </p:nvGrpSpPr>
        <p:grpSpPr>
          <a:xfrm>
            <a:off x="252272" y="4345333"/>
            <a:ext cx="809838" cy="646529"/>
            <a:chOff x="6856722" y="4345333"/>
            <a:chExt cx="809838" cy="646529"/>
          </a:xfrm>
        </p:grpSpPr>
        <p:sp>
          <p:nvSpPr>
            <p:cNvPr id="531" name="Google Shape;531;p18"/>
            <p:cNvSpPr/>
            <p:nvPr/>
          </p:nvSpPr>
          <p:spPr>
            <a:xfrm>
              <a:off x="7418154" y="4345333"/>
              <a:ext cx="248393" cy="248767"/>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8"/>
            <p:cNvSpPr/>
            <p:nvPr/>
          </p:nvSpPr>
          <p:spPr>
            <a:xfrm>
              <a:off x="7168636" y="4535954"/>
              <a:ext cx="158722" cy="166997"/>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8"/>
            <p:cNvSpPr/>
            <p:nvPr/>
          </p:nvSpPr>
          <p:spPr>
            <a:xfrm>
              <a:off x="7464223" y="4778774"/>
              <a:ext cx="202337" cy="213088"/>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8"/>
            <p:cNvSpPr/>
            <p:nvPr/>
          </p:nvSpPr>
          <p:spPr>
            <a:xfrm>
              <a:off x="6856722" y="4345335"/>
              <a:ext cx="120737" cy="131421"/>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8"/>
            <p:cNvSpPr/>
            <p:nvPr/>
          </p:nvSpPr>
          <p:spPr>
            <a:xfrm>
              <a:off x="7047162" y="4848505"/>
              <a:ext cx="134100" cy="129114"/>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8"/>
            <p:cNvSpPr/>
            <p:nvPr/>
          </p:nvSpPr>
          <p:spPr>
            <a:xfrm>
              <a:off x="6856730" y="4647038"/>
              <a:ext cx="67050" cy="96454"/>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 name="Google Shape;537;p18"/>
          <p:cNvGrpSpPr/>
          <p:nvPr/>
        </p:nvGrpSpPr>
        <p:grpSpPr>
          <a:xfrm rot="2305576">
            <a:off x="100618" y="1429270"/>
            <a:ext cx="707842" cy="785703"/>
            <a:chOff x="777100" y="158663"/>
            <a:chExt cx="707850" cy="785712"/>
          </a:xfrm>
        </p:grpSpPr>
        <p:cxnSp>
          <p:nvCxnSpPr>
            <p:cNvPr id="538" name="Google Shape;538;p18"/>
            <p:cNvCxnSpPr/>
            <p:nvPr/>
          </p:nvCxnSpPr>
          <p:spPr>
            <a:xfrm flipH="1" rot="10800000">
              <a:off x="777100" y="158675"/>
              <a:ext cx="416700" cy="482100"/>
            </a:xfrm>
            <a:prstGeom prst="straightConnector1">
              <a:avLst/>
            </a:prstGeom>
            <a:noFill/>
            <a:ln cap="flat" cmpd="sng" w="19050">
              <a:solidFill>
                <a:schemeClr val="lt2"/>
              </a:solidFill>
              <a:prstDash val="solid"/>
              <a:round/>
              <a:headEnd len="med" w="med" type="none"/>
              <a:tailEnd len="med" w="med" type="none"/>
            </a:ln>
          </p:spPr>
        </p:cxnSp>
        <p:cxnSp>
          <p:nvCxnSpPr>
            <p:cNvPr id="539" name="Google Shape;539;p18"/>
            <p:cNvCxnSpPr/>
            <p:nvPr/>
          </p:nvCxnSpPr>
          <p:spPr>
            <a:xfrm flipH="1">
              <a:off x="809503" y="158663"/>
              <a:ext cx="384300" cy="774900"/>
            </a:xfrm>
            <a:prstGeom prst="straightConnector1">
              <a:avLst/>
            </a:prstGeom>
            <a:noFill/>
            <a:ln cap="flat" cmpd="sng" w="19050">
              <a:solidFill>
                <a:schemeClr val="lt2"/>
              </a:solidFill>
              <a:prstDash val="solid"/>
              <a:round/>
              <a:headEnd len="med" w="med" type="none"/>
              <a:tailEnd len="med" w="med" type="none"/>
            </a:ln>
          </p:spPr>
        </p:cxnSp>
        <p:cxnSp>
          <p:nvCxnSpPr>
            <p:cNvPr id="540" name="Google Shape;540;p18"/>
            <p:cNvCxnSpPr/>
            <p:nvPr/>
          </p:nvCxnSpPr>
          <p:spPr>
            <a:xfrm flipH="1" rot="10800000">
              <a:off x="807425" y="293075"/>
              <a:ext cx="527700" cy="651300"/>
            </a:xfrm>
            <a:prstGeom prst="straightConnector1">
              <a:avLst/>
            </a:prstGeom>
            <a:noFill/>
            <a:ln cap="flat" cmpd="sng" w="19050">
              <a:solidFill>
                <a:schemeClr val="lt2"/>
              </a:solidFill>
              <a:prstDash val="solid"/>
              <a:round/>
              <a:headEnd len="med" w="med" type="none"/>
              <a:tailEnd len="med" w="med" type="none"/>
            </a:ln>
          </p:spPr>
        </p:cxnSp>
        <p:cxnSp>
          <p:nvCxnSpPr>
            <p:cNvPr id="541" name="Google Shape;541;p18"/>
            <p:cNvCxnSpPr/>
            <p:nvPr/>
          </p:nvCxnSpPr>
          <p:spPr>
            <a:xfrm flipH="1">
              <a:off x="1087625" y="293075"/>
              <a:ext cx="247500" cy="618600"/>
            </a:xfrm>
            <a:prstGeom prst="straightConnector1">
              <a:avLst/>
            </a:prstGeom>
            <a:noFill/>
            <a:ln cap="flat" cmpd="sng" w="19050">
              <a:solidFill>
                <a:schemeClr val="lt2"/>
              </a:solidFill>
              <a:prstDash val="solid"/>
              <a:round/>
              <a:headEnd len="med" w="med" type="none"/>
              <a:tailEnd len="med" w="med" type="none"/>
            </a:ln>
          </p:spPr>
        </p:cxnSp>
        <p:cxnSp>
          <p:nvCxnSpPr>
            <p:cNvPr id="542" name="Google Shape;542;p18"/>
            <p:cNvCxnSpPr/>
            <p:nvPr/>
          </p:nvCxnSpPr>
          <p:spPr>
            <a:xfrm flipH="1" rot="10800000">
              <a:off x="1100675" y="547000"/>
              <a:ext cx="312600" cy="364800"/>
            </a:xfrm>
            <a:prstGeom prst="straightConnector1">
              <a:avLst/>
            </a:prstGeom>
            <a:noFill/>
            <a:ln cap="flat" cmpd="sng" w="19050">
              <a:solidFill>
                <a:schemeClr val="lt2"/>
              </a:solidFill>
              <a:prstDash val="solid"/>
              <a:round/>
              <a:headEnd len="med" w="med" type="none"/>
              <a:tailEnd len="med" w="med" type="none"/>
            </a:ln>
          </p:spPr>
        </p:cxnSp>
        <p:cxnSp>
          <p:nvCxnSpPr>
            <p:cNvPr id="543" name="Google Shape;543;p18"/>
            <p:cNvCxnSpPr/>
            <p:nvPr/>
          </p:nvCxnSpPr>
          <p:spPr>
            <a:xfrm flipH="1">
              <a:off x="1315750" y="547000"/>
              <a:ext cx="91200" cy="364800"/>
            </a:xfrm>
            <a:prstGeom prst="straightConnector1">
              <a:avLst/>
            </a:prstGeom>
            <a:noFill/>
            <a:ln cap="flat" cmpd="sng" w="19050">
              <a:solidFill>
                <a:schemeClr val="lt2"/>
              </a:solidFill>
              <a:prstDash val="solid"/>
              <a:round/>
              <a:headEnd len="med" w="med" type="none"/>
              <a:tailEnd len="med" w="med" type="none"/>
            </a:ln>
          </p:spPr>
        </p:cxnSp>
        <p:cxnSp>
          <p:nvCxnSpPr>
            <p:cNvPr id="544" name="Google Shape;544;p18"/>
            <p:cNvCxnSpPr/>
            <p:nvPr/>
          </p:nvCxnSpPr>
          <p:spPr>
            <a:xfrm flipH="1" rot="10800000">
              <a:off x="1315750" y="703175"/>
              <a:ext cx="169200" cy="208500"/>
            </a:xfrm>
            <a:prstGeom prst="straightConnector1">
              <a:avLst/>
            </a:prstGeom>
            <a:noFill/>
            <a:ln cap="flat" cmpd="sng" w="19050">
              <a:solidFill>
                <a:schemeClr val="lt2"/>
              </a:solidFill>
              <a:prstDash val="solid"/>
              <a:round/>
              <a:headEnd len="med" w="med" type="none"/>
              <a:tailEnd len="med" w="med" type="none"/>
            </a:ln>
          </p:spPr>
        </p:cxnSp>
      </p:grpSp>
      <p:grpSp>
        <p:nvGrpSpPr>
          <p:cNvPr id="545" name="Google Shape;545;p18"/>
          <p:cNvGrpSpPr/>
          <p:nvPr/>
        </p:nvGrpSpPr>
        <p:grpSpPr>
          <a:xfrm rot="-1418097">
            <a:off x="199470" y="453630"/>
            <a:ext cx="555570" cy="555495"/>
            <a:chOff x="7232275" y="2832350"/>
            <a:chExt cx="555581" cy="555506"/>
          </a:xfrm>
        </p:grpSpPr>
        <p:sp>
          <p:nvSpPr>
            <p:cNvPr id="546" name="Google Shape;546;p18"/>
            <p:cNvSpPr/>
            <p:nvPr/>
          </p:nvSpPr>
          <p:spPr>
            <a:xfrm>
              <a:off x="7232275" y="2832350"/>
              <a:ext cx="555581" cy="555506"/>
            </a:xfrm>
            <a:custGeom>
              <a:rect b="b" l="l" r="r" t="t"/>
              <a:pathLst>
                <a:path extrusionOk="0" h="16717" w="16718">
                  <a:moveTo>
                    <a:pt x="8359" y="1"/>
                  </a:moveTo>
                  <a:cubicBezTo>
                    <a:pt x="3739" y="1"/>
                    <a:pt x="1" y="3751"/>
                    <a:pt x="1" y="8371"/>
                  </a:cubicBezTo>
                  <a:cubicBezTo>
                    <a:pt x="1" y="12978"/>
                    <a:pt x="3739" y="16717"/>
                    <a:pt x="8359" y="16717"/>
                  </a:cubicBezTo>
                  <a:cubicBezTo>
                    <a:pt x="12979" y="16717"/>
                    <a:pt x="16717" y="12978"/>
                    <a:pt x="16717" y="8371"/>
                  </a:cubicBezTo>
                  <a:cubicBezTo>
                    <a:pt x="16717" y="3739"/>
                    <a:pt x="12979" y="1"/>
                    <a:pt x="8359" y="1"/>
                  </a:cubicBezTo>
                  <a:close/>
                </a:path>
              </a:pathLst>
            </a:custGeom>
            <a:solidFill>
              <a:schemeClr val="lt1"/>
            </a:solidFill>
            <a:ln cap="flat" cmpd="sng" w="11300">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8"/>
            <p:cNvSpPr/>
            <p:nvPr/>
          </p:nvSpPr>
          <p:spPr>
            <a:xfrm>
              <a:off x="7294419" y="2922971"/>
              <a:ext cx="102888" cy="376263"/>
            </a:xfrm>
            <a:custGeom>
              <a:rect b="b" l="l" r="r" t="t"/>
              <a:pathLst>
                <a:path extrusionOk="0" h="11323" w="3096">
                  <a:moveTo>
                    <a:pt x="310" y="0"/>
                  </a:moveTo>
                  <a:lnTo>
                    <a:pt x="0" y="357"/>
                  </a:lnTo>
                  <a:cubicBezTo>
                    <a:pt x="1619" y="1619"/>
                    <a:pt x="2643" y="3584"/>
                    <a:pt x="2643" y="5668"/>
                  </a:cubicBezTo>
                  <a:cubicBezTo>
                    <a:pt x="2643" y="7763"/>
                    <a:pt x="1655" y="9716"/>
                    <a:pt x="48" y="10954"/>
                  </a:cubicBezTo>
                  <a:lnTo>
                    <a:pt x="357" y="11323"/>
                  </a:lnTo>
                  <a:cubicBezTo>
                    <a:pt x="2107" y="10013"/>
                    <a:pt x="3096" y="7942"/>
                    <a:pt x="3096" y="5668"/>
                  </a:cubicBezTo>
                  <a:cubicBezTo>
                    <a:pt x="3096" y="3405"/>
                    <a:pt x="2060" y="1322"/>
                    <a:pt x="31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8"/>
            <p:cNvSpPr/>
            <p:nvPr/>
          </p:nvSpPr>
          <p:spPr>
            <a:xfrm>
              <a:off x="7623218" y="2922971"/>
              <a:ext cx="102888" cy="376263"/>
            </a:xfrm>
            <a:custGeom>
              <a:rect b="b" l="l" r="r" t="t"/>
              <a:pathLst>
                <a:path extrusionOk="0" h="11323" w="3096">
                  <a:moveTo>
                    <a:pt x="2786" y="0"/>
                  </a:moveTo>
                  <a:cubicBezTo>
                    <a:pt x="1024" y="1322"/>
                    <a:pt x="0" y="3405"/>
                    <a:pt x="0" y="5668"/>
                  </a:cubicBezTo>
                  <a:cubicBezTo>
                    <a:pt x="0" y="7954"/>
                    <a:pt x="976" y="10013"/>
                    <a:pt x="2727" y="11323"/>
                  </a:cubicBezTo>
                  <a:lnTo>
                    <a:pt x="3048" y="10954"/>
                  </a:lnTo>
                  <a:cubicBezTo>
                    <a:pt x="1429" y="9716"/>
                    <a:pt x="441" y="7763"/>
                    <a:pt x="441" y="5668"/>
                  </a:cubicBezTo>
                  <a:cubicBezTo>
                    <a:pt x="441" y="3584"/>
                    <a:pt x="1477" y="1619"/>
                    <a:pt x="3096" y="357"/>
                  </a:cubicBezTo>
                  <a:lnTo>
                    <a:pt x="278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 name="Google Shape;549;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_1">
    <p:spTree>
      <p:nvGrpSpPr>
        <p:cNvPr id="550" name="Shape 550"/>
        <p:cNvGrpSpPr/>
        <p:nvPr/>
      </p:nvGrpSpPr>
      <p:grpSpPr>
        <a:xfrm>
          <a:off x="0" y="0"/>
          <a:ext cx="0" cy="0"/>
          <a:chOff x="0" y="0"/>
          <a:chExt cx="0" cy="0"/>
        </a:xfrm>
      </p:grpSpPr>
      <p:sp>
        <p:nvSpPr>
          <p:cNvPr id="551" name="Google Shape;551;p19"/>
          <p:cNvSpPr/>
          <p:nvPr/>
        </p:nvSpPr>
        <p:spPr>
          <a:xfrm>
            <a:off x="0" y="4191000"/>
            <a:ext cx="6064800" cy="9525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9"/>
          <p:cNvSpPr/>
          <p:nvPr/>
        </p:nvSpPr>
        <p:spPr>
          <a:xfrm flipH="1" rot="10800000">
            <a:off x="6167049" y="5"/>
            <a:ext cx="2976943" cy="1687019"/>
          </a:xfrm>
          <a:custGeom>
            <a:rect b="b" l="l" r="r" t="t"/>
            <a:pathLst>
              <a:path extrusionOk="0" h="33898" w="59817">
                <a:moveTo>
                  <a:pt x="59816" y="0"/>
                </a:moveTo>
                <a:lnTo>
                  <a:pt x="1" y="33898"/>
                </a:lnTo>
                <a:lnTo>
                  <a:pt x="21543" y="33898"/>
                </a:lnTo>
                <a:lnTo>
                  <a:pt x="59816" y="16734"/>
                </a:lnTo>
                <a:lnTo>
                  <a:pt x="598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9"/>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54" name="Google Shape;554;p19"/>
          <p:cNvSpPr txBox="1"/>
          <p:nvPr>
            <p:ph idx="1" type="subTitle"/>
          </p:nvPr>
        </p:nvSpPr>
        <p:spPr>
          <a:xfrm>
            <a:off x="6083400" y="1628783"/>
            <a:ext cx="2094600" cy="392400"/>
          </a:xfrm>
          <a:prstGeom prst="rect">
            <a:avLst/>
          </a:prstGeom>
          <a:noFill/>
          <a:ln>
            <a:noFill/>
          </a:ln>
        </p:spPr>
        <p:txBody>
          <a:bodyPr anchorCtr="0" anchor="b" bIns="91425" lIns="91425" spcFirstLastPara="1" rIns="91425" wrap="square" tIns="91425">
            <a:noAutofit/>
          </a:bodyPr>
          <a:lstStyle>
            <a:lvl1pPr lvl="0" rtl="0" algn="r">
              <a:spcBef>
                <a:spcPts val="0"/>
              </a:spcBef>
              <a:spcAft>
                <a:spcPts val="0"/>
              </a:spcAft>
              <a:buSzPts val="1800"/>
              <a:buFont typeface="League Spartan ExtraBold"/>
              <a:buNone/>
              <a:defRPr sz="2400">
                <a:latin typeface="Bangers"/>
                <a:ea typeface="Bangers"/>
                <a:cs typeface="Bangers"/>
                <a:sym typeface="Bangers"/>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55" name="Google Shape;555;p19"/>
          <p:cNvSpPr txBox="1"/>
          <p:nvPr>
            <p:ph idx="2" type="subTitle"/>
          </p:nvPr>
        </p:nvSpPr>
        <p:spPr>
          <a:xfrm>
            <a:off x="6083421" y="1926908"/>
            <a:ext cx="2094600" cy="5589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Font typeface="Ubuntu"/>
              <a:buNone/>
              <a:defRPr sz="1600"/>
            </a:lvl1pPr>
            <a:lvl2pPr lvl="1" rtl="0" algn="r">
              <a:spcBef>
                <a:spcPts val="0"/>
              </a:spcBef>
              <a:spcAft>
                <a:spcPts val="0"/>
              </a:spcAft>
              <a:buSzPts val="1400"/>
              <a:buFont typeface="Ubuntu"/>
              <a:buNone/>
              <a:defRPr>
                <a:latin typeface="Ubuntu"/>
                <a:ea typeface="Ubuntu"/>
                <a:cs typeface="Ubuntu"/>
                <a:sym typeface="Ubuntu"/>
              </a:defRPr>
            </a:lvl2pPr>
            <a:lvl3pPr lvl="2" rtl="0" algn="r">
              <a:spcBef>
                <a:spcPts val="0"/>
              </a:spcBef>
              <a:spcAft>
                <a:spcPts val="0"/>
              </a:spcAft>
              <a:buSzPts val="1400"/>
              <a:buFont typeface="Ubuntu"/>
              <a:buNone/>
              <a:defRPr>
                <a:latin typeface="Ubuntu"/>
                <a:ea typeface="Ubuntu"/>
                <a:cs typeface="Ubuntu"/>
                <a:sym typeface="Ubuntu"/>
              </a:defRPr>
            </a:lvl3pPr>
            <a:lvl4pPr lvl="3" rtl="0" algn="r">
              <a:spcBef>
                <a:spcPts val="0"/>
              </a:spcBef>
              <a:spcAft>
                <a:spcPts val="0"/>
              </a:spcAft>
              <a:buSzPts val="1400"/>
              <a:buFont typeface="Ubuntu"/>
              <a:buNone/>
              <a:defRPr>
                <a:latin typeface="Ubuntu"/>
                <a:ea typeface="Ubuntu"/>
                <a:cs typeface="Ubuntu"/>
                <a:sym typeface="Ubuntu"/>
              </a:defRPr>
            </a:lvl4pPr>
            <a:lvl5pPr lvl="4" rtl="0" algn="r">
              <a:spcBef>
                <a:spcPts val="0"/>
              </a:spcBef>
              <a:spcAft>
                <a:spcPts val="0"/>
              </a:spcAft>
              <a:buSzPts val="1400"/>
              <a:buFont typeface="Ubuntu"/>
              <a:buNone/>
              <a:defRPr>
                <a:latin typeface="Ubuntu"/>
                <a:ea typeface="Ubuntu"/>
                <a:cs typeface="Ubuntu"/>
                <a:sym typeface="Ubuntu"/>
              </a:defRPr>
            </a:lvl5pPr>
            <a:lvl6pPr lvl="5" rtl="0" algn="r">
              <a:spcBef>
                <a:spcPts val="0"/>
              </a:spcBef>
              <a:spcAft>
                <a:spcPts val="0"/>
              </a:spcAft>
              <a:buSzPts val="1400"/>
              <a:buFont typeface="Ubuntu"/>
              <a:buNone/>
              <a:defRPr>
                <a:latin typeface="Ubuntu"/>
                <a:ea typeface="Ubuntu"/>
                <a:cs typeface="Ubuntu"/>
                <a:sym typeface="Ubuntu"/>
              </a:defRPr>
            </a:lvl6pPr>
            <a:lvl7pPr lvl="6" rtl="0" algn="r">
              <a:spcBef>
                <a:spcPts val="0"/>
              </a:spcBef>
              <a:spcAft>
                <a:spcPts val="0"/>
              </a:spcAft>
              <a:buSzPts val="1400"/>
              <a:buFont typeface="Ubuntu"/>
              <a:buNone/>
              <a:defRPr>
                <a:latin typeface="Ubuntu"/>
                <a:ea typeface="Ubuntu"/>
                <a:cs typeface="Ubuntu"/>
                <a:sym typeface="Ubuntu"/>
              </a:defRPr>
            </a:lvl7pPr>
            <a:lvl8pPr lvl="7" rtl="0" algn="r">
              <a:spcBef>
                <a:spcPts val="0"/>
              </a:spcBef>
              <a:spcAft>
                <a:spcPts val="0"/>
              </a:spcAft>
              <a:buSzPts val="1400"/>
              <a:buFont typeface="Ubuntu"/>
              <a:buNone/>
              <a:defRPr>
                <a:latin typeface="Ubuntu"/>
                <a:ea typeface="Ubuntu"/>
                <a:cs typeface="Ubuntu"/>
                <a:sym typeface="Ubuntu"/>
              </a:defRPr>
            </a:lvl8pPr>
            <a:lvl9pPr lvl="8" rtl="0" algn="r">
              <a:spcBef>
                <a:spcPts val="0"/>
              </a:spcBef>
              <a:spcAft>
                <a:spcPts val="0"/>
              </a:spcAft>
              <a:buSzPts val="1400"/>
              <a:buFont typeface="Ubuntu"/>
              <a:buNone/>
              <a:defRPr>
                <a:latin typeface="Ubuntu"/>
                <a:ea typeface="Ubuntu"/>
                <a:cs typeface="Ubuntu"/>
                <a:sym typeface="Ubuntu"/>
              </a:defRPr>
            </a:lvl9pPr>
          </a:lstStyle>
          <a:p/>
        </p:txBody>
      </p:sp>
      <p:sp>
        <p:nvSpPr>
          <p:cNvPr id="556" name="Google Shape;556;p19"/>
          <p:cNvSpPr txBox="1"/>
          <p:nvPr>
            <p:ph idx="3" type="subTitle"/>
          </p:nvPr>
        </p:nvSpPr>
        <p:spPr>
          <a:xfrm>
            <a:off x="6083421" y="3176408"/>
            <a:ext cx="2094600" cy="399300"/>
          </a:xfrm>
          <a:prstGeom prst="rect">
            <a:avLst/>
          </a:prstGeom>
          <a:noFill/>
          <a:ln>
            <a:noFill/>
          </a:ln>
        </p:spPr>
        <p:txBody>
          <a:bodyPr anchorCtr="0" anchor="b" bIns="91425" lIns="91425" spcFirstLastPara="1" rIns="91425" wrap="square" tIns="91425">
            <a:noAutofit/>
          </a:bodyPr>
          <a:lstStyle>
            <a:lvl1pPr lvl="0" rtl="0" algn="r">
              <a:spcBef>
                <a:spcPts val="0"/>
              </a:spcBef>
              <a:spcAft>
                <a:spcPts val="0"/>
              </a:spcAft>
              <a:buSzPts val="1800"/>
              <a:buFont typeface="League Spartan ExtraBold"/>
              <a:buNone/>
              <a:defRPr sz="2400">
                <a:latin typeface="Bangers"/>
                <a:ea typeface="Bangers"/>
                <a:cs typeface="Bangers"/>
                <a:sym typeface="Bangers"/>
              </a:defRPr>
            </a:lvl1pPr>
            <a:lvl2pPr lvl="1" rtl="0" algn="r">
              <a:spcBef>
                <a:spcPts val="0"/>
              </a:spcBef>
              <a:spcAft>
                <a:spcPts val="0"/>
              </a:spcAft>
              <a:buSzPts val="1400"/>
              <a:buNone/>
              <a:defRPr/>
            </a:lvl2pPr>
            <a:lvl3pPr lvl="2" rtl="0" algn="r">
              <a:spcBef>
                <a:spcPts val="0"/>
              </a:spcBef>
              <a:spcAft>
                <a:spcPts val="0"/>
              </a:spcAft>
              <a:buSzPts val="1400"/>
              <a:buNone/>
              <a:defRPr/>
            </a:lvl3pPr>
            <a:lvl4pPr lvl="3" rtl="0" algn="r">
              <a:spcBef>
                <a:spcPts val="0"/>
              </a:spcBef>
              <a:spcAft>
                <a:spcPts val="0"/>
              </a:spcAft>
              <a:buSzPts val="1400"/>
              <a:buNone/>
              <a:defRPr/>
            </a:lvl4pPr>
            <a:lvl5pPr lvl="4" rtl="0" algn="r">
              <a:spcBef>
                <a:spcPts val="0"/>
              </a:spcBef>
              <a:spcAft>
                <a:spcPts val="0"/>
              </a:spcAft>
              <a:buSzPts val="1400"/>
              <a:buNone/>
              <a:defRPr/>
            </a:lvl5pPr>
            <a:lvl6pPr lvl="5" rtl="0" algn="r">
              <a:spcBef>
                <a:spcPts val="0"/>
              </a:spcBef>
              <a:spcAft>
                <a:spcPts val="0"/>
              </a:spcAft>
              <a:buSzPts val="1400"/>
              <a:buNone/>
              <a:defRPr/>
            </a:lvl6pPr>
            <a:lvl7pPr lvl="6" rtl="0" algn="r">
              <a:spcBef>
                <a:spcPts val="0"/>
              </a:spcBef>
              <a:spcAft>
                <a:spcPts val="0"/>
              </a:spcAft>
              <a:buSzPts val="1400"/>
              <a:buNone/>
              <a:defRPr/>
            </a:lvl7pPr>
            <a:lvl8pPr lvl="7" rtl="0" algn="r">
              <a:spcBef>
                <a:spcPts val="0"/>
              </a:spcBef>
              <a:spcAft>
                <a:spcPts val="0"/>
              </a:spcAft>
              <a:buSzPts val="1400"/>
              <a:buNone/>
              <a:defRPr/>
            </a:lvl8pPr>
            <a:lvl9pPr lvl="8" rtl="0" algn="r">
              <a:spcBef>
                <a:spcPts val="0"/>
              </a:spcBef>
              <a:spcAft>
                <a:spcPts val="0"/>
              </a:spcAft>
              <a:buSzPts val="1400"/>
              <a:buNone/>
              <a:defRPr/>
            </a:lvl9pPr>
          </a:lstStyle>
          <a:p/>
        </p:txBody>
      </p:sp>
      <p:sp>
        <p:nvSpPr>
          <p:cNvPr id="557" name="Google Shape;557;p19"/>
          <p:cNvSpPr txBox="1"/>
          <p:nvPr>
            <p:ph idx="4" type="subTitle"/>
          </p:nvPr>
        </p:nvSpPr>
        <p:spPr>
          <a:xfrm>
            <a:off x="6083421" y="3463695"/>
            <a:ext cx="2094600" cy="5691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Font typeface="Ubuntu"/>
              <a:buNone/>
              <a:defRPr sz="1600"/>
            </a:lvl1pPr>
            <a:lvl2pPr lvl="1" rtl="0" algn="r">
              <a:spcBef>
                <a:spcPts val="0"/>
              </a:spcBef>
              <a:spcAft>
                <a:spcPts val="0"/>
              </a:spcAft>
              <a:buSzPts val="1400"/>
              <a:buFont typeface="Ubuntu"/>
              <a:buNone/>
              <a:defRPr>
                <a:latin typeface="Ubuntu"/>
                <a:ea typeface="Ubuntu"/>
                <a:cs typeface="Ubuntu"/>
                <a:sym typeface="Ubuntu"/>
              </a:defRPr>
            </a:lvl2pPr>
            <a:lvl3pPr lvl="2" rtl="0" algn="r">
              <a:spcBef>
                <a:spcPts val="0"/>
              </a:spcBef>
              <a:spcAft>
                <a:spcPts val="0"/>
              </a:spcAft>
              <a:buSzPts val="1400"/>
              <a:buFont typeface="Ubuntu"/>
              <a:buNone/>
              <a:defRPr>
                <a:latin typeface="Ubuntu"/>
                <a:ea typeface="Ubuntu"/>
                <a:cs typeface="Ubuntu"/>
                <a:sym typeface="Ubuntu"/>
              </a:defRPr>
            </a:lvl3pPr>
            <a:lvl4pPr lvl="3" rtl="0" algn="r">
              <a:spcBef>
                <a:spcPts val="0"/>
              </a:spcBef>
              <a:spcAft>
                <a:spcPts val="0"/>
              </a:spcAft>
              <a:buSzPts val="1400"/>
              <a:buFont typeface="Ubuntu"/>
              <a:buNone/>
              <a:defRPr>
                <a:latin typeface="Ubuntu"/>
                <a:ea typeface="Ubuntu"/>
                <a:cs typeface="Ubuntu"/>
                <a:sym typeface="Ubuntu"/>
              </a:defRPr>
            </a:lvl4pPr>
            <a:lvl5pPr lvl="4" rtl="0" algn="r">
              <a:spcBef>
                <a:spcPts val="0"/>
              </a:spcBef>
              <a:spcAft>
                <a:spcPts val="0"/>
              </a:spcAft>
              <a:buSzPts val="1400"/>
              <a:buFont typeface="Ubuntu"/>
              <a:buNone/>
              <a:defRPr>
                <a:latin typeface="Ubuntu"/>
                <a:ea typeface="Ubuntu"/>
                <a:cs typeface="Ubuntu"/>
                <a:sym typeface="Ubuntu"/>
              </a:defRPr>
            </a:lvl5pPr>
            <a:lvl6pPr lvl="5" rtl="0" algn="r">
              <a:spcBef>
                <a:spcPts val="0"/>
              </a:spcBef>
              <a:spcAft>
                <a:spcPts val="0"/>
              </a:spcAft>
              <a:buSzPts val="1400"/>
              <a:buFont typeface="Ubuntu"/>
              <a:buNone/>
              <a:defRPr>
                <a:latin typeface="Ubuntu"/>
                <a:ea typeface="Ubuntu"/>
                <a:cs typeface="Ubuntu"/>
                <a:sym typeface="Ubuntu"/>
              </a:defRPr>
            </a:lvl6pPr>
            <a:lvl7pPr lvl="6" rtl="0" algn="r">
              <a:spcBef>
                <a:spcPts val="0"/>
              </a:spcBef>
              <a:spcAft>
                <a:spcPts val="0"/>
              </a:spcAft>
              <a:buSzPts val="1400"/>
              <a:buFont typeface="Ubuntu"/>
              <a:buNone/>
              <a:defRPr>
                <a:latin typeface="Ubuntu"/>
                <a:ea typeface="Ubuntu"/>
                <a:cs typeface="Ubuntu"/>
                <a:sym typeface="Ubuntu"/>
              </a:defRPr>
            </a:lvl7pPr>
            <a:lvl8pPr lvl="7" rtl="0" algn="r">
              <a:spcBef>
                <a:spcPts val="0"/>
              </a:spcBef>
              <a:spcAft>
                <a:spcPts val="0"/>
              </a:spcAft>
              <a:buSzPts val="1400"/>
              <a:buFont typeface="Ubuntu"/>
              <a:buNone/>
              <a:defRPr>
                <a:latin typeface="Ubuntu"/>
                <a:ea typeface="Ubuntu"/>
                <a:cs typeface="Ubuntu"/>
                <a:sym typeface="Ubuntu"/>
              </a:defRPr>
            </a:lvl8pPr>
            <a:lvl9pPr lvl="8" rtl="0" algn="r">
              <a:spcBef>
                <a:spcPts val="0"/>
              </a:spcBef>
              <a:spcAft>
                <a:spcPts val="0"/>
              </a:spcAft>
              <a:buSzPts val="1400"/>
              <a:buFont typeface="Ubuntu"/>
              <a:buNone/>
              <a:defRPr>
                <a:latin typeface="Ubuntu"/>
                <a:ea typeface="Ubuntu"/>
                <a:cs typeface="Ubuntu"/>
                <a:sym typeface="Ubuntu"/>
              </a:defRPr>
            </a:lvl9pPr>
          </a:lstStyle>
          <a:p/>
        </p:txBody>
      </p:sp>
      <p:sp>
        <p:nvSpPr>
          <p:cNvPr id="558" name="Google Shape;558;p19"/>
          <p:cNvSpPr txBox="1"/>
          <p:nvPr>
            <p:ph idx="5" type="subTitle"/>
          </p:nvPr>
        </p:nvSpPr>
        <p:spPr>
          <a:xfrm>
            <a:off x="965989" y="1628783"/>
            <a:ext cx="2094600" cy="3924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1800"/>
              <a:buFont typeface="League Spartan ExtraBo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59" name="Google Shape;559;p19"/>
          <p:cNvSpPr txBox="1"/>
          <p:nvPr>
            <p:ph idx="6" type="subTitle"/>
          </p:nvPr>
        </p:nvSpPr>
        <p:spPr>
          <a:xfrm>
            <a:off x="965989" y="1926908"/>
            <a:ext cx="2094600" cy="5589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Font typeface="Ubuntu"/>
              <a:buNone/>
              <a:defRPr sz="1600"/>
            </a:lvl1pPr>
            <a:lvl2pPr lvl="1" rtl="0">
              <a:spcBef>
                <a:spcPts val="0"/>
              </a:spcBef>
              <a:spcAft>
                <a:spcPts val="0"/>
              </a:spcAft>
              <a:buSzPts val="1400"/>
              <a:buFont typeface="Ubuntu"/>
              <a:buNone/>
              <a:defRPr>
                <a:latin typeface="Ubuntu"/>
                <a:ea typeface="Ubuntu"/>
                <a:cs typeface="Ubuntu"/>
                <a:sym typeface="Ubuntu"/>
              </a:defRPr>
            </a:lvl2pPr>
            <a:lvl3pPr lvl="2" rtl="0">
              <a:spcBef>
                <a:spcPts val="0"/>
              </a:spcBef>
              <a:spcAft>
                <a:spcPts val="0"/>
              </a:spcAft>
              <a:buSzPts val="1400"/>
              <a:buFont typeface="Ubuntu"/>
              <a:buNone/>
              <a:defRPr>
                <a:latin typeface="Ubuntu"/>
                <a:ea typeface="Ubuntu"/>
                <a:cs typeface="Ubuntu"/>
                <a:sym typeface="Ubuntu"/>
              </a:defRPr>
            </a:lvl3pPr>
            <a:lvl4pPr lvl="3" rtl="0">
              <a:spcBef>
                <a:spcPts val="0"/>
              </a:spcBef>
              <a:spcAft>
                <a:spcPts val="0"/>
              </a:spcAft>
              <a:buSzPts val="1400"/>
              <a:buFont typeface="Ubuntu"/>
              <a:buNone/>
              <a:defRPr>
                <a:latin typeface="Ubuntu"/>
                <a:ea typeface="Ubuntu"/>
                <a:cs typeface="Ubuntu"/>
                <a:sym typeface="Ubuntu"/>
              </a:defRPr>
            </a:lvl4pPr>
            <a:lvl5pPr lvl="4" rtl="0">
              <a:spcBef>
                <a:spcPts val="0"/>
              </a:spcBef>
              <a:spcAft>
                <a:spcPts val="0"/>
              </a:spcAft>
              <a:buSzPts val="1400"/>
              <a:buFont typeface="Ubuntu"/>
              <a:buNone/>
              <a:defRPr>
                <a:latin typeface="Ubuntu"/>
                <a:ea typeface="Ubuntu"/>
                <a:cs typeface="Ubuntu"/>
                <a:sym typeface="Ubuntu"/>
              </a:defRPr>
            </a:lvl5pPr>
            <a:lvl6pPr lvl="5" rtl="0">
              <a:spcBef>
                <a:spcPts val="0"/>
              </a:spcBef>
              <a:spcAft>
                <a:spcPts val="0"/>
              </a:spcAft>
              <a:buSzPts val="1400"/>
              <a:buFont typeface="Ubuntu"/>
              <a:buNone/>
              <a:defRPr>
                <a:latin typeface="Ubuntu"/>
                <a:ea typeface="Ubuntu"/>
                <a:cs typeface="Ubuntu"/>
                <a:sym typeface="Ubuntu"/>
              </a:defRPr>
            </a:lvl6pPr>
            <a:lvl7pPr lvl="6" rtl="0">
              <a:spcBef>
                <a:spcPts val="0"/>
              </a:spcBef>
              <a:spcAft>
                <a:spcPts val="0"/>
              </a:spcAft>
              <a:buSzPts val="1400"/>
              <a:buFont typeface="Ubuntu"/>
              <a:buNone/>
              <a:defRPr>
                <a:latin typeface="Ubuntu"/>
                <a:ea typeface="Ubuntu"/>
                <a:cs typeface="Ubuntu"/>
                <a:sym typeface="Ubuntu"/>
              </a:defRPr>
            </a:lvl7pPr>
            <a:lvl8pPr lvl="7" rtl="0">
              <a:spcBef>
                <a:spcPts val="0"/>
              </a:spcBef>
              <a:spcAft>
                <a:spcPts val="0"/>
              </a:spcAft>
              <a:buSzPts val="1400"/>
              <a:buFont typeface="Ubuntu"/>
              <a:buNone/>
              <a:defRPr>
                <a:latin typeface="Ubuntu"/>
                <a:ea typeface="Ubuntu"/>
                <a:cs typeface="Ubuntu"/>
                <a:sym typeface="Ubuntu"/>
              </a:defRPr>
            </a:lvl8pPr>
            <a:lvl9pPr lvl="8" rtl="0">
              <a:spcBef>
                <a:spcPts val="0"/>
              </a:spcBef>
              <a:spcAft>
                <a:spcPts val="0"/>
              </a:spcAft>
              <a:buSzPts val="1400"/>
              <a:buFont typeface="Ubuntu"/>
              <a:buNone/>
              <a:defRPr>
                <a:latin typeface="Ubuntu"/>
                <a:ea typeface="Ubuntu"/>
                <a:cs typeface="Ubuntu"/>
                <a:sym typeface="Ubuntu"/>
              </a:defRPr>
            </a:lvl9pPr>
          </a:lstStyle>
          <a:p/>
        </p:txBody>
      </p:sp>
      <p:sp>
        <p:nvSpPr>
          <p:cNvPr id="560" name="Google Shape;560;p19"/>
          <p:cNvSpPr txBox="1"/>
          <p:nvPr>
            <p:ph idx="7" type="subTitle"/>
          </p:nvPr>
        </p:nvSpPr>
        <p:spPr>
          <a:xfrm>
            <a:off x="965992" y="3173408"/>
            <a:ext cx="2094600" cy="3984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1800"/>
              <a:buFont typeface="League Spartan ExtraBo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61" name="Google Shape;561;p19"/>
          <p:cNvSpPr txBox="1"/>
          <p:nvPr>
            <p:ph idx="8" type="subTitle"/>
          </p:nvPr>
        </p:nvSpPr>
        <p:spPr>
          <a:xfrm>
            <a:off x="965989" y="3465796"/>
            <a:ext cx="2094600" cy="5670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1400"/>
              <a:buFont typeface="Ubuntu"/>
              <a:buNone/>
              <a:defRPr sz="1600"/>
            </a:lvl1pPr>
            <a:lvl2pPr lvl="1" rtl="0">
              <a:spcBef>
                <a:spcPts val="0"/>
              </a:spcBef>
              <a:spcAft>
                <a:spcPts val="0"/>
              </a:spcAft>
              <a:buSzPts val="1400"/>
              <a:buFont typeface="Ubuntu"/>
              <a:buNone/>
              <a:defRPr>
                <a:latin typeface="Ubuntu"/>
                <a:ea typeface="Ubuntu"/>
                <a:cs typeface="Ubuntu"/>
                <a:sym typeface="Ubuntu"/>
              </a:defRPr>
            </a:lvl2pPr>
            <a:lvl3pPr lvl="2" rtl="0">
              <a:spcBef>
                <a:spcPts val="0"/>
              </a:spcBef>
              <a:spcAft>
                <a:spcPts val="0"/>
              </a:spcAft>
              <a:buSzPts val="1400"/>
              <a:buFont typeface="Ubuntu"/>
              <a:buNone/>
              <a:defRPr>
                <a:latin typeface="Ubuntu"/>
                <a:ea typeface="Ubuntu"/>
                <a:cs typeface="Ubuntu"/>
                <a:sym typeface="Ubuntu"/>
              </a:defRPr>
            </a:lvl3pPr>
            <a:lvl4pPr lvl="3" rtl="0">
              <a:spcBef>
                <a:spcPts val="0"/>
              </a:spcBef>
              <a:spcAft>
                <a:spcPts val="0"/>
              </a:spcAft>
              <a:buSzPts val="1400"/>
              <a:buFont typeface="Ubuntu"/>
              <a:buNone/>
              <a:defRPr>
                <a:latin typeface="Ubuntu"/>
                <a:ea typeface="Ubuntu"/>
                <a:cs typeface="Ubuntu"/>
                <a:sym typeface="Ubuntu"/>
              </a:defRPr>
            </a:lvl4pPr>
            <a:lvl5pPr lvl="4" rtl="0">
              <a:spcBef>
                <a:spcPts val="0"/>
              </a:spcBef>
              <a:spcAft>
                <a:spcPts val="0"/>
              </a:spcAft>
              <a:buSzPts val="1400"/>
              <a:buFont typeface="Ubuntu"/>
              <a:buNone/>
              <a:defRPr>
                <a:latin typeface="Ubuntu"/>
                <a:ea typeface="Ubuntu"/>
                <a:cs typeface="Ubuntu"/>
                <a:sym typeface="Ubuntu"/>
              </a:defRPr>
            </a:lvl5pPr>
            <a:lvl6pPr lvl="5" rtl="0">
              <a:spcBef>
                <a:spcPts val="0"/>
              </a:spcBef>
              <a:spcAft>
                <a:spcPts val="0"/>
              </a:spcAft>
              <a:buSzPts val="1400"/>
              <a:buFont typeface="Ubuntu"/>
              <a:buNone/>
              <a:defRPr>
                <a:latin typeface="Ubuntu"/>
                <a:ea typeface="Ubuntu"/>
                <a:cs typeface="Ubuntu"/>
                <a:sym typeface="Ubuntu"/>
              </a:defRPr>
            </a:lvl6pPr>
            <a:lvl7pPr lvl="6" rtl="0">
              <a:spcBef>
                <a:spcPts val="0"/>
              </a:spcBef>
              <a:spcAft>
                <a:spcPts val="0"/>
              </a:spcAft>
              <a:buSzPts val="1400"/>
              <a:buFont typeface="Ubuntu"/>
              <a:buNone/>
              <a:defRPr>
                <a:latin typeface="Ubuntu"/>
                <a:ea typeface="Ubuntu"/>
                <a:cs typeface="Ubuntu"/>
                <a:sym typeface="Ubuntu"/>
              </a:defRPr>
            </a:lvl7pPr>
            <a:lvl8pPr lvl="7" rtl="0">
              <a:spcBef>
                <a:spcPts val="0"/>
              </a:spcBef>
              <a:spcAft>
                <a:spcPts val="0"/>
              </a:spcAft>
              <a:buSzPts val="1400"/>
              <a:buFont typeface="Ubuntu"/>
              <a:buNone/>
              <a:defRPr>
                <a:latin typeface="Ubuntu"/>
                <a:ea typeface="Ubuntu"/>
                <a:cs typeface="Ubuntu"/>
                <a:sym typeface="Ubuntu"/>
              </a:defRPr>
            </a:lvl8pPr>
            <a:lvl9pPr lvl="8" rtl="0">
              <a:spcBef>
                <a:spcPts val="0"/>
              </a:spcBef>
              <a:spcAft>
                <a:spcPts val="0"/>
              </a:spcAft>
              <a:buSzPts val="1400"/>
              <a:buFont typeface="Ubuntu"/>
              <a:buNone/>
              <a:defRPr>
                <a:latin typeface="Ubuntu"/>
                <a:ea typeface="Ubuntu"/>
                <a:cs typeface="Ubuntu"/>
                <a:sym typeface="Ubuntu"/>
              </a:defRPr>
            </a:lvl9pPr>
          </a:lstStyle>
          <a:p/>
        </p:txBody>
      </p:sp>
      <p:sp>
        <p:nvSpPr>
          <p:cNvPr id="562" name="Google Shape;562;p19"/>
          <p:cNvSpPr/>
          <p:nvPr/>
        </p:nvSpPr>
        <p:spPr>
          <a:xfrm rot="-247707">
            <a:off x="7192278" y="4370209"/>
            <a:ext cx="603487" cy="594077"/>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 name="Google Shape;563;p19"/>
          <p:cNvGrpSpPr/>
          <p:nvPr/>
        </p:nvGrpSpPr>
        <p:grpSpPr>
          <a:xfrm rot="5400000">
            <a:off x="8009708" y="-49327"/>
            <a:ext cx="896988" cy="995654"/>
            <a:chOff x="777100" y="158663"/>
            <a:chExt cx="707850" cy="785712"/>
          </a:xfrm>
        </p:grpSpPr>
        <p:cxnSp>
          <p:nvCxnSpPr>
            <p:cNvPr id="564" name="Google Shape;564;p19"/>
            <p:cNvCxnSpPr/>
            <p:nvPr/>
          </p:nvCxnSpPr>
          <p:spPr>
            <a:xfrm flipH="1" rot="10800000">
              <a:off x="777100" y="158675"/>
              <a:ext cx="416700" cy="482100"/>
            </a:xfrm>
            <a:prstGeom prst="straightConnector1">
              <a:avLst/>
            </a:prstGeom>
            <a:noFill/>
            <a:ln cap="flat" cmpd="sng" w="19050">
              <a:solidFill>
                <a:schemeClr val="lt2"/>
              </a:solidFill>
              <a:prstDash val="solid"/>
              <a:round/>
              <a:headEnd len="med" w="med" type="none"/>
              <a:tailEnd len="med" w="med" type="none"/>
            </a:ln>
          </p:spPr>
        </p:cxnSp>
        <p:cxnSp>
          <p:nvCxnSpPr>
            <p:cNvPr id="565" name="Google Shape;565;p19"/>
            <p:cNvCxnSpPr/>
            <p:nvPr/>
          </p:nvCxnSpPr>
          <p:spPr>
            <a:xfrm flipH="1">
              <a:off x="809503" y="158663"/>
              <a:ext cx="384300" cy="774900"/>
            </a:xfrm>
            <a:prstGeom prst="straightConnector1">
              <a:avLst/>
            </a:prstGeom>
            <a:noFill/>
            <a:ln cap="flat" cmpd="sng" w="19050">
              <a:solidFill>
                <a:schemeClr val="lt2"/>
              </a:solidFill>
              <a:prstDash val="solid"/>
              <a:round/>
              <a:headEnd len="med" w="med" type="none"/>
              <a:tailEnd len="med" w="med" type="none"/>
            </a:ln>
          </p:spPr>
        </p:cxnSp>
        <p:cxnSp>
          <p:nvCxnSpPr>
            <p:cNvPr id="566" name="Google Shape;566;p19"/>
            <p:cNvCxnSpPr/>
            <p:nvPr/>
          </p:nvCxnSpPr>
          <p:spPr>
            <a:xfrm flipH="1" rot="10800000">
              <a:off x="807425" y="293075"/>
              <a:ext cx="527700" cy="651300"/>
            </a:xfrm>
            <a:prstGeom prst="straightConnector1">
              <a:avLst/>
            </a:prstGeom>
            <a:noFill/>
            <a:ln cap="flat" cmpd="sng" w="19050">
              <a:solidFill>
                <a:schemeClr val="lt2"/>
              </a:solidFill>
              <a:prstDash val="solid"/>
              <a:round/>
              <a:headEnd len="med" w="med" type="none"/>
              <a:tailEnd len="med" w="med" type="none"/>
            </a:ln>
          </p:spPr>
        </p:cxnSp>
        <p:cxnSp>
          <p:nvCxnSpPr>
            <p:cNvPr id="567" name="Google Shape;567;p19"/>
            <p:cNvCxnSpPr/>
            <p:nvPr/>
          </p:nvCxnSpPr>
          <p:spPr>
            <a:xfrm flipH="1">
              <a:off x="1087625" y="293075"/>
              <a:ext cx="247500" cy="618600"/>
            </a:xfrm>
            <a:prstGeom prst="straightConnector1">
              <a:avLst/>
            </a:prstGeom>
            <a:noFill/>
            <a:ln cap="flat" cmpd="sng" w="19050">
              <a:solidFill>
                <a:schemeClr val="lt2"/>
              </a:solidFill>
              <a:prstDash val="solid"/>
              <a:round/>
              <a:headEnd len="med" w="med" type="none"/>
              <a:tailEnd len="med" w="med" type="none"/>
            </a:ln>
          </p:spPr>
        </p:cxnSp>
        <p:cxnSp>
          <p:nvCxnSpPr>
            <p:cNvPr id="568" name="Google Shape;568;p19"/>
            <p:cNvCxnSpPr/>
            <p:nvPr/>
          </p:nvCxnSpPr>
          <p:spPr>
            <a:xfrm flipH="1" rot="10800000">
              <a:off x="1100675" y="547000"/>
              <a:ext cx="312600" cy="364800"/>
            </a:xfrm>
            <a:prstGeom prst="straightConnector1">
              <a:avLst/>
            </a:prstGeom>
            <a:noFill/>
            <a:ln cap="flat" cmpd="sng" w="19050">
              <a:solidFill>
                <a:schemeClr val="lt2"/>
              </a:solidFill>
              <a:prstDash val="solid"/>
              <a:round/>
              <a:headEnd len="med" w="med" type="none"/>
              <a:tailEnd len="med" w="med" type="none"/>
            </a:ln>
          </p:spPr>
        </p:cxnSp>
        <p:cxnSp>
          <p:nvCxnSpPr>
            <p:cNvPr id="569" name="Google Shape;569;p19"/>
            <p:cNvCxnSpPr/>
            <p:nvPr/>
          </p:nvCxnSpPr>
          <p:spPr>
            <a:xfrm flipH="1">
              <a:off x="1315750" y="547000"/>
              <a:ext cx="91200" cy="364800"/>
            </a:xfrm>
            <a:prstGeom prst="straightConnector1">
              <a:avLst/>
            </a:prstGeom>
            <a:noFill/>
            <a:ln cap="flat" cmpd="sng" w="19050">
              <a:solidFill>
                <a:schemeClr val="lt2"/>
              </a:solidFill>
              <a:prstDash val="solid"/>
              <a:round/>
              <a:headEnd len="med" w="med" type="none"/>
              <a:tailEnd len="med" w="med" type="none"/>
            </a:ln>
          </p:spPr>
        </p:cxnSp>
        <p:cxnSp>
          <p:nvCxnSpPr>
            <p:cNvPr id="570" name="Google Shape;570;p19"/>
            <p:cNvCxnSpPr/>
            <p:nvPr/>
          </p:nvCxnSpPr>
          <p:spPr>
            <a:xfrm flipH="1" rot="10800000">
              <a:off x="1315750" y="703175"/>
              <a:ext cx="169200" cy="208500"/>
            </a:xfrm>
            <a:prstGeom prst="straightConnector1">
              <a:avLst/>
            </a:prstGeom>
            <a:noFill/>
            <a:ln cap="flat" cmpd="sng" w="19050">
              <a:solidFill>
                <a:schemeClr val="lt2"/>
              </a:solidFill>
              <a:prstDash val="solid"/>
              <a:round/>
              <a:headEnd len="med" w="med" type="none"/>
              <a:tailEnd len="med" w="med" type="none"/>
            </a:ln>
          </p:spPr>
        </p:cxnSp>
      </p:grpSp>
      <p:grpSp>
        <p:nvGrpSpPr>
          <p:cNvPr id="571" name="Google Shape;571;p19"/>
          <p:cNvGrpSpPr/>
          <p:nvPr/>
        </p:nvGrpSpPr>
        <p:grpSpPr>
          <a:xfrm rot="-1669825">
            <a:off x="333603" y="228873"/>
            <a:ext cx="574030" cy="747012"/>
            <a:chOff x="1293600" y="3227300"/>
            <a:chExt cx="1073675" cy="1397225"/>
          </a:xfrm>
        </p:grpSpPr>
        <p:sp>
          <p:nvSpPr>
            <p:cNvPr id="572" name="Google Shape;572;p19"/>
            <p:cNvSpPr/>
            <p:nvPr/>
          </p:nvSpPr>
          <p:spPr>
            <a:xfrm>
              <a:off x="1293600" y="3227300"/>
              <a:ext cx="1073675" cy="1397225"/>
            </a:xfrm>
            <a:custGeom>
              <a:rect b="b" l="l" r="r" t="t"/>
              <a:pathLst>
                <a:path extrusionOk="0" h="55889" w="42947">
                  <a:moveTo>
                    <a:pt x="2060" y="4799"/>
                  </a:moveTo>
                  <a:lnTo>
                    <a:pt x="2060" y="6061"/>
                  </a:lnTo>
                  <a:cubicBezTo>
                    <a:pt x="1906" y="6002"/>
                    <a:pt x="1775" y="5930"/>
                    <a:pt x="1679" y="5859"/>
                  </a:cubicBezTo>
                  <a:cubicBezTo>
                    <a:pt x="1477" y="5716"/>
                    <a:pt x="1358" y="5490"/>
                    <a:pt x="1370" y="5335"/>
                  </a:cubicBezTo>
                  <a:cubicBezTo>
                    <a:pt x="1406" y="5109"/>
                    <a:pt x="1739" y="4894"/>
                    <a:pt x="2060" y="4799"/>
                  </a:cubicBezTo>
                  <a:close/>
                  <a:moveTo>
                    <a:pt x="2096" y="10145"/>
                  </a:moveTo>
                  <a:lnTo>
                    <a:pt x="2108" y="11419"/>
                  </a:lnTo>
                  <a:lnTo>
                    <a:pt x="2096" y="11419"/>
                  </a:lnTo>
                  <a:cubicBezTo>
                    <a:pt x="1941" y="11360"/>
                    <a:pt x="1810" y="11288"/>
                    <a:pt x="1715" y="11217"/>
                  </a:cubicBezTo>
                  <a:cubicBezTo>
                    <a:pt x="1513" y="11074"/>
                    <a:pt x="1394" y="10848"/>
                    <a:pt x="1406" y="10693"/>
                  </a:cubicBezTo>
                  <a:cubicBezTo>
                    <a:pt x="1441" y="10467"/>
                    <a:pt x="1775" y="10252"/>
                    <a:pt x="2096" y="10145"/>
                  </a:cubicBezTo>
                  <a:close/>
                  <a:moveTo>
                    <a:pt x="2132" y="15503"/>
                  </a:moveTo>
                  <a:lnTo>
                    <a:pt x="2132" y="16777"/>
                  </a:lnTo>
                  <a:cubicBezTo>
                    <a:pt x="1977" y="16717"/>
                    <a:pt x="1846" y="16646"/>
                    <a:pt x="1751" y="16574"/>
                  </a:cubicBezTo>
                  <a:cubicBezTo>
                    <a:pt x="1548" y="16420"/>
                    <a:pt x="1429" y="16205"/>
                    <a:pt x="1441" y="16051"/>
                  </a:cubicBezTo>
                  <a:cubicBezTo>
                    <a:pt x="1477" y="15812"/>
                    <a:pt x="1810" y="15598"/>
                    <a:pt x="2132" y="15503"/>
                  </a:cubicBezTo>
                  <a:close/>
                  <a:moveTo>
                    <a:pt x="2168" y="20861"/>
                  </a:moveTo>
                  <a:lnTo>
                    <a:pt x="2179" y="22135"/>
                  </a:lnTo>
                  <a:cubicBezTo>
                    <a:pt x="2013" y="22075"/>
                    <a:pt x="1894" y="22004"/>
                    <a:pt x="1787" y="21932"/>
                  </a:cubicBezTo>
                  <a:cubicBezTo>
                    <a:pt x="1584" y="21777"/>
                    <a:pt x="1465" y="21563"/>
                    <a:pt x="1489" y="21408"/>
                  </a:cubicBezTo>
                  <a:cubicBezTo>
                    <a:pt x="1513" y="21170"/>
                    <a:pt x="1846" y="20956"/>
                    <a:pt x="2168" y="20861"/>
                  </a:cubicBezTo>
                  <a:close/>
                  <a:moveTo>
                    <a:pt x="2203" y="26218"/>
                  </a:moveTo>
                  <a:lnTo>
                    <a:pt x="2215" y="27492"/>
                  </a:lnTo>
                  <a:cubicBezTo>
                    <a:pt x="2048" y="27433"/>
                    <a:pt x="1929" y="27361"/>
                    <a:pt x="1822" y="27278"/>
                  </a:cubicBezTo>
                  <a:cubicBezTo>
                    <a:pt x="1620" y="27135"/>
                    <a:pt x="1501" y="26921"/>
                    <a:pt x="1525" y="26754"/>
                  </a:cubicBezTo>
                  <a:cubicBezTo>
                    <a:pt x="1548" y="26528"/>
                    <a:pt x="1882" y="26314"/>
                    <a:pt x="2203" y="26218"/>
                  </a:cubicBezTo>
                  <a:close/>
                  <a:moveTo>
                    <a:pt x="2239" y="31576"/>
                  </a:moveTo>
                  <a:lnTo>
                    <a:pt x="2251" y="32850"/>
                  </a:lnTo>
                  <a:cubicBezTo>
                    <a:pt x="2084" y="32779"/>
                    <a:pt x="1953" y="32719"/>
                    <a:pt x="1858" y="32636"/>
                  </a:cubicBezTo>
                  <a:cubicBezTo>
                    <a:pt x="1656" y="32493"/>
                    <a:pt x="1536" y="32279"/>
                    <a:pt x="1560" y="32112"/>
                  </a:cubicBezTo>
                  <a:cubicBezTo>
                    <a:pt x="1584" y="31886"/>
                    <a:pt x="1917" y="31672"/>
                    <a:pt x="2239" y="31576"/>
                  </a:cubicBezTo>
                  <a:close/>
                  <a:moveTo>
                    <a:pt x="2275" y="36934"/>
                  </a:moveTo>
                  <a:lnTo>
                    <a:pt x="2287" y="38208"/>
                  </a:lnTo>
                  <a:cubicBezTo>
                    <a:pt x="2120" y="38137"/>
                    <a:pt x="2001" y="38077"/>
                    <a:pt x="1894" y="37994"/>
                  </a:cubicBezTo>
                  <a:cubicBezTo>
                    <a:pt x="1703" y="37851"/>
                    <a:pt x="1572" y="37637"/>
                    <a:pt x="1596" y="37470"/>
                  </a:cubicBezTo>
                  <a:cubicBezTo>
                    <a:pt x="1620" y="37244"/>
                    <a:pt x="1953" y="37029"/>
                    <a:pt x="2275" y="36934"/>
                  </a:cubicBezTo>
                  <a:close/>
                  <a:moveTo>
                    <a:pt x="2310" y="42292"/>
                  </a:moveTo>
                  <a:lnTo>
                    <a:pt x="2322" y="43566"/>
                  </a:lnTo>
                  <a:cubicBezTo>
                    <a:pt x="2156" y="43494"/>
                    <a:pt x="2037" y="43435"/>
                    <a:pt x="1929" y="43352"/>
                  </a:cubicBezTo>
                  <a:cubicBezTo>
                    <a:pt x="1739" y="43209"/>
                    <a:pt x="1608" y="42982"/>
                    <a:pt x="1632" y="42828"/>
                  </a:cubicBezTo>
                  <a:cubicBezTo>
                    <a:pt x="1656" y="42625"/>
                    <a:pt x="1929" y="42435"/>
                    <a:pt x="2215" y="42328"/>
                  </a:cubicBezTo>
                  <a:cubicBezTo>
                    <a:pt x="2251" y="42316"/>
                    <a:pt x="2275" y="42304"/>
                    <a:pt x="2310" y="42292"/>
                  </a:cubicBezTo>
                  <a:close/>
                  <a:moveTo>
                    <a:pt x="2346" y="47638"/>
                  </a:moveTo>
                  <a:lnTo>
                    <a:pt x="2358" y="48912"/>
                  </a:lnTo>
                  <a:cubicBezTo>
                    <a:pt x="2191" y="48852"/>
                    <a:pt x="2072" y="48781"/>
                    <a:pt x="1965" y="48709"/>
                  </a:cubicBezTo>
                  <a:cubicBezTo>
                    <a:pt x="1775" y="48566"/>
                    <a:pt x="1644" y="48340"/>
                    <a:pt x="1667" y="48185"/>
                  </a:cubicBezTo>
                  <a:cubicBezTo>
                    <a:pt x="1691" y="47983"/>
                    <a:pt x="1965" y="47781"/>
                    <a:pt x="2263" y="47674"/>
                  </a:cubicBezTo>
                  <a:cubicBezTo>
                    <a:pt x="2287" y="47662"/>
                    <a:pt x="2322" y="47650"/>
                    <a:pt x="2346" y="47638"/>
                  </a:cubicBezTo>
                  <a:close/>
                  <a:moveTo>
                    <a:pt x="35335" y="822"/>
                  </a:moveTo>
                  <a:cubicBezTo>
                    <a:pt x="37958" y="822"/>
                    <a:pt x="40089" y="2944"/>
                    <a:pt x="40101" y="5561"/>
                  </a:cubicBezTo>
                  <a:lnTo>
                    <a:pt x="40398" y="48209"/>
                  </a:lnTo>
                  <a:cubicBezTo>
                    <a:pt x="40398" y="49483"/>
                    <a:pt x="39910" y="50686"/>
                    <a:pt x="39017" y="51591"/>
                  </a:cubicBezTo>
                  <a:cubicBezTo>
                    <a:pt x="38124" y="52507"/>
                    <a:pt x="36922" y="53008"/>
                    <a:pt x="35648" y="53019"/>
                  </a:cubicBezTo>
                  <a:lnTo>
                    <a:pt x="4846" y="53234"/>
                  </a:lnTo>
                  <a:cubicBezTo>
                    <a:pt x="4025" y="53234"/>
                    <a:pt x="3334" y="52627"/>
                    <a:pt x="3227" y="51817"/>
                  </a:cubicBezTo>
                  <a:lnTo>
                    <a:pt x="3215" y="50221"/>
                  </a:lnTo>
                  <a:cubicBezTo>
                    <a:pt x="3311" y="50138"/>
                    <a:pt x="3382" y="50019"/>
                    <a:pt x="3418" y="49900"/>
                  </a:cubicBezTo>
                  <a:cubicBezTo>
                    <a:pt x="3489" y="49650"/>
                    <a:pt x="3406" y="49400"/>
                    <a:pt x="3203" y="49233"/>
                  </a:cubicBezTo>
                  <a:lnTo>
                    <a:pt x="3191" y="47543"/>
                  </a:lnTo>
                  <a:lnTo>
                    <a:pt x="3191" y="47543"/>
                  </a:lnTo>
                  <a:cubicBezTo>
                    <a:pt x="4156" y="47602"/>
                    <a:pt x="5085" y="48162"/>
                    <a:pt x="5501" y="48971"/>
                  </a:cubicBezTo>
                  <a:lnTo>
                    <a:pt x="5489" y="48983"/>
                  </a:lnTo>
                  <a:cubicBezTo>
                    <a:pt x="5605" y="49207"/>
                    <a:pt x="5830" y="49332"/>
                    <a:pt x="6065" y="49332"/>
                  </a:cubicBezTo>
                  <a:cubicBezTo>
                    <a:pt x="6167" y="49332"/>
                    <a:pt x="6272" y="49308"/>
                    <a:pt x="6370" y="49257"/>
                  </a:cubicBezTo>
                  <a:cubicBezTo>
                    <a:pt x="6525" y="49174"/>
                    <a:pt x="6632" y="49043"/>
                    <a:pt x="6692" y="48876"/>
                  </a:cubicBezTo>
                  <a:cubicBezTo>
                    <a:pt x="6740" y="48709"/>
                    <a:pt x="6728" y="48543"/>
                    <a:pt x="6644" y="48388"/>
                  </a:cubicBezTo>
                  <a:cubicBezTo>
                    <a:pt x="6001" y="47138"/>
                    <a:pt x="4644" y="46304"/>
                    <a:pt x="3180" y="46257"/>
                  </a:cubicBezTo>
                  <a:lnTo>
                    <a:pt x="3168" y="44876"/>
                  </a:lnTo>
                  <a:cubicBezTo>
                    <a:pt x="3275" y="44792"/>
                    <a:pt x="3334" y="44673"/>
                    <a:pt x="3370" y="44554"/>
                  </a:cubicBezTo>
                  <a:cubicBezTo>
                    <a:pt x="3441" y="44304"/>
                    <a:pt x="3358" y="44054"/>
                    <a:pt x="3168" y="43887"/>
                  </a:cubicBezTo>
                  <a:lnTo>
                    <a:pt x="3156" y="42197"/>
                  </a:lnTo>
                  <a:lnTo>
                    <a:pt x="3156" y="42197"/>
                  </a:lnTo>
                  <a:cubicBezTo>
                    <a:pt x="4120" y="42256"/>
                    <a:pt x="5037" y="42816"/>
                    <a:pt x="5454" y="43625"/>
                  </a:cubicBezTo>
                  <a:cubicBezTo>
                    <a:pt x="5537" y="43780"/>
                    <a:pt x="5668" y="43887"/>
                    <a:pt x="5835" y="43947"/>
                  </a:cubicBezTo>
                  <a:cubicBezTo>
                    <a:pt x="5899" y="43965"/>
                    <a:pt x="5965" y="43975"/>
                    <a:pt x="6030" y="43975"/>
                  </a:cubicBezTo>
                  <a:cubicBezTo>
                    <a:pt x="6135" y="43975"/>
                    <a:pt x="6240" y="43950"/>
                    <a:pt x="6335" y="43899"/>
                  </a:cubicBezTo>
                  <a:cubicBezTo>
                    <a:pt x="6644" y="43733"/>
                    <a:pt x="6775" y="43340"/>
                    <a:pt x="6609" y="43030"/>
                  </a:cubicBezTo>
                  <a:cubicBezTo>
                    <a:pt x="5966" y="41780"/>
                    <a:pt x="4608" y="40946"/>
                    <a:pt x="3144" y="40899"/>
                  </a:cubicBezTo>
                  <a:lnTo>
                    <a:pt x="3132" y="39518"/>
                  </a:lnTo>
                  <a:cubicBezTo>
                    <a:pt x="3239" y="39434"/>
                    <a:pt x="3311" y="39315"/>
                    <a:pt x="3334" y="39196"/>
                  </a:cubicBezTo>
                  <a:cubicBezTo>
                    <a:pt x="3406" y="38946"/>
                    <a:pt x="3322" y="38696"/>
                    <a:pt x="3132" y="38530"/>
                  </a:cubicBezTo>
                  <a:lnTo>
                    <a:pt x="3120" y="36839"/>
                  </a:lnTo>
                  <a:lnTo>
                    <a:pt x="3120" y="36839"/>
                  </a:lnTo>
                  <a:cubicBezTo>
                    <a:pt x="4084" y="36898"/>
                    <a:pt x="5001" y="37458"/>
                    <a:pt x="5418" y="38268"/>
                  </a:cubicBezTo>
                  <a:cubicBezTo>
                    <a:pt x="5501" y="38422"/>
                    <a:pt x="5632" y="38530"/>
                    <a:pt x="5799" y="38589"/>
                  </a:cubicBezTo>
                  <a:cubicBezTo>
                    <a:pt x="5863" y="38607"/>
                    <a:pt x="5929" y="38617"/>
                    <a:pt x="5995" y="38617"/>
                  </a:cubicBezTo>
                  <a:cubicBezTo>
                    <a:pt x="6100" y="38617"/>
                    <a:pt x="6204" y="38593"/>
                    <a:pt x="6299" y="38541"/>
                  </a:cubicBezTo>
                  <a:cubicBezTo>
                    <a:pt x="6609" y="38375"/>
                    <a:pt x="6740" y="37982"/>
                    <a:pt x="6573" y="37672"/>
                  </a:cubicBezTo>
                  <a:cubicBezTo>
                    <a:pt x="5930" y="36422"/>
                    <a:pt x="4573" y="35589"/>
                    <a:pt x="3108" y="35541"/>
                  </a:cubicBezTo>
                  <a:lnTo>
                    <a:pt x="3096" y="34160"/>
                  </a:lnTo>
                  <a:cubicBezTo>
                    <a:pt x="3203" y="34077"/>
                    <a:pt x="3275" y="33969"/>
                    <a:pt x="3299" y="33838"/>
                  </a:cubicBezTo>
                  <a:cubicBezTo>
                    <a:pt x="3370" y="33588"/>
                    <a:pt x="3287" y="33338"/>
                    <a:pt x="3096" y="33172"/>
                  </a:cubicBezTo>
                  <a:lnTo>
                    <a:pt x="3084" y="31481"/>
                  </a:lnTo>
                  <a:lnTo>
                    <a:pt x="3084" y="31481"/>
                  </a:lnTo>
                  <a:cubicBezTo>
                    <a:pt x="4049" y="31541"/>
                    <a:pt x="4965" y="32100"/>
                    <a:pt x="5382" y="32910"/>
                  </a:cubicBezTo>
                  <a:cubicBezTo>
                    <a:pt x="5466" y="33065"/>
                    <a:pt x="5597" y="33172"/>
                    <a:pt x="5763" y="33231"/>
                  </a:cubicBezTo>
                  <a:cubicBezTo>
                    <a:pt x="5827" y="33250"/>
                    <a:pt x="5893" y="33259"/>
                    <a:pt x="5959" y="33259"/>
                  </a:cubicBezTo>
                  <a:cubicBezTo>
                    <a:pt x="6064" y="33259"/>
                    <a:pt x="6168" y="33235"/>
                    <a:pt x="6263" y="33184"/>
                  </a:cubicBezTo>
                  <a:cubicBezTo>
                    <a:pt x="6573" y="33017"/>
                    <a:pt x="6704" y="32624"/>
                    <a:pt x="6537" y="32314"/>
                  </a:cubicBezTo>
                  <a:cubicBezTo>
                    <a:pt x="5894" y="31064"/>
                    <a:pt x="4537" y="30231"/>
                    <a:pt x="3072" y="30183"/>
                  </a:cubicBezTo>
                  <a:lnTo>
                    <a:pt x="3060" y="28802"/>
                  </a:lnTo>
                  <a:cubicBezTo>
                    <a:pt x="3168" y="28719"/>
                    <a:pt x="3239" y="28612"/>
                    <a:pt x="3263" y="28481"/>
                  </a:cubicBezTo>
                  <a:cubicBezTo>
                    <a:pt x="3334" y="28243"/>
                    <a:pt x="3251" y="27981"/>
                    <a:pt x="3060" y="27814"/>
                  </a:cubicBezTo>
                  <a:lnTo>
                    <a:pt x="3049" y="26123"/>
                  </a:lnTo>
                  <a:lnTo>
                    <a:pt x="3049" y="26123"/>
                  </a:lnTo>
                  <a:cubicBezTo>
                    <a:pt x="4013" y="26183"/>
                    <a:pt x="4930" y="26742"/>
                    <a:pt x="5346" y="27552"/>
                  </a:cubicBezTo>
                  <a:cubicBezTo>
                    <a:pt x="5462" y="27775"/>
                    <a:pt x="5687" y="27901"/>
                    <a:pt x="5922" y="27901"/>
                  </a:cubicBezTo>
                  <a:cubicBezTo>
                    <a:pt x="6025" y="27901"/>
                    <a:pt x="6129" y="27877"/>
                    <a:pt x="6228" y="27826"/>
                  </a:cubicBezTo>
                  <a:cubicBezTo>
                    <a:pt x="6382" y="27754"/>
                    <a:pt x="6489" y="27612"/>
                    <a:pt x="6549" y="27445"/>
                  </a:cubicBezTo>
                  <a:cubicBezTo>
                    <a:pt x="6597" y="27290"/>
                    <a:pt x="6585" y="27111"/>
                    <a:pt x="6501" y="26957"/>
                  </a:cubicBezTo>
                  <a:cubicBezTo>
                    <a:pt x="5858" y="25707"/>
                    <a:pt x="4501" y="24873"/>
                    <a:pt x="3037" y="24825"/>
                  </a:cubicBezTo>
                  <a:lnTo>
                    <a:pt x="3025" y="23444"/>
                  </a:lnTo>
                  <a:cubicBezTo>
                    <a:pt x="3132" y="23361"/>
                    <a:pt x="3203" y="23254"/>
                    <a:pt x="3227" y="23123"/>
                  </a:cubicBezTo>
                  <a:cubicBezTo>
                    <a:pt x="3299" y="22885"/>
                    <a:pt x="3215" y="22623"/>
                    <a:pt x="3025" y="22456"/>
                  </a:cubicBezTo>
                  <a:lnTo>
                    <a:pt x="3013" y="20765"/>
                  </a:lnTo>
                  <a:lnTo>
                    <a:pt x="3013" y="20765"/>
                  </a:lnTo>
                  <a:cubicBezTo>
                    <a:pt x="3977" y="20825"/>
                    <a:pt x="4894" y="21396"/>
                    <a:pt x="5311" y="22194"/>
                  </a:cubicBezTo>
                  <a:cubicBezTo>
                    <a:pt x="5394" y="22349"/>
                    <a:pt x="5525" y="22468"/>
                    <a:pt x="5692" y="22516"/>
                  </a:cubicBezTo>
                  <a:cubicBezTo>
                    <a:pt x="5756" y="22534"/>
                    <a:pt x="5822" y="22544"/>
                    <a:pt x="5888" y="22544"/>
                  </a:cubicBezTo>
                  <a:cubicBezTo>
                    <a:pt x="5992" y="22544"/>
                    <a:pt x="6097" y="22519"/>
                    <a:pt x="6192" y="22468"/>
                  </a:cubicBezTo>
                  <a:cubicBezTo>
                    <a:pt x="6347" y="22397"/>
                    <a:pt x="6454" y="22254"/>
                    <a:pt x="6513" y="22087"/>
                  </a:cubicBezTo>
                  <a:cubicBezTo>
                    <a:pt x="6561" y="21932"/>
                    <a:pt x="6549" y="21754"/>
                    <a:pt x="6466" y="21599"/>
                  </a:cubicBezTo>
                  <a:cubicBezTo>
                    <a:pt x="5823" y="20349"/>
                    <a:pt x="4465" y="19515"/>
                    <a:pt x="3001" y="19468"/>
                  </a:cubicBezTo>
                  <a:lnTo>
                    <a:pt x="2989" y="18087"/>
                  </a:lnTo>
                  <a:cubicBezTo>
                    <a:pt x="3096" y="18003"/>
                    <a:pt x="3156" y="17896"/>
                    <a:pt x="3191" y="17765"/>
                  </a:cubicBezTo>
                  <a:cubicBezTo>
                    <a:pt x="3263" y="17527"/>
                    <a:pt x="3180" y="17265"/>
                    <a:pt x="2989" y="17098"/>
                  </a:cubicBezTo>
                  <a:lnTo>
                    <a:pt x="2977" y="15408"/>
                  </a:lnTo>
                  <a:lnTo>
                    <a:pt x="2977" y="15408"/>
                  </a:lnTo>
                  <a:cubicBezTo>
                    <a:pt x="3942" y="15467"/>
                    <a:pt x="4858" y="16039"/>
                    <a:pt x="5275" y="16836"/>
                  </a:cubicBezTo>
                  <a:cubicBezTo>
                    <a:pt x="5358" y="16991"/>
                    <a:pt x="5489" y="17110"/>
                    <a:pt x="5656" y="17158"/>
                  </a:cubicBezTo>
                  <a:cubicBezTo>
                    <a:pt x="5720" y="17176"/>
                    <a:pt x="5786" y="17186"/>
                    <a:pt x="5852" y="17186"/>
                  </a:cubicBezTo>
                  <a:cubicBezTo>
                    <a:pt x="5957" y="17186"/>
                    <a:pt x="6061" y="17161"/>
                    <a:pt x="6156" y="17110"/>
                  </a:cubicBezTo>
                  <a:cubicBezTo>
                    <a:pt x="6311" y="17039"/>
                    <a:pt x="6418" y="16896"/>
                    <a:pt x="6478" y="16729"/>
                  </a:cubicBezTo>
                  <a:cubicBezTo>
                    <a:pt x="6525" y="16574"/>
                    <a:pt x="6513" y="16396"/>
                    <a:pt x="6430" y="16241"/>
                  </a:cubicBezTo>
                  <a:cubicBezTo>
                    <a:pt x="5787" y="14991"/>
                    <a:pt x="4430" y="14157"/>
                    <a:pt x="2965" y="14110"/>
                  </a:cubicBezTo>
                  <a:lnTo>
                    <a:pt x="2953" y="12729"/>
                  </a:lnTo>
                  <a:cubicBezTo>
                    <a:pt x="3060" y="12645"/>
                    <a:pt x="3120" y="12538"/>
                    <a:pt x="3156" y="12407"/>
                  </a:cubicBezTo>
                  <a:cubicBezTo>
                    <a:pt x="3227" y="12169"/>
                    <a:pt x="3144" y="11907"/>
                    <a:pt x="2953" y="11741"/>
                  </a:cubicBezTo>
                  <a:lnTo>
                    <a:pt x="2941" y="10050"/>
                  </a:lnTo>
                  <a:lnTo>
                    <a:pt x="2941" y="10050"/>
                  </a:lnTo>
                  <a:cubicBezTo>
                    <a:pt x="3906" y="10109"/>
                    <a:pt x="4823" y="10681"/>
                    <a:pt x="5239" y="11479"/>
                  </a:cubicBezTo>
                  <a:cubicBezTo>
                    <a:pt x="5355" y="11702"/>
                    <a:pt x="5580" y="11828"/>
                    <a:pt x="5814" y="11828"/>
                  </a:cubicBezTo>
                  <a:cubicBezTo>
                    <a:pt x="5917" y="11828"/>
                    <a:pt x="6022" y="11803"/>
                    <a:pt x="6120" y="11752"/>
                  </a:cubicBezTo>
                  <a:cubicBezTo>
                    <a:pt x="6430" y="11586"/>
                    <a:pt x="6561" y="11193"/>
                    <a:pt x="6394" y="10883"/>
                  </a:cubicBezTo>
                  <a:cubicBezTo>
                    <a:pt x="5751" y="9633"/>
                    <a:pt x="4394" y="8800"/>
                    <a:pt x="2930" y="8752"/>
                  </a:cubicBezTo>
                  <a:lnTo>
                    <a:pt x="2918" y="7371"/>
                  </a:lnTo>
                  <a:cubicBezTo>
                    <a:pt x="3025" y="7288"/>
                    <a:pt x="3084" y="7180"/>
                    <a:pt x="3120" y="7049"/>
                  </a:cubicBezTo>
                  <a:cubicBezTo>
                    <a:pt x="3191" y="6811"/>
                    <a:pt x="3108" y="6549"/>
                    <a:pt x="2918" y="6383"/>
                  </a:cubicBezTo>
                  <a:lnTo>
                    <a:pt x="2906" y="4692"/>
                  </a:lnTo>
                  <a:lnTo>
                    <a:pt x="2906" y="4692"/>
                  </a:lnTo>
                  <a:cubicBezTo>
                    <a:pt x="3870" y="4752"/>
                    <a:pt x="4787" y="5323"/>
                    <a:pt x="5204" y="6121"/>
                  </a:cubicBezTo>
                  <a:cubicBezTo>
                    <a:pt x="5287" y="6276"/>
                    <a:pt x="5418" y="6395"/>
                    <a:pt x="5585" y="6442"/>
                  </a:cubicBezTo>
                  <a:cubicBezTo>
                    <a:pt x="5649" y="6461"/>
                    <a:pt x="5715" y="6470"/>
                    <a:pt x="5780" y="6470"/>
                  </a:cubicBezTo>
                  <a:cubicBezTo>
                    <a:pt x="5885" y="6470"/>
                    <a:pt x="5989" y="6446"/>
                    <a:pt x="6085" y="6395"/>
                  </a:cubicBezTo>
                  <a:cubicBezTo>
                    <a:pt x="6394" y="6228"/>
                    <a:pt x="6525" y="5835"/>
                    <a:pt x="6359" y="5525"/>
                  </a:cubicBezTo>
                  <a:cubicBezTo>
                    <a:pt x="5716" y="4287"/>
                    <a:pt x="4323" y="3442"/>
                    <a:pt x="2882" y="3394"/>
                  </a:cubicBezTo>
                  <a:lnTo>
                    <a:pt x="2882" y="2656"/>
                  </a:lnTo>
                  <a:cubicBezTo>
                    <a:pt x="2882" y="2227"/>
                    <a:pt x="3049" y="1823"/>
                    <a:pt x="3346" y="1513"/>
                  </a:cubicBezTo>
                  <a:cubicBezTo>
                    <a:pt x="3656" y="1204"/>
                    <a:pt x="4061" y="1025"/>
                    <a:pt x="4489" y="1025"/>
                  </a:cubicBezTo>
                  <a:lnTo>
                    <a:pt x="35291" y="823"/>
                  </a:lnTo>
                  <a:cubicBezTo>
                    <a:pt x="35305" y="822"/>
                    <a:pt x="35320" y="822"/>
                    <a:pt x="35335" y="822"/>
                  </a:cubicBezTo>
                  <a:close/>
                  <a:moveTo>
                    <a:pt x="40839" y="4597"/>
                  </a:moveTo>
                  <a:lnTo>
                    <a:pt x="40839" y="4597"/>
                  </a:lnTo>
                  <a:cubicBezTo>
                    <a:pt x="41458" y="5430"/>
                    <a:pt x="41792" y="6442"/>
                    <a:pt x="41803" y="7490"/>
                  </a:cubicBezTo>
                  <a:lnTo>
                    <a:pt x="42089" y="49912"/>
                  </a:lnTo>
                  <a:cubicBezTo>
                    <a:pt x="42101" y="51210"/>
                    <a:pt x="41601" y="52436"/>
                    <a:pt x="40684" y="53365"/>
                  </a:cubicBezTo>
                  <a:cubicBezTo>
                    <a:pt x="39767" y="54293"/>
                    <a:pt x="38541" y="54817"/>
                    <a:pt x="37243" y="54817"/>
                  </a:cubicBezTo>
                  <a:lnTo>
                    <a:pt x="4906" y="55043"/>
                  </a:lnTo>
                  <a:cubicBezTo>
                    <a:pt x="4017" y="55043"/>
                    <a:pt x="3293" y="54359"/>
                    <a:pt x="3240" y="53483"/>
                  </a:cubicBezTo>
                  <a:lnTo>
                    <a:pt x="3240" y="53483"/>
                  </a:lnTo>
                  <a:cubicBezTo>
                    <a:pt x="3690" y="53868"/>
                    <a:pt x="4257" y="54067"/>
                    <a:pt x="4846" y="54067"/>
                  </a:cubicBezTo>
                  <a:lnTo>
                    <a:pt x="35648" y="53853"/>
                  </a:lnTo>
                  <a:cubicBezTo>
                    <a:pt x="36327" y="53853"/>
                    <a:pt x="36958" y="53734"/>
                    <a:pt x="37553" y="53508"/>
                  </a:cubicBezTo>
                  <a:cubicBezTo>
                    <a:pt x="39708" y="52710"/>
                    <a:pt x="41232" y="50638"/>
                    <a:pt x="41220" y="48221"/>
                  </a:cubicBezTo>
                  <a:lnTo>
                    <a:pt x="40922" y="5561"/>
                  </a:lnTo>
                  <a:cubicBezTo>
                    <a:pt x="40922" y="5240"/>
                    <a:pt x="40899" y="4918"/>
                    <a:pt x="40839" y="4597"/>
                  </a:cubicBezTo>
                  <a:close/>
                  <a:moveTo>
                    <a:pt x="35323" y="1"/>
                  </a:moveTo>
                  <a:cubicBezTo>
                    <a:pt x="35312" y="1"/>
                    <a:pt x="35301" y="1"/>
                    <a:pt x="35291" y="1"/>
                  </a:cubicBezTo>
                  <a:lnTo>
                    <a:pt x="4477" y="215"/>
                  </a:lnTo>
                  <a:cubicBezTo>
                    <a:pt x="3822" y="215"/>
                    <a:pt x="3215" y="477"/>
                    <a:pt x="2751" y="942"/>
                  </a:cubicBezTo>
                  <a:cubicBezTo>
                    <a:pt x="2298" y="1406"/>
                    <a:pt x="2037" y="2025"/>
                    <a:pt x="2048" y="2680"/>
                  </a:cubicBezTo>
                  <a:lnTo>
                    <a:pt x="2048" y="3466"/>
                  </a:lnTo>
                  <a:cubicBezTo>
                    <a:pt x="1941" y="3478"/>
                    <a:pt x="1834" y="3501"/>
                    <a:pt x="1739" y="3537"/>
                  </a:cubicBezTo>
                  <a:cubicBezTo>
                    <a:pt x="1013" y="3740"/>
                    <a:pt x="203" y="4275"/>
                    <a:pt x="84" y="5168"/>
                  </a:cubicBezTo>
                  <a:cubicBezTo>
                    <a:pt x="1" y="5799"/>
                    <a:pt x="310" y="6466"/>
                    <a:pt x="894" y="6895"/>
                  </a:cubicBezTo>
                  <a:cubicBezTo>
                    <a:pt x="1275" y="7180"/>
                    <a:pt x="1715" y="7335"/>
                    <a:pt x="2072" y="7442"/>
                  </a:cubicBezTo>
                  <a:lnTo>
                    <a:pt x="2084" y="8824"/>
                  </a:lnTo>
                  <a:cubicBezTo>
                    <a:pt x="1977" y="8835"/>
                    <a:pt x="1870" y="8859"/>
                    <a:pt x="1775" y="8895"/>
                  </a:cubicBezTo>
                  <a:cubicBezTo>
                    <a:pt x="1048" y="9097"/>
                    <a:pt x="239" y="9633"/>
                    <a:pt x="120" y="10514"/>
                  </a:cubicBezTo>
                  <a:cubicBezTo>
                    <a:pt x="36" y="11157"/>
                    <a:pt x="346" y="11824"/>
                    <a:pt x="929" y="12252"/>
                  </a:cubicBezTo>
                  <a:cubicBezTo>
                    <a:pt x="1310" y="12538"/>
                    <a:pt x="1751" y="12693"/>
                    <a:pt x="2108" y="12800"/>
                  </a:cubicBezTo>
                  <a:lnTo>
                    <a:pt x="2120" y="14181"/>
                  </a:lnTo>
                  <a:cubicBezTo>
                    <a:pt x="2025" y="14193"/>
                    <a:pt x="1917" y="14217"/>
                    <a:pt x="1810" y="14253"/>
                  </a:cubicBezTo>
                  <a:cubicBezTo>
                    <a:pt x="1084" y="14455"/>
                    <a:pt x="274" y="14979"/>
                    <a:pt x="155" y="15872"/>
                  </a:cubicBezTo>
                  <a:cubicBezTo>
                    <a:pt x="72" y="16503"/>
                    <a:pt x="382" y="17170"/>
                    <a:pt x="965" y="17610"/>
                  </a:cubicBezTo>
                  <a:cubicBezTo>
                    <a:pt x="1346" y="17896"/>
                    <a:pt x="1787" y="18051"/>
                    <a:pt x="2144" y="18158"/>
                  </a:cubicBezTo>
                  <a:lnTo>
                    <a:pt x="2156" y="19527"/>
                  </a:lnTo>
                  <a:cubicBezTo>
                    <a:pt x="2037" y="19551"/>
                    <a:pt x="1941" y="19575"/>
                    <a:pt x="1846" y="19599"/>
                  </a:cubicBezTo>
                  <a:cubicBezTo>
                    <a:pt x="1120" y="19801"/>
                    <a:pt x="310" y="20337"/>
                    <a:pt x="191" y="21230"/>
                  </a:cubicBezTo>
                  <a:cubicBezTo>
                    <a:pt x="108" y="21861"/>
                    <a:pt x="417" y="22528"/>
                    <a:pt x="1001" y="22968"/>
                  </a:cubicBezTo>
                  <a:cubicBezTo>
                    <a:pt x="1370" y="23242"/>
                    <a:pt x="1810" y="23397"/>
                    <a:pt x="2179" y="23516"/>
                  </a:cubicBezTo>
                  <a:lnTo>
                    <a:pt x="2191" y="24885"/>
                  </a:lnTo>
                  <a:cubicBezTo>
                    <a:pt x="2084" y="24909"/>
                    <a:pt x="1977" y="24933"/>
                    <a:pt x="1882" y="24956"/>
                  </a:cubicBezTo>
                  <a:cubicBezTo>
                    <a:pt x="1155" y="25159"/>
                    <a:pt x="346" y="25695"/>
                    <a:pt x="227" y="26588"/>
                  </a:cubicBezTo>
                  <a:cubicBezTo>
                    <a:pt x="143" y="27219"/>
                    <a:pt x="453" y="27885"/>
                    <a:pt x="1036" y="28326"/>
                  </a:cubicBezTo>
                  <a:cubicBezTo>
                    <a:pt x="1406" y="28600"/>
                    <a:pt x="1846" y="28755"/>
                    <a:pt x="2215" y="28874"/>
                  </a:cubicBezTo>
                  <a:lnTo>
                    <a:pt x="2227" y="30243"/>
                  </a:lnTo>
                  <a:cubicBezTo>
                    <a:pt x="2120" y="30267"/>
                    <a:pt x="2013" y="30290"/>
                    <a:pt x="1917" y="30314"/>
                  </a:cubicBezTo>
                  <a:cubicBezTo>
                    <a:pt x="1191" y="30517"/>
                    <a:pt x="382" y="31052"/>
                    <a:pt x="263" y="31945"/>
                  </a:cubicBezTo>
                  <a:cubicBezTo>
                    <a:pt x="179" y="32576"/>
                    <a:pt x="489" y="33243"/>
                    <a:pt x="1072" y="33684"/>
                  </a:cubicBezTo>
                  <a:cubicBezTo>
                    <a:pt x="1441" y="33958"/>
                    <a:pt x="1882" y="34112"/>
                    <a:pt x="2251" y="34231"/>
                  </a:cubicBezTo>
                  <a:lnTo>
                    <a:pt x="2263" y="35601"/>
                  </a:lnTo>
                  <a:cubicBezTo>
                    <a:pt x="2144" y="35624"/>
                    <a:pt x="2048" y="35648"/>
                    <a:pt x="1953" y="35672"/>
                  </a:cubicBezTo>
                  <a:cubicBezTo>
                    <a:pt x="1227" y="35874"/>
                    <a:pt x="417" y="36410"/>
                    <a:pt x="298" y="37303"/>
                  </a:cubicBezTo>
                  <a:cubicBezTo>
                    <a:pt x="215" y="37934"/>
                    <a:pt x="524" y="38601"/>
                    <a:pt x="1108" y="39042"/>
                  </a:cubicBezTo>
                  <a:cubicBezTo>
                    <a:pt x="1477" y="39315"/>
                    <a:pt x="1917" y="39470"/>
                    <a:pt x="2287" y="39589"/>
                  </a:cubicBezTo>
                  <a:lnTo>
                    <a:pt x="2298" y="40958"/>
                  </a:lnTo>
                  <a:cubicBezTo>
                    <a:pt x="2179" y="40982"/>
                    <a:pt x="2084" y="41006"/>
                    <a:pt x="1989" y="41030"/>
                  </a:cubicBezTo>
                  <a:cubicBezTo>
                    <a:pt x="1263" y="41232"/>
                    <a:pt x="453" y="41768"/>
                    <a:pt x="334" y="42661"/>
                  </a:cubicBezTo>
                  <a:cubicBezTo>
                    <a:pt x="251" y="43292"/>
                    <a:pt x="560" y="43959"/>
                    <a:pt x="1144" y="44399"/>
                  </a:cubicBezTo>
                  <a:cubicBezTo>
                    <a:pt x="1525" y="44673"/>
                    <a:pt x="1965" y="44828"/>
                    <a:pt x="2322" y="44935"/>
                  </a:cubicBezTo>
                  <a:lnTo>
                    <a:pt x="2334" y="46316"/>
                  </a:lnTo>
                  <a:cubicBezTo>
                    <a:pt x="2227" y="46340"/>
                    <a:pt x="2120" y="46364"/>
                    <a:pt x="2025" y="46388"/>
                  </a:cubicBezTo>
                  <a:cubicBezTo>
                    <a:pt x="1298" y="46590"/>
                    <a:pt x="489" y="47126"/>
                    <a:pt x="370" y="48019"/>
                  </a:cubicBezTo>
                  <a:cubicBezTo>
                    <a:pt x="286" y="48650"/>
                    <a:pt x="596" y="49317"/>
                    <a:pt x="1179" y="49745"/>
                  </a:cubicBezTo>
                  <a:cubicBezTo>
                    <a:pt x="1560" y="50031"/>
                    <a:pt x="1989" y="50186"/>
                    <a:pt x="2358" y="50293"/>
                  </a:cubicBezTo>
                  <a:lnTo>
                    <a:pt x="2382" y="53400"/>
                  </a:lnTo>
                  <a:cubicBezTo>
                    <a:pt x="2394" y="54774"/>
                    <a:pt x="3513" y="55889"/>
                    <a:pt x="4884" y="55889"/>
                  </a:cubicBezTo>
                  <a:cubicBezTo>
                    <a:pt x="4891" y="55889"/>
                    <a:pt x="4899" y="55889"/>
                    <a:pt x="4906" y="55889"/>
                  </a:cubicBezTo>
                  <a:lnTo>
                    <a:pt x="37243" y="55663"/>
                  </a:lnTo>
                  <a:cubicBezTo>
                    <a:pt x="37922" y="55663"/>
                    <a:pt x="38577" y="55544"/>
                    <a:pt x="39184" y="55317"/>
                  </a:cubicBezTo>
                  <a:cubicBezTo>
                    <a:pt x="41387" y="54496"/>
                    <a:pt x="42946" y="52376"/>
                    <a:pt x="42923" y="49900"/>
                  </a:cubicBezTo>
                  <a:lnTo>
                    <a:pt x="42637" y="7478"/>
                  </a:lnTo>
                  <a:cubicBezTo>
                    <a:pt x="42625" y="5740"/>
                    <a:pt x="41839" y="4121"/>
                    <a:pt x="40470" y="3037"/>
                  </a:cubicBezTo>
                  <a:lnTo>
                    <a:pt x="40482" y="3037"/>
                  </a:lnTo>
                  <a:cubicBezTo>
                    <a:pt x="40410" y="2989"/>
                    <a:pt x="40339" y="2954"/>
                    <a:pt x="40256" y="2942"/>
                  </a:cubicBezTo>
                  <a:cubicBezTo>
                    <a:pt x="39273" y="1130"/>
                    <a:pt x="37382" y="1"/>
                    <a:pt x="35323" y="1"/>
                  </a:cubicBezTo>
                  <a:close/>
                </a:path>
              </a:pathLst>
            </a:custGeom>
            <a:solidFill>
              <a:srgbClr val="2222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9"/>
            <p:cNvSpPr/>
            <p:nvPr/>
          </p:nvSpPr>
          <p:spPr>
            <a:xfrm>
              <a:off x="1372775" y="3335950"/>
              <a:ext cx="975150" cy="1269225"/>
            </a:xfrm>
            <a:custGeom>
              <a:rect b="b" l="l" r="r" t="t"/>
              <a:pathLst>
                <a:path extrusionOk="0" h="50769" w="39006">
                  <a:moveTo>
                    <a:pt x="37553" y="1"/>
                  </a:moveTo>
                  <a:cubicBezTo>
                    <a:pt x="37636" y="394"/>
                    <a:pt x="37696" y="798"/>
                    <a:pt x="37696" y="1215"/>
                  </a:cubicBezTo>
                  <a:lnTo>
                    <a:pt x="37982" y="43875"/>
                  </a:lnTo>
                  <a:cubicBezTo>
                    <a:pt x="38005" y="46923"/>
                    <a:pt x="35541" y="49424"/>
                    <a:pt x="32481" y="49447"/>
                  </a:cubicBezTo>
                  <a:lnTo>
                    <a:pt x="1679" y="49662"/>
                  </a:lnTo>
                  <a:cubicBezTo>
                    <a:pt x="1025" y="49662"/>
                    <a:pt x="429" y="49400"/>
                    <a:pt x="1" y="48983"/>
                  </a:cubicBezTo>
                  <a:lnTo>
                    <a:pt x="1" y="49054"/>
                  </a:lnTo>
                  <a:cubicBezTo>
                    <a:pt x="1" y="50007"/>
                    <a:pt x="786" y="50769"/>
                    <a:pt x="1739" y="50769"/>
                  </a:cubicBezTo>
                  <a:lnTo>
                    <a:pt x="34076" y="50543"/>
                  </a:lnTo>
                  <a:cubicBezTo>
                    <a:pt x="36803" y="50531"/>
                    <a:pt x="39006" y="48292"/>
                    <a:pt x="38982" y="45566"/>
                  </a:cubicBezTo>
                  <a:lnTo>
                    <a:pt x="38696" y="3144"/>
                  </a:lnTo>
                  <a:cubicBezTo>
                    <a:pt x="38684" y="1977"/>
                    <a:pt x="38279" y="882"/>
                    <a:pt x="375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9"/>
            <p:cNvSpPr/>
            <p:nvPr/>
          </p:nvSpPr>
          <p:spPr>
            <a:xfrm>
              <a:off x="1363550" y="3246350"/>
              <a:ext cx="941800" cy="1313600"/>
            </a:xfrm>
            <a:custGeom>
              <a:rect b="b" l="l" r="r" t="t"/>
              <a:pathLst>
                <a:path extrusionOk="0" h="52544" w="37672">
                  <a:moveTo>
                    <a:pt x="32525" y="1"/>
                  </a:moveTo>
                  <a:cubicBezTo>
                    <a:pt x="32510" y="1"/>
                    <a:pt x="32495" y="1"/>
                    <a:pt x="32481" y="1"/>
                  </a:cubicBezTo>
                  <a:lnTo>
                    <a:pt x="6906" y="168"/>
                  </a:lnTo>
                  <a:lnTo>
                    <a:pt x="1679" y="203"/>
                  </a:lnTo>
                  <a:cubicBezTo>
                    <a:pt x="751" y="215"/>
                    <a:pt x="1" y="977"/>
                    <a:pt x="1" y="1906"/>
                  </a:cubicBezTo>
                  <a:lnTo>
                    <a:pt x="12" y="2704"/>
                  </a:lnTo>
                  <a:cubicBezTo>
                    <a:pt x="1429" y="2728"/>
                    <a:pt x="2834" y="3525"/>
                    <a:pt x="3489" y="4799"/>
                  </a:cubicBezTo>
                  <a:cubicBezTo>
                    <a:pt x="3644" y="5085"/>
                    <a:pt x="3525" y="5430"/>
                    <a:pt x="3239" y="5585"/>
                  </a:cubicBezTo>
                  <a:cubicBezTo>
                    <a:pt x="3153" y="5631"/>
                    <a:pt x="3061" y="5653"/>
                    <a:pt x="2970" y="5653"/>
                  </a:cubicBezTo>
                  <a:cubicBezTo>
                    <a:pt x="2758" y="5653"/>
                    <a:pt x="2553" y="5535"/>
                    <a:pt x="2453" y="5335"/>
                  </a:cubicBezTo>
                  <a:cubicBezTo>
                    <a:pt x="2001" y="4466"/>
                    <a:pt x="1013" y="3906"/>
                    <a:pt x="24" y="3871"/>
                  </a:cubicBezTo>
                  <a:lnTo>
                    <a:pt x="24" y="3871"/>
                  </a:lnTo>
                  <a:lnTo>
                    <a:pt x="36" y="5656"/>
                  </a:lnTo>
                  <a:cubicBezTo>
                    <a:pt x="227" y="5799"/>
                    <a:pt x="322" y="6037"/>
                    <a:pt x="251" y="6276"/>
                  </a:cubicBezTo>
                  <a:cubicBezTo>
                    <a:pt x="215" y="6407"/>
                    <a:pt x="143" y="6502"/>
                    <a:pt x="48" y="6585"/>
                  </a:cubicBezTo>
                  <a:lnTo>
                    <a:pt x="60" y="8050"/>
                  </a:lnTo>
                  <a:cubicBezTo>
                    <a:pt x="1465" y="8085"/>
                    <a:pt x="2870" y="8883"/>
                    <a:pt x="3525" y="10157"/>
                  </a:cubicBezTo>
                  <a:cubicBezTo>
                    <a:pt x="3680" y="10443"/>
                    <a:pt x="3561" y="10788"/>
                    <a:pt x="3275" y="10943"/>
                  </a:cubicBezTo>
                  <a:cubicBezTo>
                    <a:pt x="3189" y="10985"/>
                    <a:pt x="3099" y="11006"/>
                    <a:pt x="3010" y="11006"/>
                  </a:cubicBezTo>
                  <a:cubicBezTo>
                    <a:pt x="2800" y="11006"/>
                    <a:pt x="2598" y="10893"/>
                    <a:pt x="2489" y="10693"/>
                  </a:cubicBezTo>
                  <a:cubicBezTo>
                    <a:pt x="2037" y="9824"/>
                    <a:pt x="1048" y="9264"/>
                    <a:pt x="60" y="9228"/>
                  </a:cubicBezTo>
                  <a:lnTo>
                    <a:pt x="60" y="9228"/>
                  </a:lnTo>
                  <a:lnTo>
                    <a:pt x="72" y="11014"/>
                  </a:lnTo>
                  <a:cubicBezTo>
                    <a:pt x="262" y="11157"/>
                    <a:pt x="358" y="11395"/>
                    <a:pt x="286" y="11633"/>
                  </a:cubicBezTo>
                  <a:cubicBezTo>
                    <a:pt x="251" y="11764"/>
                    <a:pt x="179" y="11860"/>
                    <a:pt x="84" y="11943"/>
                  </a:cubicBezTo>
                  <a:lnTo>
                    <a:pt x="96" y="13407"/>
                  </a:lnTo>
                  <a:cubicBezTo>
                    <a:pt x="1513" y="13443"/>
                    <a:pt x="2906" y="14241"/>
                    <a:pt x="3561" y="15515"/>
                  </a:cubicBezTo>
                  <a:cubicBezTo>
                    <a:pt x="3715" y="15801"/>
                    <a:pt x="3608" y="16146"/>
                    <a:pt x="3310" y="16301"/>
                  </a:cubicBezTo>
                  <a:cubicBezTo>
                    <a:pt x="3225" y="16343"/>
                    <a:pt x="3135" y="16364"/>
                    <a:pt x="3045" y="16364"/>
                  </a:cubicBezTo>
                  <a:cubicBezTo>
                    <a:pt x="2836" y="16364"/>
                    <a:pt x="2633" y="16251"/>
                    <a:pt x="2525" y="16051"/>
                  </a:cubicBezTo>
                  <a:cubicBezTo>
                    <a:pt x="2072" y="15181"/>
                    <a:pt x="1084" y="14622"/>
                    <a:pt x="108" y="14586"/>
                  </a:cubicBezTo>
                  <a:lnTo>
                    <a:pt x="108" y="14586"/>
                  </a:lnTo>
                  <a:lnTo>
                    <a:pt x="120" y="16372"/>
                  </a:lnTo>
                  <a:cubicBezTo>
                    <a:pt x="298" y="16515"/>
                    <a:pt x="393" y="16753"/>
                    <a:pt x="322" y="16991"/>
                  </a:cubicBezTo>
                  <a:cubicBezTo>
                    <a:pt x="298" y="17122"/>
                    <a:pt x="215" y="17217"/>
                    <a:pt x="120" y="17301"/>
                  </a:cubicBezTo>
                  <a:lnTo>
                    <a:pt x="132" y="18765"/>
                  </a:lnTo>
                  <a:cubicBezTo>
                    <a:pt x="1548" y="18801"/>
                    <a:pt x="2941" y="19599"/>
                    <a:pt x="3608" y="20873"/>
                  </a:cubicBezTo>
                  <a:cubicBezTo>
                    <a:pt x="3751" y="21158"/>
                    <a:pt x="3644" y="21504"/>
                    <a:pt x="3358" y="21658"/>
                  </a:cubicBezTo>
                  <a:cubicBezTo>
                    <a:pt x="3273" y="21701"/>
                    <a:pt x="3181" y="21721"/>
                    <a:pt x="3090" y="21721"/>
                  </a:cubicBezTo>
                  <a:cubicBezTo>
                    <a:pt x="2877" y="21721"/>
                    <a:pt x="2669" y="21609"/>
                    <a:pt x="2560" y="21408"/>
                  </a:cubicBezTo>
                  <a:cubicBezTo>
                    <a:pt x="2120" y="20539"/>
                    <a:pt x="1120" y="19980"/>
                    <a:pt x="143" y="19944"/>
                  </a:cubicBezTo>
                  <a:lnTo>
                    <a:pt x="143" y="19944"/>
                  </a:lnTo>
                  <a:lnTo>
                    <a:pt x="155" y="21730"/>
                  </a:lnTo>
                  <a:cubicBezTo>
                    <a:pt x="346" y="21873"/>
                    <a:pt x="429" y="22111"/>
                    <a:pt x="358" y="22349"/>
                  </a:cubicBezTo>
                  <a:cubicBezTo>
                    <a:pt x="334" y="22480"/>
                    <a:pt x="251" y="22575"/>
                    <a:pt x="155" y="22659"/>
                  </a:cubicBezTo>
                  <a:lnTo>
                    <a:pt x="167" y="24123"/>
                  </a:lnTo>
                  <a:cubicBezTo>
                    <a:pt x="1584" y="24159"/>
                    <a:pt x="2989" y="24956"/>
                    <a:pt x="3644" y="26218"/>
                  </a:cubicBezTo>
                  <a:cubicBezTo>
                    <a:pt x="3787" y="26516"/>
                    <a:pt x="3680" y="26861"/>
                    <a:pt x="3394" y="27016"/>
                  </a:cubicBezTo>
                  <a:cubicBezTo>
                    <a:pt x="3309" y="27059"/>
                    <a:pt x="3217" y="27079"/>
                    <a:pt x="3126" y="27079"/>
                  </a:cubicBezTo>
                  <a:cubicBezTo>
                    <a:pt x="2914" y="27079"/>
                    <a:pt x="2708" y="26967"/>
                    <a:pt x="2608" y="26766"/>
                  </a:cubicBezTo>
                  <a:cubicBezTo>
                    <a:pt x="2156" y="25897"/>
                    <a:pt x="1167" y="25326"/>
                    <a:pt x="179" y="25302"/>
                  </a:cubicBezTo>
                  <a:lnTo>
                    <a:pt x="179" y="25302"/>
                  </a:lnTo>
                  <a:lnTo>
                    <a:pt x="191" y="27088"/>
                  </a:lnTo>
                  <a:cubicBezTo>
                    <a:pt x="382" y="27231"/>
                    <a:pt x="465" y="27469"/>
                    <a:pt x="405" y="27707"/>
                  </a:cubicBezTo>
                  <a:cubicBezTo>
                    <a:pt x="370" y="27838"/>
                    <a:pt x="298" y="27933"/>
                    <a:pt x="203" y="28004"/>
                  </a:cubicBezTo>
                  <a:lnTo>
                    <a:pt x="215" y="29481"/>
                  </a:lnTo>
                  <a:cubicBezTo>
                    <a:pt x="1620" y="29517"/>
                    <a:pt x="3025" y="30314"/>
                    <a:pt x="3680" y="31576"/>
                  </a:cubicBezTo>
                  <a:cubicBezTo>
                    <a:pt x="3822" y="31874"/>
                    <a:pt x="3715" y="32219"/>
                    <a:pt x="3430" y="32374"/>
                  </a:cubicBezTo>
                  <a:cubicBezTo>
                    <a:pt x="3344" y="32417"/>
                    <a:pt x="3253" y="32437"/>
                    <a:pt x="3162" y="32437"/>
                  </a:cubicBezTo>
                  <a:cubicBezTo>
                    <a:pt x="2950" y="32437"/>
                    <a:pt x="2744" y="32324"/>
                    <a:pt x="2644" y="32124"/>
                  </a:cubicBezTo>
                  <a:cubicBezTo>
                    <a:pt x="2191" y="31255"/>
                    <a:pt x="1203" y="30683"/>
                    <a:pt x="215" y="30660"/>
                  </a:cubicBezTo>
                  <a:lnTo>
                    <a:pt x="215" y="30660"/>
                  </a:lnTo>
                  <a:lnTo>
                    <a:pt x="227" y="32445"/>
                  </a:lnTo>
                  <a:cubicBezTo>
                    <a:pt x="417" y="32576"/>
                    <a:pt x="501" y="32826"/>
                    <a:pt x="441" y="33065"/>
                  </a:cubicBezTo>
                  <a:cubicBezTo>
                    <a:pt x="405" y="33184"/>
                    <a:pt x="334" y="33291"/>
                    <a:pt x="239" y="33362"/>
                  </a:cubicBezTo>
                  <a:lnTo>
                    <a:pt x="251" y="34839"/>
                  </a:lnTo>
                  <a:cubicBezTo>
                    <a:pt x="1656" y="34874"/>
                    <a:pt x="3060" y="35672"/>
                    <a:pt x="3715" y="36934"/>
                  </a:cubicBezTo>
                  <a:cubicBezTo>
                    <a:pt x="3870" y="37220"/>
                    <a:pt x="3751" y="37577"/>
                    <a:pt x="3465" y="37720"/>
                  </a:cubicBezTo>
                  <a:cubicBezTo>
                    <a:pt x="3379" y="37766"/>
                    <a:pt x="3287" y="37788"/>
                    <a:pt x="3196" y="37788"/>
                  </a:cubicBezTo>
                  <a:cubicBezTo>
                    <a:pt x="2984" y="37788"/>
                    <a:pt x="2779" y="37670"/>
                    <a:pt x="2679" y="37470"/>
                  </a:cubicBezTo>
                  <a:cubicBezTo>
                    <a:pt x="2227" y="36613"/>
                    <a:pt x="1239" y="36041"/>
                    <a:pt x="251" y="36005"/>
                  </a:cubicBezTo>
                  <a:lnTo>
                    <a:pt x="251" y="36005"/>
                  </a:lnTo>
                  <a:lnTo>
                    <a:pt x="262" y="37791"/>
                  </a:lnTo>
                  <a:cubicBezTo>
                    <a:pt x="453" y="37934"/>
                    <a:pt x="548" y="38184"/>
                    <a:pt x="477" y="38422"/>
                  </a:cubicBezTo>
                  <a:cubicBezTo>
                    <a:pt x="441" y="38541"/>
                    <a:pt x="370" y="38649"/>
                    <a:pt x="274" y="38720"/>
                  </a:cubicBezTo>
                  <a:lnTo>
                    <a:pt x="286" y="40196"/>
                  </a:lnTo>
                  <a:cubicBezTo>
                    <a:pt x="1703" y="40220"/>
                    <a:pt x="3096" y="41030"/>
                    <a:pt x="3751" y="42292"/>
                  </a:cubicBezTo>
                  <a:cubicBezTo>
                    <a:pt x="3906" y="42578"/>
                    <a:pt x="3787" y="42935"/>
                    <a:pt x="3501" y="43078"/>
                  </a:cubicBezTo>
                  <a:cubicBezTo>
                    <a:pt x="3415" y="43124"/>
                    <a:pt x="3324" y="43146"/>
                    <a:pt x="3234" y="43146"/>
                  </a:cubicBezTo>
                  <a:cubicBezTo>
                    <a:pt x="3025" y="43146"/>
                    <a:pt x="2823" y="43028"/>
                    <a:pt x="2715" y="42828"/>
                  </a:cubicBezTo>
                  <a:cubicBezTo>
                    <a:pt x="2263" y="41970"/>
                    <a:pt x="1275" y="41399"/>
                    <a:pt x="286" y="41363"/>
                  </a:cubicBezTo>
                  <a:lnTo>
                    <a:pt x="286" y="41363"/>
                  </a:lnTo>
                  <a:lnTo>
                    <a:pt x="298" y="43149"/>
                  </a:lnTo>
                  <a:cubicBezTo>
                    <a:pt x="489" y="43292"/>
                    <a:pt x="584" y="43542"/>
                    <a:pt x="513" y="43780"/>
                  </a:cubicBezTo>
                  <a:cubicBezTo>
                    <a:pt x="477" y="43899"/>
                    <a:pt x="405" y="44006"/>
                    <a:pt x="310" y="44078"/>
                  </a:cubicBezTo>
                  <a:lnTo>
                    <a:pt x="322" y="45554"/>
                  </a:lnTo>
                  <a:cubicBezTo>
                    <a:pt x="1739" y="45578"/>
                    <a:pt x="3132" y="46388"/>
                    <a:pt x="3787" y="47650"/>
                  </a:cubicBezTo>
                  <a:cubicBezTo>
                    <a:pt x="3942" y="47935"/>
                    <a:pt x="3834" y="48293"/>
                    <a:pt x="3537" y="48436"/>
                  </a:cubicBezTo>
                  <a:cubicBezTo>
                    <a:pt x="3451" y="48482"/>
                    <a:pt x="3360" y="48504"/>
                    <a:pt x="3270" y="48504"/>
                  </a:cubicBezTo>
                  <a:cubicBezTo>
                    <a:pt x="3061" y="48504"/>
                    <a:pt x="2859" y="48385"/>
                    <a:pt x="2751" y="48185"/>
                  </a:cubicBezTo>
                  <a:cubicBezTo>
                    <a:pt x="2298" y="47328"/>
                    <a:pt x="1310" y="46757"/>
                    <a:pt x="334" y="46721"/>
                  </a:cubicBezTo>
                  <a:lnTo>
                    <a:pt x="334" y="46721"/>
                  </a:lnTo>
                  <a:lnTo>
                    <a:pt x="346" y="48507"/>
                  </a:lnTo>
                  <a:cubicBezTo>
                    <a:pt x="524" y="48650"/>
                    <a:pt x="620" y="48900"/>
                    <a:pt x="548" y="49138"/>
                  </a:cubicBezTo>
                  <a:cubicBezTo>
                    <a:pt x="513" y="49257"/>
                    <a:pt x="441" y="49364"/>
                    <a:pt x="346" y="49436"/>
                  </a:cubicBezTo>
                  <a:lnTo>
                    <a:pt x="358" y="51067"/>
                  </a:lnTo>
                  <a:cubicBezTo>
                    <a:pt x="465" y="51900"/>
                    <a:pt x="1179" y="52543"/>
                    <a:pt x="2037" y="52543"/>
                  </a:cubicBezTo>
                  <a:lnTo>
                    <a:pt x="30195" y="52353"/>
                  </a:lnTo>
                  <a:lnTo>
                    <a:pt x="32850" y="52329"/>
                  </a:lnTo>
                  <a:cubicBezTo>
                    <a:pt x="35517" y="52317"/>
                    <a:pt x="37672" y="50126"/>
                    <a:pt x="37660" y="47459"/>
                  </a:cubicBezTo>
                  <a:lnTo>
                    <a:pt x="37362" y="4811"/>
                  </a:lnTo>
                  <a:lnTo>
                    <a:pt x="37362" y="4799"/>
                  </a:lnTo>
                  <a:cubicBezTo>
                    <a:pt x="37339" y="2147"/>
                    <a:pt x="35172" y="1"/>
                    <a:pt x="3252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9"/>
            <p:cNvSpPr/>
            <p:nvPr/>
          </p:nvSpPr>
          <p:spPr>
            <a:xfrm>
              <a:off x="1557925" y="3394900"/>
              <a:ext cx="589975" cy="159550"/>
            </a:xfrm>
            <a:custGeom>
              <a:rect b="b" l="l" r="r" t="t"/>
              <a:pathLst>
                <a:path extrusionOk="0" h="6382" w="23599">
                  <a:moveTo>
                    <a:pt x="23551" y="0"/>
                  </a:moveTo>
                  <a:lnTo>
                    <a:pt x="0" y="155"/>
                  </a:lnTo>
                  <a:lnTo>
                    <a:pt x="48" y="6382"/>
                  </a:lnTo>
                  <a:lnTo>
                    <a:pt x="23599" y="6215"/>
                  </a:lnTo>
                  <a:lnTo>
                    <a:pt x="235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6" name="Google Shape;576;p19"/>
          <p:cNvSpPr/>
          <p:nvPr/>
        </p:nvSpPr>
        <p:spPr>
          <a:xfrm>
            <a:off x="184886" y="2247361"/>
            <a:ext cx="448476" cy="493825"/>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7" name="Google Shape;577;p19"/>
          <p:cNvGrpSpPr/>
          <p:nvPr/>
        </p:nvGrpSpPr>
        <p:grpSpPr>
          <a:xfrm>
            <a:off x="192417" y="3750633"/>
            <a:ext cx="294071" cy="1072568"/>
            <a:chOff x="7734564" y="2197313"/>
            <a:chExt cx="294100" cy="1072675"/>
          </a:xfrm>
        </p:grpSpPr>
        <p:sp>
          <p:nvSpPr>
            <p:cNvPr id="578" name="Google Shape;578;p19"/>
            <p:cNvSpPr/>
            <p:nvPr/>
          </p:nvSpPr>
          <p:spPr>
            <a:xfrm>
              <a:off x="7747964" y="2428713"/>
              <a:ext cx="161050" cy="637000"/>
            </a:xfrm>
            <a:custGeom>
              <a:rect b="b" l="l" r="r" t="t"/>
              <a:pathLst>
                <a:path extrusionOk="0" h="25480" w="6442">
                  <a:moveTo>
                    <a:pt x="1988" y="1"/>
                  </a:moveTo>
                  <a:lnTo>
                    <a:pt x="0" y="370"/>
                  </a:lnTo>
                  <a:lnTo>
                    <a:pt x="4465" y="25480"/>
                  </a:lnTo>
                  <a:lnTo>
                    <a:pt x="6441" y="25111"/>
                  </a:lnTo>
                  <a:lnTo>
                    <a:pt x="19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9"/>
            <p:cNvSpPr/>
            <p:nvPr/>
          </p:nvSpPr>
          <p:spPr>
            <a:xfrm>
              <a:off x="7809564" y="2415013"/>
              <a:ext cx="173550" cy="639100"/>
            </a:xfrm>
            <a:custGeom>
              <a:rect b="b" l="l" r="r" t="t"/>
              <a:pathLst>
                <a:path extrusionOk="0" h="25564" w="6942">
                  <a:moveTo>
                    <a:pt x="2477" y="1"/>
                  </a:moveTo>
                  <a:lnTo>
                    <a:pt x="1" y="465"/>
                  </a:lnTo>
                  <a:lnTo>
                    <a:pt x="4465" y="25564"/>
                  </a:lnTo>
                  <a:lnTo>
                    <a:pt x="4477" y="25564"/>
                  </a:lnTo>
                  <a:lnTo>
                    <a:pt x="6942" y="25111"/>
                  </a:lnTo>
                  <a:lnTo>
                    <a:pt x="247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9"/>
            <p:cNvSpPr/>
            <p:nvPr/>
          </p:nvSpPr>
          <p:spPr>
            <a:xfrm>
              <a:off x="7734564" y="2197313"/>
              <a:ext cx="294100" cy="1072675"/>
            </a:xfrm>
            <a:custGeom>
              <a:rect b="b" l="l" r="r" t="t"/>
              <a:pathLst>
                <a:path extrusionOk="0" h="42907" w="11764">
                  <a:moveTo>
                    <a:pt x="1584" y="1125"/>
                  </a:moveTo>
                  <a:lnTo>
                    <a:pt x="2739" y="3339"/>
                  </a:lnTo>
                  <a:cubicBezTo>
                    <a:pt x="2500" y="3527"/>
                    <a:pt x="2240" y="3619"/>
                    <a:pt x="1970" y="3619"/>
                  </a:cubicBezTo>
                  <a:cubicBezTo>
                    <a:pt x="1743" y="3619"/>
                    <a:pt x="1508" y="3553"/>
                    <a:pt x="1274" y="3423"/>
                  </a:cubicBezTo>
                  <a:lnTo>
                    <a:pt x="1584" y="1125"/>
                  </a:lnTo>
                  <a:close/>
                  <a:moveTo>
                    <a:pt x="3024" y="3875"/>
                  </a:moveTo>
                  <a:lnTo>
                    <a:pt x="5251" y="8114"/>
                  </a:lnTo>
                  <a:lnTo>
                    <a:pt x="2655" y="8602"/>
                  </a:lnTo>
                  <a:lnTo>
                    <a:pt x="548" y="8995"/>
                  </a:lnTo>
                  <a:lnTo>
                    <a:pt x="1203" y="4030"/>
                  </a:lnTo>
                  <a:cubicBezTo>
                    <a:pt x="1468" y="4167"/>
                    <a:pt x="1739" y="4235"/>
                    <a:pt x="2005" y="4235"/>
                  </a:cubicBezTo>
                  <a:cubicBezTo>
                    <a:pt x="2362" y="4235"/>
                    <a:pt x="2711" y="4114"/>
                    <a:pt x="3024" y="3875"/>
                  </a:cubicBezTo>
                  <a:close/>
                  <a:moveTo>
                    <a:pt x="5477" y="8709"/>
                  </a:moveTo>
                  <a:lnTo>
                    <a:pt x="9942" y="33819"/>
                  </a:lnTo>
                  <a:lnTo>
                    <a:pt x="7477" y="34272"/>
                  </a:lnTo>
                  <a:lnTo>
                    <a:pt x="7465" y="34272"/>
                  </a:lnTo>
                  <a:lnTo>
                    <a:pt x="3001" y="9173"/>
                  </a:lnTo>
                  <a:lnTo>
                    <a:pt x="5477" y="8709"/>
                  </a:lnTo>
                  <a:close/>
                  <a:moveTo>
                    <a:pt x="2524" y="9257"/>
                  </a:moveTo>
                  <a:lnTo>
                    <a:pt x="6977" y="34367"/>
                  </a:lnTo>
                  <a:lnTo>
                    <a:pt x="5001" y="34736"/>
                  </a:lnTo>
                  <a:lnTo>
                    <a:pt x="536" y="9626"/>
                  </a:lnTo>
                  <a:lnTo>
                    <a:pt x="2524" y="9257"/>
                  </a:lnTo>
                  <a:close/>
                  <a:moveTo>
                    <a:pt x="10049" y="34426"/>
                  </a:moveTo>
                  <a:lnTo>
                    <a:pt x="10204" y="35272"/>
                  </a:lnTo>
                  <a:lnTo>
                    <a:pt x="5263" y="36189"/>
                  </a:lnTo>
                  <a:lnTo>
                    <a:pt x="5108" y="35343"/>
                  </a:lnTo>
                  <a:lnTo>
                    <a:pt x="7585" y="34891"/>
                  </a:lnTo>
                  <a:lnTo>
                    <a:pt x="10049" y="34426"/>
                  </a:lnTo>
                  <a:close/>
                  <a:moveTo>
                    <a:pt x="10597" y="37486"/>
                  </a:moveTo>
                  <a:lnTo>
                    <a:pt x="11109" y="40332"/>
                  </a:lnTo>
                  <a:cubicBezTo>
                    <a:pt x="11216" y="40999"/>
                    <a:pt x="10894" y="41606"/>
                    <a:pt x="10394" y="41701"/>
                  </a:cubicBezTo>
                  <a:lnTo>
                    <a:pt x="7299" y="42273"/>
                  </a:lnTo>
                  <a:cubicBezTo>
                    <a:pt x="7253" y="42281"/>
                    <a:pt x="7206" y="42286"/>
                    <a:pt x="7160" y="42286"/>
                  </a:cubicBezTo>
                  <a:cubicBezTo>
                    <a:pt x="6958" y="42286"/>
                    <a:pt x="6759" y="42202"/>
                    <a:pt x="6584" y="42046"/>
                  </a:cubicBezTo>
                  <a:cubicBezTo>
                    <a:pt x="6370" y="41856"/>
                    <a:pt x="6215" y="41570"/>
                    <a:pt x="6168" y="41249"/>
                  </a:cubicBezTo>
                  <a:lnTo>
                    <a:pt x="5656" y="38391"/>
                  </a:lnTo>
                  <a:lnTo>
                    <a:pt x="10597" y="37486"/>
                  </a:lnTo>
                  <a:close/>
                  <a:moveTo>
                    <a:pt x="1424" y="0"/>
                  </a:moveTo>
                  <a:cubicBezTo>
                    <a:pt x="1410" y="0"/>
                    <a:pt x="1395" y="2"/>
                    <a:pt x="1381" y="6"/>
                  </a:cubicBezTo>
                  <a:cubicBezTo>
                    <a:pt x="1286" y="17"/>
                    <a:pt x="1203" y="113"/>
                    <a:pt x="1191" y="232"/>
                  </a:cubicBezTo>
                  <a:lnTo>
                    <a:pt x="0" y="9280"/>
                  </a:lnTo>
                  <a:lnTo>
                    <a:pt x="0" y="9292"/>
                  </a:lnTo>
                  <a:cubicBezTo>
                    <a:pt x="0" y="9316"/>
                    <a:pt x="0" y="9328"/>
                    <a:pt x="0" y="9352"/>
                  </a:cubicBezTo>
                  <a:cubicBezTo>
                    <a:pt x="0" y="9364"/>
                    <a:pt x="0" y="9376"/>
                    <a:pt x="0" y="9376"/>
                  </a:cubicBezTo>
                  <a:cubicBezTo>
                    <a:pt x="0" y="9388"/>
                    <a:pt x="0" y="9400"/>
                    <a:pt x="0" y="9411"/>
                  </a:cubicBezTo>
                  <a:lnTo>
                    <a:pt x="4584" y="35129"/>
                  </a:lnTo>
                  <a:lnTo>
                    <a:pt x="4834" y="36581"/>
                  </a:lnTo>
                  <a:cubicBezTo>
                    <a:pt x="4846" y="36605"/>
                    <a:pt x="4846" y="36629"/>
                    <a:pt x="4858" y="36653"/>
                  </a:cubicBezTo>
                  <a:cubicBezTo>
                    <a:pt x="4858" y="36677"/>
                    <a:pt x="4858" y="36701"/>
                    <a:pt x="4858" y="36724"/>
                  </a:cubicBezTo>
                  <a:lnTo>
                    <a:pt x="5120" y="38177"/>
                  </a:lnTo>
                  <a:lnTo>
                    <a:pt x="5680" y="41344"/>
                  </a:lnTo>
                  <a:cubicBezTo>
                    <a:pt x="5775" y="41820"/>
                    <a:pt x="6001" y="42249"/>
                    <a:pt x="6322" y="42546"/>
                  </a:cubicBezTo>
                  <a:cubicBezTo>
                    <a:pt x="6590" y="42784"/>
                    <a:pt x="6907" y="42907"/>
                    <a:pt x="7219" y="42907"/>
                  </a:cubicBezTo>
                  <a:cubicBezTo>
                    <a:pt x="7282" y="42907"/>
                    <a:pt x="7344" y="42902"/>
                    <a:pt x="7406" y="42892"/>
                  </a:cubicBezTo>
                  <a:lnTo>
                    <a:pt x="10502" y="42320"/>
                  </a:lnTo>
                  <a:cubicBezTo>
                    <a:pt x="11275" y="42177"/>
                    <a:pt x="11764" y="41249"/>
                    <a:pt x="11585" y="40249"/>
                  </a:cubicBezTo>
                  <a:lnTo>
                    <a:pt x="11025" y="37093"/>
                  </a:lnTo>
                  <a:lnTo>
                    <a:pt x="10764" y="35629"/>
                  </a:lnTo>
                  <a:cubicBezTo>
                    <a:pt x="10764" y="35605"/>
                    <a:pt x="10752" y="35581"/>
                    <a:pt x="10740" y="35569"/>
                  </a:cubicBezTo>
                  <a:cubicBezTo>
                    <a:pt x="10740" y="35546"/>
                    <a:pt x="10740" y="35522"/>
                    <a:pt x="10740" y="35498"/>
                  </a:cubicBezTo>
                  <a:lnTo>
                    <a:pt x="10478" y="34034"/>
                  </a:lnTo>
                  <a:lnTo>
                    <a:pt x="5906" y="8316"/>
                  </a:lnTo>
                  <a:cubicBezTo>
                    <a:pt x="5906" y="8304"/>
                    <a:pt x="5906" y="8304"/>
                    <a:pt x="5894" y="8292"/>
                  </a:cubicBezTo>
                  <a:cubicBezTo>
                    <a:pt x="5894" y="8280"/>
                    <a:pt x="5894" y="8268"/>
                    <a:pt x="5894" y="8257"/>
                  </a:cubicBezTo>
                  <a:cubicBezTo>
                    <a:pt x="5882" y="8245"/>
                    <a:pt x="5882" y="8233"/>
                    <a:pt x="5870" y="8221"/>
                  </a:cubicBezTo>
                  <a:cubicBezTo>
                    <a:pt x="5870" y="8221"/>
                    <a:pt x="5870" y="8209"/>
                    <a:pt x="5870" y="8209"/>
                  </a:cubicBezTo>
                  <a:lnTo>
                    <a:pt x="1631" y="148"/>
                  </a:lnTo>
                  <a:cubicBezTo>
                    <a:pt x="1591" y="57"/>
                    <a:pt x="1507" y="0"/>
                    <a:pt x="1424" y="0"/>
                  </a:cubicBezTo>
                  <a:close/>
                </a:path>
              </a:pathLst>
            </a:custGeom>
            <a:solidFill>
              <a:schemeClr val="dk1"/>
            </a:solidFill>
            <a:ln cap="flat" cmpd="sng" w="150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9"/>
            <p:cNvSpPr/>
            <p:nvPr/>
          </p:nvSpPr>
          <p:spPr>
            <a:xfrm>
              <a:off x="7862264" y="3057963"/>
              <a:ext cx="127400" cy="44075"/>
            </a:xfrm>
            <a:custGeom>
              <a:rect b="b" l="l" r="r" t="t"/>
              <a:pathLst>
                <a:path extrusionOk="0" h="1763" w="5096">
                  <a:moveTo>
                    <a:pt x="4953" y="0"/>
                  </a:moveTo>
                  <a:lnTo>
                    <a:pt x="2477" y="465"/>
                  </a:lnTo>
                  <a:lnTo>
                    <a:pt x="0" y="917"/>
                  </a:lnTo>
                  <a:lnTo>
                    <a:pt x="155" y="1763"/>
                  </a:lnTo>
                  <a:lnTo>
                    <a:pt x="5096" y="846"/>
                  </a:lnTo>
                  <a:lnTo>
                    <a:pt x="4953" y="0"/>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9"/>
            <p:cNvSpPr/>
            <p:nvPr/>
          </p:nvSpPr>
          <p:spPr>
            <a:xfrm>
              <a:off x="7766414" y="2225413"/>
              <a:ext cx="36625" cy="62400"/>
            </a:xfrm>
            <a:custGeom>
              <a:rect b="b" l="l" r="r" t="t"/>
              <a:pathLst>
                <a:path extrusionOk="0" h="2496" w="1465">
                  <a:moveTo>
                    <a:pt x="310" y="1"/>
                  </a:moveTo>
                  <a:lnTo>
                    <a:pt x="0" y="2299"/>
                  </a:lnTo>
                  <a:cubicBezTo>
                    <a:pt x="234" y="2429"/>
                    <a:pt x="469" y="2495"/>
                    <a:pt x="696" y="2495"/>
                  </a:cubicBezTo>
                  <a:cubicBezTo>
                    <a:pt x="966" y="2495"/>
                    <a:pt x="1226" y="2403"/>
                    <a:pt x="1465" y="2215"/>
                  </a:cubicBezTo>
                  <a:lnTo>
                    <a:pt x="31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9"/>
            <p:cNvSpPr/>
            <p:nvPr/>
          </p:nvSpPr>
          <p:spPr>
            <a:xfrm>
              <a:off x="7748239" y="2294188"/>
              <a:ext cx="117600" cy="128000"/>
            </a:xfrm>
            <a:custGeom>
              <a:rect b="b" l="l" r="r" t="t"/>
              <a:pathLst>
                <a:path extrusionOk="0" h="5120" w="4704">
                  <a:moveTo>
                    <a:pt x="2477" y="0"/>
                  </a:moveTo>
                  <a:cubicBezTo>
                    <a:pt x="2164" y="239"/>
                    <a:pt x="1815" y="360"/>
                    <a:pt x="1458" y="360"/>
                  </a:cubicBezTo>
                  <a:cubicBezTo>
                    <a:pt x="1192" y="360"/>
                    <a:pt x="921" y="292"/>
                    <a:pt x="656" y="155"/>
                  </a:cubicBezTo>
                  <a:lnTo>
                    <a:pt x="1" y="5120"/>
                  </a:lnTo>
                  <a:lnTo>
                    <a:pt x="2096" y="4727"/>
                  </a:lnTo>
                  <a:lnTo>
                    <a:pt x="4704" y="4239"/>
                  </a:lnTo>
                  <a:lnTo>
                    <a:pt x="24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9"/>
            <p:cNvSpPr/>
            <p:nvPr/>
          </p:nvSpPr>
          <p:spPr>
            <a:xfrm>
              <a:off x="7869389" y="3097838"/>
              <a:ext cx="127425" cy="44075"/>
            </a:xfrm>
            <a:custGeom>
              <a:rect b="b" l="l" r="r" t="t"/>
              <a:pathLst>
                <a:path extrusionOk="0" h="1763" w="5097">
                  <a:moveTo>
                    <a:pt x="4942" y="1"/>
                  </a:moveTo>
                  <a:lnTo>
                    <a:pt x="1" y="918"/>
                  </a:lnTo>
                  <a:lnTo>
                    <a:pt x="156" y="1763"/>
                  </a:lnTo>
                  <a:lnTo>
                    <a:pt x="5097" y="846"/>
                  </a:lnTo>
                  <a:lnTo>
                    <a:pt x="4942" y="1"/>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9"/>
            <p:cNvSpPr/>
            <p:nvPr/>
          </p:nvSpPr>
          <p:spPr>
            <a:xfrm>
              <a:off x="7875939" y="3134463"/>
              <a:ext cx="139025" cy="120000"/>
            </a:xfrm>
            <a:custGeom>
              <a:rect b="b" l="l" r="r" t="t"/>
              <a:pathLst>
                <a:path extrusionOk="0" h="4800" w="5561">
                  <a:moveTo>
                    <a:pt x="4942" y="0"/>
                  </a:moveTo>
                  <a:lnTo>
                    <a:pt x="2025" y="536"/>
                  </a:lnTo>
                  <a:lnTo>
                    <a:pt x="1" y="917"/>
                  </a:lnTo>
                  <a:lnTo>
                    <a:pt x="513" y="3763"/>
                  </a:lnTo>
                  <a:cubicBezTo>
                    <a:pt x="560" y="4084"/>
                    <a:pt x="715" y="4370"/>
                    <a:pt x="929" y="4560"/>
                  </a:cubicBezTo>
                  <a:cubicBezTo>
                    <a:pt x="1104" y="4716"/>
                    <a:pt x="1303" y="4800"/>
                    <a:pt x="1505" y="4800"/>
                  </a:cubicBezTo>
                  <a:cubicBezTo>
                    <a:pt x="1551" y="4800"/>
                    <a:pt x="1598" y="4795"/>
                    <a:pt x="1644" y="4787"/>
                  </a:cubicBezTo>
                  <a:lnTo>
                    <a:pt x="3061" y="4525"/>
                  </a:lnTo>
                  <a:lnTo>
                    <a:pt x="4739" y="4215"/>
                  </a:lnTo>
                  <a:cubicBezTo>
                    <a:pt x="5239" y="4120"/>
                    <a:pt x="5561" y="3513"/>
                    <a:pt x="5454" y="2858"/>
                  </a:cubicBezTo>
                  <a:lnTo>
                    <a:pt x="4942" y="0"/>
                  </a:lnTo>
                  <a:close/>
                </a:path>
              </a:pathLst>
            </a:custGeom>
            <a:solidFill>
              <a:srgbClr val="F090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 name="Google Shape;586;p19"/>
          <p:cNvGrpSpPr/>
          <p:nvPr/>
        </p:nvGrpSpPr>
        <p:grpSpPr>
          <a:xfrm rot="437436">
            <a:off x="576517" y="3936065"/>
            <a:ext cx="299470" cy="1193257"/>
            <a:chOff x="6962725" y="2137025"/>
            <a:chExt cx="299475" cy="1193275"/>
          </a:xfrm>
        </p:grpSpPr>
        <p:sp>
          <p:nvSpPr>
            <p:cNvPr id="587" name="Google Shape;587;p19"/>
            <p:cNvSpPr/>
            <p:nvPr/>
          </p:nvSpPr>
          <p:spPr>
            <a:xfrm>
              <a:off x="6962725" y="2137025"/>
              <a:ext cx="299475" cy="1193275"/>
            </a:xfrm>
            <a:custGeom>
              <a:rect b="b" l="l" r="r" t="t"/>
              <a:pathLst>
                <a:path extrusionOk="0" h="47731" w="11979">
                  <a:moveTo>
                    <a:pt x="8669" y="1275"/>
                  </a:moveTo>
                  <a:cubicBezTo>
                    <a:pt x="9657" y="3775"/>
                    <a:pt x="11098" y="8823"/>
                    <a:pt x="8597" y="12574"/>
                  </a:cubicBezTo>
                  <a:cubicBezTo>
                    <a:pt x="8047" y="12189"/>
                    <a:pt x="7396" y="11991"/>
                    <a:pt x="6760" y="11991"/>
                  </a:cubicBezTo>
                  <a:cubicBezTo>
                    <a:pt x="6392" y="11991"/>
                    <a:pt x="6028" y="12058"/>
                    <a:pt x="5692" y="12193"/>
                  </a:cubicBezTo>
                  <a:cubicBezTo>
                    <a:pt x="4882" y="11479"/>
                    <a:pt x="4430" y="9931"/>
                    <a:pt x="4490" y="8812"/>
                  </a:cubicBezTo>
                  <a:cubicBezTo>
                    <a:pt x="4549" y="7490"/>
                    <a:pt x="5335" y="6299"/>
                    <a:pt x="6025" y="5252"/>
                  </a:cubicBezTo>
                  <a:lnTo>
                    <a:pt x="8669" y="1275"/>
                  </a:lnTo>
                  <a:close/>
                  <a:moveTo>
                    <a:pt x="6754" y="12580"/>
                  </a:moveTo>
                  <a:cubicBezTo>
                    <a:pt x="7323" y="12580"/>
                    <a:pt x="7912" y="12778"/>
                    <a:pt x="8395" y="13157"/>
                  </a:cubicBezTo>
                  <a:cubicBezTo>
                    <a:pt x="8704" y="13431"/>
                    <a:pt x="8847" y="13741"/>
                    <a:pt x="8823" y="14098"/>
                  </a:cubicBezTo>
                  <a:cubicBezTo>
                    <a:pt x="8800" y="14574"/>
                    <a:pt x="8478" y="15062"/>
                    <a:pt x="8181" y="15300"/>
                  </a:cubicBezTo>
                  <a:cubicBezTo>
                    <a:pt x="7637" y="14734"/>
                    <a:pt x="6925" y="14347"/>
                    <a:pt x="6110" y="14347"/>
                  </a:cubicBezTo>
                  <a:cubicBezTo>
                    <a:pt x="6086" y="14347"/>
                    <a:pt x="6062" y="14347"/>
                    <a:pt x="6037" y="14348"/>
                  </a:cubicBezTo>
                  <a:cubicBezTo>
                    <a:pt x="5597" y="14372"/>
                    <a:pt x="5168" y="14503"/>
                    <a:pt x="4763" y="14741"/>
                  </a:cubicBezTo>
                  <a:cubicBezTo>
                    <a:pt x="4632" y="14015"/>
                    <a:pt x="5049" y="13169"/>
                    <a:pt x="5775" y="12800"/>
                  </a:cubicBezTo>
                  <a:cubicBezTo>
                    <a:pt x="6075" y="12652"/>
                    <a:pt x="6411" y="12580"/>
                    <a:pt x="6754" y="12580"/>
                  </a:cubicBezTo>
                  <a:close/>
                  <a:moveTo>
                    <a:pt x="6117" y="14954"/>
                  </a:moveTo>
                  <a:cubicBezTo>
                    <a:pt x="7283" y="14954"/>
                    <a:pt x="8245" y="16043"/>
                    <a:pt x="8550" y="17086"/>
                  </a:cubicBezTo>
                  <a:cubicBezTo>
                    <a:pt x="8919" y="18301"/>
                    <a:pt x="8716" y="19658"/>
                    <a:pt x="8538" y="20849"/>
                  </a:cubicBezTo>
                  <a:lnTo>
                    <a:pt x="5216" y="43292"/>
                  </a:lnTo>
                  <a:cubicBezTo>
                    <a:pt x="5049" y="44459"/>
                    <a:pt x="3978" y="46780"/>
                    <a:pt x="2751" y="47090"/>
                  </a:cubicBezTo>
                  <a:cubicBezTo>
                    <a:pt x="2664" y="47112"/>
                    <a:pt x="2577" y="47123"/>
                    <a:pt x="2491" y="47123"/>
                  </a:cubicBezTo>
                  <a:cubicBezTo>
                    <a:pt x="2057" y="47123"/>
                    <a:pt x="1632" y="46848"/>
                    <a:pt x="1215" y="46292"/>
                  </a:cubicBezTo>
                  <a:cubicBezTo>
                    <a:pt x="572" y="45447"/>
                    <a:pt x="1680" y="34898"/>
                    <a:pt x="2406" y="27921"/>
                  </a:cubicBezTo>
                  <a:cubicBezTo>
                    <a:pt x="2739" y="24742"/>
                    <a:pt x="3049" y="21742"/>
                    <a:pt x="3204" y="19730"/>
                  </a:cubicBezTo>
                  <a:cubicBezTo>
                    <a:pt x="3228" y="19432"/>
                    <a:pt x="3251" y="19134"/>
                    <a:pt x="3287" y="18837"/>
                  </a:cubicBezTo>
                  <a:cubicBezTo>
                    <a:pt x="3370" y="18075"/>
                    <a:pt x="3501" y="17324"/>
                    <a:pt x="3823" y="16646"/>
                  </a:cubicBezTo>
                  <a:cubicBezTo>
                    <a:pt x="4299" y="15658"/>
                    <a:pt x="5168" y="14991"/>
                    <a:pt x="6061" y="14955"/>
                  </a:cubicBezTo>
                  <a:cubicBezTo>
                    <a:pt x="6080" y="14955"/>
                    <a:pt x="6099" y="14954"/>
                    <a:pt x="6117" y="14954"/>
                  </a:cubicBezTo>
                  <a:close/>
                  <a:moveTo>
                    <a:pt x="8800" y="1"/>
                  </a:moveTo>
                  <a:lnTo>
                    <a:pt x="5525" y="4918"/>
                  </a:lnTo>
                  <a:cubicBezTo>
                    <a:pt x="4823" y="5978"/>
                    <a:pt x="3942" y="7299"/>
                    <a:pt x="3882" y="8776"/>
                  </a:cubicBezTo>
                  <a:cubicBezTo>
                    <a:pt x="3823" y="9978"/>
                    <a:pt x="4251" y="11586"/>
                    <a:pt x="5133" y="12491"/>
                  </a:cubicBezTo>
                  <a:cubicBezTo>
                    <a:pt x="4323" y="13110"/>
                    <a:pt x="3942" y="14193"/>
                    <a:pt x="4228" y="15122"/>
                  </a:cubicBezTo>
                  <a:cubicBezTo>
                    <a:pt x="3847" y="15455"/>
                    <a:pt x="3513" y="15884"/>
                    <a:pt x="3275" y="16396"/>
                  </a:cubicBezTo>
                  <a:cubicBezTo>
                    <a:pt x="2787" y="17444"/>
                    <a:pt x="2692" y="18634"/>
                    <a:pt x="2608" y="19694"/>
                  </a:cubicBezTo>
                  <a:cubicBezTo>
                    <a:pt x="2525" y="20682"/>
                    <a:pt x="2418" y="21932"/>
                    <a:pt x="2275" y="23325"/>
                  </a:cubicBezTo>
                  <a:cubicBezTo>
                    <a:pt x="2132" y="24730"/>
                    <a:pt x="1965" y="26266"/>
                    <a:pt x="1799" y="27861"/>
                  </a:cubicBezTo>
                  <a:cubicBezTo>
                    <a:pt x="715" y="38256"/>
                    <a:pt x="1" y="45685"/>
                    <a:pt x="727" y="46649"/>
                  </a:cubicBezTo>
                  <a:cubicBezTo>
                    <a:pt x="1299" y="47400"/>
                    <a:pt x="1846" y="47673"/>
                    <a:pt x="2323" y="47721"/>
                  </a:cubicBezTo>
                  <a:cubicBezTo>
                    <a:pt x="2382" y="47728"/>
                    <a:pt x="2440" y="47731"/>
                    <a:pt x="2497" y="47731"/>
                  </a:cubicBezTo>
                  <a:cubicBezTo>
                    <a:pt x="2641" y="47731"/>
                    <a:pt x="2774" y="47711"/>
                    <a:pt x="2894" y="47685"/>
                  </a:cubicBezTo>
                  <a:cubicBezTo>
                    <a:pt x="4454" y="47281"/>
                    <a:pt x="5621" y="44673"/>
                    <a:pt x="5811" y="43387"/>
                  </a:cubicBezTo>
                  <a:lnTo>
                    <a:pt x="9133" y="20944"/>
                  </a:lnTo>
                  <a:cubicBezTo>
                    <a:pt x="9312" y="19682"/>
                    <a:pt x="9526" y="18253"/>
                    <a:pt x="9133" y="16920"/>
                  </a:cubicBezTo>
                  <a:cubicBezTo>
                    <a:pt x="9014" y="16515"/>
                    <a:pt x="8812" y="16122"/>
                    <a:pt x="8562" y="15765"/>
                  </a:cubicBezTo>
                  <a:cubicBezTo>
                    <a:pt x="8966" y="15431"/>
                    <a:pt x="9395" y="14812"/>
                    <a:pt x="9431" y="14134"/>
                  </a:cubicBezTo>
                  <a:cubicBezTo>
                    <a:pt x="9443" y="13717"/>
                    <a:pt x="9312" y="13324"/>
                    <a:pt x="9050" y="12991"/>
                  </a:cubicBezTo>
                  <a:cubicBezTo>
                    <a:pt x="11979" y="8704"/>
                    <a:pt x="10014" y="2870"/>
                    <a:pt x="9014" y="513"/>
                  </a:cubicBezTo>
                  <a:lnTo>
                    <a:pt x="880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9"/>
            <p:cNvSpPr/>
            <p:nvPr/>
          </p:nvSpPr>
          <p:spPr>
            <a:xfrm>
              <a:off x="6976725" y="2510900"/>
              <a:ext cx="208975" cy="804175"/>
            </a:xfrm>
            <a:custGeom>
              <a:rect b="b" l="l" r="r" t="t"/>
              <a:pathLst>
                <a:path extrusionOk="0" h="32167" w="8359">
                  <a:moveTo>
                    <a:pt x="5489" y="0"/>
                  </a:moveTo>
                  <a:cubicBezTo>
                    <a:pt x="4608" y="36"/>
                    <a:pt x="3739" y="703"/>
                    <a:pt x="3263" y="1703"/>
                  </a:cubicBezTo>
                  <a:cubicBezTo>
                    <a:pt x="2941" y="2381"/>
                    <a:pt x="2810" y="3131"/>
                    <a:pt x="2727" y="3882"/>
                  </a:cubicBezTo>
                  <a:cubicBezTo>
                    <a:pt x="2691" y="4191"/>
                    <a:pt x="2668" y="4489"/>
                    <a:pt x="2644" y="4786"/>
                  </a:cubicBezTo>
                  <a:cubicBezTo>
                    <a:pt x="2489" y="6787"/>
                    <a:pt x="2179" y="9787"/>
                    <a:pt x="1846" y="12966"/>
                  </a:cubicBezTo>
                  <a:cubicBezTo>
                    <a:pt x="1108" y="19943"/>
                    <a:pt x="1" y="30492"/>
                    <a:pt x="643" y="31337"/>
                  </a:cubicBezTo>
                  <a:cubicBezTo>
                    <a:pt x="870" y="31623"/>
                    <a:pt x="1084" y="31837"/>
                    <a:pt x="1310" y="31968"/>
                  </a:cubicBezTo>
                  <a:cubicBezTo>
                    <a:pt x="1513" y="32103"/>
                    <a:pt x="1721" y="32167"/>
                    <a:pt x="1931" y="32167"/>
                  </a:cubicBezTo>
                  <a:cubicBezTo>
                    <a:pt x="2018" y="32167"/>
                    <a:pt x="2104" y="32156"/>
                    <a:pt x="2191" y="32135"/>
                  </a:cubicBezTo>
                  <a:cubicBezTo>
                    <a:pt x="3418" y="31825"/>
                    <a:pt x="4489" y="29504"/>
                    <a:pt x="4656" y="28337"/>
                  </a:cubicBezTo>
                  <a:lnTo>
                    <a:pt x="7978" y="5894"/>
                  </a:lnTo>
                  <a:lnTo>
                    <a:pt x="7978" y="5906"/>
                  </a:lnTo>
                  <a:cubicBezTo>
                    <a:pt x="8156" y="4703"/>
                    <a:pt x="8359" y="3346"/>
                    <a:pt x="7990" y="2131"/>
                  </a:cubicBezTo>
                  <a:cubicBezTo>
                    <a:pt x="7716" y="1191"/>
                    <a:pt x="6906" y="214"/>
                    <a:pt x="5882" y="36"/>
                  </a:cubicBezTo>
                  <a:cubicBezTo>
                    <a:pt x="5763" y="12"/>
                    <a:pt x="5632" y="0"/>
                    <a:pt x="54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9"/>
            <p:cNvSpPr/>
            <p:nvPr/>
          </p:nvSpPr>
          <p:spPr>
            <a:xfrm>
              <a:off x="7078525" y="2451650"/>
              <a:ext cx="105400" cy="67600"/>
            </a:xfrm>
            <a:custGeom>
              <a:rect b="b" l="l" r="r" t="t"/>
              <a:pathLst>
                <a:path extrusionOk="0" h="2704" w="4216">
                  <a:moveTo>
                    <a:pt x="2155" y="1"/>
                  </a:moveTo>
                  <a:cubicBezTo>
                    <a:pt x="1798" y="1"/>
                    <a:pt x="1453" y="72"/>
                    <a:pt x="1143" y="215"/>
                  </a:cubicBezTo>
                  <a:cubicBezTo>
                    <a:pt x="417" y="584"/>
                    <a:pt x="0" y="1430"/>
                    <a:pt x="131" y="2156"/>
                  </a:cubicBezTo>
                  <a:cubicBezTo>
                    <a:pt x="524" y="1918"/>
                    <a:pt x="965" y="1787"/>
                    <a:pt x="1405" y="1763"/>
                  </a:cubicBezTo>
                  <a:cubicBezTo>
                    <a:pt x="1572" y="1763"/>
                    <a:pt x="1739" y="1775"/>
                    <a:pt x="1894" y="1799"/>
                  </a:cubicBezTo>
                  <a:cubicBezTo>
                    <a:pt x="2536" y="1906"/>
                    <a:pt x="3096" y="2251"/>
                    <a:pt x="3549" y="2703"/>
                  </a:cubicBezTo>
                  <a:cubicBezTo>
                    <a:pt x="3846" y="2465"/>
                    <a:pt x="4168" y="1989"/>
                    <a:pt x="4191" y="1513"/>
                  </a:cubicBezTo>
                  <a:cubicBezTo>
                    <a:pt x="4215" y="1156"/>
                    <a:pt x="4060" y="846"/>
                    <a:pt x="3763" y="572"/>
                  </a:cubicBezTo>
                  <a:cubicBezTo>
                    <a:pt x="3287" y="203"/>
                    <a:pt x="2715" y="1"/>
                    <a:pt x="2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9"/>
            <p:cNvSpPr/>
            <p:nvPr/>
          </p:nvSpPr>
          <p:spPr>
            <a:xfrm>
              <a:off x="7073475" y="2168875"/>
              <a:ext cx="166700" cy="282500"/>
            </a:xfrm>
            <a:custGeom>
              <a:rect b="b" l="l" r="r" t="t"/>
              <a:pathLst>
                <a:path extrusionOk="0" h="11300" w="6668">
                  <a:moveTo>
                    <a:pt x="4239" y="1"/>
                  </a:moveTo>
                  <a:lnTo>
                    <a:pt x="3905" y="501"/>
                  </a:lnTo>
                  <a:lnTo>
                    <a:pt x="1595" y="3978"/>
                  </a:lnTo>
                  <a:cubicBezTo>
                    <a:pt x="905" y="5025"/>
                    <a:pt x="119" y="6216"/>
                    <a:pt x="60" y="7526"/>
                  </a:cubicBezTo>
                  <a:cubicBezTo>
                    <a:pt x="0" y="8645"/>
                    <a:pt x="452" y="10205"/>
                    <a:pt x="1262" y="10919"/>
                  </a:cubicBezTo>
                  <a:cubicBezTo>
                    <a:pt x="1601" y="10777"/>
                    <a:pt x="1970" y="10715"/>
                    <a:pt x="2341" y="10715"/>
                  </a:cubicBezTo>
                  <a:cubicBezTo>
                    <a:pt x="2374" y="10715"/>
                    <a:pt x="2408" y="10715"/>
                    <a:pt x="2441" y="10716"/>
                  </a:cubicBezTo>
                  <a:cubicBezTo>
                    <a:pt x="3036" y="10740"/>
                    <a:pt x="3643" y="10943"/>
                    <a:pt x="4167" y="11300"/>
                  </a:cubicBezTo>
                  <a:cubicBezTo>
                    <a:pt x="6668" y="7549"/>
                    <a:pt x="5227" y="2501"/>
                    <a:pt x="4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2">
    <p:spTree>
      <p:nvGrpSpPr>
        <p:cNvPr id="592" name="Shape 592"/>
        <p:cNvGrpSpPr/>
        <p:nvPr/>
      </p:nvGrpSpPr>
      <p:grpSpPr>
        <a:xfrm>
          <a:off x="0" y="0"/>
          <a:ext cx="0" cy="0"/>
          <a:chOff x="0" y="0"/>
          <a:chExt cx="0" cy="0"/>
        </a:xfrm>
      </p:grpSpPr>
      <p:sp>
        <p:nvSpPr>
          <p:cNvPr id="593" name="Google Shape;593;p20"/>
          <p:cNvSpPr/>
          <p:nvPr/>
        </p:nvSpPr>
        <p:spPr>
          <a:xfrm flipH="1" rot="10800000">
            <a:off x="-8" y="-7"/>
            <a:ext cx="5153165" cy="696899"/>
          </a:xfrm>
          <a:custGeom>
            <a:rect b="b" l="l" r="r" t="t"/>
            <a:pathLst>
              <a:path extrusionOk="0" h="24595" w="95376">
                <a:moveTo>
                  <a:pt x="1" y="0"/>
                </a:moveTo>
                <a:lnTo>
                  <a:pt x="1" y="24595"/>
                </a:lnTo>
                <a:lnTo>
                  <a:pt x="95375" y="245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0"/>
          <p:cNvSpPr/>
          <p:nvPr/>
        </p:nvSpPr>
        <p:spPr>
          <a:xfrm flipH="1">
            <a:off x="-11" y="4276699"/>
            <a:ext cx="9143936" cy="868572"/>
          </a:xfrm>
          <a:custGeom>
            <a:rect b="b" l="l" r="r" t="t"/>
            <a:pathLst>
              <a:path extrusionOk="0" h="24595" w="95376">
                <a:moveTo>
                  <a:pt x="1" y="0"/>
                </a:moveTo>
                <a:lnTo>
                  <a:pt x="1" y="24595"/>
                </a:lnTo>
                <a:lnTo>
                  <a:pt x="95375" y="24595"/>
                </a:lnTo>
                <a:lnTo>
                  <a:pt x="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0"/>
          <p:cNvSpPr/>
          <p:nvPr/>
        </p:nvSpPr>
        <p:spPr>
          <a:xfrm flipH="1">
            <a:off x="2" y="4915383"/>
            <a:ext cx="3653636" cy="228641"/>
          </a:xfrm>
          <a:custGeom>
            <a:rect b="b" l="l" r="r" t="t"/>
            <a:pathLst>
              <a:path extrusionOk="0" h="13028" w="76364">
                <a:moveTo>
                  <a:pt x="25854" y="0"/>
                </a:moveTo>
                <a:cubicBezTo>
                  <a:pt x="25344" y="0"/>
                  <a:pt x="0" y="13027"/>
                  <a:pt x="0" y="13027"/>
                </a:cubicBezTo>
                <a:lnTo>
                  <a:pt x="76363" y="13027"/>
                </a:lnTo>
                <a:lnTo>
                  <a:pt x="25859" y="1"/>
                </a:lnTo>
                <a:cubicBezTo>
                  <a:pt x="25858" y="0"/>
                  <a:pt x="25856" y="0"/>
                  <a:pt x="258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0"/>
          <p:cNvSpPr/>
          <p:nvPr/>
        </p:nvSpPr>
        <p:spPr>
          <a:xfrm>
            <a:off x="102756" y="-115699"/>
            <a:ext cx="2841050" cy="641300"/>
          </a:xfrm>
          <a:custGeom>
            <a:rect b="b" l="l" r="r" t="t"/>
            <a:pathLst>
              <a:path extrusionOk="0" h="25652" w="113642">
                <a:moveTo>
                  <a:pt x="1361" y="981"/>
                </a:moveTo>
                <a:cubicBezTo>
                  <a:pt x="-1859" y="8060"/>
                  <a:pt x="918" y="19907"/>
                  <a:pt x="7874" y="23385"/>
                </a:cubicBezTo>
                <a:cubicBezTo>
                  <a:pt x="17220" y="28058"/>
                  <a:pt x="37149" y="25455"/>
                  <a:pt x="38093" y="15049"/>
                </a:cubicBezTo>
                <a:cubicBezTo>
                  <a:pt x="38462" y="10983"/>
                  <a:pt x="37146" y="4647"/>
                  <a:pt x="33143" y="3846"/>
                </a:cubicBezTo>
                <a:cubicBezTo>
                  <a:pt x="29930" y="3203"/>
                  <a:pt x="27008" y="9039"/>
                  <a:pt x="27933" y="12183"/>
                </a:cubicBezTo>
                <a:cubicBezTo>
                  <a:pt x="32421" y="27436"/>
                  <a:pt x="65842" y="26294"/>
                  <a:pt x="75607" y="13746"/>
                </a:cubicBezTo>
                <a:cubicBezTo>
                  <a:pt x="78388" y="10172"/>
                  <a:pt x="78805" y="1790"/>
                  <a:pt x="74565" y="199"/>
                </a:cubicBezTo>
                <a:cubicBezTo>
                  <a:pt x="70323" y="-1393"/>
                  <a:pt x="68290" y="10501"/>
                  <a:pt x="71699" y="13485"/>
                </a:cubicBezTo>
                <a:cubicBezTo>
                  <a:pt x="82696" y="23110"/>
                  <a:pt x="107883" y="14152"/>
                  <a:pt x="113642" y="720"/>
                </a:cubicBezTo>
              </a:path>
            </a:pathLst>
          </a:custGeom>
          <a:noFill/>
          <a:ln cap="flat" cmpd="sng" w="19050">
            <a:solidFill>
              <a:schemeClr val="dk2"/>
            </a:solidFill>
            <a:prstDash val="solid"/>
            <a:round/>
            <a:headEnd len="med" w="med" type="none"/>
            <a:tailEnd len="med" w="med" type="none"/>
          </a:ln>
        </p:spPr>
      </p:sp>
      <p:sp>
        <p:nvSpPr>
          <p:cNvPr id="597" name="Google Shape;597;p20"/>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98" name="Google Shape;598;p20"/>
          <p:cNvSpPr txBox="1"/>
          <p:nvPr>
            <p:ph idx="1" type="subTitle"/>
          </p:nvPr>
        </p:nvSpPr>
        <p:spPr>
          <a:xfrm>
            <a:off x="3654563" y="3029825"/>
            <a:ext cx="18321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599" name="Google Shape;599;p20"/>
          <p:cNvSpPr txBox="1"/>
          <p:nvPr>
            <p:ph idx="2" type="subTitle"/>
          </p:nvPr>
        </p:nvSpPr>
        <p:spPr>
          <a:xfrm>
            <a:off x="3654500" y="3422150"/>
            <a:ext cx="18321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00" name="Google Shape;600;p20"/>
          <p:cNvSpPr txBox="1"/>
          <p:nvPr>
            <p:ph idx="3" type="subTitle"/>
          </p:nvPr>
        </p:nvSpPr>
        <p:spPr>
          <a:xfrm>
            <a:off x="686900" y="3029825"/>
            <a:ext cx="18336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01" name="Google Shape;601;p20"/>
          <p:cNvSpPr txBox="1"/>
          <p:nvPr>
            <p:ph idx="4" type="subTitle"/>
          </p:nvPr>
        </p:nvSpPr>
        <p:spPr>
          <a:xfrm>
            <a:off x="686900" y="3422150"/>
            <a:ext cx="18336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02" name="Google Shape;602;p20"/>
          <p:cNvSpPr txBox="1"/>
          <p:nvPr>
            <p:ph idx="5" type="subTitle"/>
          </p:nvPr>
        </p:nvSpPr>
        <p:spPr>
          <a:xfrm>
            <a:off x="2170731" y="1757525"/>
            <a:ext cx="18336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03" name="Google Shape;603;p20"/>
          <p:cNvSpPr txBox="1"/>
          <p:nvPr>
            <p:ph idx="6" type="subTitle"/>
          </p:nvPr>
        </p:nvSpPr>
        <p:spPr>
          <a:xfrm>
            <a:off x="2170338" y="2149850"/>
            <a:ext cx="18336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04" name="Google Shape;604;p20"/>
          <p:cNvSpPr txBox="1"/>
          <p:nvPr>
            <p:ph idx="7" type="subTitle"/>
          </p:nvPr>
        </p:nvSpPr>
        <p:spPr>
          <a:xfrm>
            <a:off x="6620725" y="3029825"/>
            <a:ext cx="18336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05" name="Google Shape;605;p20"/>
          <p:cNvSpPr txBox="1"/>
          <p:nvPr>
            <p:ph idx="8" type="subTitle"/>
          </p:nvPr>
        </p:nvSpPr>
        <p:spPr>
          <a:xfrm>
            <a:off x="6620725" y="3422150"/>
            <a:ext cx="18336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06" name="Google Shape;606;p20"/>
          <p:cNvSpPr txBox="1"/>
          <p:nvPr>
            <p:ph idx="9" type="subTitle"/>
          </p:nvPr>
        </p:nvSpPr>
        <p:spPr>
          <a:xfrm>
            <a:off x="5136894" y="1757525"/>
            <a:ext cx="18336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07" name="Google Shape;607;p20"/>
          <p:cNvSpPr txBox="1"/>
          <p:nvPr>
            <p:ph idx="13" type="subTitle"/>
          </p:nvPr>
        </p:nvSpPr>
        <p:spPr>
          <a:xfrm>
            <a:off x="5137263" y="2149850"/>
            <a:ext cx="18336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4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08" name="Google Shape;608;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6">
    <p:spTree>
      <p:nvGrpSpPr>
        <p:cNvPr id="609" name="Shape 609"/>
        <p:cNvGrpSpPr/>
        <p:nvPr/>
      </p:nvGrpSpPr>
      <p:grpSpPr>
        <a:xfrm>
          <a:off x="0" y="0"/>
          <a:ext cx="0" cy="0"/>
          <a:chOff x="0" y="0"/>
          <a:chExt cx="0" cy="0"/>
        </a:xfrm>
      </p:grpSpPr>
      <p:sp>
        <p:nvSpPr>
          <p:cNvPr id="610" name="Google Shape;610;p21"/>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11" name="Google Shape;611;p21"/>
          <p:cNvSpPr txBox="1"/>
          <p:nvPr>
            <p:ph idx="1" type="subTitle"/>
          </p:nvPr>
        </p:nvSpPr>
        <p:spPr>
          <a:xfrm>
            <a:off x="3518213" y="1870512"/>
            <a:ext cx="21123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12" name="Google Shape;612;p21"/>
          <p:cNvSpPr txBox="1"/>
          <p:nvPr>
            <p:ph idx="2" type="subTitle"/>
          </p:nvPr>
        </p:nvSpPr>
        <p:spPr>
          <a:xfrm>
            <a:off x="3517650" y="2107016"/>
            <a:ext cx="21099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13" name="Google Shape;613;p21"/>
          <p:cNvSpPr txBox="1"/>
          <p:nvPr>
            <p:ph idx="3" type="subTitle"/>
          </p:nvPr>
        </p:nvSpPr>
        <p:spPr>
          <a:xfrm>
            <a:off x="3519388" y="3534462"/>
            <a:ext cx="21099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14" name="Google Shape;614;p21"/>
          <p:cNvSpPr txBox="1"/>
          <p:nvPr>
            <p:ph idx="4" type="subTitle"/>
          </p:nvPr>
        </p:nvSpPr>
        <p:spPr>
          <a:xfrm>
            <a:off x="3518225" y="3766266"/>
            <a:ext cx="21099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15" name="Google Shape;615;p21"/>
          <p:cNvSpPr txBox="1"/>
          <p:nvPr>
            <p:ph idx="5" type="subTitle"/>
          </p:nvPr>
        </p:nvSpPr>
        <p:spPr>
          <a:xfrm>
            <a:off x="908800" y="1870512"/>
            <a:ext cx="21123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16" name="Google Shape;616;p21"/>
          <p:cNvSpPr txBox="1"/>
          <p:nvPr>
            <p:ph idx="6" type="subTitle"/>
          </p:nvPr>
        </p:nvSpPr>
        <p:spPr>
          <a:xfrm>
            <a:off x="908800" y="2107016"/>
            <a:ext cx="21099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17" name="Google Shape;617;p21"/>
          <p:cNvSpPr txBox="1"/>
          <p:nvPr>
            <p:ph idx="7" type="subTitle"/>
          </p:nvPr>
        </p:nvSpPr>
        <p:spPr>
          <a:xfrm>
            <a:off x="911163" y="3534462"/>
            <a:ext cx="21099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18" name="Google Shape;618;p21"/>
          <p:cNvSpPr txBox="1"/>
          <p:nvPr>
            <p:ph idx="8" type="subTitle"/>
          </p:nvPr>
        </p:nvSpPr>
        <p:spPr>
          <a:xfrm>
            <a:off x="910000" y="3766266"/>
            <a:ext cx="21099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19" name="Google Shape;619;p21"/>
          <p:cNvSpPr txBox="1"/>
          <p:nvPr>
            <p:ph idx="9" type="subTitle"/>
          </p:nvPr>
        </p:nvSpPr>
        <p:spPr>
          <a:xfrm>
            <a:off x="6127652" y="1870512"/>
            <a:ext cx="21099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20" name="Google Shape;620;p21"/>
          <p:cNvSpPr txBox="1"/>
          <p:nvPr>
            <p:ph idx="13" type="subTitle"/>
          </p:nvPr>
        </p:nvSpPr>
        <p:spPr>
          <a:xfrm>
            <a:off x="6126452" y="2107016"/>
            <a:ext cx="21099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21" name="Google Shape;621;p21"/>
          <p:cNvSpPr txBox="1"/>
          <p:nvPr>
            <p:ph idx="14" type="subTitle"/>
          </p:nvPr>
        </p:nvSpPr>
        <p:spPr>
          <a:xfrm>
            <a:off x="6127652" y="3534462"/>
            <a:ext cx="2109900" cy="392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1800"/>
              <a:buFont typeface="League Spartan ExtraBold"/>
              <a:buNone/>
              <a:defRPr sz="2400">
                <a:latin typeface="Bangers"/>
                <a:ea typeface="Bangers"/>
                <a:cs typeface="Bangers"/>
                <a:sym typeface="Bangers"/>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622" name="Google Shape;622;p21"/>
          <p:cNvSpPr txBox="1"/>
          <p:nvPr>
            <p:ph idx="15" type="subTitle"/>
          </p:nvPr>
        </p:nvSpPr>
        <p:spPr>
          <a:xfrm>
            <a:off x="6126452" y="3766268"/>
            <a:ext cx="2109900" cy="5589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1400"/>
              <a:buFont typeface="Ubuntu"/>
              <a:buNone/>
              <a:defRPr sz="1600"/>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23" name="Google Shape;623;p21"/>
          <p:cNvSpPr/>
          <p:nvPr/>
        </p:nvSpPr>
        <p:spPr>
          <a:xfrm>
            <a:off x="-1" y="0"/>
            <a:ext cx="1022400" cy="51435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1"/>
          <p:cNvSpPr/>
          <p:nvPr/>
        </p:nvSpPr>
        <p:spPr>
          <a:xfrm flipH="1">
            <a:off x="-10" y="3659275"/>
            <a:ext cx="2571560" cy="1481867"/>
          </a:xfrm>
          <a:custGeom>
            <a:rect b="b" l="l" r="r" t="t"/>
            <a:pathLst>
              <a:path extrusionOk="0" h="120575" w="209240">
                <a:moveTo>
                  <a:pt x="0" y="120446"/>
                </a:moveTo>
                <a:lnTo>
                  <a:pt x="209240" y="0"/>
                </a:lnTo>
                <a:lnTo>
                  <a:pt x="209240" y="70819"/>
                </a:lnTo>
                <a:lnTo>
                  <a:pt x="90481" y="120575"/>
                </a:lnTo>
                <a:close/>
              </a:path>
            </a:pathLst>
          </a:custGeom>
          <a:solidFill>
            <a:srgbClr val="FCF7BD"/>
          </a:solidFill>
          <a:ln>
            <a:noFill/>
          </a:ln>
        </p:spPr>
      </p:sp>
      <p:sp>
        <p:nvSpPr>
          <p:cNvPr id="625" name="Google Shape;625;p21"/>
          <p:cNvSpPr/>
          <p:nvPr/>
        </p:nvSpPr>
        <p:spPr>
          <a:xfrm flipH="1" rot="-5400000">
            <a:off x="5893650" y="1897200"/>
            <a:ext cx="5151600" cy="13491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6" name="Google Shape;626;p21"/>
          <p:cNvGrpSpPr/>
          <p:nvPr/>
        </p:nvGrpSpPr>
        <p:grpSpPr>
          <a:xfrm rot="-1029121">
            <a:off x="398862" y="3659318"/>
            <a:ext cx="573610" cy="1078496"/>
            <a:chOff x="4223725" y="1289175"/>
            <a:chExt cx="573625" cy="1078525"/>
          </a:xfrm>
        </p:grpSpPr>
        <p:sp>
          <p:nvSpPr>
            <p:cNvPr id="627" name="Google Shape;627;p21"/>
            <p:cNvSpPr/>
            <p:nvPr/>
          </p:nvSpPr>
          <p:spPr>
            <a:xfrm>
              <a:off x="4276125" y="1362800"/>
              <a:ext cx="193200" cy="227500"/>
            </a:xfrm>
            <a:custGeom>
              <a:rect b="b" l="l" r="r" t="t"/>
              <a:pathLst>
                <a:path extrusionOk="0" h="9100" w="7728">
                  <a:moveTo>
                    <a:pt x="3112" y="424"/>
                  </a:moveTo>
                  <a:cubicBezTo>
                    <a:pt x="3503" y="424"/>
                    <a:pt x="3872" y="488"/>
                    <a:pt x="4215" y="620"/>
                  </a:cubicBezTo>
                  <a:cubicBezTo>
                    <a:pt x="4572" y="750"/>
                    <a:pt x="4906" y="953"/>
                    <a:pt x="5215" y="1227"/>
                  </a:cubicBezTo>
                  <a:cubicBezTo>
                    <a:pt x="6739" y="2584"/>
                    <a:pt x="7299" y="5442"/>
                    <a:pt x="7180" y="7537"/>
                  </a:cubicBezTo>
                  <a:cubicBezTo>
                    <a:pt x="7156" y="7942"/>
                    <a:pt x="6989" y="8656"/>
                    <a:pt x="6537" y="8680"/>
                  </a:cubicBezTo>
                  <a:cubicBezTo>
                    <a:pt x="6529" y="8680"/>
                    <a:pt x="6522" y="8681"/>
                    <a:pt x="6514" y="8681"/>
                  </a:cubicBezTo>
                  <a:cubicBezTo>
                    <a:pt x="6284" y="8681"/>
                    <a:pt x="6066" y="8507"/>
                    <a:pt x="5858" y="8311"/>
                  </a:cubicBezTo>
                  <a:lnTo>
                    <a:pt x="1929" y="4858"/>
                  </a:lnTo>
                  <a:cubicBezTo>
                    <a:pt x="1191" y="4203"/>
                    <a:pt x="465" y="3489"/>
                    <a:pt x="429" y="2596"/>
                  </a:cubicBezTo>
                  <a:cubicBezTo>
                    <a:pt x="393" y="1536"/>
                    <a:pt x="1393" y="691"/>
                    <a:pt x="2346" y="500"/>
                  </a:cubicBezTo>
                  <a:cubicBezTo>
                    <a:pt x="2609" y="450"/>
                    <a:pt x="2865" y="424"/>
                    <a:pt x="3112" y="424"/>
                  </a:cubicBezTo>
                  <a:close/>
                  <a:moveTo>
                    <a:pt x="3124" y="1"/>
                  </a:moveTo>
                  <a:cubicBezTo>
                    <a:pt x="2851" y="1"/>
                    <a:pt x="2568" y="28"/>
                    <a:pt x="2274" y="84"/>
                  </a:cubicBezTo>
                  <a:cubicBezTo>
                    <a:pt x="1381" y="262"/>
                    <a:pt x="476" y="905"/>
                    <a:pt x="143" y="1798"/>
                  </a:cubicBezTo>
                  <a:cubicBezTo>
                    <a:pt x="48" y="2060"/>
                    <a:pt x="0" y="2334"/>
                    <a:pt x="12" y="2620"/>
                  </a:cubicBezTo>
                  <a:cubicBezTo>
                    <a:pt x="60" y="3679"/>
                    <a:pt x="846" y="4465"/>
                    <a:pt x="1655" y="5168"/>
                  </a:cubicBezTo>
                  <a:lnTo>
                    <a:pt x="5584" y="8632"/>
                  </a:lnTo>
                  <a:cubicBezTo>
                    <a:pt x="5763" y="8799"/>
                    <a:pt x="5965" y="8954"/>
                    <a:pt x="6191" y="9037"/>
                  </a:cubicBezTo>
                  <a:cubicBezTo>
                    <a:pt x="6280" y="9077"/>
                    <a:pt x="6377" y="9100"/>
                    <a:pt x="6482" y="9100"/>
                  </a:cubicBezTo>
                  <a:cubicBezTo>
                    <a:pt x="6504" y="9100"/>
                    <a:pt x="6526" y="9099"/>
                    <a:pt x="6549" y="9097"/>
                  </a:cubicBezTo>
                  <a:cubicBezTo>
                    <a:pt x="7251" y="9061"/>
                    <a:pt x="7549" y="8240"/>
                    <a:pt x="7596" y="7549"/>
                  </a:cubicBezTo>
                  <a:cubicBezTo>
                    <a:pt x="7727" y="5287"/>
                    <a:pt x="7120" y="2358"/>
                    <a:pt x="5501" y="905"/>
                  </a:cubicBezTo>
                  <a:cubicBezTo>
                    <a:pt x="4816" y="302"/>
                    <a:pt x="4025" y="1"/>
                    <a:pt x="3124"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1"/>
            <p:cNvSpPr/>
            <p:nvPr/>
          </p:nvSpPr>
          <p:spPr>
            <a:xfrm>
              <a:off x="4558900" y="1344000"/>
              <a:ext cx="187250" cy="236775"/>
            </a:xfrm>
            <a:custGeom>
              <a:rect b="b" l="l" r="r" t="t"/>
              <a:pathLst>
                <a:path extrusionOk="0" h="9471" w="7490">
                  <a:moveTo>
                    <a:pt x="4622" y="419"/>
                  </a:moveTo>
                  <a:cubicBezTo>
                    <a:pt x="4726" y="419"/>
                    <a:pt x="4833" y="423"/>
                    <a:pt x="4941" y="431"/>
                  </a:cubicBezTo>
                  <a:cubicBezTo>
                    <a:pt x="5156" y="455"/>
                    <a:pt x="5382" y="502"/>
                    <a:pt x="5596" y="586"/>
                  </a:cubicBezTo>
                  <a:cubicBezTo>
                    <a:pt x="6334" y="860"/>
                    <a:pt x="6989" y="1479"/>
                    <a:pt x="7025" y="2300"/>
                  </a:cubicBezTo>
                  <a:cubicBezTo>
                    <a:pt x="7072" y="3193"/>
                    <a:pt x="6406" y="3979"/>
                    <a:pt x="5727" y="4717"/>
                  </a:cubicBezTo>
                  <a:lnTo>
                    <a:pt x="2119" y="8611"/>
                  </a:lnTo>
                  <a:cubicBezTo>
                    <a:pt x="1905" y="8825"/>
                    <a:pt x="1703" y="9027"/>
                    <a:pt x="1477" y="9039"/>
                  </a:cubicBezTo>
                  <a:cubicBezTo>
                    <a:pt x="1465" y="9040"/>
                    <a:pt x="1453" y="9040"/>
                    <a:pt x="1442" y="9040"/>
                  </a:cubicBezTo>
                  <a:cubicBezTo>
                    <a:pt x="1002" y="9040"/>
                    <a:pt x="796" y="8374"/>
                    <a:pt x="738" y="7979"/>
                  </a:cubicBezTo>
                  <a:cubicBezTo>
                    <a:pt x="429" y="5908"/>
                    <a:pt x="750" y="3003"/>
                    <a:pt x="2143" y="1479"/>
                  </a:cubicBezTo>
                  <a:cubicBezTo>
                    <a:pt x="2790" y="778"/>
                    <a:pt x="3622" y="419"/>
                    <a:pt x="4622" y="419"/>
                  </a:cubicBezTo>
                  <a:close/>
                  <a:moveTo>
                    <a:pt x="4611" y="0"/>
                  </a:moveTo>
                  <a:cubicBezTo>
                    <a:pt x="3501" y="0"/>
                    <a:pt x="2576" y="398"/>
                    <a:pt x="1846" y="1193"/>
                  </a:cubicBezTo>
                  <a:cubicBezTo>
                    <a:pt x="345" y="2824"/>
                    <a:pt x="0" y="5813"/>
                    <a:pt x="322" y="8039"/>
                  </a:cubicBezTo>
                  <a:cubicBezTo>
                    <a:pt x="405" y="8611"/>
                    <a:pt x="667" y="9242"/>
                    <a:pt x="1155" y="9420"/>
                  </a:cubicBezTo>
                  <a:cubicBezTo>
                    <a:pt x="1233" y="9450"/>
                    <a:pt x="1328" y="9471"/>
                    <a:pt x="1425" y="9471"/>
                  </a:cubicBezTo>
                  <a:cubicBezTo>
                    <a:pt x="1446" y="9471"/>
                    <a:pt x="1467" y="9470"/>
                    <a:pt x="1488" y="9468"/>
                  </a:cubicBezTo>
                  <a:cubicBezTo>
                    <a:pt x="1881" y="9444"/>
                    <a:pt x="2167" y="9170"/>
                    <a:pt x="2417" y="8896"/>
                  </a:cubicBezTo>
                  <a:lnTo>
                    <a:pt x="6025" y="5003"/>
                  </a:lnTo>
                  <a:cubicBezTo>
                    <a:pt x="6775" y="4205"/>
                    <a:pt x="7489" y="3336"/>
                    <a:pt x="7442" y="2276"/>
                  </a:cubicBezTo>
                  <a:cubicBezTo>
                    <a:pt x="7382" y="967"/>
                    <a:pt x="6132" y="109"/>
                    <a:pt x="4977" y="14"/>
                  </a:cubicBezTo>
                  <a:cubicBezTo>
                    <a:pt x="4853" y="5"/>
                    <a:pt x="4731" y="0"/>
                    <a:pt x="4611" y="0"/>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1"/>
            <p:cNvSpPr/>
            <p:nvPr/>
          </p:nvSpPr>
          <p:spPr>
            <a:xfrm>
              <a:off x="4223725" y="1289175"/>
              <a:ext cx="573625" cy="1078525"/>
            </a:xfrm>
            <a:custGeom>
              <a:rect b="b" l="l" r="r" t="t"/>
              <a:pathLst>
                <a:path extrusionOk="0" h="43141" w="22945">
                  <a:moveTo>
                    <a:pt x="17671" y="417"/>
                  </a:moveTo>
                  <a:cubicBezTo>
                    <a:pt x="18188" y="417"/>
                    <a:pt x="18701" y="503"/>
                    <a:pt x="19182" y="683"/>
                  </a:cubicBezTo>
                  <a:cubicBezTo>
                    <a:pt x="19301" y="731"/>
                    <a:pt x="19432" y="778"/>
                    <a:pt x="19551" y="838"/>
                  </a:cubicBezTo>
                  <a:cubicBezTo>
                    <a:pt x="21456" y="1779"/>
                    <a:pt x="22492" y="4219"/>
                    <a:pt x="21861" y="6279"/>
                  </a:cubicBezTo>
                  <a:cubicBezTo>
                    <a:pt x="21337" y="8029"/>
                    <a:pt x="19872" y="9303"/>
                    <a:pt x="18467" y="10530"/>
                  </a:cubicBezTo>
                  <a:lnTo>
                    <a:pt x="18217" y="10744"/>
                  </a:lnTo>
                  <a:cubicBezTo>
                    <a:pt x="17062" y="11756"/>
                    <a:pt x="15122" y="13744"/>
                    <a:pt x="14800" y="15923"/>
                  </a:cubicBezTo>
                  <a:lnTo>
                    <a:pt x="12169" y="15637"/>
                  </a:lnTo>
                  <a:cubicBezTo>
                    <a:pt x="12228" y="14352"/>
                    <a:pt x="12312" y="13030"/>
                    <a:pt x="12395" y="11744"/>
                  </a:cubicBezTo>
                  <a:cubicBezTo>
                    <a:pt x="12478" y="10387"/>
                    <a:pt x="12562" y="8994"/>
                    <a:pt x="12621" y="7648"/>
                  </a:cubicBezTo>
                  <a:cubicBezTo>
                    <a:pt x="12681" y="5970"/>
                    <a:pt x="12764" y="3874"/>
                    <a:pt x="13860" y="2326"/>
                  </a:cubicBezTo>
                  <a:cubicBezTo>
                    <a:pt x="14714" y="1111"/>
                    <a:pt x="16206" y="417"/>
                    <a:pt x="17671" y="417"/>
                  </a:cubicBezTo>
                  <a:close/>
                  <a:moveTo>
                    <a:pt x="5448" y="1144"/>
                  </a:moveTo>
                  <a:cubicBezTo>
                    <a:pt x="6020" y="1144"/>
                    <a:pt x="6591" y="1246"/>
                    <a:pt x="7121" y="1445"/>
                  </a:cubicBezTo>
                  <a:cubicBezTo>
                    <a:pt x="7799" y="1695"/>
                    <a:pt x="8418" y="2100"/>
                    <a:pt x="8883" y="2648"/>
                  </a:cubicBezTo>
                  <a:cubicBezTo>
                    <a:pt x="10109" y="4053"/>
                    <a:pt x="10359" y="6124"/>
                    <a:pt x="10573" y="7791"/>
                  </a:cubicBezTo>
                  <a:cubicBezTo>
                    <a:pt x="10740" y="9125"/>
                    <a:pt x="10954" y="10506"/>
                    <a:pt x="11145" y="11839"/>
                  </a:cubicBezTo>
                  <a:cubicBezTo>
                    <a:pt x="11335" y="13113"/>
                    <a:pt x="11538" y="14423"/>
                    <a:pt x="11705" y="15685"/>
                  </a:cubicBezTo>
                  <a:lnTo>
                    <a:pt x="9109" y="16280"/>
                  </a:lnTo>
                  <a:cubicBezTo>
                    <a:pt x="8609" y="14149"/>
                    <a:pt x="6502" y="12387"/>
                    <a:pt x="5275" y="11506"/>
                  </a:cubicBezTo>
                  <a:lnTo>
                    <a:pt x="5013" y="11327"/>
                  </a:lnTo>
                  <a:cubicBezTo>
                    <a:pt x="3489" y="10268"/>
                    <a:pt x="1930" y="9160"/>
                    <a:pt x="1251" y="7482"/>
                  </a:cubicBezTo>
                  <a:cubicBezTo>
                    <a:pt x="453" y="5505"/>
                    <a:pt x="1275" y="2957"/>
                    <a:pt x="3084" y="1802"/>
                  </a:cubicBezTo>
                  <a:cubicBezTo>
                    <a:pt x="3789" y="1358"/>
                    <a:pt x="4619" y="1144"/>
                    <a:pt x="5448" y="1144"/>
                  </a:cubicBezTo>
                  <a:close/>
                  <a:moveTo>
                    <a:pt x="12552" y="16876"/>
                  </a:moveTo>
                  <a:cubicBezTo>
                    <a:pt x="13009" y="16876"/>
                    <a:pt x="13473" y="17185"/>
                    <a:pt x="13610" y="17614"/>
                  </a:cubicBezTo>
                  <a:cubicBezTo>
                    <a:pt x="13776" y="18150"/>
                    <a:pt x="13431" y="18828"/>
                    <a:pt x="12907" y="19007"/>
                  </a:cubicBezTo>
                  <a:cubicBezTo>
                    <a:pt x="12812" y="19039"/>
                    <a:pt x="12710" y="19055"/>
                    <a:pt x="12605" y="19055"/>
                  </a:cubicBezTo>
                  <a:cubicBezTo>
                    <a:pt x="12436" y="19055"/>
                    <a:pt x="12260" y="19012"/>
                    <a:pt x="12097" y="18924"/>
                  </a:cubicBezTo>
                  <a:cubicBezTo>
                    <a:pt x="11836" y="18793"/>
                    <a:pt x="11633" y="18566"/>
                    <a:pt x="11550" y="18316"/>
                  </a:cubicBezTo>
                  <a:cubicBezTo>
                    <a:pt x="11478" y="18054"/>
                    <a:pt x="11502" y="17757"/>
                    <a:pt x="11645" y="17483"/>
                  </a:cubicBezTo>
                  <a:cubicBezTo>
                    <a:pt x="11776" y="17221"/>
                    <a:pt x="12002" y="17019"/>
                    <a:pt x="12252" y="16923"/>
                  </a:cubicBezTo>
                  <a:cubicBezTo>
                    <a:pt x="12349" y="16891"/>
                    <a:pt x="12450" y="16876"/>
                    <a:pt x="12552" y="16876"/>
                  </a:cubicBezTo>
                  <a:close/>
                  <a:moveTo>
                    <a:pt x="12038" y="16042"/>
                  </a:moveTo>
                  <a:lnTo>
                    <a:pt x="14538" y="16316"/>
                  </a:lnTo>
                  <a:lnTo>
                    <a:pt x="14395" y="17995"/>
                  </a:lnTo>
                  <a:lnTo>
                    <a:pt x="12800" y="37557"/>
                  </a:lnTo>
                  <a:lnTo>
                    <a:pt x="12859" y="19447"/>
                  </a:lnTo>
                  <a:cubicBezTo>
                    <a:pt x="12919" y="19436"/>
                    <a:pt x="12979" y="19424"/>
                    <a:pt x="13038" y="19412"/>
                  </a:cubicBezTo>
                  <a:cubicBezTo>
                    <a:pt x="13621" y="19209"/>
                    <a:pt x="14038" y="18590"/>
                    <a:pt x="14074" y="17971"/>
                  </a:cubicBezTo>
                  <a:cubicBezTo>
                    <a:pt x="14074" y="17804"/>
                    <a:pt x="14062" y="17650"/>
                    <a:pt x="14002" y="17483"/>
                  </a:cubicBezTo>
                  <a:cubicBezTo>
                    <a:pt x="13809" y="16874"/>
                    <a:pt x="13184" y="16461"/>
                    <a:pt x="12561" y="16461"/>
                  </a:cubicBezTo>
                  <a:cubicBezTo>
                    <a:pt x="12416" y="16461"/>
                    <a:pt x="12272" y="16483"/>
                    <a:pt x="12133" y="16530"/>
                  </a:cubicBezTo>
                  <a:cubicBezTo>
                    <a:pt x="11943" y="16590"/>
                    <a:pt x="11776" y="16685"/>
                    <a:pt x="11633" y="16816"/>
                  </a:cubicBezTo>
                  <a:cubicBezTo>
                    <a:pt x="11490" y="16947"/>
                    <a:pt x="11359" y="17114"/>
                    <a:pt x="11276" y="17292"/>
                  </a:cubicBezTo>
                  <a:cubicBezTo>
                    <a:pt x="11085" y="17661"/>
                    <a:pt x="11038" y="18078"/>
                    <a:pt x="11157" y="18447"/>
                  </a:cubicBezTo>
                  <a:cubicBezTo>
                    <a:pt x="11276" y="18804"/>
                    <a:pt x="11550" y="19126"/>
                    <a:pt x="11907" y="19305"/>
                  </a:cubicBezTo>
                  <a:cubicBezTo>
                    <a:pt x="11966" y="19328"/>
                    <a:pt x="12014" y="19352"/>
                    <a:pt x="12074" y="19376"/>
                  </a:cubicBezTo>
                  <a:cubicBezTo>
                    <a:pt x="12193" y="19424"/>
                    <a:pt x="12324" y="19459"/>
                    <a:pt x="12443" y="19471"/>
                  </a:cubicBezTo>
                  <a:lnTo>
                    <a:pt x="12371" y="39628"/>
                  </a:lnTo>
                  <a:lnTo>
                    <a:pt x="9728" y="16566"/>
                  </a:lnTo>
                  <a:lnTo>
                    <a:pt x="12038" y="16042"/>
                  </a:lnTo>
                  <a:close/>
                  <a:moveTo>
                    <a:pt x="12562" y="40379"/>
                  </a:moveTo>
                  <a:lnTo>
                    <a:pt x="12514" y="40914"/>
                  </a:lnTo>
                  <a:lnTo>
                    <a:pt x="12455" y="40379"/>
                  </a:lnTo>
                  <a:close/>
                  <a:moveTo>
                    <a:pt x="17699" y="1"/>
                  </a:moveTo>
                  <a:cubicBezTo>
                    <a:pt x="16093" y="1"/>
                    <a:pt x="14456" y="757"/>
                    <a:pt x="13514" y="2088"/>
                  </a:cubicBezTo>
                  <a:cubicBezTo>
                    <a:pt x="12347" y="3731"/>
                    <a:pt x="12264" y="5898"/>
                    <a:pt x="12205" y="7636"/>
                  </a:cubicBezTo>
                  <a:cubicBezTo>
                    <a:pt x="12145" y="8982"/>
                    <a:pt x="12062" y="10375"/>
                    <a:pt x="11978" y="11720"/>
                  </a:cubicBezTo>
                  <a:cubicBezTo>
                    <a:pt x="11931" y="12387"/>
                    <a:pt x="11895" y="13054"/>
                    <a:pt x="11847" y="13721"/>
                  </a:cubicBezTo>
                  <a:cubicBezTo>
                    <a:pt x="11752" y="13066"/>
                    <a:pt x="11657" y="12423"/>
                    <a:pt x="11562" y="11780"/>
                  </a:cubicBezTo>
                  <a:cubicBezTo>
                    <a:pt x="11359" y="10446"/>
                    <a:pt x="11157" y="9065"/>
                    <a:pt x="10990" y="7732"/>
                  </a:cubicBezTo>
                  <a:cubicBezTo>
                    <a:pt x="10776" y="6005"/>
                    <a:pt x="10502" y="3862"/>
                    <a:pt x="9204" y="2362"/>
                  </a:cubicBezTo>
                  <a:cubicBezTo>
                    <a:pt x="8275" y="1295"/>
                    <a:pt x="6859" y="723"/>
                    <a:pt x="5447" y="723"/>
                  </a:cubicBezTo>
                  <a:cubicBezTo>
                    <a:pt x="4543" y="723"/>
                    <a:pt x="3641" y="957"/>
                    <a:pt x="2870" y="1445"/>
                  </a:cubicBezTo>
                  <a:cubicBezTo>
                    <a:pt x="894" y="2707"/>
                    <a:pt x="1" y="5481"/>
                    <a:pt x="870" y="7648"/>
                  </a:cubicBezTo>
                  <a:cubicBezTo>
                    <a:pt x="1596" y="9434"/>
                    <a:pt x="3203" y="10577"/>
                    <a:pt x="4763" y="11673"/>
                  </a:cubicBezTo>
                  <a:lnTo>
                    <a:pt x="5025" y="11863"/>
                  </a:lnTo>
                  <a:cubicBezTo>
                    <a:pt x="6251" y="12720"/>
                    <a:pt x="8371" y="14494"/>
                    <a:pt x="8752" y="16566"/>
                  </a:cubicBezTo>
                  <a:lnTo>
                    <a:pt x="8788" y="16780"/>
                  </a:lnTo>
                  <a:lnTo>
                    <a:pt x="9311" y="16661"/>
                  </a:lnTo>
                  <a:lnTo>
                    <a:pt x="12336" y="43141"/>
                  </a:lnTo>
                  <a:lnTo>
                    <a:pt x="12776" y="43141"/>
                  </a:lnTo>
                  <a:lnTo>
                    <a:pt x="14967" y="16376"/>
                  </a:lnTo>
                  <a:lnTo>
                    <a:pt x="14967" y="16364"/>
                  </a:lnTo>
                  <a:lnTo>
                    <a:pt x="15169" y="16388"/>
                  </a:lnTo>
                  <a:lnTo>
                    <a:pt x="15193" y="16173"/>
                  </a:lnTo>
                  <a:cubicBezTo>
                    <a:pt x="15384" y="14066"/>
                    <a:pt x="17336" y="12066"/>
                    <a:pt x="18479" y="11065"/>
                  </a:cubicBezTo>
                  <a:lnTo>
                    <a:pt x="18729" y="10851"/>
                  </a:lnTo>
                  <a:cubicBezTo>
                    <a:pt x="20182" y="9577"/>
                    <a:pt x="21694" y="8267"/>
                    <a:pt x="22253" y="6398"/>
                  </a:cubicBezTo>
                  <a:cubicBezTo>
                    <a:pt x="22944" y="4148"/>
                    <a:pt x="21813" y="1481"/>
                    <a:pt x="19741" y="457"/>
                  </a:cubicBezTo>
                  <a:cubicBezTo>
                    <a:pt x="19108" y="147"/>
                    <a:pt x="18406" y="1"/>
                    <a:pt x="17699"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1"/>
            <p:cNvSpPr/>
            <p:nvPr/>
          </p:nvSpPr>
          <p:spPr>
            <a:xfrm>
              <a:off x="4543700" y="1738450"/>
              <a:ext cx="39925" cy="489350"/>
            </a:xfrm>
            <a:custGeom>
              <a:rect b="b" l="l" r="r" t="t"/>
              <a:pathLst>
                <a:path extrusionOk="0" h="19574" w="1597">
                  <a:moveTo>
                    <a:pt x="1275" y="0"/>
                  </a:moveTo>
                  <a:cubicBezTo>
                    <a:pt x="1239" y="619"/>
                    <a:pt x="822" y="1238"/>
                    <a:pt x="239" y="1429"/>
                  </a:cubicBezTo>
                  <a:cubicBezTo>
                    <a:pt x="180" y="1453"/>
                    <a:pt x="120" y="1465"/>
                    <a:pt x="60" y="1476"/>
                  </a:cubicBezTo>
                  <a:lnTo>
                    <a:pt x="1" y="19574"/>
                  </a:lnTo>
                  <a:lnTo>
                    <a:pt x="1596" y="24"/>
                  </a:lnTo>
                  <a:lnTo>
                    <a:pt x="127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1"/>
            <p:cNvSpPr/>
            <p:nvPr/>
          </p:nvSpPr>
          <p:spPr>
            <a:xfrm>
              <a:off x="4466925" y="1690225"/>
              <a:ext cx="120275" cy="589675"/>
            </a:xfrm>
            <a:custGeom>
              <a:rect b="b" l="l" r="r" t="t"/>
              <a:pathLst>
                <a:path extrusionOk="0" h="23587" w="4811">
                  <a:moveTo>
                    <a:pt x="2310" y="0"/>
                  </a:moveTo>
                  <a:lnTo>
                    <a:pt x="0" y="524"/>
                  </a:lnTo>
                  <a:lnTo>
                    <a:pt x="2643" y="23575"/>
                  </a:lnTo>
                  <a:lnTo>
                    <a:pt x="2643" y="23586"/>
                  </a:lnTo>
                  <a:lnTo>
                    <a:pt x="2715" y="3429"/>
                  </a:lnTo>
                  <a:cubicBezTo>
                    <a:pt x="2596" y="3417"/>
                    <a:pt x="2465" y="3382"/>
                    <a:pt x="2346" y="3334"/>
                  </a:cubicBezTo>
                  <a:cubicBezTo>
                    <a:pt x="2286" y="3310"/>
                    <a:pt x="2227" y="3286"/>
                    <a:pt x="2179" y="3263"/>
                  </a:cubicBezTo>
                  <a:cubicBezTo>
                    <a:pt x="1810" y="3084"/>
                    <a:pt x="1548" y="2762"/>
                    <a:pt x="1429" y="2405"/>
                  </a:cubicBezTo>
                  <a:cubicBezTo>
                    <a:pt x="1310" y="2036"/>
                    <a:pt x="1357" y="1619"/>
                    <a:pt x="1536" y="1250"/>
                  </a:cubicBezTo>
                  <a:cubicBezTo>
                    <a:pt x="1631" y="1072"/>
                    <a:pt x="1762" y="905"/>
                    <a:pt x="1905" y="774"/>
                  </a:cubicBezTo>
                  <a:cubicBezTo>
                    <a:pt x="2048" y="643"/>
                    <a:pt x="2215" y="548"/>
                    <a:pt x="2393" y="476"/>
                  </a:cubicBezTo>
                  <a:cubicBezTo>
                    <a:pt x="2532" y="430"/>
                    <a:pt x="2676" y="408"/>
                    <a:pt x="2820" y="408"/>
                  </a:cubicBezTo>
                  <a:cubicBezTo>
                    <a:pt x="3452" y="408"/>
                    <a:pt x="4080" y="830"/>
                    <a:pt x="4274" y="1441"/>
                  </a:cubicBezTo>
                  <a:cubicBezTo>
                    <a:pt x="4334" y="1608"/>
                    <a:pt x="4346" y="1762"/>
                    <a:pt x="4334" y="1929"/>
                  </a:cubicBezTo>
                  <a:lnTo>
                    <a:pt x="4667" y="1953"/>
                  </a:lnTo>
                  <a:lnTo>
                    <a:pt x="4810" y="274"/>
                  </a:lnTo>
                  <a:lnTo>
                    <a:pt x="2310" y="0"/>
                  </a:lnTo>
                  <a:close/>
                </a:path>
              </a:pathLst>
            </a:custGeom>
            <a:solidFill>
              <a:srgbClr val="FFFFFF"/>
            </a:solidFill>
            <a:ln cap="flat" cmpd="sng" w="32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1"/>
            <p:cNvSpPr/>
            <p:nvPr/>
          </p:nvSpPr>
          <p:spPr>
            <a:xfrm>
              <a:off x="4510675" y="1711050"/>
              <a:ext cx="57475" cy="54500"/>
            </a:xfrm>
            <a:custGeom>
              <a:rect b="b" l="l" r="r" t="t"/>
              <a:pathLst>
                <a:path extrusionOk="0" h="2180" w="2299">
                  <a:moveTo>
                    <a:pt x="1069" y="1"/>
                  </a:moveTo>
                  <a:cubicBezTo>
                    <a:pt x="969" y="1"/>
                    <a:pt x="869" y="16"/>
                    <a:pt x="774" y="48"/>
                  </a:cubicBezTo>
                  <a:cubicBezTo>
                    <a:pt x="524" y="144"/>
                    <a:pt x="298" y="346"/>
                    <a:pt x="167" y="608"/>
                  </a:cubicBezTo>
                  <a:cubicBezTo>
                    <a:pt x="24" y="882"/>
                    <a:pt x="0" y="1179"/>
                    <a:pt x="72" y="1441"/>
                  </a:cubicBezTo>
                  <a:cubicBezTo>
                    <a:pt x="155" y="1691"/>
                    <a:pt x="358" y="1918"/>
                    <a:pt x="619" y="2049"/>
                  </a:cubicBezTo>
                  <a:cubicBezTo>
                    <a:pt x="782" y="2137"/>
                    <a:pt x="958" y="2180"/>
                    <a:pt x="1127" y="2180"/>
                  </a:cubicBezTo>
                  <a:cubicBezTo>
                    <a:pt x="1232" y="2180"/>
                    <a:pt x="1334" y="2164"/>
                    <a:pt x="1429" y="2132"/>
                  </a:cubicBezTo>
                  <a:cubicBezTo>
                    <a:pt x="1953" y="1953"/>
                    <a:pt x="2298" y="1275"/>
                    <a:pt x="2132" y="739"/>
                  </a:cubicBezTo>
                  <a:cubicBezTo>
                    <a:pt x="1995" y="310"/>
                    <a:pt x="1523" y="1"/>
                    <a:pt x="10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1"/>
            <p:cNvSpPr/>
            <p:nvPr/>
          </p:nvSpPr>
          <p:spPr>
            <a:xfrm>
              <a:off x="4527925" y="1299725"/>
              <a:ext cx="257800" cy="387550"/>
            </a:xfrm>
            <a:custGeom>
              <a:rect b="b" l="l" r="r" t="t"/>
              <a:pathLst>
                <a:path extrusionOk="0" h="15502" w="10312">
                  <a:moveTo>
                    <a:pt x="5850" y="1771"/>
                  </a:moveTo>
                  <a:cubicBezTo>
                    <a:pt x="5970" y="1771"/>
                    <a:pt x="6092" y="1776"/>
                    <a:pt x="6216" y="1785"/>
                  </a:cubicBezTo>
                  <a:cubicBezTo>
                    <a:pt x="7371" y="1869"/>
                    <a:pt x="8621" y="2738"/>
                    <a:pt x="8681" y="4035"/>
                  </a:cubicBezTo>
                  <a:cubicBezTo>
                    <a:pt x="8728" y="5107"/>
                    <a:pt x="8014" y="5976"/>
                    <a:pt x="7264" y="6774"/>
                  </a:cubicBezTo>
                  <a:lnTo>
                    <a:pt x="3656" y="10667"/>
                  </a:lnTo>
                  <a:cubicBezTo>
                    <a:pt x="3394" y="10941"/>
                    <a:pt x="3120" y="11215"/>
                    <a:pt x="2727" y="11239"/>
                  </a:cubicBezTo>
                  <a:cubicBezTo>
                    <a:pt x="2644" y="11239"/>
                    <a:pt x="2561" y="11239"/>
                    <a:pt x="2489" y="11215"/>
                  </a:cubicBezTo>
                  <a:cubicBezTo>
                    <a:pt x="2454" y="11203"/>
                    <a:pt x="2418" y="11203"/>
                    <a:pt x="2394" y="11191"/>
                  </a:cubicBezTo>
                  <a:cubicBezTo>
                    <a:pt x="1906" y="11001"/>
                    <a:pt x="1644" y="10370"/>
                    <a:pt x="1561" y="9810"/>
                  </a:cubicBezTo>
                  <a:cubicBezTo>
                    <a:pt x="1239" y="7584"/>
                    <a:pt x="1584" y="4595"/>
                    <a:pt x="3073" y="2964"/>
                  </a:cubicBezTo>
                  <a:cubicBezTo>
                    <a:pt x="3097" y="2940"/>
                    <a:pt x="3120" y="2928"/>
                    <a:pt x="3144" y="2904"/>
                  </a:cubicBezTo>
                  <a:cubicBezTo>
                    <a:pt x="3862" y="2155"/>
                    <a:pt x="4772" y="1771"/>
                    <a:pt x="5850" y="1771"/>
                  </a:cubicBezTo>
                  <a:close/>
                  <a:moveTo>
                    <a:pt x="5510" y="0"/>
                  </a:moveTo>
                  <a:cubicBezTo>
                    <a:pt x="5262" y="0"/>
                    <a:pt x="5012" y="20"/>
                    <a:pt x="4763" y="59"/>
                  </a:cubicBezTo>
                  <a:cubicBezTo>
                    <a:pt x="3549" y="249"/>
                    <a:pt x="2406" y="892"/>
                    <a:pt x="1692" y="1904"/>
                  </a:cubicBezTo>
                  <a:cubicBezTo>
                    <a:pt x="596" y="3452"/>
                    <a:pt x="513" y="5548"/>
                    <a:pt x="453" y="7226"/>
                  </a:cubicBezTo>
                  <a:cubicBezTo>
                    <a:pt x="394" y="8572"/>
                    <a:pt x="310" y="9965"/>
                    <a:pt x="215" y="11322"/>
                  </a:cubicBezTo>
                  <a:cubicBezTo>
                    <a:pt x="168" y="12215"/>
                    <a:pt x="108" y="13120"/>
                    <a:pt x="60" y="14025"/>
                  </a:cubicBezTo>
                  <a:cubicBezTo>
                    <a:pt x="37" y="14418"/>
                    <a:pt x="25" y="14823"/>
                    <a:pt x="1" y="15215"/>
                  </a:cubicBezTo>
                  <a:lnTo>
                    <a:pt x="549" y="15275"/>
                  </a:lnTo>
                  <a:lnTo>
                    <a:pt x="2632" y="15501"/>
                  </a:lnTo>
                  <a:cubicBezTo>
                    <a:pt x="2727" y="14823"/>
                    <a:pt x="2989" y="14156"/>
                    <a:pt x="3323" y="13537"/>
                  </a:cubicBezTo>
                  <a:cubicBezTo>
                    <a:pt x="4085" y="12179"/>
                    <a:pt x="5252" y="11024"/>
                    <a:pt x="6049" y="10322"/>
                  </a:cubicBezTo>
                  <a:lnTo>
                    <a:pt x="6287" y="10108"/>
                  </a:lnTo>
                  <a:cubicBezTo>
                    <a:pt x="7704" y="8881"/>
                    <a:pt x="9169" y="7607"/>
                    <a:pt x="9693" y="5857"/>
                  </a:cubicBezTo>
                  <a:cubicBezTo>
                    <a:pt x="10312" y="3797"/>
                    <a:pt x="9276" y="1357"/>
                    <a:pt x="7383" y="416"/>
                  </a:cubicBezTo>
                  <a:cubicBezTo>
                    <a:pt x="7264" y="356"/>
                    <a:pt x="7133" y="309"/>
                    <a:pt x="7002" y="261"/>
                  </a:cubicBezTo>
                  <a:cubicBezTo>
                    <a:pt x="6528" y="85"/>
                    <a:pt x="6023" y="0"/>
                    <a:pt x="5510" y="0"/>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1"/>
            <p:cNvSpPr/>
            <p:nvPr/>
          </p:nvSpPr>
          <p:spPr>
            <a:xfrm>
              <a:off x="4235350" y="1317775"/>
              <a:ext cx="281000" cy="378425"/>
            </a:xfrm>
            <a:custGeom>
              <a:rect b="b" l="l" r="r" t="t"/>
              <a:pathLst>
                <a:path extrusionOk="0" h="15137" w="11240">
                  <a:moveTo>
                    <a:pt x="4755" y="1802"/>
                  </a:moveTo>
                  <a:cubicBezTo>
                    <a:pt x="5656" y="1802"/>
                    <a:pt x="6447" y="2103"/>
                    <a:pt x="7132" y="2706"/>
                  </a:cubicBezTo>
                  <a:cubicBezTo>
                    <a:pt x="8751" y="4159"/>
                    <a:pt x="9358" y="7088"/>
                    <a:pt x="9227" y="9350"/>
                  </a:cubicBezTo>
                  <a:cubicBezTo>
                    <a:pt x="9192" y="10041"/>
                    <a:pt x="8894" y="10862"/>
                    <a:pt x="8180" y="10898"/>
                  </a:cubicBezTo>
                  <a:cubicBezTo>
                    <a:pt x="8157" y="10900"/>
                    <a:pt x="8135" y="10901"/>
                    <a:pt x="8113" y="10901"/>
                  </a:cubicBezTo>
                  <a:cubicBezTo>
                    <a:pt x="8008" y="10901"/>
                    <a:pt x="7911" y="10878"/>
                    <a:pt x="7822" y="10838"/>
                  </a:cubicBezTo>
                  <a:cubicBezTo>
                    <a:pt x="7596" y="10755"/>
                    <a:pt x="7394" y="10600"/>
                    <a:pt x="7215" y="10433"/>
                  </a:cubicBezTo>
                  <a:lnTo>
                    <a:pt x="6465" y="9779"/>
                  </a:lnTo>
                  <a:lnTo>
                    <a:pt x="3286" y="6969"/>
                  </a:lnTo>
                  <a:cubicBezTo>
                    <a:pt x="2477" y="6266"/>
                    <a:pt x="1691" y="5480"/>
                    <a:pt x="1643" y="4421"/>
                  </a:cubicBezTo>
                  <a:cubicBezTo>
                    <a:pt x="1631" y="4135"/>
                    <a:pt x="1679" y="3861"/>
                    <a:pt x="1774" y="3599"/>
                  </a:cubicBezTo>
                  <a:cubicBezTo>
                    <a:pt x="2048" y="2861"/>
                    <a:pt x="2727" y="2278"/>
                    <a:pt x="3477" y="2016"/>
                  </a:cubicBezTo>
                  <a:cubicBezTo>
                    <a:pt x="3620" y="1956"/>
                    <a:pt x="3762" y="1920"/>
                    <a:pt x="3905" y="1885"/>
                  </a:cubicBezTo>
                  <a:cubicBezTo>
                    <a:pt x="4199" y="1829"/>
                    <a:pt x="4482" y="1802"/>
                    <a:pt x="4755" y="1802"/>
                  </a:cubicBezTo>
                  <a:close/>
                  <a:moveTo>
                    <a:pt x="4999" y="1"/>
                  </a:moveTo>
                  <a:cubicBezTo>
                    <a:pt x="4451" y="1"/>
                    <a:pt x="3903" y="96"/>
                    <a:pt x="3393" y="289"/>
                  </a:cubicBezTo>
                  <a:cubicBezTo>
                    <a:pt x="3119" y="385"/>
                    <a:pt x="2869" y="516"/>
                    <a:pt x="2631" y="658"/>
                  </a:cubicBezTo>
                  <a:cubicBezTo>
                    <a:pt x="822" y="1813"/>
                    <a:pt x="0" y="4361"/>
                    <a:pt x="798" y="6338"/>
                  </a:cubicBezTo>
                  <a:cubicBezTo>
                    <a:pt x="1465" y="8016"/>
                    <a:pt x="3036" y="9124"/>
                    <a:pt x="4548" y="10183"/>
                  </a:cubicBezTo>
                  <a:lnTo>
                    <a:pt x="4810" y="10362"/>
                  </a:lnTo>
                  <a:cubicBezTo>
                    <a:pt x="6048" y="11243"/>
                    <a:pt x="8156" y="13005"/>
                    <a:pt x="8644" y="15136"/>
                  </a:cubicBezTo>
                  <a:lnTo>
                    <a:pt x="11240" y="14541"/>
                  </a:lnTo>
                  <a:cubicBezTo>
                    <a:pt x="11204" y="14303"/>
                    <a:pt x="11168" y="14065"/>
                    <a:pt x="11144" y="13827"/>
                  </a:cubicBezTo>
                  <a:cubicBezTo>
                    <a:pt x="11001" y="12791"/>
                    <a:pt x="10835" y="11731"/>
                    <a:pt x="10692" y="10695"/>
                  </a:cubicBezTo>
                  <a:cubicBezTo>
                    <a:pt x="10489" y="9362"/>
                    <a:pt x="10275" y="7981"/>
                    <a:pt x="10108" y="6647"/>
                  </a:cubicBezTo>
                  <a:cubicBezTo>
                    <a:pt x="9894" y="4980"/>
                    <a:pt x="9644" y="2909"/>
                    <a:pt x="8418" y="1504"/>
                  </a:cubicBezTo>
                  <a:cubicBezTo>
                    <a:pt x="7953" y="956"/>
                    <a:pt x="7334" y="551"/>
                    <a:pt x="6656" y="301"/>
                  </a:cubicBezTo>
                  <a:cubicBezTo>
                    <a:pt x="6130" y="102"/>
                    <a:pt x="5564" y="1"/>
                    <a:pt x="499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1"/>
            <p:cNvSpPr/>
            <p:nvPr/>
          </p:nvSpPr>
          <p:spPr>
            <a:xfrm>
              <a:off x="4235050" y="1325000"/>
              <a:ext cx="281300" cy="371200"/>
            </a:xfrm>
            <a:custGeom>
              <a:rect b="b" l="l" r="r" t="t"/>
              <a:pathLst>
                <a:path extrusionOk="0" h="14848" w="11252">
                  <a:moveTo>
                    <a:pt x="3393" y="0"/>
                  </a:moveTo>
                  <a:cubicBezTo>
                    <a:pt x="3131" y="96"/>
                    <a:pt x="2881" y="227"/>
                    <a:pt x="2631" y="369"/>
                  </a:cubicBezTo>
                  <a:cubicBezTo>
                    <a:pt x="822" y="1524"/>
                    <a:pt x="0" y="4072"/>
                    <a:pt x="798" y="6049"/>
                  </a:cubicBezTo>
                  <a:cubicBezTo>
                    <a:pt x="1477" y="7727"/>
                    <a:pt x="3036" y="8835"/>
                    <a:pt x="4548" y="9894"/>
                  </a:cubicBezTo>
                  <a:lnTo>
                    <a:pt x="4810" y="10073"/>
                  </a:lnTo>
                  <a:cubicBezTo>
                    <a:pt x="6049" y="10954"/>
                    <a:pt x="8156" y="12716"/>
                    <a:pt x="8656" y="14847"/>
                  </a:cubicBezTo>
                  <a:lnTo>
                    <a:pt x="11252" y="14252"/>
                  </a:lnTo>
                  <a:cubicBezTo>
                    <a:pt x="11216" y="14014"/>
                    <a:pt x="11180" y="13776"/>
                    <a:pt x="11156" y="13538"/>
                  </a:cubicBezTo>
                  <a:cubicBezTo>
                    <a:pt x="10763" y="12561"/>
                    <a:pt x="9716" y="12037"/>
                    <a:pt x="8835" y="11478"/>
                  </a:cubicBezTo>
                  <a:cubicBezTo>
                    <a:pt x="7954" y="10930"/>
                    <a:pt x="7168" y="10263"/>
                    <a:pt x="6477" y="9490"/>
                  </a:cubicBezTo>
                  <a:lnTo>
                    <a:pt x="3298" y="6680"/>
                  </a:lnTo>
                  <a:cubicBezTo>
                    <a:pt x="2489" y="5977"/>
                    <a:pt x="1691" y="5191"/>
                    <a:pt x="1655" y="4120"/>
                  </a:cubicBezTo>
                  <a:cubicBezTo>
                    <a:pt x="1643" y="3834"/>
                    <a:pt x="1691" y="3572"/>
                    <a:pt x="1786" y="3310"/>
                  </a:cubicBezTo>
                  <a:cubicBezTo>
                    <a:pt x="2060" y="2572"/>
                    <a:pt x="2739" y="1989"/>
                    <a:pt x="3477" y="1727"/>
                  </a:cubicBezTo>
                  <a:cubicBezTo>
                    <a:pt x="3477" y="1131"/>
                    <a:pt x="3465" y="488"/>
                    <a:pt x="33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1"/>
            <p:cNvSpPr/>
            <p:nvPr/>
          </p:nvSpPr>
          <p:spPr>
            <a:xfrm>
              <a:off x="4527925" y="1301175"/>
              <a:ext cx="119100" cy="386100"/>
            </a:xfrm>
            <a:custGeom>
              <a:rect b="b" l="l" r="r" t="t"/>
              <a:pathLst>
                <a:path extrusionOk="0" h="15444" w="4764">
                  <a:moveTo>
                    <a:pt x="4763" y="1"/>
                  </a:moveTo>
                  <a:cubicBezTo>
                    <a:pt x="3549" y="191"/>
                    <a:pt x="2406" y="834"/>
                    <a:pt x="1692" y="1846"/>
                  </a:cubicBezTo>
                  <a:cubicBezTo>
                    <a:pt x="596" y="3394"/>
                    <a:pt x="513" y="5478"/>
                    <a:pt x="453" y="7168"/>
                  </a:cubicBezTo>
                  <a:cubicBezTo>
                    <a:pt x="394" y="8514"/>
                    <a:pt x="310" y="9907"/>
                    <a:pt x="215" y="11264"/>
                  </a:cubicBezTo>
                  <a:cubicBezTo>
                    <a:pt x="168" y="12157"/>
                    <a:pt x="108" y="13062"/>
                    <a:pt x="60" y="13955"/>
                  </a:cubicBezTo>
                  <a:cubicBezTo>
                    <a:pt x="37" y="14360"/>
                    <a:pt x="25" y="14765"/>
                    <a:pt x="1" y="15157"/>
                  </a:cubicBezTo>
                  <a:lnTo>
                    <a:pt x="549" y="15217"/>
                  </a:lnTo>
                  <a:lnTo>
                    <a:pt x="2632" y="15443"/>
                  </a:lnTo>
                  <a:cubicBezTo>
                    <a:pt x="2727" y="14765"/>
                    <a:pt x="2989" y="14098"/>
                    <a:pt x="3323" y="13479"/>
                  </a:cubicBezTo>
                  <a:cubicBezTo>
                    <a:pt x="3251" y="13300"/>
                    <a:pt x="3180" y="13133"/>
                    <a:pt x="3108" y="12967"/>
                  </a:cubicBezTo>
                  <a:cubicBezTo>
                    <a:pt x="2846" y="12383"/>
                    <a:pt x="2644" y="11776"/>
                    <a:pt x="2489" y="11157"/>
                  </a:cubicBezTo>
                  <a:cubicBezTo>
                    <a:pt x="2454" y="11157"/>
                    <a:pt x="2418" y="11145"/>
                    <a:pt x="2382" y="11133"/>
                  </a:cubicBezTo>
                  <a:cubicBezTo>
                    <a:pt x="1906" y="10955"/>
                    <a:pt x="1644" y="10324"/>
                    <a:pt x="1561" y="9752"/>
                  </a:cubicBezTo>
                  <a:cubicBezTo>
                    <a:pt x="1239" y="7526"/>
                    <a:pt x="1584" y="4537"/>
                    <a:pt x="3073" y="2906"/>
                  </a:cubicBezTo>
                  <a:cubicBezTo>
                    <a:pt x="3097" y="2894"/>
                    <a:pt x="3120" y="2870"/>
                    <a:pt x="3144" y="2846"/>
                  </a:cubicBezTo>
                  <a:cubicBezTo>
                    <a:pt x="3561" y="1834"/>
                    <a:pt x="4109" y="870"/>
                    <a:pt x="47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 name="Google Shape;637;p21"/>
          <p:cNvGrpSpPr/>
          <p:nvPr/>
        </p:nvGrpSpPr>
        <p:grpSpPr>
          <a:xfrm rot="-808721">
            <a:off x="8036576" y="519190"/>
            <a:ext cx="499591" cy="763495"/>
            <a:chOff x="1613275" y="1235350"/>
            <a:chExt cx="389975" cy="595975"/>
          </a:xfrm>
        </p:grpSpPr>
        <p:sp>
          <p:nvSpPr>
            <p:cNvPr id="638" name="Google Shape;638;p21"/>
            <p:cNvSpPr/>
            <p:nvPr/>
          </p:nvSpPr>
          <p:spPr>
            <a:xfrm>
              <a:off x="1614775" y="1607150"/>
              <a:ext cx="386600" cy="198275"/>
            </a:xfrm>
            <a:custGeom>
              <a:rect b="b" l="l" r="r" t="t"/>
              <a:pathLst>
                <a:path extrusionOk="0" h="7931" w="15464">
                  <a:moveTo>
                    <a:pt x="14622" y="1"/>
                  </a:moveTo>
                  <a:cubicBezTo>
                    <a:pt x="14610" y="1"/>
                    <a:pt x="14598" y="1"/>
                    <a:pt x="14586" y="1"/>
                  </a:cubicBezTo>
                  <a:lnTo>
                    <a:pt x="786" y="549"/>
                  </a:lnTo>
                  <a:cubicBezTo>
                    <a:pt x="310" y="573"/>
                    <a:pt x="0" y="1037"/>
                    <a:pt x="155" y="1490"/>
                  </a:cubicBezTo>
                  <a:lnTo>
                    <a:pt x="2513" y="7931"/>
                  </a:lnTo>
                  <a:lnTo>
                    <a:pt x="13609" y="7490"/>
                  </a:lnTo>
                  <a:lnTo>
                    <a:pt x="15336" y="930"/>
                  </a:lnTo>
                  <a:cubicBezTo>
                    <a:pt x="15463" y="454"/>
                    <a:pt x="15104" y="1"/>
                    <a:pt x="14622" y="1"/>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1"/>
            <p:cNvSpPr/>
            <p:nvPr/>
          </p:nvSpPr>
          <p:spPr>
            <a:xfrm>
              <a:off x="1697825" y="1390475"/>
              <a:ext cx="73825" cy="414075"/>
            </a:xfrm>
            <a:custGeom>
              <a:rect b="b" l="l" r="r" t="t"/>
              <a:pathLst>
                <a:path extrusionOk="0" h="16563" w="2953">
                  <a:moveTo>
                    <a:pt x="2084" y="1"/>
                  </a:moveTo>
                  <a:lnTo>
                    <a:pt x="2048" y="215"/>
                  </a:lnTo>
                  <a:lnTo>
                    <a:pt x="2024" y="417"/>
                  </a:lnTo>
                  <a:lnTo>
                    <a:pt x="0" y="16562"/>
                  </a:lnTo>
                  <a:lnTo>
                    <a:pt x="941" y="16527"/>
                  </a:lnTo>
                  <a:lnTo>
                    <a:pt x="2905" y="822"/>
                  </a:lnTo>
                  <a:lnTo>
                    <a:pt x="2929" y="632"/>
                  </a:lnTo>
                  <a:lnTo>
                    <a:pt x="2953" y="441"/>
                  </a:lnTo>
                  <a:cubicBezTo>
                    <a:pt x="2905" y="429"/>
                    <a:pt x="2870" y="417"/>
                    <a:pt x="2822" y="394"/>
                  </a:cubicBezTo>
                  <a:lnTo>
                    <a:pt x="2798" y="584"/>
                  </a:lnTo>
                  <a:lnTo>
                    <a:pt x="2774" y="775"/>
                  </a:lnTo>
                  <a:lnTo>
                    <a:pt x="822" y="16396"/>
                  </a:lnTo>
                  <a:lnTo>
                    <a:pt x="155" y="16419"/>
                  </a:lnTo>
                  <a:lnTo>
                    <a:pt x="2155" y="489"/>
                  </a:lnTo>
                  <a:lnTo>
                    <a:pt x="2179" y="298"/>
                  </a:lnTo>
                  <a:lnTo>
                    <a:pt x="2203" y="84"/>
                  </a:lnTo>
                  <a:cubicBezTo>
                    <a:pt x="2155" y="60"/>
                    <a:pt x="2120" y="36"/>
                    <a:pt x="2084" y="1"/>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1"/>
            <p:cNvSpPr/>
            <p:nvPr/>
          </p:nvSpPr>
          <p:spPr>
            <a:xfrm>
              <a:off x="1765675" y="1381850"/>
              <a:ext cx="8675" cy="4200"/>
            </a:xfrm>
            <a:custGeom>
              <a:rect b="b" l="l" r="r" t="t"/>
              <a:pathLst>
                <a:path extrusionOk="0" h="168" w="347">
                  <a:moveTo>
                    <a:pt x="346" y="0"/>
                  </a:moveTo>
                  <a:lnTo>
                    <a:pt x="287" y="12"/>
                  </a:lnTo>
                  <a:lnTo>
                    <a:pt x="1" y="24"/>
                  </a:lnTo>
                  <a:cubicBezTo>
                    <a:pt x="108" y="72"/>
                    <a:pt x="215" y="119"/>
                    <a:pt x="322" y="167"/>
                  </a:cubicBezTo>
                  <a:lnTo>
                    <a:pt x="346" y="24"/>
                  </a:lnTo>
                  <a:lnTo>
                    <a:pt x="346" y="0"/>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1"/>
            <p:cNvSpPr/>
            <p:nvPr/>
          </p:nvSpPr>
          <p:spPr>
            <a:xfrm>
              <a:off x="1822250" y="1379775"/>
              <a:ext cx="8650" cy="4175"/>
            </a:xfrm>
            <a:custGeom>
              <a:rect b="b" l="l" r="r" t="t"/>
              <a:pathLst>
                <a:path extrusionOk="0" h="167" w="346">
                  <a:moveTo>
                    <a:pt x="345" y="0"/>
                  </a:moveTo>
                  <a:lnTo>
                    <a:pt x="0" y="12"/>
                  </a:lnTo>
                  <a:lnTo>
                    <a:pt x="12" y="36"/>
                  </a:lnTo>
                  <a:lnTo>
                    <a:pt x="36" y="167"/>
                  </a:lnTo>
                  <a:cubicBezTo>
                    <a:pt x="143" y="119"/>
                    <a:pt x="238" y="60"/>
                    <a:pt x="345" y="0"/>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1"/>
            <p:cNvSpPr/>
            <p:nvPr/>
          </p:nvSpPr>
          <p:spPr>
            <a:xfrm>
              <a:off x="1826400" y="1386600"/>
              <a:ext cx="105700" cy="409600"/>
            </a:xfrm>
            <a:custGeom>
              <a:rect b="b" l="l" r="r" t="t"/>
              <a:pathLst>
                <a:path extrusionOk="0" h="16384" w="4228">
                  <a:moveTo>
                    <a:pt x="834" y="1"/>
                  </a:moveTo>
                  <a:cubicBezTo>
                    <a:pt x="798" y="37"/>
                    <a:pt x="763" y="60"/>
                    <a:pt x="715" y="96"/>
                  </a:cubicBezTo>
                  <a:lnTo>
                    <a:pt x="763" y="299"/>
                  </a:lnTo>
                  <a:lnTo>
                    <a:pt x="798" y="489"/>
                  </a:lnTo>
                  <a:lnTo>
                    <a:pt x="4061" y="16217"/>
                  </a:lnTo>
                  <a:lnTo>
                    <a:pt x="3394" y="16241"/>
                  </a:lnTo>
                  <a:lnTo>
                    <a:pt x="203" y="822"/>
                  </a:lnTo>
                  <a:lnTo>
                    <a:pt x="167" y="644"/>
                  </a:lnTo>
                  <a:lnTo>
                    <a:pt x="132" y="453"/>
                  </a:lnTo>
                  <a:cubicBezTo>
                    <a:pt x="84" y="477"/>
                    <a:pt x="36" y="489"/>
                    <a:pt x="1" y="513"/>
                  </a:cubicBezTo>
                  <a:lnTo>
                    <a:pt x="36" y="691"/>
                  </a:lnTo>
                  <a:lnTo>
                    <a:pt x="72" y="882"/>
                  </a:lnTo>
                  <a:lnTo>
                    <a:pt x="3287" y="16384"/>
                  </a:lnTo>
                  <a:lnTo>
                    <a:pt x="4227" y="16348"/>
                  </a:lnTo>
                  <a:lnTo>
                    <a:pt x="4227" y="16336"/>
                  </a:lnTo>
                  <a:lnTo>
                    <a:pt x="918" y="406"/>
                  </a:lnTo>
                  <a:lnTo>
                    <a:pt x="882" y="203"/>
                  </a:lnTo>
                  <a:lnTo>
                    <a:pt x="834" y="1"/>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1"/>
            <p:cNvSpPr/>
            <p:nvPr/>
          </p:nvSpPr>
          <p:spPr>
            <a:xfrm>
              <a:off x="1613275" y="1235350"/>
              <a:ext cx="389975" cy="595975"/>
            </a:xfrm>
            <a:custGeom>
              <a:rect b="b" l="l" r="r" t="t"/>
              <a:pathLst>
                <a:path extrusionOk="0" h="23839" w="15599">
                  <a:moveTo>
                    <a:pt x="8466" y="6980"/>
                  </a:moveTo>
                  <a:lnTo>
                    <a:pt x="10109" y="14909"/>
                  </a:lnTo>
                  <a:lnTo>
                    <a:pt x="5418" y="15100"/>
                  </a:lnTo>
                  <a:lnTo>
                    <a:pt x="5418" y="15100"/>
                  </a:lnTo>
                  <a:lnTo>
                    <a:pt x="6418" y="7063"/>
                  </a:lnTo>
                  <a:cubicBezTo>
                    <a:pt x="6710" y="7136"/>
                    <a:pt x="7011" y="7172"/>
                    <a:pt x="7321" y="7172"/>
                  </a:cubicBezTo>
                  <a:cubicBezTo>
                    <a:pt x="7365" y="7172"/>
                    <a:pt x="7410" y="7172"/>
                    <a:pt x="7454" y="7170"/>
                  </a:cubicBezTo>
                  <a:cubicBezTo>
                    <a:pt x="7799" y="7158"/>
                    <a:pt x="8145" y="7087"/>
                    <a:pt x="8466" y="6980"/>
                  </a:cubicBezTo>
                  <a:close/>
                  <a:moveTo>
                    <a:pt x="7312" y="381"/>
                  </a:moveTo>
                  <a:cubicBezTo>
                    <a:pt x="9028" y="381"/>
                    <a:pt x="10456" y="1737"/>
                    <a:pt x="10514" y="3455"/>
                  </a:cubicBezTo>
                  <a:cubicBezTo>
                    <a:pt x="10562" y="4432"/>
                    <a:pt x="10157" y="5325"/>
                    <a:pt x="9478" y="5944"/>
                  </a:cubicBezTo>
                  <a:cubicBezTo>
                    <a:pt x="9443" y="5979"/>
                    <a:pt x="9407" y="6015"/>
                    <a:pt x="9359" y="6051"/>
                  </a:cubicBezTo>
                  <a:cubicBezTo>
                    <a:pt x="9323" y="6087"/>
                    <a:pt x="9288" y="6122"/>
                    <a:pt x="9240" y="6146"/>
                  </a:cubicBezTo>
                  <a:lnTo>
                    <a:pt x="9288" y="6349"/>
                  </a:lnTo>
                  <a:lnTo>
                    <a:pt x="9323" y="6551"/>
                  </a:lnTo>
                  <a:lnTo>
                    <a:pt x="11050" y="14873"/>
                  </a:lnTo>
                  <a:lnTo>
                    <a:pt x="10395" y="14909"/>
                  </a:lnTo>
                  <a:lnTo>
                    <a:pt x="8728" y="6872"/>
                  </a:lnTo>
                  <a:lnTo>
                    <a:pt x="8692" y="6694"/>
                  </a:lnTo>
                  <a:lnTo>
                    <a:pt x="8657" y="6503"/>
                  </a:lnTo>
                  <a:cubicBezTo>
                    <a:pt x="8609" y="6527"/>
                    <a:pt x="8561" y="6539"/>
                    <a:pt x="8526" y="6563"/>
                  </a:cubicBezTo>
                  <a:cubicBezTo>
                    <a:pt x="8478" y="6575"/>
                    <a:pt x="8442" y="6599"/>
                    <a:pt x="8395" y="6610"/>
                  </a:cubicBezTo>
                  <a:cubicBezTo>
                    <a:pt x="8097" y="6718"/>
                    <a:pt x="7776" y="6777"/>
                    <a:pt x="7442" y="6789"/>
                  </a:cubicBezTo>
                  <a:cubicBezTo>
                    <a:pt x="7384" y="6793"/>
                    <a:pt x="7326" y="6795"/>
                    <a:pt x="7269" y="6795"/>
                  </a:cubicBezTo>
                  <a:cubicBezTo>
                    <a:pt x="6997" y="6795"/>
                    <a:pt x="6733" y="6751"/>
                    <a:pt x="6478" y="6682"/>
                  </a:cubicBezTo>
                  <a:cubicBezTo>
                    <a:pt x="6430" y="6670"/>
                    <a:pt x="6383" y="6658"/>
                    <a:pt x="6347" y="6646"/>
                  </a:cubicBezTo>
                  <a:cubicBezTo>
                    <a:pt x="6299" y="6634"/>
                    <a:pt x="6252" y="6622"/>
                    <a:pt x="6204" y="6599"/>
                  </a:cubicBezTo>
                  <a:lnTo>
                    <a:pt x="6180" y="6789"/>
                  </a:lnTo>
                  <a:lnTo>
                    <a:pt x="6168" y="6980"/>
                  </a:lnTo>
                  <a:lnTo>
                    <a:pt x="5144" y="15112"/>
                  </a:lnTo>
                  <a:lnTo>
                    <a:pt x="4478" y="15147"/>
                  </a:lnTo>
                  <a:lnTo>
                    <a:pt x="5537" y="6694"/>
                  </a:lnTo>
                  <a:lnTo>
                    <a:pt x="5561" y="6503"/>
                  </a:lnTo>
                  <a:lnTo>
                    <a:pt x="5585" y="6289"/>
                  </a:lnTo>
                  <a:cubicBezTo>
                    <a:pt x="5537" y="6265"/>
                    <a:pt x="5502" y="6241"/>
                    <a:pt x="5466" y="6206"/>
                  </a:cubicBezTo>
                  <a:cubicBezTo>
                    <a:pt x="5418" y="6182"/>
                    <a:pt x="5371" y="6146"/>
                    <a:pt x="5335" y="6110"/>
                  </a:cubicBezTo>
                  <a:cubicBezTo>
                    <a:pt x="4621" y="5551"/>
                    <a:pt x="4144" y="4694"/>
                    <a:pt x="4109" y="3717"/>
                  </a:cubicBezTo>
                  <a:cubicBezTo>
                    <a:pt x="4037" y="1943"/>
                    <a:pt x="5418" y="455"/>
                    <a:pt x="7180" y="384"/>
                  </a:cubicBezTo>
                  <a:cubicBezTo>
                    <a:pt x="7224" y="382"/>
                    <a:pt x="7268" y="381"/>
                    <a:pt x="7312" y="381"/>
                  </a:cubicBezTo>
                  <a:close/>
                  <a:moveTo>
                    <a:pt x="14657" y="15004"/>
                  </a:moveTo>
                  <a:cubicBezTo>
                    <a:pt x="14848" y="15004"/>
                    <a:pt x="15027" y="15076"/>
                    <a:pt x="15146" y="15231"/>
                  </a:cubicBezTo>
                  <a:cubicBezTo>
                    <a:pt x="15265" y="15385"/>
                    <a:pt x="15312" y="15576"/>
                    <a:pt x="15265" y="15766"/>
                  </a:cubicBezTo>
                  <a:lnTo>
                    <a:pt x="13562" y="22220"/>
                  </a:lnTo>
                  <a:lnTo>
                    <a:pt x="12860" y="22255"/>
                  </a:lnTo>
                  <a:lnTo>
                    <a:pt x="11383" y="15135"/>
                  </a:lnTo>
                  <a:lnTo>
                    <a:pt x="14657" y="15004"/>
                  </a:lnTo>
                  <a:close/>
                  <a:moveTo>
                    <a:pt x="11109" y="15147"/>
                  </a:moveTo>
                  <a:lnTo>
                    <a:pt x="12586" y="22267"/>
                  </a:lnTo>
                  <a:lnTo>
                    <a:pt x="11919" y="22291"/>
                  </a:lnTo>
                  <a:lnTo>
                    <a:pt x="10443" y="15171"/>
                  </a:lnTo>
                  <a:lnTo>
                    <a:pt x="11109" y="15147"/>
                  </a:lnTo>
                  <a:close/>
                  <a:moveTo>
                    <a:pt x="10169" y="15183"/>
                  </a:moveTo>
                  <a:lnTo>
                    <a:pt x="11645" y="22303"/>
                  </a:lnTo>
                  <a:lnTo>
                    <a:pt x="4478" y="22589"/>
                  </a:lnTo>
                  <a:lnTo>
                    <a:pt x="5383" y="15373"/>
                  </a:lnTo>
                  <a:lnTo>
                    <a:pt x="10169" y="15183"/>
                  </a:lnTo>
                  <a:close/>
                  <a:moveTo>
                    <a:pt x="5109" y="15385"/>
                  </a:moveTo>
                  <a:lnTo>
                    <a:pt x="4204" y="22601"/>
                  </a:lnTo>
                  <a:lnTo>
                    <a:pt x="3537" y="22624"/>
                  </a:lnTo>
                  <a:lnTo>
                    <a:pt x="4442" y="15409"/>
                  </a:lnTo>
                  <a:lnTo>
                    <a:pt x="5109" y="15385"/>
                  </a:lnTo>
                  <a:close/>
                  <a:moveTo>
                    <a:pt x="4168" y="15421"/>
                  </a:moveTo>
                  <a:lnTo>
                    <a:pt x="3263" y="22636"/>
                  </a:lnTo>
                  <a:lnTo>
                    <a:pt x="2668" y="22660"/>
                  </a:lnTo>
                  <a:lnTo>
                    <a:pt x="346" y="16314"/>
                  </a:lnTo>
                  <a:cubicBezTo>
                    <a:pt x="287" y="16135"/>
                    <a:pt x="310" y="15957"/>
                    <a:pt x="406" y="15802"/>
                  </a:cubicBezTo>
                  <a:cubicBezTo>
                    <a:pt x="513" y="15659"/>
                    <a:pt x="668" y="15564"/>
                    <a:pt x="846" y="15564"/>
                  </a:cubicBezTo>
                  <a:lnTo>
                    <a:pt x="4168" y="15421"/>
                  </a:lnTo>
                  <a:close/>
                  <a:moveTo>
                    <a:pt x="14515" y="22458"/>
                  </a:moveTo>
                  <a:lnTo>
                    <a:pt x="14538" y="23053"/>
                  </a:lnTo>
                  <a:lnTo>
                    <a:pt x="1918" y="23553"/>
                  </a:lnTo>
                  <a:lnTo>
                    <a:pt x="1894" y="22958"/>
                  </a:lnTo>
                  <a:lnTo>
                    <a:pt x="2477" y="22934"/>
                  </a:lnTo>
                  <a:lnTo>
                    <a:pt x="13776" y="22493"/>
                  </a:lnTo>
                  <a:lnTo>
                    <a:pt x="14515" y="22458"/>
                  </a:lnTo>
                  <a:close/>
                  <a:moveTo>
                    <a:pt x="7300" y="0"/>
                  </a:moveTo>
                  <a:cubicBezTo>
                    <a:pt x="7256" y="0"/>
                    <a:pt x="7212" y="1"/>
                    <a:pt x="7168" y="3"/>
                  </a:cubicBezTo>
                  <a:cubicBezTo>
                    <a:pt x="5192" y="86"/>
                    <a:pt x="3644" y="1753"/>
                    <a:pt x="3728" y="3729"/>
                  </a:cubicBezTo>
                  <a:cubicBezTo>
                    <a:pt x="3775" y="4908"/>
                    <a:pt x="4382" y="5920"/>
                    <a:pt x="5275" y="6539"/>
                  </a:cubicBezTo>
                  <a:lnTo>
                    <a:pt x="4192" y="15147"/>
                  </a:lnTo>
                  <a:lnTo>
                    <a:pt x="834" y="15290"/>
                  </a:lnTo>
                  <a:cubicBezTo>
                    <a:pt x="572" y="15290"/>
                    <a:pt x="334" y="15433"/>
                    <a:pt x="179" y="15659"/>
                  </a:cubicBezTo>
                  <a:cubicBezTo>
                    <a:pt x="25" y="15874"/>
                    <a:pt x="1" y="16147"/>
                    <a:pt x="84" y="16409"/>
                  </a:cubicBezTo>
                  <a:lnTo>
                    <a:pt x="2370" y="22672"/>
                  </a:lnTo>
                  <a:lnTo>
                    <a:pt x="1608" y="22696"/>
                  </a:lnTo>
                  <a:lnTo>
                    <a:pt x="1656" y="23839"/>
                  </a:lnTo>
                  <a:lnTo>
                    <a:pt x="14824" y="23315"/>
                  </a:lnTo>
                  <a:lnTo>
                    <a:pt x="14777" y="22172"/>
                  </a:lnTo>
                  <a:lnTo>
                    <a:pt x="13848" y="22220"/>
                  </a:lnTo>
                  <a:lnTo>
                    <a:pt x="15527" y="15838"/>
                  </a:lnTo>
                  <a:cubicBezTo>
                    <a:pt x="15598" y="15564"/>
                    <a:pt x="15539" y="15278"/>
                    <a:pt x="15360" y="15064"/>
                  </a:cubicBezTo>
                  <a:cubicBezTo>
                    <a:pt x="15189" y="14859"/>
                    <a:pt x="14941" y="14730"/>
                    <a:pt x="14680" y="14730"/>
                  </a:cubicBezTo>
                  <a:cubicBezTo>
                    <a:pt x="14669" y="14730"/>
                    <a:pt x="14657" y="14730"/>
                    <a:pt x="14646" y="14731"/>
                  </a:cubicBezTo>
                  <a:lnTo>
                    <a:pt x="11324" y="14873"/>
                  </a:lnTo>
                  <a:lnTo>
                    <a:pt x="9562" y="6360"/>
                  </a:lnTo>
                  <a:cubicBezTo>
                    <a:pt x="10407" y="5682"/>
                    <a:pt x="10931" y="4610"/>
                    <a:pt x="10883" y="3443"/>
                  </a:cubicBezTo>
                  <a:cubicBezTo>
                    <a:pt x="10813" y="1511"/>
                    <a:pt x="9207" y="0"/>
                    <a:pt x="7300"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1"/>
            <p:cNvSpPr/>
            <p:nvPr/>
          </p:nvSpPr>
          <p:spPr>
            <a:xfrm>
              <a:off x="1729675" y="1260350"/>
              <a:ext cx="131875" cy="129600"/>
            </a:xfrm>
            <a:custGeom>
              <a:rect b="b" l="l" r="r" t="t"/>
              <a:pathLst>
                <a:path extrusionOk="0" h="5184" w="5275">
                  <a:moveTo>
                    <a:pt x="2648" y="263"/>
                  </a:moveTo>
                  <a:cubicBezTo>
                    <a:pt x="3895" y="263"/>
                    <a:pt x="4919" y="1246"/>
                    <a:pt x="4977" y="2491"/>
                  </a:cubicBezTo>
                  <a:cubicBezTo>
                    <a:pt x="5013" y="3420"/>
                    <a:pt x="4489" y="4253"/>
                    <a:pt x="3715" y="4646"/>
                  </a:cubicBezTo>
                  <a:lnTo>
                    <a:pt x="3548" y="4729"/>
                  </a:lnTo>
                  <a:cubicBezTo>
                    <a:pt x="3298" y="4837"/>
                    <a:pt x="3024" y="4896"/>
                    <a:pt x="2739" y="4908"/>
                  </a:cubicBezTo>
                  <a:cubicBezTo>
                    <a:pt x="2709" y="4909"/>
                    <a:pt x="2680" y="4910"/>
                    <a:pt x="2652" y="4910"/>
                  </a:cubicBezTo>
                  <a:cubicBezTo>
                    <a:pt x="2397" y="4910"/>
                    <a:pt x="2154" y="4864"/>
                    <a:pt x="1929" y="4789"/>
                  </a:cubicBezTo>
                  <a:lnTo>
                    <a:pt x="1762" y="4729"/>
                  </a:lnTo>
                  <a:cubicBezTo>
                    <a:pt x="953" y="4396"/>
                    <a:pt x="369" y="3610"/>
                    <a:pt x="334" y="2682"/>
                  </a:cubicBezTo>
                  <a:cubicBezTo>
                    <a:pt x="274" y="1396"/>
                    <a:pt x="1274" y="324"/>
                    <a:pt x="2560" y="265"/>
                  </a:cubicBezTo>
                  <a:cubicBezTo>
                    <a:pt x="2590" y="263"/>
                    <a:pt x="2619" y="263"/>
                    <a:pt x="2648" y="263"/>
                  </a:cubicBezTo>
                  <a:close/>
                  <a:moveTo>
                    <a:pt x="2658" y="0"/>
                  </a:moveTo>
                  <a:cubicBezTo>
                    <a:pt x="2622" y="0"/>
                    <a:pt x="2585" y="1"/>
                    <a:pt x="2548" y="3"/>
                  </a:cubicBezTo>
                  <a:cubicBezTo>
                    <a:pt x="1119" y="50"/>
                    <a:pt x="0" y="1265"/>
                    <a:pt x="60" y="2693"/>
                  </a:cubicBezTo>
                  <a:cubicBezTo>
                    <a:pt x="95" y="3551"/>
                    <a:pt x="560" y="4301"/>
                    <a:pt x="1227" y="4753"/>
                  </a:cubicBezTo>
                  <a:cubicBezTo>
                    <a:pt x="1298" y="4801"/>
                    <a:pt x="1369" y="4837"/>
                    <a:pt x="1441" y="4884"/>
                  </a:cubicBezTo>
                  <a:cubicBezTo>
                    <a:pt x="1548" y="4932"/>
                    <a:pt x="1655" y="4979"/>
                    <a:pt x="1762" y="5027"/>
                  </a:cubicBezTo>
                  <a:cubicBezTo>
                    <a:pt x="1798" y="5039"/>
                    <a:pt x="1846" y="5051"/>
                    <a:pt x="1893" y="5063"/>
                  </a:cubicBezTo>
                  <a:cubicBezTo>
                    <a:pt x="2139" y="5138"/>
                    <a:pt x="2395" y="5184"/>
                    <a:pt x="2660" y="5184"/>
                  </a:cubicBezTo>
                  <a:cubicBezTo>
                    <a:pt x="2690" y="5184"/>
                    <a:pt x="2720" y="5183"/>
                    <a:pt x="2751" y="5182"/>
                  </a:cubicBezTo>
                  <a:cubicBezTo>
                    <a:pt x="3060" y="5170"/>
                    <a:pt x="3346" y="5099"/>
                    <a:pt x="3608" y="5003"/>
                  </a:cubicBezTo>
                  <a:cubicBezTo>
                    <a:pt x="3655" y="4979"/>
                    <a:pt x="3691" y="4968"/>
                    <a:pt x="3739" y="4944"/>
                  </a:cubicBezTo>
                  <a:cubicBezTo>
                    <a:pt x="3846" y="4896"/>
                    <a:pt x="3941" y="4837"/>
                    <a:pt x="4048" y="4777"/>
                  </a:cubicBezTo>
                  <a:cubicBezTo>
                    <a:pt x="4120" y="4729"/>
                    <a:pt x="4179" y="4682"/>
                    <a:pt x="4251" y="4634"/>
                  </a:cubicBezTo>
                  <a:cubicBezTo>
                    <a:pt x="4882" y="4134"/>
                    <a:pt x="5275" y="3348"/>
                    <a:pt x="5239" y="2479"/>
                  </a:cubicBezTo>
                  <a:cubicBezTo>
                    <a:pt x="5193" y="1087"/>
                    <a:pt x="4039" y="0"/>
                    <a:pt x="2658"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1"/>
            <p:cNvSpPr/>
            <p:nvPr/>
          </p:nvSpPr>
          <p:spPr>
            <a:xfrm>
              <a:off x="1701700" y="1247250"/>
              <a:ext cx="225925" cy="556100"/>
            </a:xfrm>
            <a:custGeom>
              <a:rect b="b" l="l" r="r" t="t"/>
              <a:pathLst>
                <a:path extrusionOk="0" h="22244" w="9037">
                  <a:moveTo>
                    <a:pt x="3756" y="609"/>
                  </a:moveTo>
                  <a:cubicBezTo>
                    <a:pt x="5146" y="609"/>
                    <a:pt x="6311" y="1699"/>
                    <a:pt x="6358" y="3098"/>
                  </a:cubicBezTo>
                  <a:cubicBezTo>
                    <a:pt x="6394" y="3968"/>
                    <a:pt x="6001" y="4753"/>
                    <a:pt x="5370" y="5253"/>
                  </a:cubicBezTo>
                  <a:cubicBezTo>
                    <a:pt x="5298" y="5301"/>
                    <a:pt x="5239" y="5349"/>
                    <a:pt x="5167" y="5396"/>
                  </a:cubicBezTo>
                  <a:cubicBezTo>
                    <a:pt x="5060" y="5456"/>
                    <a:pt x="4965" y="5515"/>
                    <a:pt x="4858" y="5563"/>
                  </a:cubicBezTo>
                  <a:cubicBezTo>
                    <a:pt x="4810" y="5587"/>
                    <a:pt x="4774" y="5599"/>
                    <a:pt x="4727" y="5623"/>
                  </a:cubicBezTo>
                  <a:cubicBezTo>
                    <a:pt x="4465" y="5718"/>
                    <a:pt x="4179" y="5789"/>
                    <a:pt x="3870" y="5801"/>
                  </a:cubicBezTo>
                  <a:cubicBezTo>
                    <a:pt x="3839" y="5802"/>
                    <a:pt x="3809" y="5803"/>
                    <a:pt x="3779" y="5803"/>
                  </a:cubicBezTo>
                  <a:cubicBezTo>
                    <a:pt x="3514" y="5803"/>
                    <a:pt x="3258" y="5757"/>
                    <a:pt x="3012" y="5682"/>
                  </a:cubicBezTo>
                  <a:cubicBezTo>
                    <a:pt x="2965" y="5670"/>
                    <a:pt x="2917" y="5658"/>
                    <a:pt x="2881" y="5646"/>
                  </a:cubicBezTo>
                  <a:cubicBezTo>
                    <a:pt x="2774" y="5599"/>
                    <a:pt x="2667" y="5551"/>
                    <a:pt x="2560" y="5503"/>
                  </a:cubicBezTo>
                  <a:cubicBezTo>
                    <a:pt x="2488" y="5456"/>
                    <a:pt x="2417" y="5420"/>
                    <a:pt x="2346" y="5372"/>
                  </a:cubicBezTo>
                  <a:cubicBezTo>
                    <a:pt x="1679" y="4920"/>
                    <a:pt x="1214" y="4170"/>
                    <a:pt x="1179" y="3313"/>
                  </a:cubicBezTo>
                  <a:cubicBezTo>
                    <a:pt x="1119" y="1884"/>
                    <a:pt x="2238" y="670"/>
                    <a:pt x="3667" y="610"/>
                  </a:cubicBezTo>
                  <a:cubicBezTo>
                    <a:pt x="3697" y="609"/>
                    <a:pt x="3726" y="609"/>
                    <a:pt x="3756" y="609"/>
                  </a:cubicBezTo>
                  <a:close/>
                  <a:moveTo>
                    <a:pt x="3775" y="0"/>
                  </a:moveTo>
                  <a:cubicBezTo>
                    <a:pt x="3731" y="0"/>
                    <a:pt x="3687" y="1"/>
                    <a:pt x="3643" y="3"/>
                  </a:cubicBezTo>
                  <a:cubicBezTo>
                    <a:pt x="1869" y="74"/>
                    <a:pt x="488" y="1562"/>
                    <a:pt x="560" y="3337"/>
                  </a:cubicBezTo>
                  <a:cubicBezTo>
                    <a:pt x="607" y="4313"/>
                    <a:pt x="1072" y="5170"/>
                    <a:pt x="1798" y="5730"/>
                  </a:cubicBezTo>
                  <a:cubicBezTo>
                    <a:pt x="1834" y="5765"/>
                    <a:pt x="1881" y="5801"/>
                    <a:pt x="1917" y="5825"/>
                  </a:cubicBezTo>
                  <a:cubicBezTo>
                    <a:pt x="1965" y="5861"/>
                    <a:pt x="2000" y="5884"/>
                    <a:pt x="2048" y="5908"/>
                  </a:cubicBezTo>
                  <a:lnTo>
                    <a:pt x="2024" y="6123"/>
                  </a:lnTo>
                  <a:lnTo>
                    <a:pt x="1988" y="6313"/>
                  </a:lnTo>
                  <a:lnTo>
                    <a:pt x="0" y="22244"/>
                  </a:lnTo>
                  <a:lnTo>
                    <a:pt x="655" y="22220"/>
                  </a:lnTo>
                  <a:lnTo>
                    <a:pt x="2619" y="6599"/>
                  </a:lnTo>
                  <a:lnTo>
                    <a:pt x="2643" y="6408"/>
                  </a:lnTo>
                  <a:lnTo>
                    <a:pt x="2667" y="6218"/>
                  </a:lnTo>
                  <a:cubicBezTo>
                    <a:pt x="2703" y="6242"/>
                    <a:pt x="2750" y="6254"/>
                    <a:pt x="2798" y="6265"/>
                  </a:cubicBezTo>
                  <a:cubicBezTo>
                    <a:pt x="2846" y="6277"/>
                    <a:pt x="2881" y="6289"/>
                    <a:pt x="2929" y="6301"/>
                  </a:cubicBezTo>
                  <a:cubicBezTo>
                    <a:pt x="3185" y="6370"/>
                    <a:pt x="3448" y="6414"/>
                    <a:pt x="3720" y="6414"/>
                  </a:cubicBezTo>
                  <a:cubicBezTo>
                    <a:pt x="3778" y="6414"/>
                    <a:pt x="3835" y="6412"/>
                    <a:pt x="3893" y="6408"/>
                  </a:cubicBezTo>
                  <a:cubicBezTo>
                    <a:pt x="4227" y="6396"/>
                    <a:pt x="4548" y="6337"/>
                    <a:pt x="4846" y="6230"/>
                  </a:cubicBezTo>
                  <a:cubicBezTo>
                    <a:pt x="4894" y="6218"/>
                    <a:pt x="4941" y="6194"/>
                    <a:pt x="4977" y="6182"/>
                  </a:cubicBezTo>
                  <a:cubicBezTo>
                    <a:pt x="5024" y="6158"/>
                    <a:pt x="5060" y="6146"/>
                    <a:pt x="5108" y="6123"/>
                  </a:cubicBezTo>
                  <a:lnTo>
                    <a:pt x="5144" y="6313"/>
                  </a:lnTo>
                  <a:lnTo>
                    <a:pt x="5179" y="6492"/>
                  </a:lnTo>
                  <a:lnTo>
                    <a:pt x="8382" y="21910"/>
                  </a:lnTo>
                  <a:lnTo>
                    <a:pt x="9037" y="21875"/>
                  </a:lnTo>
                  <a:lnTo>
                    <a:pt x="5786" y="6158"/>
                  </a:lnTo>
                  <a:lnTo>
                    <a:pt x="5786" y="6170"/>
                  </a:lnTo>
                  <a:lnTo>
                    <a:pt x="5751" y="5968"/>
                  </a:lnTo>
                  <a:lnTo>
                    <a:pt x="5703" y="5765"/>
                  </a:lnTo>
                  <a:cubicBezTo>
                    <a:pt x="5751" y="5730"/>
                    <a:pt x="5786" y="5706"/>
                    <a:pt x="5822" y="5670"/>
                  </a:cubicBezTo>
                  <a:cubicBezTo>
                    <a:pt x="5870" y="5634"/>
                    <a:pt x="5906" y="5599"/>
                    <a:pt x="5941" y="5563"/>
                  </a:cubicBezTo>
                  <a:cubicBezTo>
                    <a:pt x="6620" y="4944"/>
                    <a:pt x="7025" y="4051"/>
                    <a:pt x="6977" y="3075"/>
                  </a:cubicBezTo>
                  <a:cubicBezTo>
                    <a:pt x="6907" y="1356"/>
                    <a:pt x="5490" y="0"/>
                    <a:pt x="37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21"/>
          <p:cNvGrpSpPr/>
          <p:nvPr/>
        </p:nvGrpSpPr>
        <p:grpSpPr>
          <a:xfrm rot="2700000">
            <a:off x="8433074" y="1796581"/>
            <a:ext cx="499611" cy="763525"/>
            <a:chOff x="1613275" y="1235350"/>
            <a:chExt cx="389975" cy="595975"/>
          </a:xfrm>
        </p:grpSpPr>
        <p:sp>
          <p:nvSpPr>
            <p:cNvPr id="647" name="Google Shape;647;p21"/>
            <p:cNvSpPr/>
            <p:nvPr/>
          </p:nvSpPr>
          <p:spPr>
            <a:xfrm>
              <a:off x="1614775" y="1607150"/>
              <a:ext cx="386600" cy="198275"/>
            </a:xfrm>
            <a:custGeom>
              <a:rect b="b" l="l" r="r" t="t"/>
              <a:pathLst>
                <a:path extrusionOk="0" h="7931" w="15464">
                  <a:moveTo>
                    <a:pt x="14622" y="1"/>
                  </a:moveTo>
                  <a:cubicBezTo>
                    <a:pt x="14610" y="1"/>
                    <a:pt x="14598" y="1"/>
                    <a:pt x="14586" y="1"/>
                  </a:cubicBezTo>
                  <a:lnTo>
                    <a:pt x="786" y="549"/>
                  </a:lnTo>
                  <a:cubicBezTo>
                    <a:pt x="310" y="573"/>
                    <a:pt x="0" y="1037"/>
                    <a:pt x="155" y="1490"/>
                  </a:cubicBezTo>
                  <a:lnTo>
                    <a:pt x="2513" y="7931"/>
                  </a:lnTo>
                  <a:lnTo>
                    <a:pt x="13609" y="7490"/>
                  </a:lnTo>
                  <a:lnTo>
                    <a:pt x="15336" y="930"/>
                  </a:lnTo>
                  <a:cubicBezTo>
                    <a:pt x="15463" y="454"/>
                    <a:pt x="15104" y="1"/>
                    <a:pt x="14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1"/>
            <p:cNvSpPr/>
            <p:nvPr/>
          </p:nvSpPr>
          <p:spPr>
            <a:xfrm>
              <a:off x="1697825" y="1390475"/>
              <a:ext cx="73825" cy="414075"/>
            </a:xfrm>
            <a:custGeom>
              <a:rect b="b" l="l" r="r" t="t"/>
              <a:pathLst>
                <a:path extrusionOk="0" h="16563" w="2953">
                  <a:moveTo>
                    <a:pt x="2084" y="1"/>
                  </a:moveTo>
                  <a:lnTo>
                    <a:pt x="2048" y="215"/>
                  </a:lnTo>
                  <a:lnTo>
                    <a:pt x="2024" y="417"/>
                  </a:lnTo>
                  <a:lnTo>
                    <a:pt x="0" y="16562"/>
                  </a:lnTo>
                  <a:lnTo>
                    <a:pt x="941" y="16527"/>
                  </a:lnTo>
                  <a:lnTo>
                    <a:pt x="2905" y="822"/>
                  </a:lnTo>
                  <a:lnTo>
                    <a:pt x="2929" y="632"/>
                  </a:lnTo>
                  <a:lnTo>
                    <a:pt x="2953" y="441"/>
                  </a:lnTo>
                  <a:cubicBezTo>
                    <a:pt x="2905" y="429"/>
                    <a:pt x="2870" y="417"/>
                    <a:pt x="2822" y="394"/>
                  </a:cubicBezTo>
                  <a:lnTo>
                    <a:pt x="2798" y="584"/>
                  </a:lnTo>
                  <a:lnTo>
                    <a:pt x="2774" y="775"/>
                  </a:lnTo>
                  <a:lnTo>
                    <a:pt x="822" y="16396"/>
                  </a:lnTo>
                  <a:lnTo>
                    <a:pt x="155" y="16419"/>
                  </a:lnTo>
                  <a:lnTo>
                    <a:pt x="2155" y="489"/>
                  </a:lnTo>
                  <a:lnTo>
                    <a:pt x="2179" y="298"/>
                  </a:lnTo>
                  <a:lnTo>
                    <a:pt x="2203" y="84"/>
                  </a:lnTo>
                  <a:cubicBezTo>
                    <a:pt x="2155" y="60"/>
                    <a:pt x="2120" y="36"/>
                    <a:pt x="2084" y="1"/>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1"/>
            <p:cNvSpPr/>
            <p:nvPr/>
          </p:nvSpPr>
          <p:spPr>
            <a:xfrm>
              <a:off x="1765675" y="1381850"/>
              <a:ext cx="8675" cy="4200"/>
            </a:xfrm>
            <a:custGeom>
              <a:rect b="b" l="l" r="r" t="t"/>
              <a:pathLst>
                <a:path extrusionOk="0" h="168" w="347">
                  <a:moveTo>
                    <a:pt x="346" y="0"/>
                  </a:moveTo>
                  <a:lnTo>
                    <a:pt x="287" y="12"/>
                  </a:lnTo>
                  <a:lnTo>
                    <a:pt x="1" y="24"/>
                  </a:lnTo>
                  <a:cubicBezTo>
                    <a:pt x="108" y="72"/>
                    <a:pt x="215" y="119"/>
                    <a:pt x="322" y="167"/>
                  </a:cubicBezTo>
                  <a:lnTo>
                    <a:pt x="346" y="24"/>
                  </a:lnTo>
                  <a:lnTo>
                    <a:pt x="346" y="0"/>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1"/>
            <p:cNvSpPr/>
            <p:nvPr/>
          </p:nvSpPr>
          <p:spPr>
            <a:xfrm>
              <a:off x="1822250" y="1379775"/>
              <a:ext cx="8650" cy="4175"/>
            </a:xfrm>
            <a:custGeom>
              <a:rect b="b" l="l" r="r" t="t"/>
              <a:pathLst>
                <a:path extrusionOk="0" h="167" w="346">
                  <a:moveTo>
                    <a:pt x="345" y="0"/>
                  </a:moveTo>
                  <a:lnTo>
                    <a:pt x="0" y="12"/>
                  </a:lnTo>
                  <a:lnTo>
                    <a:pt x="12" y="36"/>
                  </a:lnTo>
                  <a:lnTo>
                    <a:pt x="36" y="167"/>
                  </a:lnTo>
                  <a:cubicBezTo>
                    <a:pt x="143" y="119"/>
                    <a:pt x="238" y="60"/>
                    <a:pt x="345" y="0"/>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1"/>
            <p:cNvSpPr/>
            <p:nvPr/>
          </p:nvSpPr>
          <p:spPr>
            <a:xfrm>
              <a:off x="1826400" y="1386600"/>
              <a:ext cx="105700" cy="409600"/>
            </a:xfrm>
            <a:custGeom>
              <a:rect b="b" l="l" r="r" t="t"/>
              <a:pathLst>
                <a:path extrusionOk="0" h="16384" w="4228">
                  <a:moveTo>
                    <a:pt x="834" y="1"/>
                  </a:moveTo>
                  <a:cubicBezTo>
                    <a:pt x="798" y="37"/>
                    <a:pt x="763" y="60"/>
                    <a:pt x="715" y="96"/>
                  </a:cubicBezTo>
                  <a:lnTo>
                    <a:pt x="763" y="299"/>
                  </a:lnTo>
                  <a:lnTo>
                    <a:pt x="798" y="489"/>
                  </a:lnTo>
                  <a:lnTo>
                    <a:pt x="4061" y="16217"/>
                  </a:lnTo>
                  <a:lnTo>
                    <a:pt x="3394" y="16241"/>
                  </a:lnTo>
                  <a:lnTo>
                    <a:pt x="203" y="822"/>
                  </a:lnTo>
                  <a:lnTo>
                    <a:pt x="167" y="644"/>
                  </a:lnTo>
                  <a:lnTo>
                    <a:pt x="132" y="453"/>
                  </a:lnTo>
                  <a:cubicBezTo>
                    <a:pt x="84" y="477"/>
                    <a:pt x="36" y="489"/>
                    <a:pt x="1" y="513"/>
                  </a:cubicBezTo>
                  <a:lnTo>
                    <a:pt x="36" y="691"/>
                  </a:lnTo>
                  <a:lnTo>
                    <a:pt x="72" y="882"/>
                  </a:lnTo>
                  <a:lnTo>
                    <a:pt x="3287" y="16384"/>
                  </a:lnTo>
                  <a:lnTo>
                    <a:pt x="4227" y="16348"/>
                  </a:lnTo>
                  <a:lnTo>
                    <a:pt x="4227" y="16336"/>
                  </a:lnTo>
                  <a:lnTo>
                    <a:pt x="918" y="406"/>
                  </a:lnTo>
                  <a:lnTo>
                    <a:pt x="882" y="203"/>
                  </a:lnTo>
                  <a:lnTo>
                    <a:pt x="834" y="1"/>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1"/>
            <p:cNvSpPr/>
            <p:nvPr/>
          </p:nvSpPr>
          <p:spPr>
            <a:xfrm>
              <a:off x="1613275" y="1235350"/>
              <a:ext cx="389975" cy="595975"/>
            </a:xfrm>
            <a:custGeom>
              <a:rect b="b" l="l" r="r" t="t"/>
              <a:pathLst>
                <a:path extrusionOk="0" h="23839" w="15599">
                  <a:moveTo>
                    <a:pt x="8466" y="6980"/>
                  </a:moveTo>
                  <a:lnTo>
                    <a:pt x="10109" y="14909"/>
                  </a:lnTo>
                  <a:lnTo>
                    <a:pt x="5418" y="15100"/>
                  </a:lnTo>
                  <a:lnTo>
                    <a:pt x="5418" y="15100"/>
                  </a:lnTo>
                  <a:lnTo>
                    <a:pt x="6418" y="7063"/>
                  </a:lnTo>
                  <a:cubicBezTo>
                    <a:pt x="6710" y="7136"/>
                    <a:pt x="7011" y="7172"/>
                    <a:pt x="7321" y="7172"/>
                  </a:cubicBezTo>
                  <a:cubicBezTo>
                    <a:pt x="7365" y="7172"/>
                    <a:pt x="7410" y="7172"/>
                    <a:pt x="7454" y="7170"/>
                  </a:cubicBezTo>
                  <a:cubicBezTo>
                    <a:pt x="7799" y="7158"/>
                    <a:pt x="8145" y="7087"/>
                    <a:pt x="8466" y="6980"/>
                  </a:cubicBezTo>
                  <a:close/>
                  <a:moveTo>
                    <a:pt x="7312" y="381"/>
                  </a:moveTo>
                  <a:cubicBezTo>
                    <a:pt x="9028" y="381"/>
                    <a:pt x="10456" y="1737"/>
                    <a:pt x="10514" y="3455"/>
                  </a:cubicBezTo>
                  <a:cubicBezTo>
                    <a:pt x="10562" y="4432"/>
                    <a:pt x="10157" y="5325"/>
                    <a:pt x="9478" y="5944"/>
                  </a:cubicBezTo>
                  <a:cubicBezTo>
                    <a:pt x="9443" y="5979"/>
                    <a:pt x="9407" y="6015"/>
                    <a:pt x="9359" y="6051"/>
                  </a:cubicBezTo>
                  <a:cubicBezTo>
                    <a:pt x="9323" y="6087"/>
                    <a:pt x="9288" y="6122"/>
                    <a:pt x="9240" y="6146"/>
                  </a:cubicBezTo>
                  <a:lnTo>
                    <a:pt x="9288" y="6349"/>
                  </a:lnTo>
                  <a:lnTo>
                    <a:pt x="9323" y="6551"/>
                  </a:lnTo>
                  <a:lnTo>
                    <a:pt x="11050" y="14873"/>
                  </a:lnTo>
                  <a:lnTo>
                    <a:pt x="10395" y="14909"/>
                  </a:lnTo>
                  <a:lnTo>
                    <a:pt x="8728" y="6872"/>
                  </a:lnTo>
                  <a:lnTo>
                    <a:pt x="8692" y="6694"/>
                  </a:lnTo>
                  <a:lnTo>
                    <a:pt x="8657" y="6503"/>
                  </a:lnTo>
                  <a:cubicBezTo>
                    <a:pt x="8609" y="6527"/>
                    <a:pt x="8561" y="6539"/>
                    <a:pt x="8526" y="6563"/>
                  </a:cubicBezTo>
                  <a:cubicBezTo>
                    <a:pt x="8478" y="6575"/>
                    <a:pt x="8442" y="6599"/>
                    <a:pt x="8395" y="6610"/>
                  </a:cubicBezTo>
                  <a:cubicBezTo>
                    <a:pt x="8097" y="6718"/>
                    <a:pt x="7776" y="6777"/>
                    <a:pt x="7442" y="6789"/>
                  </a:cubicBezTo>
                  <a:cubicBezTo>
                    <a:pt x="7384" y="6793"/>
                    <a:pt x="7326" y="6795"/>
                    <a:pt x="7269" y="6795"/>
                  </a:cubicBezTo>
                  <a:cubicBezTo>
                    <a:pt x="6997" y="6795"/>
                    <a:pt x="6733" y="6751"/>
                    <a:pt x="6478" y="6682"/>
                  </a:cubicBezTo>
                  <a:cubicBezTo>
                    <a:pt x="6430" y="6670"/>
                    <a:pt x="6383" y="6658"/>
                    <a:pt x="6347" y="6646"/>
                  </a:cubicBezTo>
                  <a:cubicBezTo>
                    <a:pt x="6299" y="6634"/>
                    <a:pt x="6252" y="6622"/>
                    <a:pt x="6204" y="6599"/>
                  </a:cubicBezTo>
                  <a:lnTo>
                    <a:pt x="6180" y="6789"/>
                  </a:lnTo>
                  <a:lnTo>
                    <a:pt x="6168" y="6980"/>
                  </a:lnTo>
                  <a:lnTo>
                    <a:pt x="5144" y="15112"/>
                  </a:lnTo>
                  <a:lnTo>
                    <a:pt x="4478" y="15147"/>
                  </a:lnTo>
                  <a:lnTo>
                    <a:pt x="5537" y="6694"/>
                  </a:lnTo>
                  <a:lnTo>
                    <a:pt x="5561" y="6503"/>
                  </a:lnTo>
                  <a:lnTo>
                    <a:pt x="5585" y="6289"/>
                  </a:lnTo>
                  <a:cubicBezTo>
                    <a:pt x="5537" y="6265"/>
                    <a:pt x="5502" y="6241"/>
                    <a:pt x="5466" y="6206"/>
                  </a:cubicBezTo>
                  <a:cubicBezTo>
                    <a:pt x="5418" y="6182"/>
                    <a:pt x="5371" y="6146"/>
                    <a:pt x="5335" y="6110"/>
                  </a:cubicBezTo>
                  <a:cubicBezTo>
                    <a:pt x="4621" y="5551"/>
                    <a:pt x="4144" y="4694"/>
                    <a:pt x="4109" y="3717"/>
                  </a:cubicBezTo>
                  <a:cubicBezTo>
                    <a:pt x="4037" y="1943"/>
                    <a:pt x="5418" y="455"/>
                    <a:pt x="7180" y="384"/>
                  </a:cubicBezTo>
                  <a:cubicBezTo>
                    <a:pt x="7224" y="382"/>
                    <a:pt x="7268" y="381"/>
                    <a:pt x="7312" y="381"/>
                  </a:cubicBezTo>
                  <a:close/>
                  <a:moveTo>
                    <a:pt x="14657" y="15004"/>
                  </a:moveTo>
                  <a:cubicBezTo>
                    <a:pt x="14848" y="15004"/>
                    <a:pt x="15027" y="15076"/>
                    <a:pt x="15146" y="15231"/>
                  </a:cubicBezTo>
                  <a:cubicBezTo>
                    <a:pt x="15265" y="15385"/>
                    <a:pt x="15312" y="15576"/>
                    <a:pt x="15265" y="15766"/>
                  </a:cubicBezTo>
                  <a:lnTo>
                    <a:pt x="13562" y="22220"/>
                  </a:lnTo>
                  <a:lnTo>
                    <a:pt x="12860" y="22255"/>
                  </a:lnTo>
                  <a:lnTo>
                    <a:pt x="11383" y="15135"/>
                  </a:lnTo>
                  <a:lnTo>
                    <a:pt x="14657" y="15004"/>
                  </a:lnTo>
                  <a:close/>
                  <a:moveTo>
                    <a:pt x="11109" y="15147"/>
                  </a:moveTo>
                  <a:lnTo>
                    <a:pt x="12586" y="22267"/>
                  </a:lnTo>
                  <a:lnTo>
                    <a:pt x="11919" y="22291"/>
                  </a:lnTo>
                  <a:lnTo>
                    <a:pt x="10443" y="15171"/>
                  </a:lnTo>
                  <a:lnTo>
                    <a:pt x="11109" y="15147"/>
                  </a:lnTo>
                  <a:close/>
                  <a:moveTo>
                    <a:pt x="10169" y="15183"/>
                  </a:moveTo>
                  <a:lnTo>
                    <a:pt x="11645" y="22303"/>
                  </a:lnTo>
                  <a:lnTo>
                    <a:pt x="4478" y="22589"/>
                  </a:lnTo>
                  <a:lnTo>
                    <a:pt x="5383" y="15373"/>
                  </a:lnTo>
                  <a:lnTo>
                    <a:pt x="10169" y="15183"/>
                  </a:lnTo>
                  <a:close/>
                  <a:moveTo>
                    <a:pt x="5109" y="15385"/>
                  </a:moveTo>
                  <a:lnTo>
                    <a:pt x="4204" y="22601"/>
                  </a:lnTo>
                  <a:lnTo>
                    <a:pt x="3537" y="22624"/>
                  </a:lnTo>
                  <a:lnTo>
                    <a:pt x="4442" y="15409"/>
                  </a:lnTo>
                  <a:lnTo>
                    <a:pt x="5109" y="15385"/>
                  </a:lnTo>
                  <a:close/>
                  <a:moveTo>
                    <a:pt x="4168" y="15421"/>
                  </a:moveTo>
                  <a:lnTo>
                    <a:pt x="3263" y="22636"/>
                  </a:lnTo>
                  <a:lnTo>
                    <a:pt x="2668" y="22660"/>
                  </a:lnTo>
                  <a:lnTo>
                    <a:pt x="346" y="16314"/>
                  </a:lnTo>
                  <a:cubicBezTo>
                    <a:pt x="287" y="16135"/>
                    <a:pt x="310" y="15957"/>
                    <a:pt x="406" y="15802"/>
                  </a:cubicBezTo>
                  <a:cubicBezTo>
                    <a:pt x="513" y="15659"/>
                    <a:pt x="668" y="15564"/>
                    <a:pt x="846" y="15564"/>
                  </a:cubicBezTo>
                  <a:lnTo>
                    <a:pt x="4168" y="15421"/>
                  </a:lnTo>
                  <a:close/>
                  <a:moveTo>
                    <a:pt x="14515" y="22458"/>
                  </a:moveTo>
                  <a:lnTo>
                    <a:pt x="14538" y="23053"/>
                  </a:lnTo>
                  <a:lnTo>
                    <a:pt x="1918" y="23553"/>
                  </a:lnTo>
                  <a:lnTo>
                    <a:pt x="1894" y="22958"/>
                  </a:lnTo>
                  <a:lnTo>
                    <a:pt x="2477" y="22934"/>
                  </a:lnTo>
                  <a:lnTo>
                    <a:pt x="13776" y="22493"/>
                  </a:lnTo>
                  <a:lnTo>
                    <a:pt x="14515" y="22458"/>
                  </a:lnTo>
                  <a:close/>
                  <a:moveTo>
                    <a:pt x="7300" y="0"/>
                  </a:moveTo>
                  <a:cubicBezTo>
                    <a:pt x="7256" y="0"/>
                    <a:pt x="7212" y="1"/>
                    <a:pt x="7168" y="3"/>
                  </a:cubicBezTo>
                  <a:cubicBezTo>
                    <a:pt x="5192" y="86"/>
                    <a:pt x="3644" y="1753"/>
                    <a:pt x="3728" y="3729"/>
                  </a:cubicBezTo>
                  <a:cubicBezTo>
                    <a:pt x="3775" y="4908"/>
                    <a:pt x="4382" y="5920"/>
                    <a:pt x="5275" y="6539"/>
                  </a:cubicBezTo>
                  <a:lnTo>
                    <a:pt x="4192" y="15147"/>
                  </a:lnTo>
                  <a:lnTo>
                    <a:pt x="834" y="15290"/>
                  </a:lnTo>
                  <a:cubicBezTo>
                    <a:pt x="572" y="15290"/>
                    <a:pt x="334" y="15433"/>
                    <a:pt x="179" y="15659"/>
                  </a:cubicBezTo>
                  <a:cubicBezTo>
                    <a:pt x="25" y="15874"/>
                    <a:pt x="1" y="16147"/>
                    <a:pt x="84" y="16409"/>
                  </a:cubicBezTo>
                  <a:lnTo>
                    <a:pt x="2370" y="22672"/>
                  </a:lnTo>
                  <a:lnTo>
                    <a:pt x="1608" y="22696"/>
                  </a:lnTo>
                  <a:lnTo>
                    <a:pt x="1656" y="23839"/>
                  </a:lnTo>
                  <a:lnTo>
                    <a:pt x="14824" y="23315"/>
                  </a:lnTo>
                  <a:lnTo>
                    <a:pt x="14777" y="22172"/>
                  </a:lnTo>
                  <a:lnTo>
                    <a:pt x="13848" y="22220"/>
                  </a:lnTo>
                  <a:lnTo>
                    <a:pt x="15527" y="15838"/>
                  </a:lnTo>
                  <a:cubicBezTo>
                    <a:pt x="15598" y="15564"/>
                    <a:pt x="15539" y="15278"/>
                    <a:pt x="15360" y="15064"/>
                  </a:cubicBezTo>
                  <a:cubicBezTo>
                    <a:pt x="15189" y="14859"/>
                    <a:pt x="14941" y="14730"/>
                    <a:pt x="14680" y="14730"/>
                  </a:cubicBezTo>
                  <a:cubicBezTo>
                    <a:pt x="14669" y="14730"/>
                    <a:pt x="14657" y="14730"/>
                    <a:pt x="14646" y="14731"/>
                  </a:cubicBezTo>
                  <a:lnTo>
                    <a:pt x="11324" y="14873"/>
                  </a:lnTo>
                  <a:lnTo>
                    <a:pt x="9562" y="6360"/>
                  </a:lnTo>
                  <a:cubicBezTo>
                    <a:pt x="10407" y="5682"/>
                    <a:pt x="10931" y="4610"/>
                    <a:pt x="10883" y="3443"/>
                  </a:cubicBezTo>
                  <a:cubicBezTo>
                    <a:pt x="10813" y="1511"/>
                    <a:pt x="9207" y="0"/>
                    <a:pt x="7300"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1"/>
            <p:cNvSpPr/>
            <p:nvPr/>
          </p:nvSpPr>
          <p:spPr>
            <a:xfrm>
              <a:off x="1729675" y="1260350"/>
              <a:ext cx="131875" cy="129600"/>
            </a:xfrm>
            <a:custGeom>
              <a:rect b="b" l="l" r="r" t="t"/>
              <a:pathLst>
                <a:path extrusionOk="0" h="5184" w="5275">
                  <a:moveTo>
                    <a:pt x="2648" y="263"/>
                  </a:moveTo>
                  <a:cubicBezTo>
                    <a:pt x="3895" y="263"/>
                    <a:pt x="4919" y="1246"/>
                    <a:pt x="4977" y="2491"/>
                  </a:cubicBezTo>
                  <a:cubicBezTo>
                    <a:pt x="5013" y="3420"/>
                    <a:pt x="4489" y="4253"/>
                    <a:pt x="3715" y="4646"/>
                  </a:cubicBezTo>
                  <a:lnTo>
                    <a:pt x="3548" y="4729"/>
                  </a:lnTo>
                  <a:cubicBezTo>
                    <a:pt x="3298" y="4837"/>
                    <a:pt x="3024" y="4896"/>
                    <a:pt x="2739" y="4908"/>
                  </a:cubicBezTo>
                  <a:cubicBezTo>
                    <a:pt x="2709" y="4909"/>
                    <a:pt x="2680" y="4910"/>
                    <a:pt x="2652" y="4910"/>
                  </a:cubicBezTo>
                  <a:cubicBezTo>
                    <a:pt x="2397" y="4910"/>
                    <a:pt x="2154" y="4864"/>
                    <a:pt x="1929" y="4789"/>
                  </a:cubicBezTo>
                  <a:lnTo>
                    <a:pt x="1762" y="4729"/>
                  </a:lnTo>
                  <a:cubicBezTo>
                    <a:pt x="953" y="4396"/>
                    <a:pt x="369" y="3610"/>
                    <a:pt x="334" y="2682"/>
                  </a:cubicBezTo>
                  <a:cubicBezTo>
                    <a:pt x="274" y="1396"/>
                    <a:pt x="1274" y="324"/>
                    <a:pt x="2560" y="265"/>
                  </a:cubicBezTo>
                  <a:cubicBezTo>
                    <a:pt x="2590" y="263"/>
                    <a:pt x="2619" y="263"/>
                    <a:pt x="2648" y="263"/>
                  </a:cubicBezTo>
                  <a:close/>
                  <a:moveTo>
                    <a:pt x="2658" y="0"/>
                  </a:moveTo>
                  <a:cubicBezTo>
                    <a:pt x="2622" y="0"/>
                    <a:pt x="2585" y="1"/>
                    <a:pt x="2548" y="3"/>
                  </a:cubicBezTo>
                  <a:cubicBezTo>
                    <a:pt x="1119" y="50"/>
                    <a:pt x="0" y="1265"/>
                    <a:pt x="60" y="2693"/>
                  </a:cubicBezTo>
                  <a:cubicBezTo>
                    <a:pt x="95" y="3551"/>
                    <a:pt x="560" y="4301"/>
                    <a:pt x="1227" y="4753"/>
                  </a:cubicBezTo>
                  <a:cubicBezTo>
                    <a:pt x="1298" y="4801"/>
                    <a:pt x="1369" y="4837"/>
                    <a:pt x="1441" y="4884"/>
                  </a:cubicBezTo>
                  <a:cubicBezTo>
                    <a:pt x="1548" y="4932"/>
                    <a:pt x="1655" y="4979"/>
                    <a:pt x="1762" y="5027"/>
                  </a:cubicBezTo>
                  <a:cubicBezTo>
                    <a:pt x="1798" y="5039"/>
                    <a:pt x="1846" y="5051"/>
                    <a:pt x="1893" y="5063"/>
                  </a:cubicBezTo>
                  <a:cubicBezTo>
                    <a:pt x="2139" y="5138"/>
                    <a:pt x="2395" y="5184"/>
                    <a:pt x="2660" y="5184"/>
                  </a:cubicBezTo>
                  <a:cubicBezTo>
                    <a:pt x="2690" y="5184"/>
                    <a:pt x="2720" y="5183"/>
                    <a:pt x="2751" y="5182"/>
                  </a:cubicBezTo>
                  <a:cubicBezTo>
                    <a:pt x="3060" y="5170"/>
                    <a:pt x="3346" y="5099"/>
                    <a:pt x="3608" y="5003"/>
                  </a:cubicBezTo>
                  <a:cubicBezTo>
                    <a:pt x="3655" y="4979"/>
                    <a:pt x="3691" y="4968"/>
                    <a:pt x="3739" y="4944"/>
                  </a:cubicBezTo>
                  <a:cubicBezTo>
                    <a:pt x="3846" y="4896"/>
                    <a:pt x="3941" y="4837"/>
                    <a:pt x="4048" y="4777"/>
                  </a:cubicBezTo>
                  <a:cubicBezTo>
                    <a:pt x="4120" y="4729"/>
                    <a:pt x="4179" y="4682"/>
                    <a:pt x="4251" y="4634"/>
                  </a:cubicBezTo>
                  <a:cubicBezTo>
                    <a:pt x="4882" y="4134"/>
                    <a:pt x="5275" y="3348"/>
                    <a:pt x="5239" y="2479"/>
                  </a:cubicBezTo>
                  <a:cubicBezTo>
                    <a:pt x="5193" y="1087"/>
                    <a:pt x="4039" y="0"/>
                    <a:pt x="2658"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1"/>
            <p:cNvSpPr/>
            <p:nvPr/>
          </p:nvSpPr>
          <p:spPr>
            <a:xfrm>
              <a:off x="1701700" y="1247250"/>
              <a:ext cx="225925" cy="556100"/>
            </a:xfrm>
            <a:custGeom>
              <a:rect b="b" l="l" r="r" t="t"/>
              <a:pathLst>
                <a:path extrusionOk="0" h="22244" w="9037">
                  <a:moveTo>
                    <a:pt x="3756" y="609"/>
                  </a:moveTo>
                  <a:cubicBezTo>
                    <a:pt x="5146" y="609"/>
                    <a:pt x="6311" y="1699"/>
                    <a:pt x="6358" y="3098"/>
                  </a:cubicBezTo>
                  <a:cubicBezTo>
                    <a:pt x="6394" y="3968"/>
                    <a:pt x="6001" y="4753"/>
                    <a:pt x="5370" y="5253"/>
                  </a:cubicBezTo>
                  <a:cubicBezTo>
                    <a:pt x="5298" y="5301"/>
                    <a:pt x="5239" y="5349"/>
                    <a:pt x="5167" y="5396"/>
                  </a:cubicBezTo>
                  <a:cubicBezTo>
                    <a:pt x="5060" y="5456"/>
                    <a:pt x="4965" y="5515"/>
                    <a:pt x="4858" y="5563"/>
                  </a:cubicBezTo>
                  <a:cubicBezTo>
                    <a:pt x="4810" y="5587"/>
                    <a:pt x="4774" y="5599"/>
                    <a:pt x="4727" y="5623"/>
                  </a:cubicBezTo>
                  <a:cubicBezTo>
                    <a:pt x="4465" y="5718"/>
                    <a:pt x="4179" y="5789"/>
                    <a:pt x="3870" y="5801"/>
                  </a:cubicBezTo>
                  <a:cubicBezTo>
                    <a:pt x="3839" y="5802"/>
                    <a:pt x="3809" y="5803"/>
                    <a:pt x="3779" y="5803"/>
                  </a:cubicBezTo>
                  <a:cubicBezTo>
                    <a:pt x="3514" y="5803"/>
                    <a:pt x="3258" y="5757"/>
                    <a:pt x="3012" y="5682"/>
                  </a:cubicBezTo>
                  <a:cubicBezTo>
                    <a:pt x="2965" y="5670"/>
                    <a:pt x="2917" y="5658"/>
                    <a:pt x="2881" y="5646"/>
                  </a:cubicBezTo>
                  <a:cubicBezTo>
                    <a:pt x="2774" y="5599"/>
                    <a:pt x="2667" y="5551"/>
                    <a:pt x="2560" y="5503"/>
                  </a:cubicBezTo>
                  <a:cubicBezTo>
                    <a:pt x="2488" y="5456"/>
                    <a:pt x="2417" y="5420"/>
                    <a:pt x="2346" y="5372"/>
                  </a:cubicBezTo>
                  <a:cubicBezTo>
                    <a:pt x="1679" y="4920"/>
                    <a:pt x="1214" y="4170"/>
                    <a:pt x="1179" y="3313"/>
                  </a:cubicBezTo>
                  <a:cubicBezTo>
                    <a:pt x="1119" y="1884"/>
                    <a:pt x="2238" y="670"/>
                    <a:pt x="3667" y="610"/>
                  </a:cubicBezTo>
                  <a:cubicBezTo>
                    <a:pt x="3697" y="609"/>
                    <a:pt x="3726" y="609"/>
                    <a:pt x="3756" y="609"/>
                  </a:cubicBezTo>
                  <a:close/>
                  <a:moveTo>
                    <a:pt x="3775" y="0"/>
                  </a:moveTo>
                  <a:cubicBezTo>
                    <a:pt x="3731" y="0"/>
                    <a:pt x="3687" y="1"/>
                    <a:pt x="3643" y="3"/>
                  </a:cubicBezTo>
                  <a:cubicBezTo>
                    <a:pt x="1869" y="74"/>
                    <a:pt x="488" y="1562"/>
                    <a:pt x="560" y="3337"/>
                  </a:cubicBezTo>
                  <a:cubicBezTo>
                    <a:pt x="607" y="4313"/>
                    <a:pt x="1072" y="5170"/>
                    <a:pt x="1798" y="5730"/>
                  </a:cubicBezTo>
                  <a:cubicBezTo>
                    <a:pt x="1834" y="5765"/>
                    <a:pt x="1881" y="5801"/>
                    <a:pt x="1917" y="5825"/>
                  </a:cubicBezTo>
                  <a:cubicBezTo>
                    <a:pt x="1965" y="5861"/>
                    <a:pt x="2000" y="5884"/>
                    <a:pt x="2048" y="5908"/>
                  </a:cubicBezTo>
                  <a:lnTo>
                    <a:pt x="2024" y="6123"/>
                  </a:lnTo>
                  <a:lnTo>
                    <a:pt x="1988" y="6313"/>
                  </a:lnTo>
                  <a:lnTo>
                    <a:pt x="0" y="22244"/>
                  </a:lnTo>
                  <a:lnTo>
                    <a:pt x="655" y="22220"/>
                  </a:lnTo>
                  <a:lnTo>
                    <a:pt x="2619" y="6599"/>
                  </a:lnTo>
                  <a:lnTo>
                    <a:pt x="2643" y="6408"/>
                  </a:lnTo>
                  <a:lnTo>
                    <a:pt x="2667" y="6218"/>
                  </a:lnTo>
                  <a:cubicBezTo>
                    <a:pt x="2703" y="6242"/>
                    <a:pt x="2750" y="6254"/>
                    <a:pt x="2798" y="6265"/>
                  </a:cubicBezTo>
                  <a:cubicBezTo>
                    <a:pt x="2846" y="6277"/>
                    <a:pt x="2881" y="6289"/>
                    <a:pt x="2929" y="6301"/>
                  </a:cubicBezTo>
                  <a:cubicBezTo>
                    <a:pt x="3185" y="6370"/>
                    <a:pt x="3448" y="6414"/>
                    <a:pt x="3720" y="6414"/>
                  </a:cubicBezTo>
                  <a:cubicBezTo>
                    <a:pt x="3778" y="6414"/>
                    <a:pt x="3835" y="6412"/>
                    <a:pt x="3893" y="6408"/>
                  </a:cubicBezTo>
                  <a:cubicBezTo>
                    <a:pt x="4227" y="6396"/>
                    <a:pt x="4548" y="6337"/>
                    <a:pt x="4846" y="6230"/>
                  </a:cubicBezTo>
                  <a:cubicBezTo>
                    <a:pt x="4894" y="6218"/>
                    <a:pt x="4941" y="6194"/>
                    <a:pt x="4977" y="6182"/>
                  </a:cubicBezTo>
                  <a:cubicBezTo>
                    <a:pt x="5024" y="6158"/>
                    <a:pt x="5060" y="6146"/>
                    <a:pt x="5108" y="6123"/>
                  </a:cubicBezTo>
                  <a:lnTo>
                    <a:pt x="5144" y="6313"/>
                  </a:lnTo>
                  <a:lnTo>
                    <a:pt x="5179" y="6492"/>
                  </a:lnTo>
                  <a:lnTo>
                    <a:pt x="8382" y="21910"/>
                  </a:lnTo>
                  <a:lnTo>
                    <a:pt x="9037" y="21875"/>
                  </a:lnTo>
                  <a:lnTo>
                    <a:pt x="5786" y="6158"/>
                  </a:lnTo>
                  <a:lnTo>
                    <a:pt x="5786" y="6170"/>
                  </a:lnTo>
                  <a:lnTo>
                    <a:pt x="5751" y="5968"/>
                  </a:lnTo>
                  <a:lnTo>
                    <a:pt x="5703" y="5765"/>
                  </a:lnTo>
                  <a:cubicBezTo>
                    <a:pt x="5751" y="5730"/>
                    <a:pt x="5786" y="5706"/>
                    <a:pt x="5822" y="5670"/>
                  </a:cubicBezTo>
                  <a:cubicBezTo>
                    <a:pt x="5870" y="5634"/>
                    <a:pt x="5906" y="5599"/>
                    <a:pt x="5941" y="5563"/>
                  </a:cubicBezTo>
                  <a:cubicBezTo>
                    <a:pt x="6620" y="4944"/>
                    <a:pt x="7025" y="4051"/>
                    <a:pt x="6977" y="3075"/>
                  </a:cubicBezTo>
                  <a:cubicBezTo>
                    <a:pt x="6907" y="1356"/>
                    <a:pt x="5490" y="0"/>
                    <a:pt x="37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 name="Google Shape;655;p21"/>
          <p:cNvGrpSpPr/>
          <p:nvPr/>
        </p:nvGrpSpPr>
        <p:grpSpPr>
          <a:xfrm rot="-637602">
            <a:off x="196712" y="280555"/>
            <a:ext cx="1385758" cy="995011"/>
            <a:chOff x="525000" y="3698902"/>
            <a:chExt cx="1385828" cy="995061"/>
          </a:xfrm>
        </p:grpSpPr>
        <p:sp>
          <p:nvSpPr>
            <p:cNvPr id="656" name="Google Shape;656;p21"/>
            <p:cNvSpPr/>
            <p:nvPr/>
          </p:nvSpPr>
          <p:spPr>
            <a:xfrm rot="-1115772">
              <a:off x="605425" y="3896647"/>
              <a:ext cx="1207338" cy="602182"/>
            </a:xfrm>
            <a:custGeom>
              <a:rect b="b" l="l" r="r" t="t"/>
              <a:pathLst>
                <a:path extrusionOk="0" h="24087" w="48293">
                  <a:moveTo>
                    <a:pt x="30337" y="4275"/>
                  </a:moveTo>
                  <a:cubicBezTo>
                    <a:pt x="30457" y="4275"/>
                    <a:pt x="30564" y="4346"/>
                    <a:pt x="30588" y="4453"/>
                  </a:cubicBezTo>
                  <a:cubicBezTo>
                    <a:pt x="30611" y="4561"/>
                    <a:pt x="30564" y="4668"/>
                    <a:pt x="30468" y="4715"/>
                  </a:cubicBezTo>
                  <a:lnTo>
                    <a:pt x="30457" y="4715"/>
                  </a:lnTo>
                  <a:lnTo>
                    <a:pt x="17586" y="10645"/>
                  </a:lnTo>
                  <a:lnTo>
                    <a:pt x="8132" y="15002"/>
                  </a:lnTo>
                  <a:cubicBezTo>
                    <a:pt x="8097" y="15014"/>
                    <a:pt x="8061" y="15020"/>
                    <a:pt x="8027" y="15020"/>
                  </a:cubicBezTo>
                  <a:cubicBezTo>
                    <a:pt x="7992" y="15020"/>
                    <a:pt x="7960" y="15014"/>
                    <a:pt x="7930" y="15002"/>
                  </a:cubicBezTo>
                  <a:lnTo>
                    <a:pt x="7894" y="14990"/>
                  </a:lnTo>
                  <a:cubicBezTo>
                    <a:pt x="7835" y="14943"/>
                    <a:pt x="7787" y="14871"/>
                    <a:pt x="7787" y="14788"/>
                  </a:cubicBezTo>
                  <a:lnTo>
                    <a:pt x="7537" y="5358"/>
                  </a:lnTo>
                  <a:cubicBezTo>
                    <a:pt x="7537" y="5227"/>
                    <a:pt x="7632" y="5132"/>
                    <a:pt x="7763" y="5120"/>
                  </a:cubicBezTo>
                  <a:lnTo>
                    <a:pt x="10633" y="5013"/>
                  </a:lnTo>
                  <a:lnTo>
                    <a:pt x="30337" y="4275"/>
                  </a:lnTo>
                  <a:close/>
                  <a:moveTo>
                    <a:pt x="0" y="1"/>
                  </a:moveTo>
                  <a:lnTo>
                    <a:pt x="1989" y="24087"/>
                  </a:lnTo>
                  <a:lnTo>
                    <a:pt x="22610" y="13847"/>
                  </a:lnTo>
                  <a:lnTo>
                    <a:pt x="48292" y="1084"/>
                  </a:lnTo>
                  <a:lnTo>
                    <a:pt x="34124" y="774"/>
                  </a:lnTo>
                  <a:lnTo>
                    <a:pt x="34124" y="2537"/>
                  </a:lnTo>
                  <a:cubicBezTo>
                    <a:pt x="34124" y="2668"/>
                    <a:pt x="34005" y="2763"/>
                    <a:pt x="33886" y="2763"/>
                  </a:cubicBezTo>
                  <a:cubicBezTo>
                    <a:pt x="33850" y="2763"/>
                    <a:pt x="33814" y="2751"/>
                    <a:pt x="33778" y="2739"/>
                  </a:cubicBezTo>
                  <a:cubicBezTo>
                    <a:pt x="33695" y="2703"/>
                    <a:pt x="33647" y="2620"/>
                    <a:pt x="33647" y="2525"/>
                  </a:cubicBezTo>
                  <a:lnTo>
                    <a:pt x="33647" y="763"/>
                  </a:lnTo>
                  <a:lnTo>
                    <a:pt x="30718" y="691"/>
                  </a:lnTo>
                  <a:lnTo>
                    <a:pt x="30707" y="2441"/>
                  </a:lnTo>
                  <a:cubicBezTo>
                    <a:pt x="30707" y="2566"/>
                    <a:pt x="30610" y="2668"/>
                    <a:pt x="30488" y="2668"/>
                  </a:cubicBezTo>
                  <a:cubicBezTo>
                    <a:pt x="30482" y="2668"/>
                    <a:pt x="30475" y="2668"/>
                    <a:pt x="30468" y="2668"/>
                  </a:cubicBezTo>
                  <a:cubicBezTo>
                    <a:pt x="30433" y="2668"/>
                    <a:pt x="30397" y="2668"/>
                    <a:pt x="30373" y="2656"/>
                  </a:cubicBezTo>
                  <a:cubicBezTo>
                    <a:pt x="30290" y="2608"/>
                    <a:pt x="30230" y="2525"/>
                    <a:pt x="30230" y="2429"/>
                  </a:cubicBezTo>
                  <a:lnTo>
                    <a:pt x="30242" y="679"/>
                  </a:lnTo>
                  <a:lnTo>
                    <a:pt x="27147" y="608"/>
                  </a:lnTo>
                  <a:lnTo>
                    <a:pt x="27147" y="608"/>
                  </a:lnTo>
                  <a:cubicBezTo>
                    <a:pt x="27194" y="655"/>
                    <a:pt x="27230" y="715"/>
                    <a:pt x="27230" y="786"/>
                  </a:cubicBezTo>
                  <a:lnTo>
                    <a:pt x="27218" y="2644"/>
                  </a:lnTo>
                  <a:cubicBezTo>
                    <a:pt x="27218" y="2775"/>
                    <a:pt x="27111" y="2870"/>
                    <a:pt x="26980" y="2870"/>
                  </a:cubicBezTo>
                  <a:cubicBezTo>
                    <a:pt x="26944" y="2870"/>
                    <a:pt x="26908" y="2858"/>
                    <a:pt x="26885" y="2846"/>
                  </a:cubicBezTo>
                  <a:cubicBezTo>
                    <a:pt x="26801" y="2799"/>
                    <a:pt x="26742" y="2727"/>
                    <a:pt x="26742" y="2632"/>
                  </a:cubicBezTo>
                  <a:lnTo>
                    <a:pt x="26754" y="774"/>
                  </a:lnTo>
                  <a:cubicBezTo>
                    <a:pt x="26754" y="703"/>
                    <a:pt x="26778" y="643"/>
                    <a:pt x="26825" y="608"/>
                  </a:cubicBezTo>
                  <a:lnTo>
                    <a:pt x="23789" y="536"/>
                  </a:lnTo>
                  <a:lnTo>
                    <a:pt x="23789" y="536"/>
                  </a:lnTo>
                  <a:cubicBezTo>
                    <a:pt x="23813" y="560"/>
                    <a:pt x="23813" y="596"/>
                    <a:pt x="23813" y="632"/>
                  </a:cubicBezTo>
                  <a:lnTo>
                    <a:pt x="23813" y="2560"/>
                  </a:lnTo>
                  <a:cubicBezTo>
                    <a:pt x="23813" y="2679"/>
                    <a:pt x="23706" y="2787"/>
                    <a:pt x="23575" y="2787"/>
                  </a:cubicBezTo>
                  <a:cubicBezTo>
                    <a:pt x="23539" y="2787"/>
                    <a:pt x="23503" y="2775"/>
                    <a:pt x="23479" y="2763"/>
                  </a:cubicBezTo>
                  <a:cubicBezTo>
                    <a:pt x="23396" y="2715"/>
                    <a:pt x="23337" y="2632"/>
                    <a:pt x="23337" y="2548"/>
                  </a:cubicBezTo>
                  <a:lnTo>
                    <a:pt x="23337" y="620"/>
                  </a:lnTo>
                  <a:cubicBezTo>
                    <a:pt x="23337" y="596"/>
                    <a:pt x="23349" y="560"/>
                    <a:pt x="23360" y="524"/>
                  </a:cubicBezTo>
                  <a:lnTo>
                    <a:pt x="20384" y="453"/>
                  </a:lnTo>
                  <a:lnTo>
                    <a:pt x="20372" y="2596"/>
                  </a:lnTo>
                  <a:cubicBezTo>
                    <a:pt x="20372" y="2720"/>
                    <a:pt x="20275" y="2823"/>
                    <a:pt x="20154" y="2823"/>
                  </a:cubicBezTo>
                  <a:cubicBezTo>
                    <a:pt x="20147" y="2823"/>
                    <a:pt x="20141" y="2823"/>
                    <a:pt x="20134" y="2822"/>
                  </a:cubicBezTo>
                  <a:cubicBezTo>
                    <a:pt x="20098" y="2822"/>
                    <a:pt x="20074" y="2822"/>
                    <a:pt x="20039" y="2810"/>
                  </a:cubicBezTo>
                  <a:cubicBezTo>
                    <a:pt x="19955" y="2763"/>
                    <a:pt x="19896" y="2679"/>
                    <a:pt x="19896" y="2584"/>
                  </a:cubicBezTo>
                  <a:lnTo>
                    <a:pt x="19908" y="453"/>
                  </a:lnTo>
                  <a:lnTo>
                    <a:pt x="16979" y="382"/>
                  </a:lnTo>
                  <a:lnTo>
                    <a:pt x="16967" y="2513"/>
                  </a:lnTo>
                  <a:cubicBezTo>
                    <a:pt x="16967" y="2637"/>
                    <a:pt x="16870" y="2740"/>
                    <a:pt x="16748" y="2740"/>
                  </a:cubicBezTo>
                  <a:cubicBezTo>
                    <a:pt x="16742" y="2740"/>
                    <a:pt x="16735" y="2740"/>
                    <a:pt x="16729" y="2739"/>
                  </a:cubicBezTo>
                  <a:cubicBezTo>
                    <a:pt x="16693" y="2739"/>
                    <a:pt x="16657" y="2739"/>
                    <a:pt x="16633" y="2715"/>
                  </a:cubicBezTo>
                  <a:cubicBezTo>
                    <a:pt x="16550" y="2679"/>
                    <a:pt x="16491" y="2596"/>
                    <a:pt x="16491" y="2501"/>
                  </a:cubicBezTo>
                  <a:lnTo>
                    <a:pt x="16502" y="370"/>
                  </a:lnTo>
                  <a:lnTo>
                    <a:pt x="14252" y="322"/>
                  </a:lnTo>
                  <a:lnTo>
                    <a:pt x="14252" y="2144"/>
                  </a:lnTo>
                  <a:cubicBezTo>
                    <a:pt x="14241" y="2268"/>
                    <a:pt x="14154" y="2371"/>
                    <a:pt x="14024" y="2371"/>
                  </a:cubicBezTo>
                  <a:cubicBezTo>
                    <a:pt x="14017" y="2371"/>
                    <a:pt x="14009" y="2370"/>
                    <a:pt x="14002" y="2370"/>
                  </a:cubicBezTo>
                  <a:cubicBezTo>
                    <a:pt x="13978" y="2370"/>
                    <a:pt x="13943" y="2370"/>
                    <a:pt x="13907" y="2358"/>
                  </a:cubicBezTo>
                  <a:cubicBezTo>
                    <a:pt x="13824" y="2310"/>
                    <a:pt x="13764" y="2227"/>
                    <a:pt x="13776" y="2132"/>
                  </a:cubicBezTo>
                  <a:lnTo>
                    <a:pt x="13776" y="310"/>
                  </a:lnTo>
                  <a:lnTo>
                    <a:pt x="10847" y="251"/>
                  </a:lnTo>
                  <a:lnTo>
                    <a:pt x="10835" y="2060"/>
                  </a:lnTo>
                  <a:cubicBezTo>
                    <a:pt x="10835" y="2191"/>
                    <a:pt x="10728" y="2287"/>
                    <a:pt x="10597" y="2287"/>
                  </a:cubicBezTo>
                  <a:cubicBezTo>
                    <a:pt x="10561" y="2287"/>
                    <a:pt x="10525" y="2275"/>
                    <a:pt x="10502" y="2263"/>
                  </a:cubicBezTo>
                  <a:cubicBezTo>
                    <a:pt x="10418" y="2227"/>
                    <a:pt x="10359" y="2144"/>
                    <a:pt x="10359" y="2048"/>
                  </a:cubicBezTo>
                  <a:lnTo>
                    <a:pt x="10371" y="239"/>
                  </a:lnTo>
                  <a:lnTo>
                    <a:pt x="7406" y="167"/>
                  </a:lnTo>
                  <a:lnTo>
                    <a:pt x="7406" y="1906"/>
                  </a:lnTo>
                  <a:lnTo>
                    <a:pt x="7406" y="2108"/>
                  </a:lnTo>
                  <a:cubicBezTo>
                    <a:pt x="7406" y="2239"/>
                    <a:pt x="7299" y="2334"/>
                    <a:pt x="7168" y="2334"/>
                  </a:cubicBezTo>
                  <a:cubicBezTo>
                    <a:pt x="7132" y="2334"/>
                    <a:pt x="7096" y="2322"/>
                    <a:pt x="7061" y="2310"/>
                  </a:cubicBezTo>
                  <a:cubicBezTo>
                    <a:pt x="6977" y="2275"/>
                    <a:pt x="6930" y="2191"/>
                    <a:pt x="6930" y="2096"/>
                  </a:cubicBezTo>
                  <a:lnTo>
                    <a:pt x="6930" y="1465"/>
                  </a:lnTo>
                  <a:lnTo>
                    <a:pt x="6930" y="167"/>
                  </a:lnTo>
                  <a:lnTo>
                    <a:pt x="5394" y="132"/>
                  </a:lnTo>
                  <a:lnTo>
                    <a:pt x="4001" y="96"/>
                  </a:lnTo>
                  <a:lnTo>
                    <a:pt x="3989" y="2025"/>
                  </a:lnTo>
                  <a:cubicBezTo>
                    <a:pt x="3989" y="2144"/>
                    <a:pt x="3894" y="2251"/>
                    <a:pt x="3751" y="2251"/>
                  </a:cubicBezTo>
                  <a:cubicBezTo>
                    <a:pt x="3715" y="2251"/>
                    <a:pt x="3691" y="2239"/>
                    <a:pt x="3656" y="2227"/>
                  </a:cubicBezTo>
                  <a:cubicBezTo>
                    <a:pt x="3572" y="2179"/>
                    <a:pt x="3513" y="2096"/>
                    <a:pt x="3513" y="2001"/>
                  </a:cubicBezTo>
                  <a:lnTo>
                    <a:pt x="3525" y="84"/>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1"/>
            <p:cNvSpPr/>
            <p:nvPr/>
          </p:nvSpPr>
          <p:spPr>
            <a:xfrm rot="-1115772">
              <a:off x="781371" y="4047062"/>
              <a:ext cx="576881" cy="268678"/>
            </a:xfrm>
            <a:custGeom>
              <a:rect b="b" l="l" r="r" t="t"/>
              <a:pathLst>
                <a:path extrusionOk="0" h="10747" w="23075">
                  <a:moveTo>
                    <a:pt x="21646" y="513"/>
                  </a:moveTo>
                  <a:lnTo>
                    <a:pt x="714" y="10145"/>
                  </a:lnTo>
                  <a:lnTo>
                    <a:pt x="488" y="1311"/>
                  </a:lnTo>
                  <a:lnTo>
                    <a:pt x="21646" y="513"/>
                  </a:lnTo>
                  <a:close/>
                  <a:moveTo>
                    <a:pt x="22800" y="1"/>
                  </a:moveTo>
                  <a:lnTo>
                    <a:pt x="226" y="846"/>
                  </a:lnTo>
                  <a:cubicBezTo>
                    <a:pt x="95" y="858"/>
                    <a:pt x="0" y="953"/>
                    <a:pt x="0" y="1084"/>
                  </a:cubicBezTo>
                  <a:lnTo>
                    <a:pt x="250" y="10514"/>
                  </a:lnTo>
                  <a:cubicBezTo>
                    <a:pt x="250" y="10597"/>
                    <a:pt x="298" y="10669"/>
                    <a:pt x="357" y="10716"/>
                  </a:cubicBezTo>
                  <a:lnTo>
                    <a:pt x="381" y="10728"/>
                  </a:lnTo>
                  <a:cubicBezTo>
                    <a:pt x="417" y="10740"/>
                    <a:pt x="452" y="10746"/>
                    <a:pt x="488" y="10746"/>
                  </a:cubicBezTo>
                  <a:cubicBezTo>
                    <a:pt x="524" y="10746"/>
                    <a:pt x="560" y="10740"/>
                    <a:pt x="595" y="10728"/>
                  </a:cubicBezTo>
                  <a:lnTo>
                    <a:pt x="22920" y="441"/>
                  </a:lnTo>
                  <a:cubicBezTo>
                    <a:pt x="23027" y="394"/>
                    <a:pt x="23074" y="287"/>
                    <a:pt x="23051" y="179"/>
                  </a:cubicBezTo>
                  <a:cubicBezTo>
                    <a:pt x="23015" y="72"/>
                    <a:pt x="22920" y="1"/>
                    <a:pt x="22800"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1"/>
            <p:cNvSpPr/>
            <p:nvPr/>
          </p:nvSpPr>
          <p:spPr>
            <a:xfrm rot="-1115772">
              <a:off x="592669" y="3881866"/>
              <a:ext cx="1250489" cy="629132"/>
            </a:xfrm>
            <a:custGeom>
              <a:rect b="b" l="l" r="r" t="t"/>
              <a:pathLst>
                <a:path extrusionOk="0" h="25165" w="50019">
                  <a:moveTo>
                    <a:pt x="500" y="477"/>
                  </a:moveTo>
                  <a:lnTo>
                    <a:pt x="4037" y="560"/>
                  </a:lnTo>
                  <a:lnTo>
                    <a:pt x="4025" y="2477"/>
                  </a:lnTo>
                  <a:cubicBezTo>
                    <a:pt x="4025" y="2572"/>
                    <a:pt x="4084" y="2655"/>
                    <a:pt x="4168" y="2691"/>
                  </a:cubicBezTo>
                  <a:cubicBezTo>
                    <a:pt x="4191" y="2715"/>
                    <a:pt x="4227" y="2715"/>
                    <a:pt x="4263" y="2715"/>
                  </a:cubicBezTo>
                  <a:cubicBezTo>
                    <a:pt x="4270" y="2716"/>
                    <a:pt x="4276" y="2716"/>
                    <a:pt x="4283" y="2716"/>
                  </a:cubicBezTo>
                  <a:cubicBezTo>
                    <a:pt x="4404" y="2716"/>
                    <a:pt x="4501" y="2613"/>
                    <a:pt x="4501" y="2489"/>
                  </a:cubicBezTo>
                  <a:lnTo>
                    <a:pt x="4513" y="572"/>
                  </a:lnTo>
                  <a:lnTo>
                    <a:pt x="7442" y="631"/>
                  </a:lnTo>
                  <a:lnTo>
                    <a:pt x="7442" y="2560"/>
                  </a:lnTo>
                  <a:cubicBezTo>
                    <a:pt x="7442" y="2655"/>
                    <a:pt x="7489" y="2739"/>
                    <a:pt x="7573" y="2786"/>
                  </a:cubicBezTo>
                  <a:cubicBezTo>
                    <a:pt x="7608" y="2798"/>
                    <a:pt x="7644" y="2810"/>
                    <a:pt x="7680" y="2810"/>
                  </a:cubicBezTo>
                  <a:cubicBezTo>
                    <a:pt x="7799" y="2810"/>
                    <a:pt x="7906" y="2703"/>
                    <a:pt x="7918" y="2584"/>
                  </a:cubicBezTo>
                  <a:lnTo>
                    <a:pt x="7918" y="643"/>
                  </a:lnTo>
                  <a:lnTo>
                    <a:pt x="10883" y="703"/>
                  </a:lnTo>
                  <a:lnTo>
                    <a:pt x="10871" y="2513"/>
                  </a:lnTo>
                  <a:cubicBezTo>
                    <a:pt x="10871" y="2608"/>
                    <a:pt x="10930" y="2691"/>
                    <a:pt x="11014" y="2739"/>
                  </a:cubicBezTo>
                  <a:cubicBezTo>
                    <a:pt x="11031" y="2747"/>
                    <a:pt x="11053" y="2756"/>
                    <a:pt x="11078" y="2756"/>
                  </a:cubicBezTo>
                  <a:cubicBezTo>
                    <a:pt x="11088" y="2756"/>
                    <a:pt x="11098" y="2754"/>
                    <a:pt x="11109" y="2751"/>
                  </a:cubicBezTo>
                  <a:cubicBezTo>
                    <a:pt x="11116" y="2751"/>
                    <a:pt x="11122" y="2752"/>
                    <a:pt x="11129" y="2752"/>
                  </a:cubicBezTo>
                  <a:cubicBezTo>
                    <a:pt x="11251" y="2752"/>
                    <a:pt x="11347" y="2649"/>
                    <a:pt x="11347" y="2524"/>
                  </a:cubicBezTo>
                  <a:lnTo>
                    <a:pt x="11359" y="715"/>
                  </a:lnTo>
                  <a:lnTo>
                    <a:pt x="14288" y="786"/>
                  </a:lnTo>
                  <a:lnTo>
                    <a:pt x="14276" y="2608"/>
                  </a:lnTo>
                  <a:cubicBezTo>
                    <a:pt x="14276" y="2703"/>
                    <a:pt x="14336" y="2786"/>
                    <a:pt x="14419" y="2822"/>
                  </a:cubicBezTo>
                  <a:cubicBezTo>
                    <a:pt x="14443" y="2834"/>
                    <a:pt x="14478" y="2846"/>
                    <a:pt x="14514" y="2846"/>
                  </a:cubicBezTo>
                  <a:cubicBezTo>
                    <a:pt x="14645" y="2846"/>
                    <a:pt x="14752" y="2739"/>
                    <a:pt x="14752" y="2620"/>
                  </a:cubicBezTo>
                  <a:lnTo>
                    <a:pt x="14764" y="798"/>
                  </a:lnTo>
                  <a:lnTo>
                    <a:pt x="17014" y="846"/>
                  </a:lnTo>
                  <a:lnTo>
                    <a:pt x="17003" y="2977"/>
                  </a:lnTo>
                  <a:cubicBezTo>
                    <a:pt x="17003" y="3060"/>
                    <a:pt x="17062" y="3144"/>
                    <a:pt x="17133" y="3191"/>
                  </a:cubicBezTo>
                  <a:cubicBezTo>
                    <a:pt x="17169" y="3203"/>
                    <a:pt x="17205" y="3203"/>
                    <a:pt x="17241" y="3215"/>
                  </a:cubicBezTo>
                  <a:cubicBezTo>
                    <a:pt x="17372" y="3215"/>
                    <a:pt x="17479" y="3108"/>
                    <a:pt x="17479" y="2977"/>
                  </a:cubicBezTo>
                  <a:lnTo>
                    <a:pt x="17491" y="858"/>
                  </a:lnTo>
                  <a:lnTo>
                    <a:pt x="20420" y="917"/>
                  </a:lnTo>
                  <a:lnTo>
                    <a:pt x="20408" y="3060"/>
                  </a:lnTo>
                  <a:cubicBezTo>
                    <a:pt x="20408" y="3155"/>
                    <a:pt x="20467" y="3239"/>
                    <a:pt x="20551" y="3275"/>
                  </a:cubicBezTo>
                  <a:cubicBezTo>
                    <a:pt x="20574" y="3286"/>
                    <a:pt x="20610" y="3298"/>
                    <a:pt x="20646" y="3298"/>
                  </a:cubicBezTo>
                  <a:cubicBezTo>
                    <a:pt x="20777" y="3298"/>
                    <a:pt x="20884" y="3203"/>
                    <a:pt x="20884" y="3072"/>
                  </a:cubicBezTo>
                  <a:lnTo>
                    <a:pt x="20896" y="929"/>
                  </a:lnTo>
                  <a:lnTo>
                    <a:pt x="23872" y="989"/>
                  </a:lnTo>
                  <a:cubicBezTo>
                    <a:pt x="23861" y="1024"/>
                    <a:pt x="23849" y="1060"/>
                    <a:pt x="23849" y="1096"/>
                  </a:cubicBezTo>
                  <a:lnTo>
                    <a:pt x="23849" y="3013"/>
                  </a:lnTo>
                  <a:cubicBezTo>
                    <a:pt x="23849" y="3108"/>
                    <a:pt x="23896" y="3191"/>
                    <a:pt x="23980" y="3227"/>
                  </a:cubicBezTo>
                  <a:cubicBezTo>
                    <a:pt x="24015" y="3239"/>
                    <a:pt x="24051" y="3251"/>
                    <a:pt x="24087" y="3251"/>
                  </a:cubicBezTo>
                  <a:cubicBezTo>
                    <a:pt x="24218" y="3251"/>
                    <a:pt x="24325" y="3155"/>
                    <a:pt x="24325" y="3024"/>
                  </a:cubicBezTo>
                  <a:lnTo>
                    <a:pt x="24325" y="1108"/>
                  </a:lnTo>
                  <a:cubicBezTo>
                    <a:pt x="24325" y="1072"/>
                    <a:pt x="24325" y="1036"/>
                    <a:pt x="24301" y="1000"/>
                  </a:cubicBezTo>
                  <a:lnTo>
                    <a:pt x="24301" y="1000"/>
                  </a:lnTo>
                  <a:lnTo>
                    <a:pt x="27337" y="1072"/>
                  </a:lnTo>
                  <a:cubicBezTo>
                    <a:pt x="27290" y="1108"/>
                    <a:pt x="27266" y="1167"/>
                    <a:pt x="27254" y="1239"/>
                  </a:cubicBezTo>
                  <a:lnTo>
                    <a:pt x="27254" y="3096"/>
                  </a:lnTo>
                  <a:cubicBezTo>
                    <a:pt x="27254" y="3191"/>
                    <a:pt x="27313" y="3275"/>
                    <a:pt x="27397" y="3310"/>
                  </a:cubicBezTo>
                  <a:cubicBezTo>
                    <a:pt x="27420" y="3322"/>
                    <a:pt x="27456" y="3334"/>
                    <a:pt x="27492" y="3334"/>
                  </a:cubicBezTo>
                  <a:cubicBezTo>
                    <a:pt x="27623" y="3334"/>
                    <a:pt x="27730" y="3239"/>
                    <a:pt x="27730" y="3108"/>
                  </a:cubicBezTo>
                  <a:lnTo>
                    <a:pt x="27742" y="1250"/>
                  </a:lnTo>
                  <a:cubicBezTo>
                    <a:pt x="27730" y="1179"/>
                    <a:pt x="27706" y="1119"/>
                    <a:pt x="27659" y="1084"/>
                  </a:cubicBezTo>
                  <a:lnTo>
                    <a:pt x="27659" y="1084"/>
                  </a:lnTo>
                  <a:lnTo>
                    <a:pt x="30754" y="1143"/>
                  </a:lnTo>
                  <a:lnTo>
                    <a:pt x="30742" y="2905"/>
                  </a:lnTo>
                  <a:cubicBezTo>
                    <a:pt x="30742" y="3001"/>
                    <a:pt x="30802" y="3084"/>
                    <a:pt x="30885" y="3120"/>
                  </a:cubicBezTo>
                  <a:cubicBezTo>
                    <a:pt x="30909" y="3132"/>
                    <a:pt x="30945" y="3144"/>
                    <a:pt x="30980" y="3144"/>
                  </a:cubicBezTo>
                  <a:cubicBezTo>
                    <a:pt x="31111" y="3144"/>
                    <a:pt x="31219" y="3036"/>
                    <a:pt x="31219" y="2917"/>
                  </a:cubicBezTo>
                  <a:lnTo>
                    <a:pt x="31230" y="1155"/>
                  </a:lnTo>
                  <a:lnTo>
                    <a:pt x="34159" y="1227"/>
                  </a:lnTo>
                  <a:lnTo>
                    <a:pt x="34148" y="2989"/>
                  </a:lnTo>
                  <a:cubicBezTo>
                    <a:pt x="34148" y="3084"/>
                    <a:pt x="34207" y="3167"/>
                    <a:pt x="34290" y="3203"/>
                  </a:cubicBezTo>
                  <a:cubicBezTo>
                    <a:pt x="34314" y="3215"/>
                    <a:pt x="34350" y="3227"/>
                    <a:pt x="34386" y="3227"/>
                  </a:cubicBezTo>
                  <a:cubicBezTo>
                    <a:pt x="34517" y="3227"/>
                    <a:pt x="34624" y="3132"/>
                    <a:pt x="34624" y="3001"/>
                  </a:cubicBezTo>
                  <a:lnTo>
                    <a:pt x="34636" y="1239"/>
                  </a:lnTo>
                  <a:lnTo>
                    <a:pt x="48792" y="1548"/>
                  </a:lnTo>
                  <a:lnTo>
                    <a:pt x="2501" y="24551"/>
                  </a:lnTo>
                  <a:lnTo>
                    <a:pt x="2501" y="24563"/>
                  </a:lnTo>
                  <a:lnTo>
                    <a:pt x="500" y="477"/>
                  </a:lnTo>
                  <a:close/>
                  <a:moveTo>
                    <a:pt x="250" y="0"/>
                  </a:moveTo>
                  <a:cubicBezTo>
                    <a:pt x="179" y="0"/>
                    <a:pt x="119" y="24"/>
                    <a:pt x="72" y="84"/>
                  </a:cubicBezTo>
                  <a:cubicBezTo>
                    <a:pt x="24" y="119"/>
                    <a:pt x="0" y="191"/>
                    <a:pt x="12" y="250"/>
                  </a:cubicBezTo>
                  <a:lnTo>
                    <a:pt x="2060" y="24944"/>
                  </a:lnTo>
                  <a:cubicBezTo>
                    <a:pt x="2060" y="25027"/>
                    <a:pt x="2108" y="25099"/>
                    <a:pt x="2179" y="25134"/>
                  </a:cubicBezTo>
                  <a:lnTo>
                    <a:pt x="2191" y="25146"/>
                  </a:lnTo>
                  <a:cubicBezTo>
                    <a:pt x="2227" y="25158"/>
                    <a:pt x="2266" y="25164"/>
                    <a:pt x="2303" y="25164"/>
                  </a:cubicBezTo>
                  <a:cubicBezTo>
                    <a:pt x="2340" y="25164"/>
                    <a:pt x="2376" y="25158"/>
                    <a:pt x="2405" y="25146"/>
                  </a:cubicBezTo>
                  <a:lnTo>
                    <a:pt x="49864" y="1560"/>
                  </a:lnTo>
                  <a:cubicBezTo>
                    <a:pt x="49959" y="1512"/>
                    <a:pt x="50019" y="1405"/>
                    <a:pt x="49983" y="1298"/>
                  </a:cubicBezTo>
                  <a:cubicBezTo>
                    <a:pt x="49959" y="1191"/>
                    <a:pt x="49864" y="1119"/>
                    <a:pt x="49757" y="1119"/>
                  </a:cubicBezTo>
                  <a:lnTo>
                    <a:pt x="2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 name="Google Shape;659;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7">
    <p:spTree>
      <p:nvGrpSpPr>
        <p:cNvPr id="660" name="Shape 660"/>
        <p:cNvGrpSpPr/>
        <p:nvPr/>
      </p:nvGrpSpPr>
      <p:grpSpPr>
        <a:xfrm>
          <a:off x="0" y="0"/>
          <a:ext cx="0" cy="0"/>
          <a:chOff x="0" y="0"/>
          <a:chExt cx="0" cy="0"/>
        </a:xfrm>
      </p:grpSpPr>
      <p:grpSp>
        <p:nvGrpSpPr>
          <p:cNvPr id="661" name="Google Shape;661;p22"/>
          <p:cNvGrpSpPr/>
          <p:nvPr/>
        </p:nvGrpSpPr>
        <p:grpSpPr>
          <a:xfrm flipH="1">
            <a:off x="-14683" y="-39525"/>
            <a:ext cx="2363747" cy="5242462"/>
            <a:chOff x="6561927" y="-2"/>
            <a:chExt cx="2327898" cy="5162952"/>
          </a:xfrm>
        </p:grpSpPr>
        <p:sp>
          <p:nvSpPr>
            <p:cNvPr id="662" name="Google Shape;662;p22"/>
            <p:cNvSpPr/>
            <p:nvPr/>
          </p:nvSpPr>
          <p:spPr>
            <a:xfrm>
              <a:off x="6561927" y="-2"/>
              <a:ext cx="2327898" cy="5162950"/>
            </a:xfrm>
            <a:custGeom>
              <a:rect b="b" l="l" r="r" t="t"/>
              <a:pathLst>
                <a:path extrusionOk="0" h="206518" w="139625">
                  <a:moveTo>
                    <a:pt x="0" y="0"/>
                  </a:moveTo>
                  <a:lnTo>
                    <a:pt x="139625" y="389"/>
                  </a:lnTo>
                  <a:lnTo>
                    <a:pt x="139236" y="206518"/>
                  </a:lnTo>
                  <a:lnTo>
                    <a:pt x="71546" y="205778"/>
                  </a:lnTo>
                  <a:close/>
                </a:path>
              </a:pathLst>
            </a:custGeom>
            <a:solidFill>
              <a:schemeClr val="accent5"/>
            </a:solidFill>
            <a:ln>
              <a:noFill/>
            </a:ln>
          </p:spPr>
        </p:sp>
        <p:grpSp>
          <p:nvGrpSpPr>
            <p:cNvPr id="663" name="Google Shape;663;p22"/>
            <p:cNvGrpSpPr/>
            <p:nvPr/>
          </p:nvGrpSpPr>
          <p:grpSpPr>
            <a:xfrm>
              <a:off x="6578277" y="19448"/>
              <a:ext cx="2311450" cy="5143502"/>
              <a:chOff x="6578277" y="19448"/>
              <a:chExt cx="2311450" cy="5143502"/>
            </a:xfrm>
          </p:grpSpPr>
          <p:cxnSp>
            <p:nvCxnSpPr>
              <p:cNvPr id="664" name="Google Shape;664;p22"/>
              <p:cNvCxnSpPr/>
              <p:nvPr/>
            </p:nvCxnSpPr>
            <p:spPr>
              <a:xfrm>
                <a:off x="6848077" y="1228723"/>
                <a:ext cx="2041500" cy="0"/>
              </a:xfrm>
              <a:prstGeom prst="straightConnector1">
                <a:avLst/>
              </a:prstGeom>
              <a:noFill/>
              <a:ln cap="rnd" cmpd="sng" w="19050">
                <a:solidFill>
                  <a:schemeClr val="lt2"/>
                </a:solidFill>
                <a:prstDash val="solid"/>
                <a:round/>
                <a:headEnd len="med" w="med" type="none"/>
                <a:tailEnd len="med" w="med" type="none"/>
              </a:ln>
            </p:spPr>
          </p:cxnSp>
          <p:cxnSp>
            <p:nvCxnSpPr>
              <p:cNvPr id="665" name="Google Shape;665;p22"/>
              <p:cNvCxnSpPr/>
              <p:nvPr/>
            </p:nvCxnSpPr>
            <p:spPr>
              <a:xfrm>
                <a:off x="6974272" y="1773698"/>
                <a:ext cx="1914000" cy="0"/>
              </a:xfrm>
              <a:prstGeom prst="straightConnector1">
                <a:avLst/>
              </a:prstGeom>
              <a:noFill/>
              <a:ln cap="rnd" cmpd="sng" w="19050">
                <a:solidFill>
                  <a:schemeClr val="lt2"/>
                </a:solidFill>
                <a:prstDash val="solid"/>
                <a:round/>
                <a:headEnd len="med" w="med" type="none"/>
                <a:tailEnd len="med" w="med" type="none"/>
              </a:ln>
            </p:spPr>
          </p:cxnSp>
          <p:cxnSp>
            <p:nvCxnSpPr>
              <p:cNvPr id="666" name="Google Shape;666;p22"/>
              <p:cNvCxnSpPr/>
              <p:nvPr/>
            </p:nvCxnSpPr>
            <p:spPr>
              <a:xfrm>
                <a:off x="7100912" y="2318673"/>
                <a:ext cx="1787400" cy="0"/>
              </a:xfrm>
              <a:prstGeom prst="straightConnector1">
                <a:avLst/>
              </a:prstGeom>
              <a:noFill/>
              <a:ln cap="rnd" cmpd="sng" w="19050">
                <a:solidFill>
                  <a:schemeClr val="lt2"/>
                </a:solidFill>
                <a:prstDash val="solid"/>
                <a:round/>
                <a:headEnd len="med" w="med" type="none"/>
                <a:tailEnd len="med" w="med" type="none"/>
              </a:ln>
            </p:spPr>
          </p:cxnSp>
          <p:cxnSp>
            <p:nvCxnSpPr>
              <p:cNvPr id="667" name="Google Shape;667;p22"/>
              <p:cNvCxnSpPr/>
              <p:nvPr/>
            </p:nvCxnSpPr>
            <p:spPr>
              <a:xfrm>
                <a:off x="7234552" y="2858723"/>
                <a:ext cx="1653900" cy="4800"/>
              </a:xfrm>
              <a:prstGeom prst="straightConnector1">
                <a:avLst/>
              </a:prstGeom>
              <a:noFill/>
              <a:ln cap="rnd" cmpd="sng" w="19050">
                <a:solidFill>
                  <a:schemeClr val="lt2"/>
                </a:solidFill>
                <a:prstDash val="solid"/>
                <a:round/>
                <a:headEnd len="med" w="med" type="none"/>
                <a:tailEnd len="med" w="med" type="none"/>
              </a:ln>
            </p:spPr>
          </p:cxnSp>
          <p:cxnSp>
            <p:nvCxnSpPr>
              <p:cNvPr id="668" name="Google Shape;668;p22"/>
              <p:cNvCxnSpPr/>
              <p:nvPr/>
            </p:nvCxnSpPr>
            <p:spPr>
              <a:xfrm>
                <a:off x="7351227" y="3408598"/>
                <a:ext cx="1537200" cy="0"/>
              </a:xfrm>
              <a:prstGeom prst="straightConnector1">
                <a:avLst/>
              </a:prstGeom>
              <a:noFill/>
              <a:ln cap="rnd" cmpd="sng" w="19050">
                <a:solidFill>
                  <a:schemeClr val="lt2"/>
                </a:solidFill>
                <a:prstDash val="solid"/>
                <a:round/>
                <a:headEnd len="med" w="med" type="none"/>
                <a:tailEnd len="med" w="med" type="none"/>
              </a:ln>
            </p:spPr>
          </p:cxnSp>
          <p:cxnSp>
            <p:nvCxnSpPr>
              <p:cNvPr id="669" name="Google Shape;669;p22"/>
              <p:cNvCxnSpPr/>
              <p:nvPr/>
            </p:nvCxnSpPr>
            <p:spPr>
              <a:xfrm>
                <a:off x="7460602" y="3953573"/>
                <a:ext cx="1427700" cy="0"/>
              </a:xfrm>
              <a:prstGeom prst="straightConnector1">
                <a:avLst/>
              </a:prstGeom>
              <a:noFill/>
              <a:ln cap="rnd" cmpd="sng" w="19050">
                <a:solidFill>
                  <a:schemeClr val="lt2"/>
                </a:solidFill>
                <a:prstDash val="solid"/>
                <a:round/>
                <a:headEnd len="med" w="med" type="none"/>
                <a:tailEnd len="med" w="med" type="none"/>
              </a:ln>
            </p:spPr>
          </p:cxnSp>
          <p:cxnSp>
            <p:nvCxnSpPr>
              <p:cNvPr id="670" name="Google Shape;670;p22"/>
              <p:cNvCxnSpPr/>
              <p:nvPr/>
            </p:nvCxnSpPr>
            <p:spPr>
              <a:xfrm>
                <a:off x="7618294" y="4498548"/>
                <a:ext cx="1270200" cy="0"/>
              </a:xfrm>
              <a:prstGeom prst="straightConnector1">
                <a:avLst/>
              </a:prstGeom>
              <a:noFill/>
              <a:ln cap="rnd" cmpd="sng" w="19050">
                <a:solidFill>
                  <a:schemeClr val="lt2"/>
                </a:solidFill>
                <a:prstDash val="solid"/>
                <a:round/>
                <a:headEnd len="med" w="med" type="none"/>
                <a:tailEnd len="med" w="med" type="none"/>
              </a:ln>
            </p:spPr>
          </p:cxnSp>
          <p:cxnSp>
            <p:nvCxnSpPr>
              <p:cNvPr id="671" name="Google Shape;671;p22"/>
              <p:cNvCxnSpPr/>
              <p:nvPr/>
            </p:nvCxnSpPr>
            <p:spPr>
              <a:xfrm>
                <a:off x="7723872" y="5043523"/>
                <a:ext cx="1164300" cy="0"/>
              </a:xfrm>
              <a:prstGeom prst="straightConnector1">
                <a:avLst/>
              </a:prstGeom>
              <a:noFill/>
              <a:ln cap="rnd" cmpd="sng" w="19050">
                <a:solidFill>
                  <a:schemeClr val="lt2"/>
                </a:solidFill>
                <a:prstDash val="solid"/>
                <a:round/>
                <a:headEnd len="med" w="med" type="none"/>
                <a:tailEnd len="med" w="med" type="none"/>
              </a:ln>
            </p:spPr>
          </p:cxnSp>
          <p:cxnSp>
            <p:nvCxnSpPr>
              <p:cNvPr id="672" name="Google Shape;672;p22"/>
              <p:cNvCxnSpPr/>
              <p:nvPr/>
            </p:nvCxnSpPr>
            <p:spPr>
              <a:xfrm>
                <a:off x="6716827" y="683748"/>
                <a:ext cx="2172900" cy="0"/>
              </a:xfrm>
              <a:prstGeom prst="straightConnector1">
                <a:avLst/>
              </a:prstGeom>
              <a:noFill/>
              <a:ln cap="rnd" cmpd="sng" w="19050">
                <a:solidFill>
                  <a:schemeClr val="lt2"/>
                </a:solidFill>
                <a:prstDash val="solid"/>
                <a:round/>
                <a:headEnd len="med" w="med" type="none"/>
                <a:tailEnd len="med" w="med" type="none"/>
              </a:ln>
            </p:spPr>
          </p:cxnSp>
          <p:cxnSp>
            <p:nvCxnSpPr>
              <p:cNvPr id="673" name="Google Shape;673;p22"/>
              <p:cNvCxnSpPr/>
              <p:nvPr/>
            </p:nvCxnSpPr>
            <p:spPr>
              <a:xfrm>
                <a:off x="6578277" y="138773"/>
                <a:ext cx="2310300" cy="0"/>
              </a:xfrm>
              <a:prstGeom prst="straightConnector1">
                <a:avLst/>
              </a:prstGeom>
              <a:noFill/>
              <a:ln cap="rnd" cmpd="sng" w="19050">
                <a:solidFill>
                  <a:schemeClr val="lt2"/>
                </a:solidFill>
                <a:prstDash val="solid"/>
                <a:round/>
                <a:headEnd len="med" w="med" type="none"/>
                <a:tailEnd len="med" w="med" type="none"/>
              </a:ln>
            </p:spPr>
          </p:cxnSp>
          <p:cxnSp>
            <p:nvCxnSpPr>
              <p:cNvPr id="674" name="Google Shape;674;p22"/>
              <p:cNvCxnSpPr/>
              <p:nvPr/>
            </p:nvCxnSpPr>
            <p:spPr>
              <a:xfrm rot="5400000">
                <a:off x="5436202" y="2591200"/>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675" name="Google Shape;675;p22"/>
              <p:cNvCxnSpPr/>
              <p:nvPr/>
            </p:nvCxnSpPr>
            <p:spPr>
              <a:xfrm>
                <a:off x="7462987" y="19448"/>
                <a:ext cx="0" cy="3860100"/>
              </a:xfrm>
              <a:prstGeom prst="straightConnector1">
                <a:avLst/>
              </a:prstGeom>
              <a:noFill/>
              <a:ln cap="rnd" cmpd="sng" w="19050">
                <a:solidFill>
                  <a:schemeClr val="lt2"/>
                </a:solidFill>
                <a:prstDash val="solid"/>
                <a:round/>
                <a:headEnd len="med" w="med" type="none"/>
                <a:tailEnd len="med" w="med" type="none"/>
              </a:ln>
            </p:spPr>
          </p:cxnSp>
          <p:cxnSp>
            <p:nvCxnSpPr>
              <p:cNvPr id="676" name="Google Shape;676;p22"/>
              <p:cNvCxnSpPr/>
              <p:nvPr/>
            </p:nvCxnSpPr>
            <p:spPr>
              <a:xfrm>
                <a:off x="6918012" y="19448"/>
                <a:ext cx="0" cy="1490400"/>
              </a:xfrm>
              <a:prstGeom prst="straightConnector1">
                <a:avLst/>
              </a:prstGeom>
              <a:noFill/>
              <a:ln cap="rnd" cmpd="sng" w="19050">
                <a:solidFill>
                  <a:schemeClr val="lt2"/>
                </a:solidFill>
                <a:prstDash val="solid"/>
                <a:round/>
                <a:headEnd len="med" w="med" type="none"/>
                <a:tailEnd len="med" w="med" type="none"/>
              </a:ln>
            </p:spPr>
          </p:cxnSp>
          <p:cxnSp>
            <p:nvCxnSpPr>
              <p:cNvPr id="677" name="Google Shape;677;p22"/>
              <p:cNvCxnSpPr/>
              <p:nvPr/>
            </p:nvCxnSpPr>
            <p:spPr>
              <a:xfrm rot="5400000">
                <a:off x="5981176" y="2591200"/>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678" name="Google Shape;678;p22"/>
          <p:cNvSpPr/>
          <p:nvPr/>
        </p:nvSpPr>
        <p:spPr>
          <a:xfrm flipH="1">
            <a:off x="-14891" y="2984152"/>
            <a:ext cx="3836662" cy="2174218"/>
          </a:xfrm>
          <a:custGeom>
            <a:rect b="b" l="l" r="r" t="t"/>
            <a:pathLst>
              <a:path extrusionOk="0" h="33898" w="59817">
                <a:moveTo>
                  <a:pt x="59816" y="0"/>
                </a:moveTo>
                <a:lnTo>
                  <a:pt x="1" y="33898"/>
                </a:lnTo>
                <a:lnTo>
                  <a:pt x="21543" y="33898"/>
                </a:lnTo>
                <a:lnTo>
                  <a:pt x="59816" y="16734"/>
                </a:lnTo>
                <a:lnTo>
                  <a:pt x="598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rot="-5400000">
            <a:off x="6218992" y="2228193"/>
            <a:ext cx="5153165" cy="696899"/>
          </a:xfrm>
          <a:custGeom>
            <a:rect b="b" l="l" r="r" t="t"/>
            <a:pathLst>
              <a:path extrusionOk="0" h="24595" w="95376">
                <a:moveTo>
                  <a:pt x="1" y="0"/>
                </a:moveTo>
                <a:lnTo>
                  <a:pt x="1" y="24595"/>
                </a:lnTo>
                <a:lnTo>
                  <a:pt x="95375" y="24595"/>
                </a:lnTo>
                <a:lnTo>
                  <a:pt x="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txBox="1"/>
          <p:nvPr>
            <p:ph hasCustomPrompt="1" type="title"/>
          </p:nvPr>
        </p:nvSpPr>
        <p:spPr>
          <a:xfrm>
            <a:off x="2869018" y="614650"/>
            <a:ext cx="4033200" cy="786600"/>
          </a:xfrm>
          <a:prstGeom prst="rect">
            <a:avLst/>
          </a:prstGeom>
          <a:ln>
            <a:noFill/>
          </a:ln>
        </p:spPr>
        <p:txBody>
          <a:bodyPr anchorCtr="0" anchor="ctr" bIns="91425" lIns="91425" spcFirstLastPara="1" rIns="91425" wrap="square" tIns="91425">
            <a:noAutofit/>
          </a:bodyPr>
          <a:lstStyle>
            <a:lvl1pPr lvl="0" rtl="0" algn="r">
              <a:spcBef>
                <a:spcPts val="0"/>
              </a:spcBef>
              <a:spcAft>
                <a:spcPts val="0"/>
              </a:spcAft>
              <a:buSzPts val="4500"/>
              <a:buNone/>
              <a:defRPr sz="4500">
                <a:highlight>
                  <a:schemeClr val="lt2"/>
                </a:highlight>
              </a:defRPr>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r>
              <a:t>xx%</a:t>
            </a:r>
          </a:p>
        </p:txBody>
      </p:sp>
      <p:sp>
        <p:nvSpPr>
          <p:cNvPr id="681" name="Google Shape;681;p22"/>
          <p:cNvSpPr txBox="1"/>
          <p:nvPr>
            <p:ph idx="1" type="subTitle"/>
          </p:nvPr>
        </p:nvSpPr>
        <p:spPr>
          <a:xfrm>
            <a:off x="2869024" y="1310075"/>
            <a:ext cx="4033200" cy="4227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Font typeface="Ubuntu"/>
              <a:buNone/>
              <a:defRPr/>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82" name="Google Shape;682;p22"/>
          <p:cNvSpPr txBox="1"/>
          <p:nvPr>
            <p:ph hasCustomPrompt="1" idx="2" type="title"/>
          </p:nvPr>
        </p:nvSpPr>
        <p:spPr>
          <a:xfrm>
            <a:off x="2869018" y="1967100"/>
            <a:ext cx="4033200" cy="786300"/>
          </a:xfrm>
          <a:prstGeom prst="rect">
            <a:avLst/>
          </a:prstGeom>
          <a:ln>
            <a:noFill/>
          </a:ln>
        </p:spPr>
        <p:txBody>
          <a:bodyPr anchorCtr="0" anchor="ctr" bIns="91425" lIns="91425" spcFirstLastPara="1" rIns="91425" wrap="square" tIns="91425">
            <a:noAutofit/>
          </a:bodyPr>
          <a:lstStyle>
            <a:lvl1pPr lvl="0" rtl="0" algn="r">
              <a:spcBef>
                <a:spcPts val="0"/>
              </a:spcBef>
              <a:spcAft>
                <a:spcPts val="0"/>
              </a:spcAft>
              <a:buSzPts val="4500"/>
              <a:buNone/>
              <a:defRPr sz="4500">
                <a:highlight>
                  <a:schemeClr val="lt2"/>
                </a:highlight>
              </a:defRPr>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r>
              <a:t>xx%</a:t>
            </a:r>
          </a:p>
        </p:txBody>
      </p:sp>
      <p:sp>
        <p:nvSpPr>
          <p:cNvPr id="683" name="Google Shape;683;p22"/>
          <p:cNvSpPr txBox="1"/>
          <p:nvPr>
            <p:ph idx="3" type="subTitle"/>
          </p:nvPr>
        </p:nvSpPr>
        <p:spPr>
          <a:xfrm>
            <a:off x="2869018" y="2659057"/>
            <a:ext cx="4033200" cy="4206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Font typeface="Ubuntu"/>
              <a:buNone/>
              <a:defRPr/>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sp>
        <p:nvSpPr>
          <p:cNvPr id="684" name="Google Shape;684;p22"/>
          <p:cNvSpPr txBox="1"/>
          <p:nvPr>
            <p:ph hasCustomPrompt="1" idx="4" type="title"/>
          </p:nvPr>
        </p:nvSpPr>
        <p:spPr>
          <a:xfrm>
            <a:off x="2869018" y="3319550"/>
            <a:ext cx="4033200" cy="786300"/>
          </a:xfrm>
          <a:prstGeom prst="rect">
            <a:avLst/>
          </a:prstGeom>
          <a:ln>
            <a:noFill/>
          </a:ln>
        </p:spPr>
        <p:txBody>
          <a:bodyPr anchorCtr="0" anchor="ctr" bIns="91425" lIns="91425" spcFirstLastPara="1" rIns="91425" wrap="square" tIns="91425">
            <a:noAutofit/>
          </a:bodyPr>
          <a:lstStyle>
            <a:lvl1pPr lvl="0" rtl="0" algn="r">
              <a:spcBef>
                <a:spcPts val="0"/>
              </a:spcBef>
              <a:spcAft>
                <a:spcPts val="0"/>
              </a:spcAft>
              <a:buSzPts val="4500"/>
              <a:buNone/>
              <a:defRPr sz="4500">
                <a:highlight>
                  <a:schemeClr val="lt2"/>
                </a:highlight>
              </a:defRPr>
            </a:lvl1pPr>
            <a:lvl2pPr lvl="1" rtl="0">
              <a:spcBef>
                <a:spcPts val="0"/>
              </a:spcBef>
              <a:spcAft>
                <a:spcPts val="0"/>
              </a:spcAft>
              <a:buSzPts val="4500"/>
              <a:buNone/>
              <a:defRPr sz="4500"/>
            </a:lvl2pPr>
            <a:lvl3pPr lvl="2" rtl="0">
              <a:spcBef>
                <a:spcPts val="0"/>
              </a:spcBef>
              <a:spcAft>
                <a:spcPts val="0"/>
              </a:spcAft>
              <a:buSzPts val="4500"/>
              <a:buNone/>
              <a:defRPr sz="4500"/>
            </a:lvl3pPr>
            <a:lvl4pPr lvl="3" rtl="0">
              <a:spcBef>
                <a:spcPts val="0"/>
              </a:spcBef>
              <a:spcAft>
                <a:spcPts val="0"/>
              </a:spcAft>
              <a:buSzPts val="4500"/>
              <a:buNone/>
              <a:defRPr sz="4500"/>
            </a:lvl4pPr>
            <a:lvl5pPr lvl="4" rtl="0">
              <a:spcBef>
                <a:spcPts val="0"/>
              </a:spcBef>
              <a:spcAft>
                <a:spcPts val="0"/>
              </a:spcAft>
              <a:buSzPts val="4500"/>
              <a:buNone/>
              <a:defRPr sz="4500"/>
            </a:lvl5pPr>
            <a:lvl6pPr lvl="5" rtl="0">
              <a:spcBef>
                <a:spcPts val="0"/>
              </a:spcBef>
              <a:spcAft>
                <a:spcPts val="0"/>
              </a:spcAft>
              <a:buSzPts val="4500"/>
              <a:buNone/>
              <a:defRPr sz="4500"/>
            </a:lvl6pPr>
            <a:lvl7pPr lvl="6" rtl="0">
              <a:spcBef>
                <a:spcPts val="0"/>
              </a:spcBef>
              <a:spcAft>
                <a:spcPts val="0"/>
              </a:spcAft>
              <a:buSzPts val="4500"/>
              <a:buNone/>
              <a:defRPr sz="4500"/>
            </a:lvl7pPr>
            <a:lvl8pPr lvl="7" rtl="0">
              <a:spcBef>
                <a:spcPts val="0"/>
              </a:spcBef>
              <a:spcAft>
                <a:spcPts val="0"/>
              </a:spcAft>
              <a:buSzPts val="4500"/>
              <a:buNone/>
              <a:defRPr sz="4500"/>
            </a:lvl8pPr>
            <a:lvl9pPr lvl="8" rtl="0">
              <a:spcBef>
                <a:spcPts val="0"/>
              </a:spcBef>
              <a:spcAft>
                <a:spcPts val="0"/>
              </a:spcAft>
              <a:buSzPts val="4500"/>
              <a:buNone/>
              <a:defRPr sz="4500"/>
            </a:lvl9pPr>
          </a:lstStyle>
          <a:p>
            <a:r>
              <a:t>xx%</a:t>
            </a:r>
          </a:p>
        </p:txBody>
      </p:sp>
      <p:sp>
        <p:nvSpPr>
          <p:cNvPr id="685" name="Google Shape;685;p22"/>
          <p:cNvSpPr txBox="1"/>
          <p:nvPr>
            <p:ph idx="5" type="subTitle"/>
          </p:nvPr>
        </p:nvSpPr>
        <p:spPr>
          <a:xfrm>
            <a:off x="2869018" y="4014218"/>
            <a:ext cx="4033200" cy="420600"/>
          </a:xfrm>
          <a:prstGeom prst="rect">
            <a:avLst/>
          </a:prstGeom>
          <a:ln>
            <a:noFill/>
          </a:ln>
        </p:spPr>
        <p:txBody>
          <a:bodyPr anchorCtr="0" anchor="t" bIns="91425" lIns="91425" spcFirstLastPara="1" rIns="91425" wrap="square" tIns="91425">
            <a:noAutofit/>
          </a:bodyPr>
          <a:lstStyle>
            <a:lvl1pPr lvl="0" rtl="0" algn="r">
              <a:spcBef>
                <a:spcPts val="0"/>
              </a:spcBef>
              <a:spcAft>
                <a:spcPts val="0"/>
              </a:spcAft>
              <a:buSzPts val="1400"/>
              <a:buFont typeface="Ubuntu"/>
              <a:buNone/>
              <a:defRPr/>
            </a:lvl1pPr>
            <a:lvl2pPr lvl="1" rtl="0" algn="ctr">
              <a:spcBef>
                <a:spcPts val="0"/>
              </a:spcBef>
              <a:spcAft>
                <a:spcPts val="0"/>
              </a:spcAft>
              <a:buSzPts val="1400"/>
              <a:buFont typeface="Ubuntu"/>
              <a:buNone/>
              <a:defRPr>
                <a:latin typeface="Ubuntu"/>
                <a:ea typeface="Ubuntu"/>
                <a:cs typeface="Ubuntu"/>
                <a:sym typeface="Ubuntu"/>
              </a:defRPr>
            </a:lvl2pPr>
            <a:lvl3pPr lvl="2" rtl="0" algn="ctr">
              <a:spcBef>
                <a:spcPts val="0"/>
              </a:spcBef>
              <a:spcAft>
                <a:spcPts val="0"/>
              </a:spcAft>
              <a:buSzPts val="1400"/>
              <a:buFont typeface="Ubuntu"/>
              <a:buNone/>
              <a:defRPr>
                <a:latin typeface="Ubuntu"/>
                <a:ea typeface="Ubuntu"/>
                <a:cs typeface="Ubuntu"/>
                <a:sym typeface="Ubuntu"/>
              </a:defRPr>
            </a:lvl3pPr>
            <a:lvl4pPr lvl="3" rtl="0" algn="ctr">
              <a:spcBef>
                <a:spcPts val="0"/>
              </a:spcBef>
              <a:spcAft>
                <a:spcPts val="0"/>
              </a:spcAft>
              <a:buSzPts val="1400"/>
              <a:buFont typeface="Ubuntu"/>
              <a:buNone/>
              <a:defRPr>
                <a:latin typeface="Ubuntu"/>
                <a:ea typeface="Ubuntu"/>
                <a:cs typeface="Ubuntu"/>
                <a:sym typeface="Ubuntu"/>
              </a:defRPr>
            </a:lvl4pPr>
            <a:lvl5pPr lvl="4" rtl="0" algn="ctr">
              <a:spcBef>
                <a:spcPts val="0"/>
              </a:spcBef>
              <a:spcAft>
                <a:spcPts val="0"/>
              </a:spcAft>
              <a:buSzPts val="1400"/>
              <a:buFont typeface="Ubuntu"/>
              <a:buNone/>
              <a:defRPr>
                <a:latin typeface="Ubuntu"/>
                <a:ea typeface="Ubuntu"/>
                <a:cs typeface="Ubuntu"/>
                <a:sym typeface="Ubuntu"/>
              </a:defRPr>
            </a:lvl5pPr>
            <a:lvl6pPr lvl="5" rtl="0" algn="ctr">
              <a:spcBef>
                <a:spcPts val="0"/>
              </a:spcBef>
              <a:spcAft>
                <a:spcPts val="0"/>
              </a:spcAft>
              <a:buSzPts val="1400"/>
              <a:buFont typeface="Ubuntu"/>
              <a:buNone/>
              <a:defRPr>
                <a:latin typeface="Ubuntu"/>
                <a:ea typeface="Ubuntu"/>
                <a:cs typeface="Ubuntu"/>
                <a:sym typeface="Ubuntu"/>
              </a:defRPr>
            </a:lvl6pPr>
            <a:lvl7pPr lvl="6" rtl="0" algn="ctr">
              <a:spcBef>
                <a:spcPts val="0"/>
              </a:spcBef>
              <a:spcAft>
                <a:spcPts val="0"/>
              </a:spcAft>
              <a:buSzPts val="1400"/>
              <a:buFont typeface="Ubuntu"/>
              <a:buNone/>
              <a:defRPr>
                <a:latin typeface="Ubuntu"/>
                <a:ea typeface="Ubuntu"/>
                <a:cs typeface="Ubuntu"/>
                <a:sym typeface="Ubuntu"/>
              </a:defRPr>
            </a:lvl7pPr>
            <a:lvl8pPr lvl="7" rtl="0" algn="ctr">
              <a:spcBef>
                <a:spcPts val="0"/>
              </a:spcBef>
              <a:spcAft>
                <a:spcPts val="0"/>
              </a:spcAft>
              <a:buSzPts val="1400"/>
              <a:buFont typeface="Ubuntu"/>
              <a:buNone/>
              <a:defRPr>
                <a:latin typeface="Ubuntu"/>
                <a:ea typeface="Ubuntu"/>
                <a:cs typeface="Ubuntu"/>
                <a:sym typeface="Ubuntu"/>
              </a:defRPr>
            </a:lvl8pPr>
            <a:lvl9pPr lvl="8" rtl="0" algn="ctr">
              <a:spcBef>
                <a:spcPts val="0"/>
              </a:spcBef>
              <a:spcAft>
                <a:spcPts val="0"/>
              </a:spcAft>
              <a:buSzPts val="1400"/>
              <a:buFont typeface="Ubuntu"/>
              <a:buNone/>
              <a:defRPr>
                <a:latin typeface="Ubuntu"/>
                <a:ea typeface="Ubuntu"/>
                <a:cs typeface="Ubuntu"/>
                <a:sym typeface="Ubuntu"/>
              </a:defRPr>
            </a:lvl9pPr>
          </a:lstStyle>
          <a:p/>
        </p:txBody>
      </p:sp>
      <p:grpSp>
        <p:nvGrpSpPr>
          <p:cNvPr id="686" name="Google Shape;686;p22"/>
          <p:cNvGrpSpPr/>
          <p:nvPr/>
        </p:nvGrpSpPr>
        <p:grpSpPr>
          <a:xfrm flipH="1" rot="5400000">
            <a:off x="7765335" y="3796457"/>
            <a:ext cx="1276820" cy="1417268"/>
            <a:chOff x="777100" y="158663"/>
            <a:chExt cx="707850" cy="785712"/>
          </a:xfrm>
        </p:grpSpPr>
        <p:cxnSp>
          <p:nvCxnSpPr>
            <p:cNvPr id="687" name="Google Shape;687;p22"/>
            <p:cNvCxnSpPr/>
            <p:nvPr/>
          </p:nvCxnSpPr>
          <p:spPr>
            <a:xfrm flipH="1" rot="10800000">
              <a:off x="777100" y="158675"/>
              <a:ext cx="416700" cy="482100"/>
            </a:xfrm>
            <a:prstGeom prst="straightConnector1">
              <a:avLst/>
            </a:prstGeom>
            <a:noFill/>
            <a:ln cap="flat" cmpd="sng" w="19050">
              <a:solidFill>
                <a:schemeClr val="dk2"/>
              </a:solidFill>
              <a:prstDash val="solid"/>
              <a:round/>
              <a:headEnd len="med" w="med" type="none"/>
              <a:tailEnd len="med" w="med" type="none"/>
            </a:ln>
          </p:spPr>
        </p:cxnSp>
        <p:cxnSp>
          <p:nvCxnSpPr>
            <p:cNvPr id="688" name="Google Shape;688;p22"/>
            <p:cNvCxnSpPr/>
            <p:nvPr/>
          </p:nvCxnSpPr>
          <p:spPr>
            <a:xfrm flipH="1">
              <a:off x="809503" y="158663"/>
              <a:ext cx="384300" cy="774900"/>
            </a:xfrm>
            <a:prstGeom prst="straightConnector1">
              <a:avLst/>
            </a:prstGeom>
            <a:noFill/>
            <a:ln cap="flat" cmpd="sng" w="19050">
              <a:solidFill>
                <a:schemeClr val="dk2"/>
              </a:solidFill>
              <a:prstDash val="solid"/>
              <a:round/>
              <a:headEnd len="med" w="med" type="none"/>
              <a:tailEnd len="med" w="med" type="none"/>
            </a:ln>
          </p:spPr>
        </p:cxnSp>
        <p:cxnSp>
          <p:nvCxnSpPr>
            <p:cNvPr id="689" name="Google Shape;689;p22"/>
            <p:cNvCxnSpPr/>
            <p:nvPr/>
          </p:nvCxnSpPr>
          <p:spPr>
            <a:xfrm flipH="1" rot="10800000">
              <a:off x="807425" y="293075"/>
              <a:ext cx="527700" cy="651300"/>
            </a:xfrm>
            <a:prstGeom prst="straightConnector1">
              <a:avLst/>
            </a:prstGeom>
            <a:noFill/>
            <a:ln cap="flat" cmpd="sng" w="19050">
              <a:solidFill>
                <a:schemeClr val="dk2"/>
              </a:solidFill>
              <a:prstDash val="solid"/>
              <a:round/>
              <a:headEnd len="med" w="med" type="none"/>
              <a:tailEnd len="med" w="med" type="none"/>
            </a:ln>
          </p:spPr>
        </p:cxnSp>
        <p:cxnSp>
          <p:nvCxnSpPr>
            <p:cNvPr id="690" name="Google Shape;690;p22"/>
            <p:cNvCxnSpPr/>
            <p:nvPr/>
          </p:nvCxnSpPr>
          <p:spPr>
            <a:xfrm flipH="1">
              <a:off x="1087625" y="293075"/>
              <a:ext cx="247500" cy="618600"/>
            </a:xfrm>
            <a:prstGeom prst="straightConnector1">
              <a:avLst/>
            </a:prstGeom>
            <a:noFill/>
            <a:ln cap="flat" cmpd="sng" w="19050">
              <a:solidFill>
                <a:schemeClr val="dk2"/>
              </a:solidFill>
              <a:prstDash val="solid"/>
              <a:round/>
              <a:headEnd len="med" w="med" type="none"/>
              <a:tailEnd len="med" w="med" type="none"/>
            </a:ln>
          </p:spPr>
        </p:cxnSp>
        <p:cxnSp>
          <p:nvCxnSpPr>
            <p:cNvPr id="691" name="Google Shape;691;p22"/>
            <p:cNvCxnSpPr/>
            <p:nvPr/>
          </p:nvCxnSpPr>
          <p:spPr>
            <a:xfrm flipH="1" rot="10800000">
              <a:off x="1100675" y="547000"/>
              <a:ext cx="312600" cy="364800"/>
            </a:xfrm>
            <a:prstGeom prst="straightConnector1">
              <a:avLst/>
            </a:prstGeom>
            <a:noFill/>
            <a:ln cap="flat" cmpd="sng" w="19050">
              <a:solidFill>
                <a:schemeClr val="dk2"/>
              </a:solidFill>
              <a:prstDash val="solid"/>
              <a:round/>
              <a:headEnd len="med" w="med" type="none"/>
              <a:tailEnd len="med" w="med" type="none"/>
            </a:ln>
          </p:spPr>
        </p:cxnSp>
        <p:cxnSp>
          <p:nvCxnSpPr>
            <p:cNvPr id="692" name="Google Shape;692;p22"/>
            <p:cNvCxnSpPr/>
            <p:nvPr/>
          </p:nvCxnSpPr>
          <p:spPr>
            <a:xfrm flipH="1">
              <a:off x="1315750" y="547000"/>
              <a:ext cx="91200" cy="364800"/>
            </a:xfrm>
            <a:prstGeom prst="straightConnector1">
              <a:avLst/>
            </a:prstGeom>
            <a:noFill/>
            <a:ln cap="flat" cmpd="sng" w="19050">
              <a:solidFill>
                <a:schemeClr val="dk2"/>
              </a:solidFill>
              <a:prstDash val="solid"/>
              <a:round/>
              <a:headEnd len="med" w="med" type="none"/>
              <a:tailEnd len="med" w="med" type="none"/>
            </a:ln>
          </p:spPr>
        </p:cxnSp>
        <p:cxnSp>
          <p:nvCxnSpPr>
            <p:cNvPr id="693" name="Google Shape;693;p22"/>
            <p:cNvCxnSpPr/>
            <p:nvPr/>
          </p:nvCxnSpPr>
          <p:spPr>
            <a:xfrm flipH="1" rot="10800000">
              <a:off x="1315750" y="703175"/>
              <a:ext cx="169200" cy="208500"/>
            </a:xfrm>
            <a:prstGeom prst="straightConnector1">
              <a:avLst/>
            </a:prstGeom>
            <a:noFill/>
            <a:ln cap="flat" cmpd="sng" w="19050">
              <a:solidFill>
                <a:schemeClr val="dk2"/>
              </a:solidFill>
              <a:prstDash val="solid"/>
              <a:round/>
              <a:headEnd len="med" w="med" type="none"/>
              <a:tailEnd len="med" w="med" type="none"/>
            </a:ln>
          </p:spPr>
        </p:cxnSp>
      </p:grpSp>
      <p:sp>
        <p:nvSpPr>
          <p:cNvPr id="694" name="Google Shape;694;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7_1">
    <p:spTree>
      <p:nvGrpSpPr>
        <p:cNvPr id="695" name="Shape 695"/>
        <p:cNvGrpSpPr/>
        <p:nvPr/>
      </p:nvGrpSpPr>
      <p:grpSpPr>
        <a:xfrm>
          <a:off x="0" y="0"/>
          <a:ext cx="0" cy="0"/>
          <a:chOff x="0" y="0"/>
          <a:chExt cx="0" cy="0"/>
        </a:xfrm>
      </p:grpSpPr>
      <p:sp>
        <p:nvSpPr>
          <p:cNvPr id="696" name="Google Shape;696;p23"/>
          <p:cNvSpPr/>
          <p:nvPr/>
        </p:nvSpPr>
        <p:spPr>
          <a:xfrm rot="5400000">
            <a:off x="340062" y="-348908"/>
            <a:ext cx="691500" cy="13893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3"/>
          <p:cNvSpPr/>
          <p:nvPr/>
        </p:nvSpPr>
        <p:spPr>
          <a:xfrm flipH="1">
            <a:off x="1489" y="4682725"/>
            <a:ext cx="9143936" cy="460777"/>
          </a:xfrm>
          <a:custGeom>
            <a:rect b="b" l="l" r="r" t="t"/>
            <a:pathLst>
              <a:path extrusionOk="0" h="10628" w="95376">
                <a:moveTo>
                  <a:pt x="95375" y="1"/>
                </a:moveTo>
                <a:lnTo>
                  <a:pt x="1" y="6983"/>
                </a:lnTo>
                <a:lnTo>
                  <a:pt x="1" y="10627"/>
                </a:lnTo>
                <a:lnTo>
                  <a:pt x="95375" y="10627"/>
                </a:lnTo>
                <a:lnTo>
                  <a:pt x="9537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3"/>
          <p:cNvSpPr/>
          <p:nvPr/>
        </p:nvSpPr>
        <p:spPr>
          <a:xfrm flipH="1">
            <a:off x="8102866" y="2214438"/>
            <a:ext cx="1039200" cy="29259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3"/>
          <p:cNvSpPr/>
          <p:nvPr/>
        </p:nvSpPr>
        <p:spPr>
          <a:xfrm flipH="1">
            <a:off x="8375801" y="2818563"/>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dk2"/>
            </a:solidFill>
            <a:prstDash val="solid"/>
            <a:round/>
            <a:headEnd len="med" w="med" type="none"/>
            <a:tailEnd len="med" w="med" type="none"/>
          </a:ln>
        </p:spPr>
      </p:sp>
      <p:sp>
        <p:nvSpPr>
          <p:cNvPr id="700" name="Google Shape;700;p23"/>
          <p:cNvSpPr txBox="1"/>
          <p:nvPr>
            <p:ph idx="1" type="subTitle"/>
          </p:nvPr>
        </p:nvSpPr>
        <p:spPr>
          <a:xfrm>
            <a:off x="970650" y="3467963"/>
            <a:ext cx="2267700" cy="39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Oswa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1" name="Google Shape;701;p23"/>
          <p:cNvSpPr txBox="1"/>
          <p:nvPr>
            <p:ph idx="2" type="subTitle"/>
          </p:nvPr>
        </p:nvSpPr>
        <p:spPr>
          <a:xfrm>
            <a:off x="3437506" y="3467963"/>
            <a:ext cx="2271900" cy="39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Oswa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2" name="Google Shape;702;p23"/>
          <p:cNvSpPr txBox="1"/>
          <p:nvPr>
            <p:ph idx="3" type="subTitle"/>
          </p:nvPr>
        </p:nvSpPr>
        <p:spPr>
          <a:xfrm>
            <a:off x="5897025" y="3467963"/>
            <a:ext cx="2271900" cy="392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Font typeface="Oswald"/>
              <a:buNone/>
              <a:defRPr sz="2400">
                <a:latin typeface="Bangers"/>
                <a:ea typeface="Bangers"/>
                <a:cs typeface="Bangers"/>
                <a:sym typeface="Banger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3" name="Google Shape;703;p23"/>
          <p:cNvSpPr txBox="1"/>
          <p:nvPr>
            <p:ph idx="4" type="subTitle"/>
          </p:nvPr>
        </p:nvSpPr>
        <p:spPr>
          <a:xfrm>
            <a:off x="971700" y="3798501"/>
            <a:ext cx="22656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4" name="Google Shape;704;p23"/>
          <p:cNvSpPr txBox="1"/>
          <p:nvPr>
            <p:ph idx="5" type="subTitle"/>
          </p:nvPr>
        </p:nvSpPr>
        <p:spPr>
          <a:xfrm>
            <a:off x="3440656" y="3796701"/>
            <a:ext cx="22656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5" name="Google Shape;705;p23"/>
          <p:cNvSpPr txBox="1"/>
          <p:nvPr>
            <p:ph idx="6" type="subTitle"/>
          </p:nvPr>
        </p:nvSpPr>
        <p:spPr>
          <a:xfrm>
            <a:off x="5900175" y="3798501"/>
            <a:ext cx="2265600" cy="630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06" name="Google Shape;706;p23"/>
          <p:cNvSpPr txBox="1"/>
          <p:nvPr>
            <p:ph hasCustomPrompt="1" type="title"/>
          </p:nvPr>
        </p:nvSpPr>
        <p:spPr>
          <a:xfrm>
            <a:off x="1656750" y="2876588"/>
            <a:ext cx="895500" cy="4395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707" name="Google Shape;707;p23"/>
          <p:cNvSpPr txBox="1"/>
          <p:nvPr>
            <p:ph hasCustomPrompt="1" idx="7" type="title"/>
          </p:nvPr>
        </p:nvSpPr>
        <p:spPr>
          <a:xfrm>
            <a:off x="4125706" y="2876588"/>
            <a:ext cx="895500" cy="4395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708" name="Google Shape;708;p23"/>
          <p:cNvSpPr txBox="1"/>
          <p:nvPr>
            <p:ph hasCustomPrompt="1" idx="8" type="title"/>
          </p:nvPr>
        </p:nvSpPr>
        <p:spPr>
          <a:xfrm>
            <a:off x="6585225" y="2876588"/>
            <a:ext cx="895500" cy="4395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2000"/>
              <a:buNone/>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709" name="Google Shape;709;p23"/>
          <p:cNvSpPr txBox="1"/>
          <p:nvPr>
            <p:ph idx="9"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10" name="Google Shape;710;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8">
    <p:spTree>
      <p:nvGrpSpPr>
        <p:cNvPr id="711" name="Shape 711"/>
        <p:cNvGrpSpPr/>
        <p:nvPr/>
      </p:nvGrpSpPr>
      <p:grpSpPr>
        <a:xfrm>
          <a:off x="0" y="0"/>
          <a:ext cx="0" cy="0"/>
          <a:chOff x="0" y="0"/>
          <a:chExt cx="0" cy="0"/>
        </a:xfrm>
      </p:grpSpPr>
      <p:grpSp>
        <p:nvGrpSpPr>
          <p:cNvPr id="712" name="Google Shape;712;p24"/>
          <p:cNvGrpSpPr/>
          <p:nvPr/>
        </p:nvGrpSpPr>
        <p:grpSpPr>
          <a:xfrm flipH="1">
            <a:off x="-6525" y="-9725"/>
            <a:ext cx="2812370" cy="5162950"/>
            <a:chOff x="3114900" y="202775"/>
            <a:chExt cx="2812370" cy="5162950"/>
          </a:xfrm>
        </p:grpSpPr>
        <p:sp>
          <p:nvSpPr>
            <p:cNvPr id="713" name="Google Shape;713;p24"/>
            <p:cNvSpPr/>
            <p:nvPr/>
          </p:nvSpPr>
          <p:spPr>
            <a:xfrm>
              <a:off x="3114900" y="202775"/>
              <a:ext cx="2806463" cy="5162950"/>
            </a:xfrm>
            <a:custGeom>
              <a:rect b="b" l="l" r="r" t="t"/>
              <a:pathLst>
                <a:path extrusionOk="0" h="206518" w="139625">
                  <a:moveTo>
                    <a:pt x="0" y="0"/>
                  </a:moveTo>
                  <a:lnTo>
                    <a:pt x="139625" y="389"/>
                  </a:lnTo>
                  <a:lnTo>
                    <a:pt x="139236" y="206518"/>
                  </a:lnTo>
                  <a:lnTo>
                    <a:pt x="71546" y="205778"/>
                  </a:lnTo>
                  <a:close/>
                </a:path>
              </a:pathLst>
            </a:custGeom>
            <a:solidFill>
              <a:schemeClr val="accent5"/>
            </a:solidFill>
            <a:ln>
              <a:noFill/>
            </a:ln>
          </p:spPr>
        </p:sp>
        <p:grpSp>
          <p:nvGrpSpPr>
            <p:cNvPr id="714" name="Google Shape;714;p24"/>
            <p:cNvGrpSpPr/>
            <p:nvPr/>
          </p:nvGrpSpPr>
          <p:grpSpPr>
            <a:xfrm>
              <a:off x="3155225" y="202775"/>
              <a:ext cx="2772045" cy="5143502"/>
              <a:chOff x="6409225" y="0"/>
              <a:chExt cx="2772045" cy="5143502"/>
            </a:xfrm>
          </p:grpSpPr>
          <p:cxnSp>
            <p:nvCxnSpPr>
              <p:cNvPr id="715" name="Google Shape;715;p24"/>
              <p:cNvCxnSpPr/>
              <p:nvPr/>
            </p:nvCxnSpPr>
            <p:spPr>
              <a:xfrm>
                <a:off x="6718570" y="1209275"/>
                <a:ext cx="2462700" cy="0"/>
              </a:xfrm>
              <a:prstGeom prst="straightConnector1">
                <a:avLst/>
              </a:prstGeom>
              <a:noFill/>
              <a:ln cap="rnd" cmpd="sng" w="19050">
                <a:solidFill>
                  <a:schemeClr val="lt2"/>
                </a:solidFill>
                <a:prstDash val="solid"/>
                <a:round/>
                <a:headEnd len="med" w="med" type="none"/>
                <a:tailEnd len="med" w="med" type="none"/>
              </a:ln>
            </p:spPr>
          </p:cxnSp>
          <p:cxnSp>
            <p:nvCxnSpPr>
              <p:cNvPr id="716" name="Google Shape;716;p24"/>
              <p:cNvCxnSpPr/>
              <p:nvPr/>
            </p:nvCxnSpPr>
            <p:spPr>
              <a:xfrm>
                <a:off x="6871289" y="1754250"/>
                <a:ext cx="2307900" cy="0"/>
              </a:xfrm>
              <a:prstGeom prst="straightConnector1">
                <a:avLst/>
              </a:prstGeom>
              <a:noFill/>
              <a:ln cap="rnd" cmpd="sng" w="19050">
                <a:solidFill>
                  <a:schemeClr val="lt2"/>
                </a:solidFill>
                <a:prstDash val="solid"/>
                <a:round/>
                <a:headEnd len="med" w="med" type="none"/>
                <a:tailEnd len="med" w="med" type="none"/>
              </a:ln>
            </p:spPr>
          </p:cxnSp>
          <p:cxnSp>
            <p:nvCxnSpPr>
              <p:cNvPr id="717" name="Google Shape;717;p24"/>
              <p:cNvCxnSpPr/>
              <p:nvPr/>
            </p:nvCxnSpPr>
            <p:spPr>
              <a:xfrm>
                <a:off x="7024008" y="2299225"/>
                <a:ext cx="2155200" cy="0"/>
              </a:xfrm>
              <a:prstGeom prst="straightConnector1">
                <a:avLst/>
              </a:prstGeom>
              <a:noFill/>
              <a:ln cap="rnd" cmpd="sng" w="19050">
                <a:solidFill>
                  <a:schemeClr val="lt2"/>
                </a:solidFill>
                <a:prstDash val="solid"/>
                <a:round/>
                <a:headEnd len="med" w="med" type="none"/>
                <a:tailEnd len="med" w="med" type="none"/>
              </a:ln>
            </p:spPr>
          </p:cxnSp>
          <p:cxnSp>
            <p:nvCxnSpPr>
              <p:cNvPr id="718" name="Google Shape;718;p24"/>
              <p:cNvCxnSpPr/>
              <p:nvPr/>
            </p:nvCxnSpPr>
            <p:spPr>
              <a:xfrm>
                <a:off x="7176726" y="2844200"/>
                <a:ext cx="2002800" cy="0"/>
              </a:xfrm>
              <a:prstGeom prst="straightConnector1">
                <a:avLst/>
              </a:prstGeom>
              <a:noFill/>
              <a:ln cap="rnd" cmpd="sng" w="19050">
                <a:solidFill>
                  <a:schemeClr val="lt2"/>
                </a:solidFill>
                <a:prstDash val="solid"/>
                <a:round/>
                <a:headEnd len="med" w="med" type="none"/>
                <a:tailEnd len="med" w="med" type="none"/>
              </a:ln>
            </p:spPr>
          </p:cxnSp>
          <p:cxnSp>
            <p:nvCxnSpPr>
              <p:cNvPr id="719" name="Google Shape;719;p24"/>
              <p:cNvCxnSpPr/>
              <p:nvPr/>
            </p:nvCxnSpPr>
            <p:spPr>
              <a:xfrm>
                <a:off x="7329447" y="3389150"/>
                <a:ext cx="1850100" cy="0"/>
              </a:xfrm>
              <a:prstGeom prst="straightConnector1">
                <a:avLst/>
              </a:prstGeom>
              <a:noFill/>
              <a:ln cap="rnd" cmpd="sng" w="19050">
                <a:solidFill>
                  <a:schemeClr val="lt2"/>
                </a:solidFill>
                <a:prstDash val="solid"/>
                <a:round/>
                <a:headEnd len="med" w="med" type="none"/>
                <a:tailEnd len="med" w="med" type="none"/>
              </a:ln>
            </p:spPr>
          </p:cxnSp>
          <p:cxnSp>
            <p:nvCxnSpPr>
              <p:cNvPr id="720" name="Google Shape;720;p24"/>
              <p:cNvCxnSpPr/>
              <p:nvPr/>
            </p:nvCxnSpPr>
            <p:spPr>
              <a:xfrm>
                <a:off x="7482163" y="3934125"/>
                <a:ext cx="1697100" cy="0"/>
              </a:xfrm>
              <a:prstGeom prst="straightConnector1">
                <a:avLst/>
              </a:prstGeom>
              <a:noFill/>
              <a:ln cap="rnd" cmpd="sng" w="19050">
                <a:solidFill>
                  <a:schemeClr val="lt2"/>
                </a:solidFill>
                <a:prstDash val="solid"/>
                <a:round/>
                <a:headEnd len="med" w="med" type="none"/>
                <a:tailEnd len="med" w="med" type="none"/>
              </a:ln>
            </p:spPr>
          </p:cxnSp>
          <p:cxnSp>
            <p:nvCxnSpPr>
              <p:cNvPr id="721" name="Google Shape;721;p24"/>
              <p:cNvCxnSpPr/>
              <p:nvPr/>
            </p:nvCxnSpPr>
            <p:spPr>
              <a:xfrm>
                <a:off x="7636859" y="4479100"/>
                <a:ext cx="1542900" cy="0"/>
              </a:xfrm>
              <a:prstGeom prst="straightConnector1">
                <a:avLst/>
              </a:prstGeom>
              <a:noFill/>
              <a:ln cap="rnd" cmpd="sng" w="19050">
                <a:solidFill>
                  <a:schemeClr val="lt2"/>
                </a:solidFill>
                <a:prstDash val="solid"/>
                <a:round/>
                <a:headEnd len="med" w="med" type="none"/>
                <a:tailEnd len="med" w="med" type="none"/>
              </a:ln>
            </p:spPr>
          </p:cxnSp>
          <p:cxnSp>
            <p:nvCxnSpPr>
              <p:cNvPr id="722" name="Google Shape;722;p24"/>
              <p:cNvCxnSpPr/>
              <p:nvPr/>
            </p:nvCxnSpPr>
            <p:spPr>
              <a:xfrm>
                <a:off x="7787800" y="5024075"/>
                <a:ext cx="1391400" cy="0"/>
              </a:xfrm>
              <a:prstGeom prst="straightConnector1">
                <a:avLst/>
              </a:prstGeom>
              <a:noFill/>
              <a:ln cap="rnd" cmpd="sng" w="19050">
                <a:solidFill>
                  <a:schemeClr val="lt2"/>
                </a:solidFill>
                <a:prstDash val="solid"/>
                <a:round/>
                <a:headEnd len="med" w="med" type="none"/>
                <a:tailEnd len="med" w="med" type="none"/>
              </a:ln>
            </p:spPr>
          </p:cxnSp>
          <p:cxnSp>
            <p:nvCxnSpPr>
              <p:cNvPr id="723" name="Google Shape;723;p24"/>
              <p:cNvCxnSpPr/>
              <p:nvPr/>
            </p:nvCxnSpPr>
            <p:spPr>
              <a:xfrm>
                <a:off x="6566925" y="664300"/>
                <a:ext cx="2614200" cy="0"/>
              </a:xfrm>
              <a:prstGeom prst="straightConnector1">
                <a:avLst/>
              </a:prstGeom>
              <a:noFill/>
              <a:ln cap="rnd" cmpd="sng" w="19050">
                <a:solidFill>
                  <a:schemeClr val="lt2"/>
                </a:solidFill>
                <a:prstDash val="solid"/>
                <a:round/>
                <a:headEnd len="med" w="med" type="none"/>
                <a:tailEnd len="med" w="med" type="none"/>
              </a:ln>
            </p:spPr>
          </p:cxnSp>
          <p:cxnSp>
            <p:nvCxnSpPr>
              <p:cNvPr id="724" name="Google Shape;724;p24"/>
              <p:cNvCxnSpPr/>
              <p:nvPr/>
            </p:nvCxnSpPr>
            <p:spPr>
              <a:xfrm>
                <a:off x="6409225" y="119325"/>
                <a:ext cx="2770500" cy="0"/>
              </a:xfrm>
              <a:prstGeom prst="straightConnector1">
                <a:avLst/>
              </a:prstGeom>
              <a:noFill/>
              <a:ln cap="rnd" cmpd="sng" w="19050">
                <a:solidFill>
                  <a:schemeClr val="lt2"/>
                </a:solidFill>
                <a:prstDash val="solid"/>
                <a:round/>
                <a:headEnd len="med" w="med" type="none"/>
                <a:tailEnd len="med" w="med" type="none"/>
              </a:ln>
            </p:spPr>
          </p:cxnSp>
          <p:cxnSp>
            <p:nvCxnSpPr>
              <p:cNvPr id="725" name="Google Shape;725;p24"/>
              <p:cNvCxnSpPr/>
              <p:nvPr/>
            </p:nvCxnSpPr>
            <p:spPr>
              <a:xfrm rot="5400000">
                <a:off x="5342616"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726" name="Google Shape;726;p24"/>
              <p:cNvCxnSpPr/>
              <p:nvPr/>
            </p:nvCxnSpPr>
            <p:spPr>
              <a:xfrm>
                <a:off x="7369400" y="0"/>
                <a:ext cx="0" cy="3592500"/>
              </a:xfrm>
              <a:prstGeom prst="straightConnector1">
                <a:avLst/>
              </a:prstGeom>
              <a:noFill/>
              <a:ln cap="rnd" cmpd="sng" w="19050">
                <a:solidFill>
                  <a:schemeClr val="lt2"/>
                </a:solidFill>
                <a:prstDash val="solid"/>
                <a:round/>
                <a:headEnd len="med" w="med" type="none"/>
                <a:tailEnd len="med" w="med" type="none"/>
              </a:ln>
            </p:spPr>
          </p:cxnSp>
          <p:cxnSp>
            <p:nvCxnSpPr>
              <p:cNvPr id="727" name="Google Shape;727;p24"/>
              <p:cNvCxnSpPr/>
              <p:nvPr/>
            </p:nvCxnSpPr>
            <p:spPr>
              <a:xfrm>
                <a:off x="6824425" y="0"/>
                <a:ext cx="0" cy="1628400"/>
              </a:xfrm>
              <a:prstGeom prst="straightConnector1">
                <a:avLst/>
              </a:prstGeom>
              <a:noFill/>
              <a:ln cap="rnd" cmpd="sng" w="19050">
                <a:solidFill>
                  <a:schemeClr val="lt2"/>
                </a:solidFill>
                <a:prstDash val="solid"/>
                <a:round/>
                <a:headEnd len="med" w="med" type="none"/>
                <a:tailEnd len="med" w="med" type="none"/>
              </a:ln>
            </p:spPr>
          </p:cxnSp>
          <p:cxnSp>
            <p:nvCxnSpPr>
              <p:cNvPr id="728" name="Google Shape;728;p24"/>
              <p:cNvCxnSpPr/>
              <p:nvPr/>
            </p:nvCxnSpPr>
            <p:spPr>
              <a:xfrm rot="5400000">
                <a:off x="5887589"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729" name="Google Shape;729;p24"/>
              <p:cNvCxnSpPr/>
              <p:nvPr/>
            </p:nvCxnSpPr>
            <p:spPr>
              <a:xfrm rot="5400000">
                <a:off x="6432562" y="2571752"/>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730" name="Google Shape;730;p24"/>
          <p:cNvSpPr/>
          <p:nvPr/>
        </p:nvSpPr>
        <p:spPr>
          <a:xfrm flipH="1">
            <a:off x="1" y="2969287"/>
            <a:ext cx="3836662" cy="2174218"/>
          </a:xfrm>
          <a:custGeom>
            <a:rect b="b" l="l" r="r" t="t"/>
            <a:pathLst>
              <a:path extrusionOk="0" h="33898" w="59817">
                <a:moveTo>
                  <a:pt x="59816" y="0"/>
                </a:moveTo>
                <a:lnTo>
                  <a:pt x="1" y="33898"/>
                </a:lnTo>
                <a:lnTo>
                  <a:pt x="21543" y="33898"/>
                </a:lnTo>
                <a:lnTo>
                  <a:pt x="59816" y="16734"/>
                </a:lnTo>
                <a:lnTo>
                  <a:pt x="598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4"/>
          <p:cNvSpPr/>
          <p:nvPr/>
        </p:nvSpPr>
        <p:spPr>
          <a:xfrm flipH="1">
            <a:off x="8104811" y="2217589"/>
            <a:ext cx="1039200" cy="29259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4"/>
          <p:cNvSpPr/>
          <p:nvPr/>
        </p:nvSpPr>
        <p:spPr>
          <a:xfrm rot="-5400000">
            <a:off x="7743949" y="3687674"/>
            <a:ext cx="2142725" cy="859700"/>
          </a:xfrm>
          <a:custGeom>
            <a:rect b="b" l="l" r="r" t="t"/>
            <a:pathLst>
              <a:path extrusionOk="0" h="34388" w="85709">
                <a:moveTo>
                  <a:pt x="0" y="0"/>
                </a:moveTo>
                <a:cubicBezTo>
                  <a:pt x="0" y="6809"/>
                  <a:pt x="11794" y="17737"/>
                  <a:pt x="16152" y="12505"/>
                </a:cubicBezTo>
                <a:cubicBezTo>
                  <a:pt x="17708" y="10637"/>
                  <a:pt x="18131" y="6623"/>
                  <a:pt x="16152" y="5210"/>
                </a:cubicBezTo>
                <a:cubicBezTo>
                  <a:pt x="14420" y="3973"/>
                  <a:pt x="11405" y="5007"/>
                  <a:pt x="9900" y="6513"/>
                </a:cubicBezTo>
                <a:cubicBezTo>
                  <a:pt x="6245" y="10169"/>
                  <a:pt x="7550" y="19224"/>
                  <a:pt x="11984" y="21883"/>
                </a:cubicBezTo>
                <a:cubicBezTo>
                  <a:pt x="15504" y="23994"/>
                  <a:pt x="20492" y="24885"/>
                  <a:pt x="24228" y="23186"/>
                </a:cubicBezTo>
                <a:cubicBezTo>
                  <a:pt x="29250" y="20902"/>
                  <a:pt x="36350" y="12044"/>
                  <a:pt x="32043" y="8597"/>
                </a:cubicBezTo>
                <a:cubicBezTo>
                  <a:pt x="28828" y="6024"/>
                  <a:pt x="24728" y="15739"/>
                  <a:pt x="26312" y="19539"/>
                </a:cubicBezTo>
                <a:cubicBezTo>
                  <a:pt x="28016" y="23626"/>
                  <a:pt x="33898" y="24753"/>
                  <a:pt x="38296" y="25270"/>
                </a:cubicBezTo>
                <a:cubicBezTo>
                  <a:pt x="42360" y="25748"/>
                  <a:pt x="46310" y="23353"/>
                  <a:pt x="50019" y="21623"/>
                </a:cubicBezTo>
                <a:cubicBezTo>
                  <a:pt x="52428" y="20499"/>
                  <a:pt x="56646" y="19305"/>
                  <a:pt x="56271" y="16673"/>
                </a:cubicBezTo>
                <a:cubicBezTo>
                  <a:pt x="55936" y="14325"/>
                  <a:pt x="52025" y="13110"/>
                  <a:pt x="49758" y="13807"/>
                </a:cubicBezTo>
                <a:cubicBezTo>
                  <a:pt x="46900" y="14686"/>
                  <a:pt x="44614" y="19160"/>
                  <a:pt x="45851" y="21883"/>
                </a:cubicBezTo>
                <a:cubicBezTo>
                  <a:pt x="50131" y="31303"/>
                  <a:pt x="66625" y="21873"/>
                  <a:pt x="76852" y="23446"/>
                </a:cubicBezTo>
                <a:cubicBezTo>
                  <a:pt x="81490" y="24159"/>
                  <a:pt x="83610" y="30191"/>
                  <a:pt x="85709" y="34388"/>
                </a:cubicBezTo>
              </a:path>
            </a:pathLst>
          </a:custGeom>
          <a:noFill/>
          <a:ln cap="flat" cmpd="sng" w="19050">
            <a:solidFill>
              <a:schemeClr val="lt2"/>
            </a:solidFill>
            <a:prstDash val="solid"/>
            <a:round/>
            <a:headEnd len="med" w="med" type="none"/>
            <a:tailEnd len="med" w="med" type="none"/>
          </a:ln>
        </p:spPr>
      </p:sp>
      <p:sp>
        <p:nvSpPr>
          <p:cNvPr id="733" name="Google Shape;733;p24"/>
          <p:cNvSpPr txBox="1"/>
          <p:nvPr>
            <p:ph type="title"/>
          </p:nvPr>
        </p:nvSpPr>
        <p:spPr>
          <a:xfrm>
            <a:off x="2325000" y="2605125"/>
            <a:ext cx="4494000" cy="6480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600"/>
              <a:buNone/>
              <a:defRPr sz="4000"/>
            </a:lvl1pPr>
            <a:lvl2pPr lvl="1" rtl="0" algn="ctr">
              <a:spcBef>
                <a:spcPts val="0"/>
              </a:spcBef>
              <a:spcAft>
                <a:spcPts val="0"/>
              </a:spcAft>
              <a:buSzPts val="3600"/>
              <a:buNone/>
              <a:defRPr sz="3600">
                <a:highlight>
                  <a:schemeClr val="dk2"/>
                </a:highlight>
              </a:defRPr>
            </a:lvl2pPr>
            <a:lvl3pPr lvl="2" rtl="0" algn="ctr">
              <a:spcBef>
                <a:spcPts val="0"/>
              </a:spcBef>
              <a:spcAft>
                <a:spcPts val="0"/>
              </a:spcAft>
              <a:buSzPts val="3600"/>
              <a:buNone/>
              <a:defRPr sz="3600">
                <a:highlight>
                  <a:schemeClr val="dk2"/>
                </a:highlight>
              </a:defRPr>
            </a:lvl3pPr>
            <a:lvl4pPr lvl="3" rtl="0" algn="ctr">
              <a:spcBef>
                <a:spcPts val="0"/>
              </a:spcBef>
              <a:spcAft>
                <a:spcPts val="0"/>
              </a:spcAft>
              <a:buSzPts val="3600"/>
              <a:buNone/>
              <a:defRPr sz="3600">
                <a:highlight>
                  <a:schemeClr val="dk2"/>
                </a:highlight>
              </a:defRPr>
            </a:lvl4pPr>
            <a:lvl5pPr lvl="4" rtl="0" algn="ctr">
              <a:spcBef>
                <a:spcPts val="0"/>
              </a:spcBef>
              <a:spcAft>
                <a:spcPts val="0"/>
              </a:spcAft>
              <a:buSzPts val="3600"/>
              <a:buNone/>
              <a:defRPr sz="3600">
                <a:highlight>
                  <a:schemeClr val="dk2"/>
                </a:highlight>
              </a:defRPr>
            </a:lvl5pPr>
            <a:lvl6pPr lvl="5" rtl="0" algn="ctr">
              <a:spcBef>
                <a:spcPts val="0"/>
              </a:spcBef>
              <a:spcAft>
                <a:spcPts val="0"/>
              </a:spcAft>
              <a:buSzPts val="3600"/>
              <a:buNone/>
              <a:defRPr sz="3600">
                <a:highlight>
                  <a:schemeClr val="dk2"/>
                </a:highlight>
              </a:defRPr>
            </a:lvl6pPr>
            <a:lvl7pPr lvl="6" rtl="0" algn="ctr">
              <a:spcBef>
                <a:spcPts val="0"/>
              </a:spcBef>
              <a:spcAft>
                <a:spcPts val="0"/>
              </a:spcAft>
              <a:buSzPts val="3600"/>
              <a:buNone/>
              <a:defRPr sz="3600">
                <a:highlight>
                  <a:schemeClr val="dk2"/>
                </a:highlight>
              </a:defRPr>
            </a:lvl7pPr>
            <a:lvl8pPr lvl="7" rtl="0" algn="ctr">
              <a:spcBef>
                <a:spcPts val="0"/>
              </a:spcBef>
              <a:spcAft>
                <a:spcPts val="0"/>
              </a:spcAft>
              <a:buSzPts val="3600"/>
              <a:buNone/>
              <a:defRPr sz="3600">
                <a:highlight>
                  <a:schemeClr val="dk2"/>
                </a:highlight>
              </a:defRPr>
            </a:lvl8pPr>
            <a:lvl9pPr lvl="8" rtl="0" algn="ctr">
              <a:spcBef>
                <a:spcPts val="0"/>
              </a:spcBef>
              <a:spcAft>
                <a:spcPts val="0"/>
              </a:spcAft>
              <a:buSzPts val="3600"/>
              <a:buNone/>
              <a:defRPr sz="3600">
                <a:highlight>
                  <a:schemeClr val="dk2"/>
                </a:highlight>
              </a:defRPr>
            </a:lvl9pPr>
          </a:lstStyle>
          <a:p/>
        </p:txBody>
      </p:sp>
      <p:sp>
        <p:nvSpPr>
          <p:cNvPr id="734" name="Google Shape;734;p24"/>
          <p:cNvSpPr txBox="1"/>
          <p:nvPr>
            <p:ph hasCustomPrompt="1" idx="2" type="title"/>
          </p:nvPr>
        </p:nvSpPr>
        <p:spPr>
          <a:xfrm>
            <a:off x="4035000" y="1397350"/>
            <a:ext cx="1074000" cy="984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8000"/>
              <a:buNone/>
              <a:defRPr sz="55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735" name="Google Shape;735;p24"/>
          <p:cNvSpPr txBox="1"/>
          <p:nvPr>
            <p:ph idx="3" type="title"/>
          </p:nvPr>
        </p:nvSpPr>
        <p:spPr>
          <a:xfrm>
            <a:off x="2325000" y="3176150"/>
            <a:ext cx="4494000" cy="5700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Font typeface="Ubuntu"/>
              <a:buNone/>
              <a:defRPr b="0" sz="1800">
                <a:latin typeface="Actor"/>
                <a:ea typeface="Actor"/>
                <a:cs typeface="Actor"/>
                <a:sym typeface="Actor"/>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36" name="Google Shape;736;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8_1">
    <p:spTree>
      <p:nvGrpSpPr>
        <p:cNvPr id="737" name="Shape 737"/>
        <p:cNvGrpSpPr/>
        <p:nvPr/>
      </p:nvGrpSpPr>
      <p:grpSpPr>
        <a:xfrm>
          <a:off x="0" y="0"/>
          <a:ext cx="0" cy="0"/>
          <a:chOff x="0" y="0"/>
          <a:chExt cx="0" cy="0"/>
        </a:xfrm>
      </p:grpSpPr>
      <p:sp>
        <p:nvSpPr>
          <p:cNvPr id="738" name="Google Shape;738;p25"/>
          <p:cNvSpPr/>
          <p:nvPr/>
        </p:nvSpPr>
        <p:spPr>
          <a:xfrm>
            <a:off x="-3" y="0"/>
            <a:ext cx="1517400" cy="51435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5"/>
          <p:cNvSpPr/>
          <p:nvPr/>
        </p:nvSpPr>
        <p:spPr>
          <a:xfrm flipH="1">
            <a:off x="0" y="2129125"/>
            <a:ext cx="5231000" cy="3014375"/>
          </a:xfrm>
          <a:custGeom>
            <a:rect b="b" l="l" r="r" t="t"/>
            <a:pathLst>
              <a:path extrusionOk="0" h="120575" w="209240">
                <a:moveTo>
                  <a:pt x="0" y="120446"/>
                </a:moveTo>
                <a:lnTo>
                  <a:pt x="209240" y="0"/>
                </a:lnTo>
                <a:lnTo>
                  <a:pt x="209240" y="70819"/>
                </a:lnTo>
                <a:lnTo>
                  <a:pt x="90481" y="120575"/>
                </a:lnTo>
                <a:close/>
              </a:path>
            </a:pathLst>
          </a:custGeom>
          <a:solidFill>
            <a:srgbClr val="FCF7BD"/>
          </a:solidFill>
          <a:ln>
            <a:noFill/>
          </a:ln>
        </p:spPr>
      </p:sp>
      <p:grpSp>
        <p:nvGrpSpPr>
          <p:cNvPr id="740" name="Google Shape;740;p25"/>
          <p:cNvGrpSpPr/>
          <p:nvPr/>
        </p:nvGrpSpPr>
        <p:grpSpPr>
          <a:xfrm>
            <a:off x="7032009" y="0"/>
            <a:ext cx="2112000" cy="6064800"/>
            <a:chOff x="7031988" y="0"/>
            <a:chExt cx="2112000" cy="6064800"/>
          </a:xfrm>
        </p:grpSpPr>
        <p:sp>
          <p:nvSpPr>
            <p:cNvPr id="741" name="Google Shape;741;p25"/>
            <p:cNvSpPr/>
            <p:nvPr/>
          </p:nvSpPr>
          <p:spPr>
            <a:xfrm flipH="1" rot="-5400000">
              <a:off x="5055588" y="1976400"/>
              <a:ext cx="6064800" cy="21120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2" name="Google Shape;742;p25"/>
            <p:cNvGrpSpPr/>
            <p:nvPr/>
          </p:nvGrpSpPr>
          <p:grpSpPr>
            <a:xfrm>
              <a:off x="7094975" y="0"/>
              <a:ext cx="2049000" cy="5156877"/>
              <a:chOff x="6440903" y="-13375"/>
              <a:chExt cx="2049000" cy="5156877"/>
            </a:xfrm>
          </p:grpSpPr>
          <p:cxnSp>
            <p:nvCxnSpPr>
              <p:cNvPr id="743" name="Google Shape;743;p25"/>
              <p:cNvCxnSpPr/>
              <p:nvPr/>
            </p:nvCxnSpPr>
            <p:spPr>
              <a:xfrm>
                <a:off x="6820103" y="1209275"/>
                <a:ext cx="1669800" cy="0"/>
              </a:xfrm>
              <a:prstGeom prst="straightConnector1">
                <a:avLst/>
              </a:prstGeom>
              <a:noFill/>
              <a:ln cap="rnd" cmpd="sng" w="19050">
                <a:solidFill>
                  <a:schemeClr val="accent2"/>
                </a:solidFill>
                <a:prstDash val="solid"/>
                <a:round/>
                <a:headEnd len="med" w="med" type="none"/>
                <a:tailEnd len="med" w="med" type="none"/>
              </a:ln>
            </p:spPr>
          </p:cxnSp>
          <p:cxnSp>
            <p:nvCxnSpPr>
              <p:cNvPr id="744" name="Google Shape;744;p25"/>
              <p:cNvCxnSpPr/>
              <p:nvPr/>
            </p:nvCxnSpPr>
            <p:spPr>
              <a:xfrm>
                <a:off x="7009678" y="1754250"/>
                <a:ext cx="1478700" cy="0"/>
              </a:xfrm>
              <a:prstGeom prst="straightConnector1">
                <a:avLst/>
              </a:prstGeom>
              <a:noFill/>
              <a:ln cap="rnd" cmpd="sng" w="19050">
                <a:solidFill>
                  <a:schemeClr val="accent2"/>
                </a:solidFill>
                <a:prstDash val="solid"/>
                <a:round/>
                <a:headEnd len="med" w="med" type="none"/>
                <a:tailEnd len="med" w="med" type="none"/>
              </a:ln>
            </p:spPr>
          </p:cxnSp>
          <p:cxnSp>
            <p:nvCxnSpPr>
              <p:cNvPr id="745" name="Google Shape;745;p25"/>
              <p:cNvCxnSpPr/>
              <p:nvPr/>
            </p:nvCxnSpPr>
            <p:spPr>
              <a:xfrm>
                <a:off x="7199278" y="2299225"/>
                <a:ext cx="1289100" cy="0"/>
              </a:xfrm>
              <a:prstGeom prst="straightConnector1">
                <a:avLst/>
              </a:prstGeom>
              <a:noFill/>
              <a:ln cap="rnd" cmpd="sng" w="19050">
                <a:solidFill>
                  <a:schemeClr val="accent2"/>
                </a:solidFill>
                <a:prstDash val="solid"/>
                <a:round/>
                <a:headEnd len="med" w="med" type="none"/>
                <a:tailEnd len="med" w="med" type="none"/>
              </a:ln>
            </p:spPr>
          </p:cxnSp>
          <p:cxnSp>
            <p:nvCxnSpPr>
              <p:cNvPr id="746" name="Google Shape;746;p25"/>
              <p:cNvCxnSpPr/>
              <p:nvPr/>
            </p:nvCxnSpPr>
            <p:spPr>
              <a:xfrm>
                <a:off x="7374278" y="2844200"/>
                <a:ext cx="1114200" cy="0"/>
              </a:xfrm>
              <a:prstGeom prst="straightConnector1">
                <a:avLst/>
              </a:prstGeom>
              <a:noFill/>
              <a:ln cap="rnd" cmpd="sng" w="19050">
                <a:solidFill>
                  <a:schemeClr val="accent2"/>
                </a:solidFill>
                <a:prstDash val="solid"/>
                <a:round/>
                <a:headEnd len="med" w="med" type="none"/>
                <a:tailEnd len="med" w="med" type="none"/>
              </a:ln>
            </p:spPr>
          </p:cxnSp>
          <p:cxnSp>
            <p:nvCxnSpPr>
              <p:cNvPr id="747" name="Google Shape;747;p25"/>
              <p:cNvCxnSpPr/>
              <p:nvPr/>
            </p:nvCxnSpPr>
            <p:spPr>
              <a:xfrm>
                <a:off x="7578453" y="3389150"/>
                <a:ext cx="910200" cy="0"/>
              </a:xfrm>
              <a:prstGeom prst="straightConnector1">
                <a:avLst/>
              </a:prstGeom>
              <a:noFill/>
              <a:ln cap="rnd" cmpd="sng" w="19050">
                <a:solidFill>
                  <a:schemeClr val="accent2"/>
                </a:solidFill>
                <a:prstDash val="solid"/>
                <a:round/>
                <a:headEnd len="med" w="med" type="none"/>
                <a:tailEnd len="med" w="med" type="none"/>
              </a:ln>
            </p:spPr>
          </p:cxnSp>
          <p:cxnSp>
            <p:nvCxnSpPr>
              <p:cNvPr id="748" name="Google Shape;748;p25"/>
              <p:cNvCxnSpPr/>
              <p:nvPr/>
            </p:nvCxnSpPr>
            <p:spPr>
              <a:xfrm>
                <a:off x="7753453" y="3934125"/>
                <a:ext cx="735000" cy="0"/>
              </a:xfrm>
              <a:prstGeom prst="straightConnector1">
                <a:avLst/>
              </a:prstGeom>
              <a:noFill/>
              <a:ln cap="rnd" cmpd="sng" w="19050">
                <a:solidFill>
                  <a:schemeClr val="accent2"/>
                </a:solidFill>
                <a:prstDash val="solid"/>
                <a:round/>
                <a:headEnd len="med" w="med" type="none"/>
                <a:tailEnd len="med" w="med" type="none"/>
              </a:ln>
            </p:spPr>
          </p:cxnSp>
          <p:cxnSp>
            <p:nvCxnSpPr>
              <p:cNvPr id="749" name="Google Shape;749;p25"/>
              <p:cNvCxnSpPr/>
              <p:nvPr/>
            </p:nvCxnSpPr>
            <p:spPr>
              <a:xfrm>
                <a:off x="7943028" y="4479100"/>
                <a:ext cx="545700" cy="0"/>
              </a:xfrm>
              <a:prstGeom prst="straightConnector1">
                <a:avLst/>
              </a:prstGeom>
              <a:noFill/>
              <a:ln cap="rnd" cmpd="sng" w="19050">
                <a:solidFill>
                  <a:schemeClr val="accent2"/>
                </a:solidFill>
                <a:prstDash val="solid"/>
                <a:round/>
                <a:headEnd len="med" w="med" type="none"/>
                <a:tailEnd len="med" w="med" type="none"/>
              </a:ln>
            </p:spPr>
          </p:cxnSp>
          <p:cxnSp>
            <p:nvCxnSpPr>
              <p:cNvPr id="750" name="Google Shape;750;p25"/>
              <p:cNvCxnSpPr/>
              <p:nvPr/>
            </p:nvCxnSpPr>
            <p:spPr>
              <a:xfrm>
                <a:off x="8147203" y="5024075"/>
                <a:ext cx="341400" cy="0"/>
              </a:xfrm>
              <a:prstGeom prst="straightConnector1">
                <a:avLst/>
              </a:prstGeom>
              <a:noFill/>
              <a:ln cap="rnd" cmpd="sng" w="19050">
                <a:solidFill>
                  <a:schemeClr val="accent2"/>
                </a:solidFill>
                <a:prstDash val="solid"/>
                <a:round/>
                <a:headEnd len="med" w="med" type="none"/>
                <a:tailEnd len="med" w="med" type="none"/>
              </a:ln>
            </p:spPr>
          </p:cxnSp>
          <p:cxnSp>
            <p:nvCxnSpPr>
              <p:cNvPr id="751" name="Google Shape;751;p25"/>
              <p:cNvCxnSpPr/>
              <p:nvPr/>
            </p:nvCxnSpPr>
            <p:spPr>
              <a:xfrm>
                <a:off x="6630503" y="664300"/>
                <a:ext cx="1859400" cy="0"/>
              </a:xfrm>
              <a:prstGeom prst="straightConnector1">
                <a:avLst/>
              </a:prstGeom>
              <a:noFill/>
              <a:ln cap="rnd" cmpd="sng" w="19050">
                <a:solidFill>
                  <a:schemeClr val="accent2"/>
                </a:solidFill>
                <a:prstDash val="solid"/>
                <a:round/>
                <a:headEnd len="med" w="med" type="none"/>
                <a:tailEnd len="med" w="med" type="none"/>
              </a:ln>
            </p:spPr>
          </p:cxnSp>
          <p:cxnSp>
            <p:nvCxnSpPr>
              <p:cNvPr id="752" name="Google Shape;752;p25"/>
              <p:cNvCxnSpPr/>
              <p:nvPr/>
            </p:nvCxnSpPr>
            <p:spPr>
              <a:xfrm>
                <a:off x="6440903" y="119325"/>
                <a:ext cx="2047800" cy="0"/>
              </a:xfrm>
              <a:prstGeom prst="straightConnector1">
                <a:avLst/>
              </a:prstGeom>
              <a:noFill/>
              <a:ln cap="rnd" cmpd="sng" w="19050">
                <a:solidFill>
                  <a:schemeClr val="accent2"/>
                </a:solidFill>
                <a:prstDash val="solid"/>
                <a:round/>
                <a:headEnd len="med" w="med" type="none"/>
                <a:tailEnd len="med" w="med" type="none"/>
              </a:ln>
            </p:spPr>
          </p:cxnSp>
          <p:cxnSp>
            <p:nvCxnSpPr>
              <p:cNvPr id="753" name="Google Shape;753;p25"/>
              <p:cNvCxnSpPr/>
              <p:nvPr/>
            </p:nvCxnSpPr>
            <p:spPr>
              <a:xfrm>
                <a:off x="7914366" y="2"/>
                <a:ext cx="0" cy="4398300"/>
              </a:xfrm>
              <a:prstGeom prst="straightConnector1">
                <a:avLst/>
              </a:prstGeom>
              <a:noFill/>
              <a:ln cap="rnd" cmpd="sng" w="19050">
                <a:solidFill>
                  <a:schemeClr val="accent2"/>
                </a:solidFill>
                <a:prstDash val="solid"/>
                <a:round/>
                <a:headEnd len="med" w="med" type="none"/>
                <a:tailEnd len="med" w="med" type="none"/>
              </a:ln>
            </p:spPr>
          </p:cxnSp>
          <p:cxnSp>
            <p:nvCxnSpPr>
              <p:cNvPr id="754" name="Google Shape;754;p25"/>
              <p:cNvCxnSpPr/>
              <p:nvPr/>
            </p:nvCxnSpPr>
            <p:spPr>
              <a:xfrm>
                <a:off x="7369400" y="-13375"/>
                <a:ext cx="0" cy="2865600"/>
              </a:xfrm>
              <a:prstGeom prst="straightConnector1">
                <a:avLst/>
              </a:prstGeom>
              <a:noFill/>
              <a:ln cap="rnd" cmpd="sng" w="19050">
                <a:solidFill>
                  <a:schemeClr val="accent2"/>
                </a:solidFill>
                <a:prstDash val="solid"/>
                <a:round/>
                <a:headEnd len="med" w="med" type="none"/>
                <a:tailEnd len="med" w="med" type="none"/>
              </a:ln>
            </p:spPr>
          </p:cxnSp>
          <p:cxnSp>
            <p:nvCxnSpPr>
              <p:cNvPr id="755" name="Google Shape;755;p25"/>
              <p:cNvCxnSpPr/>
              <p:nvPr/>
            </p:nvCxnSpPr>
            <p:spPr>
              <a:xfrm>
                <a:off x="6824425" y="0"/>
                <a:ext cx="0" cy="1211700"/>
              </a:xfrm>
              <a:prstGeom prst="straightConnector1">
                <a:avLst/>
              </a:prstGeom>
              <a:noFill/>
              <a:ln cap="rnd" cmpd="sng" w="19050">
                <a:solidFill>
                  <a:schemeClr val="accent2"/>
                </a:solidFill>
                <a:prstDash val="solid"/>
                <a:round/>
                <a:headEnd len="med" w="med" type="none"/>
                <a:tailEnd len="med" w="med" type="none"/>
              </a:ln>
            </p:spPr>
          </p:cxnSp>
          <p:cxnSp>
            <p:nvCxnSpPr>
              <p:cNvPr id="756" name="Google Shape;756;p25"/>
              <p:cNvCxnSpPr/>
              <p:nvPr/>
            </p:nvCxnSpPr>
            <p:spPr>
              <a:xfrm rot="5400000">
                <a:off x="5887589" y="2571752"/>
                <a:ext cx="5143500" cy="0"/>
              </a:xfrm>
              <a:prstGeom prst="straightConnector1">
                <a:avLst/>
              </a:prstGeom>
              <a:noFill/>
              <a:ln cap="rnd" cmpd="sng" w="19050">
                <a:solidFill>
                  <a:schemeClr val="accent2"/>
                </a:solidFill>
                <a:prstDash val="solid"/>
                <a:round/>
                <a:headEnd len="med" w="med" type="none"/>
                <a:tailEnd len="med" w="med" type="none"/>
              </a:ln>
            </p:spPr>
          </p:cxnSp>
        </p:grpSp>
      </p:grpSp>
      <p:sp>
        <p:nvSpPr>
          <p:cNvPr id="757" name="Google Shape;757;p25"/>
          <p:cNvSpPr txBox="1"/>
          <p:nvPr>
            <p:ph type="title"/>
          </p:nvPr>
        </p:nvSpPr>
        <p:spPr>
          <a:xfrm>
            <a:off x="2423100" y="2605125"/>
            <a:ext cx="4689900" cy="648000"/>
          </a:xfrm>
          <a:prstGeom prst="rect">
            <a:avLst/>
          </a:prstGeom>
          <a:noFill/>
        </p:spPr>
        <p:txBody>
          <a:bodyPr anchorCtr="0" anchor="b" bIns="91425" lIns="91425" spcFirstLastPara="1" rIns="91425" wrap="square" tIns="91425">
            <a:noAutofit/>
          </a:bodyPr>
          <a:lstStyle>
            <a:lvl1pPr lvl="0" rtl="0" algn="r">
              <a:spcBef>
                <a:spcPts val="0"/>
              </a:spcBef>
              <a:spcAft>
                <a:spcPts val="0"/>
              </a:spcAft>
              <a:buSzPts val="3600"/>
              <a:buNone/>
              <a:defRPr sz="4000"/>
            </a:lvl1pPr>
            <a:lvl2pPr lvl="1" rtl="0" algn="ctr">
              <a:spcBef>
                <a:spcPts val="0"/>
              </a:spcBef>
              <a:spcAft>
                <a:spcPts val="0"/>
              </a:spcAft>
              <a:buSzPts val="3600"/>
              <a:buNone/>
              <a:defRPr sz="3600">
                <a:highlight>
                  <a:schemeClr val="dk2"/>
                </a:highlight>
              </a:defRPr>
            </a:lvl2pPr>
            <a:lvl3pPr lvl="2" rtl="0" algn="ctr">
              <a:spcBef>
                <a:spcPts val="0"/>
              </a:spcBef>
              <a:spcAft>
                <a:spcPts val="0"/>
              </a:spcAft>
              <a:buSzPts val="3600"/>
              <a:buNone/>
              <a:defRPr sz="3600">
                <a:highlight>
                  <a:schemeClr val="dk2"/>
                </a:highlight>
              </a:defRPr>
            </a:lvl3pPr>
            <a:lvl4pPr lvl="3" rtl="0" algn="ctr">
              <a:spcBef>
                <a:spcPts val="0"/>
              </a:spcBef>
              <a:spcAft>
                <a:spcPts val="0"/>
              </a:spcAft>
              <a:buSzPts val="3600"/>
              <a:buNone/>
              <a:defRPr sz="3600">
                <a:highlight>
                  <a:schemeClr val="dk2"/>
                </a:highlight>
              </a:defRPr>
            </a:lvl4pPr>
            <a:lvl5pPr lvl="4" rtl="0" algn="ctr">
              <a:spcBef>
                <a:spcPts val="0"/>
              </a:spcBef>
              <a:spcAft>
                <a:spcPts val="0"/>
              </a:spcAft>
              <a:buSzPts val="3600"/>
              <a:buNone/>
              <a:defRPr sz="3600">
                <a:highlight>
                  <a:schemeClr val="dk2"/>
                </a:highlight>
              </a:defRPr>
            </a:lvl5pPr>
            <a:lvl6pPr lvl="5" rtl="0" algn="ctr">
              <a:spcBef>
                <a:spcPts val="0"/>
              </a:spcBef>
              <a:spcAft>
                <a:spcPts val="0"/>
              </a:spcAft>
              <a:buSzPts val="3600"/>
              <a:buNone/>
              <a:defRPr sz="3600">
                <a:highlight>
                  <a:schemeClr val="dk2"/>
                </a:highlight>
              </a:defRPr>
            </a:lvl6pPr>
            <a:lvl7pPr lvl="6" rtl="0" algn="ctr">
              <a:spcBef>
                <a:spcPts val="0"/>
              </a:spcBef>
              <a:spcAft>
                <a:spcPts val="0"/>
              </a:spcAft>
              <a:buSzPts val="3600"/>
              <a:buNone/>
              <a:defRPr sz="3600">
                <a:highlight>
                  <a:schemeClr val="dk2"/>
                </a:highlight>
              </a:defRPr>
            </a:lvl7pPr>
            <a:lvl8pPr lvl="7" rtl="0" algn="ctr">
              <a:spcBef>
                <a:spcPts val="0"/>
              </a:spcBef>
              <a:spcAft>
                <a:spcPts val="0"/>
              </a:spcAft>
              <a:buSzPts val="3600"/>
              <a:buNone/>
              <a:defRPr sz="3600">
                <a:highlight>
                  <a:schemeClr val="dk2"/>
                </a:highlight>
              </a:defRPr>
            </a:lvl8pPr>
            <a:lvl9pPr lvl="8" rtl="0" algn="ctr">
              <a:spcBef>
                <a:spcPts val="0"/>
              </a:spcBef>
              <a:spcAft>
                <a:spcPts val="0"/>
              </a:spcAft>
              <a:buSzPts val="3600"/>
              <a:buNone/>
              <a:defRPr sz="3600">
                <a:highlight>
                  <a:schemeClr val="dk2"/>
                </a:highlight>
              </a:defRPr>
            </a:lvl9pPr>
          </a:lstStyle>
          <a:p/>
        </p:txBody>
      </p:sp>
      <p:sp>
        <p:nvSpPr>
          <p:cNvPr id="758" name="Google Shape;758;p25"/>
          <p:cNvSpPr txBox="1"/>
          <p:nvPr>
            <p:ph hasCustomPrompt="1" idx="2" type="title"/>
          </p:nvPr>
        </p:nvSpPr>
        <p:spPr>
          <a:xfrm>
            <a:off x="6038976" y="1397350"/>
            <a:ext cx="1074000" cy="9843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8000"/>
              <a:buNone/>
              <a:defRPr sz="55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759" name="Google Shape;759;p25"/>
          <p:cNvSpPr txBox="1"/>
          <p:nvPr>
            <p:ph idx="3" type="title"/>
          </p:nvPr>
        </p:nvSpPr>
        <p:spPr>
          <a:xfrm>
            <a:off x="2423100" y="3176150"/>
            <a:ext cx="4689900" cy="570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600"/>
              <a:buFont typeface="Ubuntu"/>
              <a:buNone/>
              <a:defRPr b="0" sz="1800">
                <a:latin typeface="Actor"/>
                <a:ea typeface="Actor"/>
                <a:cs typeface="Actor"/>
                <a:sym typeface="Actor"/>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60" name="Google Shape;760;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761" name="Shape 761"/>
        <p:cNvGrpSpPr/>
        <p:nvPr/>
      </p:nvGrpSpPr>
      <p:grpSpPr>
        <a:xfrm>
          <a:off x="0" y="0"/>
          <a:ext cx="0" cy="0"/>
          <a:chOff x="0" y="0"/>
          <a:chExt cx="0" cy="0"/>
        </a:xfrm>
      </p:grpSpPr>
      <p:sp>
        <p:nvSpPr>
          <p:cNvPr id="762" name="Google Shape;762;p26"/>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63" name="Google Shape;763;p26"/>
          <p:cNvSpPr/>
          <p:nvPr/>
        </p:nvSpPr>
        <p:spPr>
          <a:xfrm flipH="1" rot="5400000">
            <a:off x="340038" y="4126739"/>
            <a:ext cx="691500" cy="1389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6"/>
          <p:cNvSpPr/>
          <p:nvPr/>
        </p:nvSpPr>
        <p:spPr>
          <a:xfrm rot="10800000">
            <a:off x="27" y="-771"/>
            <a:ext cx="9143936" cy="460777"/>
          </a:xfrm>
          <a:custGeom>
            <a:rect b="b" l="l" r="r" t="t"/>
            <a:pathLst>
              <a:path extrusionOk="0" h="10628" w="95376">
                <a:moveTo>
                  <a:pt x="95375" y="1"/>
                </a:moveTo>
                <a:lnTo>
                  <a:pt x="1" y="6983"/>
                </a:lnTo>
                <a:lnTo>
                  <a:pt x="1" y="10627"/>
                </a:lnTo>
                <a:lnTo>
                  <a:pt x="95375" y="10627"/>
                </a:lnTo>
                <a:lnTo>
                  <a:pt x="9537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6"/>
          <p:cNvSpPr/>
          <p:nvPr/>
        </p:nvSpPr>
        <p:spPr>
          <a:xfrm rot="-5400000">
            <a:off x="7171095" y="3169202"/>
            <a:ext cx="1039200" cy="29259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6"/>
          <p:cNvSpPr/>
          <p:nvPr/>
        </p:nvSpPr>
        <p:spPr>
          <a:xfrm>
            <a:off x="6727814" y="4534652"/>
            <a:ext cx="2416250" cy="748975"/>
          </a:xfrm>
          <a:custGeom>
            <a:rect b="b" l="l" r="r" t="t"/>
            <a:pathLst>
              <a:path extrusionOk="0" h="29959" w="96650">
                <a:moveTo>
                  <a:pt x="0" y="29959"/>
                </a:moveTo>
                <a:cubicBezTo>
                  <a:pt x="0" y="22320"/>
                  <a:pt x="10207" y="12694"/>
                  <a:pt x="17454" y="15110"/>
                </a:cubicBezTo>
                <a:cubicBezTo>
                  <a:pt x="22045" y="16640"/>
                  <a:pt x="24001" y="27036"/>
                  <a:pt x="19799" y="29438"/>
                </a:cubicBezTo>
                <a:cubicBezTo>
                  <a:pt x="17983" y="30476"/>
                  <a:pt x="14970" y="26733"/>
                  <a:pt x="15631" y="24749"/>
                </a:cubicBezTo>
                <a:cubicBezTo>
                  <a:pt x="17378" y="19506"/>
                  <a:pt x="22111" y="14774"/>
                  <a:pt x="27354" y="13026"/>
                </a:cubicBezTo>
                <a:cubicBezTo>
                  <a:pt x="31269" y="11721"/>
                  <a:pt x="36680" y="11932"/>
                  <a:pt x="39598" y="14850"/>
                </a:cubicBezTo>
                <a:cubicBezTo>
                  <a:pt x="42928" y="18180"/>
                  <a:pt x="44068" y="25433"/>
                  <a:pt x="40900" y="28917"/>
                </a:cubicBezTo>
                <a:cubicBezTo>
                  <a:pt x="39341" y="30631"/>
                  <a:pt x="35086" y="29463"/>
                  <a:pt x="34127" y="27354"/>
                </a:cubicBezTo>
                <a:cubicBezTo>
                  <a:pt x="31850" y="22346"/>
                  <a:pt x="34742" y="15954"/>
                  <a:pt x="37514" y="11202"/>
                </a:cubicBezTo>
                <a:cubicBezTo>
                  <a:pt x="42260" y="3066"/>
                  <a:pt x="55601" y="-1153"/>
                  <a:pt x="64346" y="2345"/>
                </a:cubicBezTo>
                <a:cubicBezTo>
                  <a:pt x="68930" y="4179"/>
                  <a:pt x="72191" y="9676"/>
                  <a:pt x="72683" y="14589"/>
                </a:cubicBezTo>
                <a:cubicBezTo>
                  <a:pt x="73007" y="17828"/>
                  <a:pt x="69087" y="22329"/>
                  <a:pt x="65910" y="21623"/>
                </a:cubicBezTo>
                <a:cubicBezTo>
                  <a:pt x="60897" y="20509"/>
                  <a:pt x="63135" y="9688"/>
                  <a:pt x="66952" y="6253"/>
                </a:cubicBezTo>
                <a:cubicBezTo>
                  <a:pt x="72264" y="1473"/>
                  <a:pt x="82824" y="-146"/>
                  <a:pt x="88314" y="4429"/>
                </a:cubicBezTo>
                <a:cubicBezTo>
                  <a:pt x="90970" y="6642"/>
                  <a:pt x="93735" y="10496"/>
                  <a:pt x="92742" y="13808"/>
                </a:cubicBezTo>
                <a:cubicBezTo>
                  <a:pt x="92071" y="16047"/>
                  <a:pt x="88076" y="17848"/>
                  <a:pt x="86230" y="16413"/>
                </a:cubicBezTo>
                <a:cubicBezTo>
                  <a:pt x="81114" y="12436"/>
                  <a:pt x="90170" y="0"/>
                  <a:pt x="96650" y="0"/>
                </a:cubicBezTo>
              </a:path>
            </a:pathLst>
          </a:custGeom>
          <a:noFill/>
          <a:ln cap="flat" cmpd="sng" w="19050">
            <a:solidFill>
              <a:schemeClr val="lt2"/>
            </a:solidFill>
            <a:prstDash val="solid"/>
            <a:round/>
            <a:headEnd len="med" w="med" type="none"/>
            <a:tailEnd len="med" w="med" type="none"/>
          </a:ln>
        </p:spPr>
      </p:sp>
      <p:sp>
        <p:nvSpPr>
          <p:cNvPr id="767" name="Google Shape;76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
    <p:spTree>
      <p:nvGrpSpPr>
        <p:cNvPr id="768" name="Shape 768"/>
        <p:cNvGrpSpPr/>
        <p:nvPr/>
      </p:nvGrpSpPr>
      <p:grpSpPr>
        <a:xfrm>
          <a:off x="0" y="0"/>
          <a:ext cx="0" cy="0"/>
          <a:chOff x="0" y="0"/>
          <a:chExt cx="0" cy="0"/>
        </a:xfrm>
      </p:grpSpPr>
      <p:sp>
        <p:nvSpPr>
          <p:cNvPr id="769" name="Google Shape;769;p27"/>
          <p:cNvSpPr/>
          <p:nvPr/>
        </p:nvSpPr>
        <p:spPr>
          <a:xfrm flipH="1" rot="5400000">
            <a:off x="-289043" y="272547"/>
            <a:ext cx="2538081" cy="1983157"/>
          </a:xfrm>
          <a:custGeom>
            <a:rect b="b" l="l" r="r" t="t"/>
            <a:pathLst>
              <a:path extrusionOk="0" h="120575" w="209240">
                <a:moveTo>
                  <a:pt x="0" y="120446"/>
                </a:moveTo>
                <a:lnTo>
                  <a:pt x="209240" y="0"/>
                </a:lnTo>
                <a:lnTo>
                  <a:pt x="209240" y="70819"/>
                </a:lnTo>
                <a:lnTo>
                  <a:pt x="90481" y="120575"/>
                </a:lnTo>
                <a:close/>
              </a:path>
            </a:pathLst>
          </a:custGeom>
          <a:solidFill>
            <a:schemeClr val="accent5"/>
          </a:solidFill>
          <a:ln>
            <a:noFill/>
          </a:ln>
        </p:spPr>
      </p:sp>
      <p:sp>
        <p:nvSpPr>
          <p:cNvPr id="770" name="Google Shape;770;p27"/>
          <p:cNvSpPr/>
          <p:nvPr/>
        </p:nvSpPr>
        <p:spPr>
          <a:xfrm>
            <a:off x="-14802" y="2220950"/>
            <a:ext cx="1039200" cy="29259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7"/>
          <p:cNvSpPr/>
          <p:nvPr/>
        </p:nvSpPr>
        <p:spPr>
          <a:xfrm>
            <a:off x="-91177"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dk2"/>
            </a:solidFill>
            <a:prstDash val="solid"/>
            <a:round/>
            <a:headEnd len="med" w="med" type="none"/>
            <a:tailEnd len="med" w="med" type="none"/>
          </a:ln>
        </p:spPr>
      </p:sp>
      <p:sp>
        <p:nvSpPr>
          <p:cNvPr id="772" name="Google Shape;772;p27"/>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73" name="Google Shape;773;p27"/>
          <p:cNvGrpSpPr/>
          <p:nvPr/>
        </p:nvGrpSpPr>
        <p:grpSpPr>
          <a:xfrm>
            <a:off x="7868350" y="0"/>
            <a:ext cx="1275794" cy="5145600"/>
            <a:chOff x="7868350" y="0"/>
            <a:chExt cx="1275794" cy="5145600"/>
          </a:xfrm>
        </p:grpSpPr>
        <p:sp>
          <p:nvSpPr>
            <p:cNvPr id="774" name="Google Shape;774;p27"/>
            <p:cNvSpPr/>
            <p:nvPr/>
          </p:nvSpPr>
          <p:spPr>
            <a:xfrm flipH="1" rot="-5400000">
              <a:off x="5933350" y="1935000"/>
              <a:ext cx="5145600" cy="12756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5" name="Google Shape;775;p27"/>
            <p:cNvGrpSpPr/>
            <p:nvPr/>
          </p:nvGrpSpPr>
          <p:grpSpPr>
            <a:xfrm>
              <a:off x="7904450" y="9535"/>
              <a:ext cx="1239694" cy="4014300"/>
              <a:chOff x="7904450" y="9535"/>
              <a:chExt cx="1239694" cy="4014300"/>
            </a:xfrm>
          </p:grpSpPr>
          <p:cxnSp>
            <p:nvCxnSpPr>
              <p:cNvPr id="776" name="Google Shape;776;p27"/>
              <p:cNvCxnSpPr/>
              <p:nvPr/>
            </p:nvCxnSpPr>
            <p:spPr>
              <a:xfrm>
                <a:off x="8171425" y="1218800"/>
                <a:ext cx="972300" cy="0"/>
              </a:xfrm>
              <a:prstGeom prst="straightConnector1">
                <a:avLst/>
              </a:prstGeom>
              <a:noFill/>
              <a:ln cap="rnd" cmpd="sng" w="19050">
                <a:solidFill>
                  <a:schemeClr val="accent2"/>
                </a:solidFill>
                <a:prstDash val="solid"/>
                <a:round/>
                <a:headEnd len="med" w="med" type="none"/>
                <a:tailEnd len="med" w="med" type="none"/>
              </a:ln>
            </p:spPr>
          </p:cxnSp>
          <p:cxnSp>
            <p:nvCxnSpPr>
              <p:cNvPr id="777" name="Google Shape;777;p27"/>
              <p:cNvCxnSpPr/>
              <p:nvPr/>
            </p:nvCxnSpPr>
            <p:spPr>
              <a:xfrm>
                <a:off x="8295400" y="1763775"/>
                <a:ext cx="847800" cy="0"/>
              </a:xfrm>
              <a:prstGeom prst="straightConnector1">
                <a:avLst/>
              </a:prstGeom>
              <a:noFill/>
              <a:ln cap="rnd" cmpd="sng" w="19050">
                <a:solidFill>
                  <a:schemeClr val="accent2"/>
                </a:solidFill>
                <a:prstDash val="solid"/>
                <a:round/>
                <a:headEnd len="med" w="med" type="none"/>
                <a:tailEnd len="med" w="med" type="none"/>
              </a:ln>
            </p:spPr>
          </p:cxnSp>
          <p:cxnSp>
            <p:nvCxnSpPr>
              <p:cNvPr id="778" name="Google Shape;778;p27"/>
              <p:cNvCxnSpPr/>
              <p:nvPr/>
            </p:nvCxnSpPr>
            <p:spPr>
              <a:xfrm>
                <a:off x="8467025" y="2308750"/>
                <a:ext cx="676200" cy="0"/>
              </a:xfrm>
              <a:prstGeom prst="straightConnector1">
                <a:avLst/>
              </a:prstGeom>
              <a:noFill/>
              <a:ln cap="rnd" cmpd="sng" w="19050">
                <a:solidFill>
                  <a:schemeClr val="accent2"/>
                </a:solidFill>
                <a:prstDash val="solid"/>
                <a:round/>
                <a:headEnd len="med" w="med" type="none"/>
                <a:tailEnd len="med" w="med" type="none"/>
              </a:ln>
            </p:spPr>
          </p:cxnSp>
          <p:cxnSp>
            <p:nvCxnSpPr>
              <p:cNvPr id="779" name="Google Shape;779;p27"/>
              <p:cNvCxnSpPr/>
              <p:nvPr/>
            </p:nvCxnSpPr>
            <p:spPr>
              <a:xfrm>
                <a:off x="8600500" y="2853725"/>
                <a:ext cx="542700" cy="0"/>
              </a:xfrm>
              <a:prstGeom prst="straightConnector1">
                <a:avLst/>
              </a:prstGeom>
              <a:noFill/>
              <a:ln cap="rnd" cmpd="sng" w="19050">
                <a:solidFill>
                  <a:schemeClr val="accent2"/>
                </a:solidFill>
                <a:prstDash val="solid"/>
                <a:round/>
                <a:headEnd len="med" w="med" type="none"/>
                <a:tailEnd len="med" w="med" type="none"/>
              </a:ln>
            </p:spPr>
          </p:cxnSp>
          <p:cxnSp>
            <p:nvCxnSpPr>
              <p:cNvPr id="780" name="Google Shape;780;p27"/>
              <p:cNvCxnSpPr/>
              <p:nvPr/>
            </p:nvCxnSpPr>
            <p:spPr>
              <a:xfrm>
                <a:off x="8714925" y="3398675"/>
                <a:ext cx="428400" cy="0"/>
              </a:xfrm>
              <a:prstGeom prst="straightConnector1">
                <a:avLst/>
              </a:prstGeom>
              <a:noFill/>
              <a:ln cap="rnd" cmpd="sng" w="19050">
                <a:solidFill>
                  <a:schemeClr val="accent2"/>
                </a:solidFill>
                <a:prstDash val="solid"/>
                <a:round/>
                <a:headEnd len="med" w="med" type="none"/>
                <a:tailEnd len="med" w="med" type="none"/>
              </a:ln>
            </p:spPr>
          </p:cxnSp>
          <p:cxnSp>
            <p:nvCxnSpPr>
              <p:cNvPr id="781" name="Google Shape;781;p27"/>
              <p:cNvCxnSpPr/>
              <p:nvPr/>
            </p:nvCxnSpPr>
            <p:spPr>
              <a:xfrm>
                <a:off x="8857950" y="3943650"/>
                <a:ext cx="285000" cy="0"/>
              </a:xfrm>
              <a:prstGeom prst="straightConnector1">
                <a:avLst/>
              </a:prstGeom>
              <a:noFill/>
              <a:ln cap="rnd" cmpd="sng" w="19050">
                <a:solidFill>
                  <a:schemeClr val="accent2"/>
                </a:solidFill>
                <a:prstDash val="solid"/>
                <a:round/>
                <a:headEnd len="med" w="med" type="none"/>
                <a:tailEnd len="med" w="med" type="none"/>
              </a:ln>
            </p:spPr>
          </p:cxnSp>
          <p:cxnSp>
            <p:nvCxnSpPr>
              <p:cNvPr id="782" name="Google Shape;782;p27"/>
              <p:cNvCxnSpPr/>
              <p:nvPr/>
            </p:nvCxnSpPr>
            <p:spPr>
              <a:xfrm>
                <a:off x="8043744" y="673826"/>
                <a:ext cx="1100400" cy="0"/>
              </a:xfrm>
              <a:prstGeom prst="straightConnector1">
                <a:avLst/>
              </a:prstGeom>
              <a:noFill/>
              <a:ln cap="rnd" cmpd="sng" w="19050">
                <a:solidFill>
                  <a:schemeClr val="accent2"/>
                </a:solidFill>
                <a:prstDash val="solid"/>
                <a:round/>
                <a:headEnd len="med" w="med" type="none"/>
                <a:tailEnd len="med" w="med" type="none"/>
              </a:ln>
            </p:spPr>
          </p:cxnSp>
          <p:cxnSp>
            <p:nvCxnSpPr>
              <p:cNvPr id="783" name="Google Shape;783;p27"/>
              <p:cNvCxnSpPr/>
              <p:nvPr/>
            </p:nvCxnSpPr>
            <p:spPr>
              <a:xfrm>
                <a:off x="7904450" y="128850"/>
                <a:ext cx="1238700" cy="0"/>
              </a:xfrm>
              <a:prstGeom prst="straightConnector1">
                <a:avLst/>
              </a:prstGeom>
              <a:noFill/>
              <a:ln cap="rnd" cmpd="sng" w="19050">
                <a:solidFill>
                  <a:schemeClr val="accent2"/>
                </a:solidFill>
                <a:prstDash val="solid"/>
                <a:round/>
                <a:headEnd len="med" w="med" type="none"/>
                <a:tailEnd len="med" w="med" type="none"/>
              </a:ln>
            </p:spPr>
          </p:cxnSp>
          <p:cxnSp>
            <p:nvCxnSpPr>
              <p:cNvPr id="784" name="Google Shape;784;p27"/>
              <p:cNvCxnSpPr/>
              <p:nvPr/>
            </p:nvCxnSpPr>
            <p:spPr>
              <a:xfrm>
                <a:off x="8861340" y="9535"/>
                <a:ext cx="0" cy="4014300"/>
              </a:xfrm>
              <a:prstGeom prst="straightConnector1">
                <a:avLst/>
              </a:prstGeom>
              <a:noFill/>
              <a:ln cap="rnd" cmpd="sng" w="19050">
                <a:solidFill>
                  <a:schemeClr val="accent2"/>
                </a:solidFill>
                <a:prstDash val="solid"/>
                <a:round/>
                <a:headEnd len="med" w="med" type="none"/>
                <a:tailEnd len="med" w="med" type="none"/>
              </a:ln>
            </p:spPr>
          </p:cxnSp>
          <p:cxnSp>
            <p:nvCxnSpPr>
              <p:cNvPr id="785" name="Google Shape;785;p27"/>
              <p:cNvCxnSpPr/>
              <p:nvPr/>
            </p:nvCxnSpPr>
            <p:spPr>
              <a:xfrm>
                <a:off x="8316365" y="9535"/>
                <a:ext cx="0" cy="1773600"/>
              </a:xfrm>
              <a:prstGeom prst="straightConnector1">
                <a:avLst/>
              </a:prstGeom>
              <a:noFill/>
              <a:ln cap="rnd" cmpd="sng" w="19050">
                <a:solidFill>
                  <a:schemeClr val="accent2"/>
                </a:solidFill>
                <a:prstDash val="solid"/>
                <a:round/>
                <a:headEnd len="med" w="med" type="none"/>
                <a:tailEnd len="med" w="med" type="none"/>
              </a:ln>
            </p:spPr>
          </p:cxnSp>
        </p:grpSp>
      </p:grpSp>
      <p:sp>
        <p:nvSpPr>
          <p:cNvPr id="786" name="Google Shape;786;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
    <p:spTree>
      <p:nvGrpSpPr>
        <p:cNvPr id="787" name="Shape 787"/>
        <p:cNvGrpSpPr/>
        <p:nvPr/>
      </p:nvGrpSpPr>
      <p:grpSpPr>
        <a:xfrm>
          <a:off x="0" y="0"/>
          <a:ext cx="0" cy="0"/>
          <a:chOff x="0" y="0"/>
          <a:chExt cx="0" cy="0"/>
        </a:xfrm>
      </p:grpSpPr>
      <p:sp>
        <p:nvSpPr>
          <p:cNvPr id="788" name="Google Shape;788;p28"/>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89" name="Google Shape;789;p28"/>
          <p:cNvSpPr/>
          <p:nvPr/>
        </p:nvSpPr>
        <p:spPr>
          <a:xfrm rot="5400000">
            <a:off x="340038" y="-349671"/>
            <a:ext cx="691500" cy="1389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flipH="1">
            <a:off x="27" y="4706362"/>
            <a:ext cx="9143936" cy="460777"/>
          </a:xfrm>
          <a:custGeom>
            <a:rect b="b" l="l" r="r" t="t"/>
            <a:pathLst>
              <a:path extrusionOk="0" h="10628" w="95376">
                <a:moveTo>
                  <a:pt x="95375" y="1"/>
                </a:moveTo>
                <a:lnTo>
                  <a:pt x="1" y="6983"/>
                </a:lnTo>
                <a:lnTo>
                  <a:pt x="1" y="10627"/>
                </a:lnTo>
                <a:lnTo>
                  <a:pt x="95375" y="10627"/>
                </a:lnTo>
                <a:lnTo>
                  <a:pt x="9537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flipH="1" rot="10800000">
            <a:off x="5883500" y="-9"/>
            <a:ext cx="3260482" cy="1878860"/>
          </a:xfrm>
          <a:custGeom>
            <a:rect b="b" l="l" r="r" t="t"/>
            <a:pathLst>
              <a:path extrusionOk="0" h="120575" w="209240">
                <a:moveTo>
                  <a:pt x="0" y="120446"/>
                </a:moveTo>
                <a:lnTo>
                  <a:pt x="209240" y="0"/>
                </a:lnTo>
                <a:lnTo>
                  <a:pt x="209240" y="70819"/>
                </a:lnTo>
                <a:lnTo>
                  <a:pt x="90481" y="120575"/>
                </a:lnTo>
                <a:close/>
              </a:path>
            </a:pathLst>
          </a:custGeom>
          <a:solidFill>
            <a:srgbClr val="FCF7BD"/>
          </a:solidFill>
          <a:ln>
            <a:noFill/>
          </a:ln>
        </p:spPr>
      </p:sp>
      <p:sp>
        <p:nvSpPr>
          <p:cNvPr id="792" name="Google Shape;792;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
    <p:spTree>
      <p:nvGrpSpPr>
        <p:cNvPr id="793" name="Shape 793"/>
        <p:cNvGrpSpPr/>
        <p:nvPr/>
      </p:nvGrpSpPr>
      <p:grpSpPr>
        <a:xfrm>
          <a:off x="0" y="0"/>
          <a:ext cx="0" cy="0"/>
          <a:chOff x="0" y="0"/>
          <a:chExt cx="0" cy="0"/>
        </a:xfrm>
      </p:grpSpPr>
      <p:sp>
        <p:nvSpPr>
          <p:cNvPr id="794" name="Google Shape;794;p29"/>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95" name="Google Shape;795;p29"/>
          <p:cNvSpPr/>
          <p:nvPr/>
        </p:nvSpPr>
        <p:spPr>
          <a:xfrm>
            <a:off x="5883525" y="3264641"/>
            <a:ext cx="3260482" cy="1878860"/>
          </a:xfrm>
          <a:custGeom>
            <a:rect b="b" l="l" r="r" t="t"/>
            <a:pathLst>
              <a:path extrusionOk="0" h="120575" w="209240">
                <a:moveTo>
                  <a:pt x="0" y="120446"/>
                </a:moveTo>
                <a:lnTo>
                  <a:pt x="209240" y="0"/>
                </a:lnTo>
                <a:lnTo>
                  <a:pt x="209240" y="70819"/>
                </a:lnTo>
                <a:lnTo>
                  <a:pt x="90481" y="120575"/>
                </a:lnTo>
                <a:close/>
              </a:path>
            </a:pathLst>
          </a:custGeom>
          <a:solidFill>
            <a:srgbClr val="FCF7BD"/>
          </a:solidFill>
          <a:ln>
            <a:noFill/>
          </a:ln>
        </p:spPr>
      </p:sp>
      <p:sp>
        <p:nvSpPr>
          <p:cNvPr id="796" name="Google Shape;796;p29"/>
          <p:cNvSpPr/>
          <p:nvPr/>
        </p:nvSpPr>
        <p:spPr>
          <a:xfrm rot="5400000">
            <a:off x="340038" y="-349671"/>
            <a:ext cx="691500" cy="13893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9"/>
          <p:cNvSpPr/>
          <p:nvPr/>
        </p:nvSpPr>
        <p:spPr>
          <a:xfrm>
            <a:off x="-2699" y="2924042"/>
            <a:ext cx="789300" cy="22227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9"/>
          <p:cNvSpPr/>
          <p:nvPr/>
        </p:nvSpPr>
        <p:spPr>
          <a:xfrm>
            <a:off x="-57427" y="3375673"/>
            <a:ext cx="659591" cy="1818957"/>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dk2"/>
            </a:solidFill>
            <a:prstDash val="solid"/>
            <a:round/>
            <a:headEnd len="med" w="med" type="none"/>
            <a:tailEnd len="med" w="med" type="none"/>
          </a:ln>
        </p:spPr>
      </p:sp>
      <p:sp>
        <p:nvSpPr>
          <p:cNvPr id="799" name="Google Shape;799;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0_1_1_1">
    <p:spTree>
      <p:nvGrpSpPr>
        <p:cNvPr id="800" name="Shape 800"/>
        <p:cNvGrpSpPr/>
        <p:nvPr/>
      </p:nvGrpSpPr>
      <p:grpSpPr>
        <a:xfrm>
          <a:off x="0" y="0"/>
          <a:ext cx="0" cy="0"/>
          <a:chOff x="0" y="0"/>
          <a:chExt cx="0" cy="0"/>
        </a:xfrm>
      </p:grpSpPr>
      <p:sp>
        <p:nvSpPr>
          <p:cNvPr id="801" name="Google Shape;801;p30"/>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02" name="Google Shape;802;p30"/>
          <p:cNvSpPr/>
          <p:nvPr/>
        </p:nvSpPr>
        <p:spPr>
          <a:xfrm>
            <a:off x="-8" y="4448501"/>
            <a:ext cx="5153165" cy="696899"/>
          </a:xfrm>
          <a:custGeom>
            <a:rect b="b" l="l" r="r" t="t"/>
            <a:pathLst>
              <a:path extrusionOk="0" h="24595" w="95376">
                <a:moveTo>
                  <a:pt x="1" y="0"/>
                </a:moveTo>
                <a:lnTo>
                  <a:pt x="1" y="24595"/>
                </a:lnTo>
                <a:lnTo>
                  <a:pt x="95375" y="245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0"/>
          <p:cNvSpPr/>
          <p:nvPr/>
        </p:nvSpPr>
        <p:spPr>
          <a:xfrm flipH="1" rot="10800000">
            <a:off x="102756" y="4619792"/>
            <a:ext cx="2841050" cy="641300"/>
          </a:xfrm>
          <a:custGeom>
            <a:rect b="b" l="l" r="r" t="t"/>
            <a:pathLst>
              <a:path extrusionOk="0" h="25652" w="113642">
                <a:moveTo>
                  <a:pt x="1361" y="981"/>
                </a:moveTo>
                <a:cubicBezTo>
                  <a:pt x="-1859" y="8060"/>
                  <a:pt x="918" y="19907"/>
                  <a:pt x="7874" y="23385"/>
                </a:cubicBezTo>
                <a:cubicBezTo>
                  <a:pt x="17220" y="28058"/>
                  <a:pt x="37149" y="25455"/>
                  <a:pt x="38093" y="15049"/>
                </a:cubicBezTo>
                <a:cubicBezTo>
                  <a:pt x="38462" y="10983"/>
                  <a:pt x="37146" y="4647"/>
                  <a:pt x="33143" y="3846"/>
                </a:cubicBezTo>
                <a:cubicBezTo>
                  <a:pt x="29930" y="3203"/>
                  <a:pt x="27008" y="9039"/>
                  <a:pt x="27933" y="12183"/>
                </a:cubicBezTo>
                <a:cubicBezTo>
                  <a:pt x="32421" y="27436"/>
                  <a:pt x="65842" y="26294"/>
                  <a:pt x="75607" y="13746"/>
                </a:cubicBezTo>
                <a:cubicBezTo>
                  <a:pt x="78388" y="10172"/>
                  <a:pt x="78805" y="1790"/>
                  <a:pt x="74565" y="199"/>
                </a:cubicBezTo>
                <a:cubicBezTo>
                  <a:pt x="70323" y="-1393"/>
                  <a:pt x="68290" y="10501"/>
                  <a:pt x="71699" y="13485"/>
                </a:cubicBezTo>
                <a:cubicBezTo>
                  <a:pt x="82696" y="23110"/>
                  <a:pt x="107883" y="14152"/>
                  <a:pt x="113642" y="720"/>
                </a:cubicBezTo>
              </a:path>
            </a:pathLst>
          </a:custGeom>
          <a:noFill/>
          <a:ln cap="flat" cmpd="sng" w="19050">
            <a:solidFill>
              <a:schemeClr val="dk2"/>
            </a:solidFill>
            <a:prstDash val="solid"/>
            <a:round/>
            <a:headEnd len="med" w="med" type="none"/>
            <a:tailEnd len="med" w="med" type="none"/>
          </a:ln>
        </p:spPr>
      </p:sp>
      <p:sp>
        <p:nvSpPr>
          <p:cNvPr id="804" name="Google Shape;804;p30"/>
          <p:cNvSpPr/>
          <p:nvPr/>
        </p:nvSpPr>
        <p:spPr>
          <a:xfrm rot="5400000">
            <a:off x="348913" y="-348908"/>
            <a:ext cx="691500" cy="1389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0"/>
          <p:cNvSpPr/>
          <p:nvPr/>
        </p:nvSpPr>
        <p:spPr>
          <a:xfrm flipH="1" rot="-5400000">
            <a:off x="7170310" y="-948196"/>
            <a:ext cx="1039200" cy="2925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6" name="Google Shape;806;p30"/>
          <p:cNvGrpSpPr/>
          <p:nvPr/>
        </p:nvGrpSpPr>
        <p:grpSpPr>
          <a:xfrm rot="1951989">
            <a:off x="8482039" y="3896827"/>
            <a:ext cx="320305" cy="1198305"/>
            <a:chOff x="8182874" y="2117588"/>
            <a:chExt cx="320297" cy="1198277"/>
          </a:xfrm>
        </p:grpSpPr>
        <p:sp>
          <p:nvSpPr>
            <p:cNvPr id="807" name="Google Shape;807;p30"/>
            <p:cNvSpPr/>
            <p:nvPr/>
          </p:nvSpPr>
          <p:spPr>
            <a:xfrm>
              <a:off x="8209739" y="2494127"/>
              <a:ext cx="208975" cy="804175"/>
            </a:xfrm>
            <a:custGeom>
              <a:rect b="b" l="l" r="r" t="t"/>
              <a:pathLst>
                <a:path extrusionOk="0" h="32167" w="8359">
                  <a:moveTo>
                    <a:pt x="5489" y="0"/>
                  </a:moveTo>
                  <a:cubicBezTo>
                    <a:pt x="4608" y="36"/>
                    <a:pt x="3739" y="703"/>
                    <a:pt x="3263" y="1703"/>
                  </a:cubicBezTo>
                  <a:cubicBezTo>
                    <a:pt x="2941" y="2381"/>
                    <a:pt x="2810" y="3131"/>
                    <a:pt x="2727" y="3882"/>
                  </a:cubicBezTo>
                  <a:cubicBezTo>
                    <a:pt x="2691" y="4191"/>
                    <a:pt x="2668" y="4489"/>
                    <a:pt x="2644" y="4786"/>
                  </a:cubicBezTo>
                  <a:cubicBezTo>
                    <a:pt x="2489" y="6787"/>
                    <a:pt x="2179" y="9787"/>
                    <a:pt x="1846" y="12966"/>
                  </a:cubicBezTo>
                  <a:cubicBezTo>
                    <a:pt x="1108" y="19943"/>
                    <a:pt x="1" y="30492"/>
                    <a:pt x="643" y="31337"/>
                  </a:cubicBezTo>
                  <a:cubicBezTo>
                    <a:pt x="870" y="31623"/>
                    <a:pt x="1084" y="31837"/>
                    <a:pt x="1310" y="31968"/>
                  </a:cubicBezTo>
                  <a:cubicBezTo>
                    <a:pt x="1513" y="32103"/>
                    <a:pt x="1721" y="32167"/>
                    <a:pt x="1931" y="32167"/>
                  </a:cubicBezTo>
                  <a:cubicBezTo>
                    <a:pt x="2018" y="32167"/>
                    <a:pt x="2104" y="32156"/>
                    <a:pt x="2191" y="32135"/>
                  </a:cubicBezTo>
                  <a:cubicBezTo>
                    <a:pt x="3418" y="31825"/>
                    <a:pt x="4489" y="29504"/>
                    <a:pt x="4656" y="28337"/>
                  </a:cubicBezTo>
                  <a:lnTo>
                    <a:pt x="7978" y="5894"/>
                  </a:lnTo>
                  <a:lnTo>
                    <a:pt x="7978" y="5906"/>
                  </a:lnTo>
                  <a:cubicBezTo>
                    <a:pt x="8156" y="4703"/>
                    <a:pt x="8359" y="3346"/>
                    <a:pt x="7990" y="2131"/>
                  </a:cubicBezTo>
                  <a:cubicBezTo>
                    <a:pt x="7716" y="1191"/>
                    <a:pt x="6906" y="214"/>
                    <a:pt x="5882" y="36"/>
                  </a:cubicBezTo>
                  <a:cubicBezTo>
                    <a:pt x="5763" y="12"/>
                    <a:pt x="5632" y="0"/>
                    <a:pt x="5489" y="0"/>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0"/>
            <p:cNvSpPr/>
            <p:nvPr/>
          </p:nvSpPr>
          <p:spPr>
            <a:xfrm rot="-60166">
              <a:off x="8292624" y="2152246"/>
              <a:ext cx="166692" cy="282487"/>
            </a:xfrm>
            <a:custGeom>
              <a:rect b="b" l="l" r="r" t="t"/>
              <a:pathLst>
                <a:path extrusionOk="0" h="11300" w="6668">
                  <a:moveTo>
                    <a:pt x="4239" y="1"/>
                  </a:moveTo>
                  <a:lnTo>
                    <a:pt x="3905" y="501"/>
                  </a:lnTo>
                  <a:lnTo>
                    <a:pt x="1595" y="3978"/>
                  </a:lnTo>
                  <a:cubicBezTo>
                    <a:pt x="905" y="5025"/>
                    <a:pt x="119" y="6216"/>
                    <a:pt x="60" y="7526"/>
                  </a:cubicBezTo>
                  <a:cubicBezTo>
                    <a:pt x="0" y="8645"/>
                    <a:pt x="452" y="10205"/>
                    <a:pt x="1262" y="10919"/>
                  </a:cubicBezTo>
                  <a:cubicBezTo>
                    <a:pt x="1601" y="10777"/>
                    <a:pt x="1970" y="10715"/>
                    <a:pt x="2341" y="10715"/>
                  </a:cubicBezTo>
                  <a:cubicBezTo>
                    <a:pt x="2374" y="10715"/>
                    <a:pt x="2408" y="10715"/>
                    <a:pt x="2441" y="10716"/>
                  </a:cubicBezTo>
                  <a:cubicBezTo>
                    <a:pt x="3036" y="10740"/>
                    <a:pt x="3643" y="10943"/>
                    <a:pt x="4167" y="11300"/>
                  </a:cubicBezTo>
                  <a:cubicBezTo>
                    <a:pt x="6668" y="7549"/>
                    <a:pt x="5227" y="2501"/>
                    <a:pt x="423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0"/>
            <p:cNvSpPr/>
            <p:nvPr/>
          </p:nvSpPr>
          <p:spPr>
            <a:xfrm rot="-60166">
              <a:off x="8193292" y="2120117"/>
              <a:ext cx="299461" cy="1193219"/>
            </a:xfrm>
            <a:custGeom>
              <a:rect b="b" l="l" r="r" t="t"/>
              <a:pathLst>
                <a:path extrusionOk="0" h="47731" w="11979">
                  <a:moveTo>
                    <a:pt x="8669" y="1275"/>
                  </a:moveTo>
                  <a:cubicBezTo>
                    <a:pt x="9657" y="3775"/>
                    <a:pt x="11098" y="8823"/>
                    <a:pt x="8597" y="12574"/>
                  </a:cubicBezTo>
                  <a:cubicBezTo>
                    <a:pt x="8047" y="12189"/>
                    <a:pt x="7396" y="11991"/>
                    <a:pt x="6760" y="11991"/>
                  </a:cubicBezTo>
                  <a:cubicBezTo>
                    <a:pt x="6392" y="11991"/>
                    <a:pt x="6028" y="12058"/>
                    <a:pt x="5692" y="12193"/>
                  </a:cubicBezTo>
                  <a:cubicBezTo>
                    <a:pt x="4882" y="11479"/>
                    <a:pt x="4430" y="9931"/>
                    <a:pt x="4490" y="8812"/>
                  </a:cubicBezTo>
                  <a:cubicBezTo>
                    <a:pt x="4549" y="7490"/>
                    <a:pt x="5335" y="6299"/>
                    <a:pt x="6025" y="5252"/>
                  </a:cubicBezTo>
                  <a:lnTo>
                    <a:pt x="8669" y="1275"/>
                  </a:lnTo>
                  <a:close/>
                  <a:moveTo>
                    <a:pt x="6754" y="12580"/>
                  </a:moveTo>
                  <a:cubicBezTo>
                    <a:pt x="7323" y="12580"/>
                    <a:pt x="7912" y="12778"/>
                    <a:pt x="8395" y="13157"/>
                  </a:cubicBezTo>
                  <a:cubicBezTo>
                    <a:pt x="8704" y="13431"/>
                    <a:pt x="8847" y="13741"/>
                    <a:pt x="8823" y="14098"/>
                  </a:cubicBezTo>
                  <a:cubicBezTo>
                    <a:pt x="8800" y="14574"/>
                    <a:pt x="8478" y="15062"/>
                    <a:pt x="8181" y="15300"/>
                  </a:cubicBezTo>
                  <a:cubicBezTo>
                    <a:pt x="7637" y="14734"/>
                    <a:pt x="6925" y="14347"/>
                    <a:pt x="6110" y="14347"/>
                  </a:cubicBezTo>
                  <a:cubicBezTo>
                    <a:pt x="6086" y="14347"/>
                    <a:pt x="6062" y="14347"/>
                    <a:pt x="6037" y="14348"/>
                  </a:cubicBezTo>
                  <a:cubicBezTo>
                    <a:pt x="5597" y="14372"/>
                    <a:pt x="5168" y="14503"/>
                    <a:pt x="4763" y="14741"/>
                  </a:cubicBezTo>
                  <a:cubicBezTo>
                    <a:pt x="4632" y="14015"/>
                    <a:pt x="5049" y="13169"/>
                    <a:pt x="5775" y="12800"/>
                  </a:cubicBezTo>
                  <a:cubicBezTo>
                    <a:pt x="6075" y="12652"/>
                    <a:pt x="6411" y="12580"/>
                    <a:pt x="6754" y="12580"/>
                  </a:cubicBezTo>
                  <a:close/>
                  <a:moveTo>
                    <a:pt x="6117" y="14954"/>
                  </a:moveTo>
                  <a:cubicBezTo>
                    <a:pt x="7283" y="14954"/>
                    <a:pt x="8245" y="16043"/>
                    <a:pt x="8550" y="17086"/>
                  </a:cubicBezTo>
                  <a:cubicBezTo>
                    <a:pt x="8919" y="18301"/>
                    <a:pt x="8716" y="19658"/>
                    <a:pt x="8538" y="20849"/>
                  </a:cubicBezTo>
                  <a:lnTo>
                    <a:pt x="5216" y="43292"/>
                  </a:lnTo>
                  <a:cubicBezTo>
                    <a:pt x="5049" y="44459"/>
                    <a:pt x="3978" y="46780"/>
                    <a:pt x="2751" y="47090"/>
                  </a:cubicBezTo>
                  <a:cubicBezTo>
                    <a:pt x="2664" y="47112"/>
                    <a:pt x="2577" y="47123"/>
                    <a:pt x="2491" y="47123"/>
                  </a:cubicBezTo>
                  <a:cubicBezTo>
                    <a:pt x="2057" y="47123"/>
                    <a:pt x="1632" y="46848"/>
                    <a:pt x="1215" y="46292"/>
                  </a:cubicBezTo>
                  <a:cubicBezTo>
                    <a:pt x="572" y="45447"/>
                    <a:pt x="1680" y="34898"/>
                    <a:pt x="2406" y="27921"/>
                  </a:cubicBezTo>
                  <a:cubicBezTo>
                    <a:pt x="2739" y="24742"/>
                    <a:pt x="3049" y="21742"/>
                    <a:pt x="3204" y="19730"/>
                  </a:cubicBezTo>
                  <a:cubicBezTo>
                    <a:pt x="3228" y="19432"/>
                    <a:pt x="3251" y="19134"/>
                    <a:pt x="3287" y="18837"/>
                  </a:cubicBezTo>
                  <a:cubicBezTo>
                    <a:pt x="3370" y="18075"/>
                    <a:pt x="3501" y="17324"/>
                    <a:pt x="3823" y="16646"/>
                  </a:cubicBezTo>
                  <a:cubicBezTo>
                    <a:pt x="4299" y="15658"/>
                    <a:pt x="5168" y="14991"/>
                    <a:pt x="6061" y="14955"/>
                  </a:cubicBezTo>
                  <a:cubicBezTo>
                    <a:pt x="6080" y="14955"/>
                    <a:pt x="6099" y="14954"/>
                    <a:pt x="6117" y="14954"/>
                  </a:cubicBezTo>
                  <a:close/>
                  <a:moveTo>
                    <a:pt x="8800" y="1"/>
                  </a:moveTo>
                  <a:lnTo>
                    <a:pt x="5525" y="4918"/>
                  </a:lnTo>
                  <a:cubicBezTo>
                    <a:pt x="4823" y="5978"/>
                    <a:pt x="3942" y="7299"/>
                    <a:pt x="3882" y="8776"/>
                  </a:cubicBezTo>
                  <a:cubicBezTo>
                    <a:pt x="3823" y="9978"/>
                    <a:pt x="4251" y="11586"/>
                    <a:pt x="5133" y="12491"/>
                  </a:cubicBezTo>
                  <a:cubicBezTo>
                    <a:pt x="4323" y="13110"/>
                    <a:pt x="3942" y="14193"/>
                    <a:pt x="4228" y="15122"/>
                  </a:cubicBezTo>
                  <a:cubicBezTo>
                    <a:pt x="3847" y="15455"/>
                    <a:pt x="3513" y="15884"/>
                    <a:pt x="3275" y="16396"/>
                  </a:cubicBezTo>
                  <a:cubicBezTo>
                    <a:pt x="2787" y="17444"/>
                    <a:pt x="2692" y="18634"/>
                    <a:pt x="2608" y="19694"/>
                  </a:cubicBezTo>
                  <a:cubicBezTo>
                    <a:pt x="2525" y="20682"/>
                    <a:pt x="2418" y="21932"/>
                    <a:pt x="2275" y="23325"/>
                  </a:cubicBezTo>
                  <a:cubicBezTo>
                    <a:pt x="2132" y="24730"/>
                    <a:pt x="1965" y="26266"/>
                    <a:pt x="1799" y="27861"/>
                  </a:cubicBezTo>
                  <a:cubicBezTo>
                    <a:pt x="715" y="38256"/>
                    <a:pt x="1" y="45685"/>
                    <a:pt x="727" y="46649"/>
                  </a:cubicBezTo>
                  <a:cubicBezTo>
                    <a:pt x="1299" y="47400"/>
                    <a:pt x="1846" y="47673"/>
                    <a:pt x="2323" y="47721"/>
                  </a:cubicBezTo>
                  <a:cubicBezTo>
                    <a:pt x="2382" y="47728"/>
                    <a:pt x="2440" y="47731"/>
                    <a:pt x="2497" y="47731"/>
                  </a:cubicBezTo>
                  <a:cubicBezTo>
                    <a:pt x="2641" y="47731"/>
                    <a:pt x="2774" y="47711"/>
                    <a:pt x="2894" y="47685"/>
                  </a:cubicBezTo>
                  <a:cubicBezTo>
                    <a:pt x="4454" y="47281"/>
                    <a:pt x="5621" y="44673"/>
                    <a:pt x="5811" y="43387"/>
                  </a:cubicBezTo>
                  <a:lnTo>
                    <a:pt x="9133" y="20944"/>
                  </a:lnTo>
                  <a:cubicBezTo>
                    <a:pt x="9312" y="19682"/>
                    <a:pt x="9526" y="18253"/>
                    <a:pt x="9133" y="16920"/>
                  </a:cubicBezTo>
                  <a:cubicBezTo>
                    <a:pt x="9014" y="16515"/>
                    <a:pt x="8812" y="16122"/>
                    <a:pt x="8562" y="15765"/>
                  </a:cubicBezTo>
                  <a:cubicBezTo>
                    <a:pt x="8966" y="15431"/>
                    <a:pt x="9395" y="14812"/>
                    <a:pt x="9431" y="14134"/>
                  </a:cubicBezTo>
                  <a:cubicBezTo>
                    <a:pt x="9443" y="13717"/>
                    <a:pt x="9312" y="13324"/>
                    <a:pt x="9050" y="12991"/>
                  </a:cubicBezTo>
                  <a:cubicBezTo>
                    <a:pt x="11979" y="8704"/>
                    <a:pt x="10014" y="2870"/>
                    <a:pt x="9014" y="513"/>
                  </a:cubicBezTo>
                  <a:lnTo>
                    <a:pt x="8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810" name="Google Shape;810;p30"/>
            <p:cNvSpPr/>
            <p:nvPr/>
          </p:nvSpPr>
          <p:spPr>
            <a:xfrm>
              <a:off x="8309064" y="2434750"/>
              <a:ext cx="105400" cy="67600"/>
            </a:xfrm>
            <a:custGeom>
              <a:rect b="b" l="l" r="r" t="t"/>
              <a:pathLst>
                <a:path extrusionOk="0" h="2704" w="4216">
                  <a:moveTo>
                    <a:pt x="2155" y="1"/>
                  </a:moveTo>
                  <a:cubicBezTo>
                    <a:pt x="1798" y="1"/>
                    <a:pt x="1453" y="72"/>
                    <a:pt x="1143" y="215"/>
                  </a:cubicBezTo>
                  <a:cubicBezTo>
                    <a:pt x="417" y="584"/>
                    <a:pt x="0" y="1430"/>
                    <a:pt x="131" y="2156"/>
                  </a:cubicBezTo>
                  <a:cubicBezTo>
                    <a:pt x="524" y="1918"/>
                    <a:pt x="965" y="1787"/>
                    <a:pt x="1405" y="1763"/>
                  </a:cubicBezTo>
                  <a:cubicBezTo>
                    <a:pt x="1572" y="1763"/>
                    <a:pt x="1739" y="1775"/>
                    <a:pt x="1894" y="1799"/>
                  </a:cubicBezTo>
                  <a:cubicBezTo>
                    <a:pt x="2536" y="1906"/>
                    <a:pt x="3096" y="2251"/>
                    <a:pt x="3549" y="2703"/>
                  </a:cubicBezTo>
                  <a:cubicBezTo>
                    <a:pt x="3846" y="2465"/>
                    <a:pt x="4168" y="1989"/>
                    <a:pt x="4191" y="1513"/>
                  </a:cubicBezTo>
                  <a:cubicBezTo>
                    <a:pt x="4215" y="1156"/>
                    <a:pt x="4060" y="846"/>
                    <a:pt x="3763" y="572"/>
                  </a:cubicBezTo>
                  <a:cubicBezTo>
                    <a:pt x="3287" y="203"/>
                    <a:pt x="2715" y="1"/>
                    <a:pt x="2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811" name="Google Shape;811;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10_1_1_1_1">
    <p:spTree>
      <p:nvGrpSpPr>
        <p:cNvPr id="812" name="Shape 812"/>
        <p:cNvGrpSpPr/>
        <p:nvPr/>
      </p:nvGrpSpPr>
      <p:grpSpPr>
        <a:xfrm>
          <a:off x="0" y="0"/>
          <a:ext cx="0" cy="0"/>
          <a:chOff x="0" y="0"/>
          <a:chExt cx="0" cy="0"/>
        </a:xfrm>
      </p:grpSpPr>
      <p:sp>
        <p:nvSpPr>
          <p:cNvPr id="813" name="Google Shape;813;p31"/>
          <p:cNvSpPr txBox="1"/>
          <p:nvPr>
            <p:ph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14" name="Google Shape;814;p31"/>
          <p:cNvSpPr/>
          <p:nvPr/>
        </p:nvSpPr>
        <p:spPr>
          <a:xfrm rot="-5400000">
            <a:off x="6285602" y="-585521"/>
            <a:ext cx="2272870" cy="3443923"/>
          </a:xfrm>
          <a:custGeom>
            <a:rect b="b" l="l" r="r" t="t"/>
            <a:pathLst>
              <a:path extrusionOk="0" h="120575" w="209240">
                <a:moveTo>
                  <a:pt x="0" y="120446"/>
                </a:moveTo>
                <a:lnTo>
                  <a:pt x="209240" y="0"/>
                </a:lnTo>
                <a:lnTo>
                  <a:pt x="209240" y="70819"/>
                </a:lnTo>
                <a:lnTo>
                  <a:pt x="90481" y="120575"/>
                </a:lnTo>
                <a:close/>
              </a:path>
            </a:pathLst>
          </a:custGeom>
          <a:solidFill>
            <a:schemeClr val="accent2"/>
          </a:solidFill>
          <a:ln>
            <a:noFill/>
          </a:ln>
        </p:spPr>
      </p:sp>
      <p:sp>
        <p:nvSpPr>
          <p:cNvPr id="815" name="Google Shape;815;p31"/>
          <p:cNvSpPr/>
          <p:nvPr/>
        </p:nvSpPr>
        <p:spPr>
          <a:xfrm flipH="1">
            <a:off x="8104802" y="2217600"/>
            <a:ext cx="1039200" cy="29259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1"/>
          <p:cNvSpPr/>
          <p:nvPr/>
        </p:nvSpPr>
        <p:spPr>
          <a:xfrm flipH="1">
            <a:off x="8366962" y="28250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dk2"/>
            </a:solidFill>
            <a:prstDash val="solid"/>
            <a:round/>
            <a:headEnd len="med" w="med" type="none"/>
            <a:tailEnd len="med" w="med" type="none"/>
          </a:ln>
        </p:spPr>
      </p:sp>
      <p:sp>
        <p:nvSpPr>
          <p:cNvPr id="817" name="Google Shape;817;p31"/>
          <p:cNvSpPr/>
          <p:nvPr/>
        </p:nvSpPr>
        <p:spPr>
          <a:xfrm flipH="1" rot="10800000">
            <a:off x="2" y="0"/>
            <a:ext cx="1039200" cy="2925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6">
    <p:spTree>
      <p:nvGrpSpPr>
        <p:cNvPr id="819" name="Shape 819"/>
        <p:cNvGrpSpPr/>
        <p:nvPr/>
      </p:nvGrpSpPr>
      <p:grpSpPr>
        <a:xfrm>
          <a:off x="0" y="0"/>
          <a:ext cx="0" cy="0"/>
          <a:chOff x="0" y="0"/>
          <a:chExt cx="0" cy="0"/>
        </a:xfrm>
      </p:grpSpPr>
      <p:sp>
        <p:nvSpPr>
          <p:cNvPr id="820" name="Google Shape;820;p32"/>
          <p:cNvSpPr txBox="1"/>
          <p:nvPr>
            <p:ph idx="1" type="subTitle"/>
          </p:nvPr>
        </p:nvSpPr>
        <p:spPr>
          <a:xfrm>
            <a:off x="714600" y="1122950"/>
            <a:ext cx="5067900" cy="15750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1" name="Google Shape;821;p32"/>
          <p:cNvSpPr/>
          <p:nvPr/>
        </p:nvSpPr>
        <p:spPr>
          <a:xfrm rot="5400000">
            <a:off x="348913" y="-348908"/>
            <a:ext cx="691500" cy="1389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2"/>
          <p:cNvSpPr/>
          <p:nvPr/>
        </p:nvSpPr>
        <p:spPr>
          <a:xfrm flipH="1">
            <a:off x="27" y="4682725"/>
            <a:ext cx="9143936" cy="460777"/>
          </a:xfrm>
          <a:custGeom>
            <a:rect b="b" l="l" r="r" t="t"/>
            <a:pathLst>
              <a:path extrusionOk="0" h="10628" w="95376">
                <a:moveTo>
                  <a:pt x="95375" y="1"/>
                </a:moveTo>
                <a:lnTo>
                  <a:pt x="1" y="6983"/>
                </a:lnTo>
                <a:lnTo>
                  <a:pt x="1" y="10627"/>
                </a:lnTo>
                <a:lnTo>
                  <a:pt x="95375" y="10627"/>
                </a:lnTo>
                <a:lnTo>
                  <a:pt x="953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2"/>
          <p:cNvSpPr/>
          <p:nvPr/>
        </p:nvSpPr>
        <p:spPr>
          <a:xfrm flipH="1" rot="-5400000">
            <a:off x="7163018" y="-948196"/>
            <a:ext cx="1039200" cy="2925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p:nvPr/>
        </p:nvSpPr>
        <p:spPr>
          <a:xfrm flipH="1" rot="10800000">
            <a:off x="6735051" y="-136721"/>
            <a:ext cx="2416250" cy="748975"/>
          </a:xfrm>
          <a:custGeom>
            <a:rect b="b" l="l" r="r" t="t"/>
            <a:pathLst>
              <a:path extrusionOk="0" h="29959" w="96650">
                <a:moveTo>
                  <a:pt x="0" y="29959"/>
                </a:moveTo>
                <a:cubicBezTo>
                  <a:pt x="0" y="22320"/>
                  <a:pt x="10207" y="12694"/>
                  <a:pt x="17454" y="15110"/>
                </a:cubicBezTo>
                <a:cubicBezTo>
                  <a:pt x="22045" y="16640"/>
                  <a:pt x="24001" y="27036"/>
                  <a:pt x="19799" y="29438"/>
                </a:cubicBezTo>
                <a:cubicBezTo>
                  <a:pt x="17983" y="30476"/>
                  <a:pt x="14970" y="26733"/>
                  <a:pt x="15631" y="24749"/>
                </a:cubicBezTo>
                <a:cubicBezTo>
                  <a:pt x="17378" y="19506"/>
                  <a:pt x="22111" y="14774"/>
                  <a:pt x="27354" y="13026"/>
                </a:cubicBezTo>
                <a:cubicBezTo>
                  <a:pt x="31269" y="11721"/>
                  <a:pt x="36680" y="11932"/>
                  <a:pt x="39598" y="14850"/>
                </a:cubicBezTo>
                <a:cubicBezTo>
                  <a:pt x="42928" y="18180"/>
                  <a:pt x="44068" y="25433"/>
                  <a:pt x="40900" y="28917"/>
                </a:cubicBezTo>
                <a:cubicBezTo>
                  <a:pt x="39341" y="30631"/>
                  <a:pt x="35086" y="29463"/>
                  <a:pt x="34127" y="27354"/>
                </a:cubicBezTo>
                <a:cubicBezTo>
                  <a:pt x="31850" y="22346"/>
                  <a:pt x="34742" y="15954"/>
                  <a:pt x="37514" y="11202"/>
                </a:cubicBezTo>
                <a:cubicBezTo>
                  <a:pt x="42260" y="3066"/>
                  <a:pt x="55601" y="-1153"/>
                  <a:pt x="64346" y="2345"/>
                </a:cubicBezTo>
                <a:cubicBezTo>
                  <a:pt x="68930" y="4179"/>
                  <a:pt x="72191" y="9676"/>
                  <a:pt x="72683" y="14589"/>
                </a:cubicBezTo>
                <a:cubicBezTo>
                  <a:pt x="73007" y="17828"/>
                  <a:pt x="69087" y="22329"/>
                  <a:pt x="65910" y="21623"/>
                </a:cubicBezTo>
                <a:cubicBezTo>
                  <a:pt x="60897" y="20509"/>
                  <a:pt x="63135" y="9688"/>
                  <a:pt x="66952" y="6253"/>
                </a:cubicBezTo>
                <a:cubicBezTo>
                  <a:pt x="72264" y="1473"/>
                  <a:pt x="82824" y="-146"/>
                  <a:pt x="88314" y="4429"/>
                </a:cubicBezTo>
                <a:cubicBezTo>
                  <a:pt x="90970" y="6642"/>
                  <a:pt x="93735" y="10496"/>
                  <a:pt x="92742" y="13808"/>
                </a:cubicBezTo>
                <a:cubicBezTo>
                  <a:pt x="92071" y="16047"/>
                  <a:pt x="88076" y="17848"/>
                  <a:pt x="86230" y="16413"/>
                </a:cubicBezTo>
                <a:cubicBezTo>
                  <a:pt x="81114" y="12436"/>
                  <a:pt x="90170" y="0"/>
                  <a:pt x="96650" y="0"/>
                </a:cubicBezTo>
              </a:path>
            </a:pathLst>
          </a:custGeom>
          <a:noFill/>
          <a:ln cap="flat" cmpd="sng" w="19050">
            <a:solidFill>
              <a:schemeClr val="lt2"/>
            </a:solidFill>
            <a:prstDash val="solid"/>
            <a:round/>
            <a:headEnd len="med" w="med" type="none"/>
            <a:tailEnd len="med" w="med" type="none"/>
          </a:ln>
        </p:spPr>
      </p:sp>
      <p:sp>
        <p:nvSpPr>
          <p:cNvPr id="825" name="Google Shape;825;p32"/>
          <p:cNvSpPr txBox="1"/>
          <p:nvPr>
            <p:ph type="title"/>
          </p:nvPr>
        </p:nvSpPr>
        <p:spPr>
          <a:xfrm>
            <a:off x="729150" y="464875"/>
            <a:ext cx="7685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26" name="Google Shape;826;p32"/>
          <p:cNvSpPr/>
          <p:nvPr/>
        </p:nvSpPr>
        <p:spPr>
          <a:xfrm>
            <a:off x="215574" y="4379350"/>
            <a:ext cx="513568" cy="565551"/>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7" name="Google Shape;827;p32"/>
          <p:cNvGrpSpPr/>
          <p:nvPr/>
        </p:nvGrpSpPr>
        <p:grpSpPr>
          <a:xfrm rot="2363774">
            <a:off x="364260" y="182702"/>
            <a:ext cx="294109" cy="1072709"/>
            <a:chOff x="2983700" y="3292075"/>
            <a:chExt cx="294100" cy="1072675"/>
          </a:xfrm>
        </p:grpSpPr>
        <p:sp>
          <p:nvSpPr>
            <p:cNvPr id="828" name="Google Shape;828;p32"/>
            <p:cNvSpPr/>
            <p:nvPr/>
          </p:nvSpPr>
          <p:spPr>
            <a:xfrm>
              <a:off x="2983700" y="3292075"/>
              <a:ext cx="294100" cy="1072675"/>
            </a:xfrm>
            <a:custGeom>
              <a:rect b="b" l="l" r="r" t="t"/>
              <a:pathLst>
                <a:path extrusionOk="0" h="42907" w="11764">
                  <a:moveTo>
                    <a:pt x="1584" y="1125"/>
                  </a:moveTo>
                  <a:lnTo>
                    <a:pt x="2739" y="3339"/>
                  </a:lnTo>
                  <a:cubicBezTo>
                    <a:pt x="2500" y="3527"/>
                    <a:pt x="2240" y="3619"/>
                    <a:pt x="1970" y="3619"/>
                  </a:cubicBezTo>
                  <a:cubicBezTo>
                    <a:pt x="1743" y="3619"/>
                    <a:pt x="1508" y="3553"/>
                    <a:pt x="1274" y="3423"/>
                  </a:cubicBezTo>
                  <a:lnTo>
                    <a:pt x="1584" y="1125"/>
                  </a:lnTo>
                  <a:close/>
                  <a:moveTo>
                    <a:pt x="3024" y="3875"/>
                  </a:moveTo>
                  <a:lnTo>
                    <a:pt x="5251" y="8114"/>
                  </a:lnTo>
                  <a:lnTo>
                    <a:pt x="2655" y="8602"/>
                  </a:lnTo>
                  <a:lnTo>
                    <a:pt x="548" y="8995"/>
                  </a:lnTo>
                  <a:lnTo>
                    <a:pt x="1203" y="4030"/>
                  </a:lnTo>
                  <a:cubicBezTo>
                    <a:pt x="1468" y="4167"/>
                    <a:pt x="1739" y="4235"/>
                    <a:pt x="2005" y="4235"/>
                  </a:cubicBezTo>
                  <a:cubicBezTo>
                    <a:pt x="2362" y="4235"/>
                    <a:pt x="2711" y="4114"/>
                    <a:pt x="3024" y="3875"/>
                  </a:cubicBezTo>
                  <a:close/>
                  <a:moveTo>
                    <a:pt x="5477" y="8709"/>
                  </a:moveTo>
                  <a:lnTo>
                    <a:pt x="9942" y="33819"/>
                  </a:lnTo>
                  <a:lnTo>
                    <a:pt x="7477" y="34272"/>
                  </a:lnTo>
                  <a:lnTo>
                    <a:pt x="7465" y="34272"/>
                  </a:lnTo>
                  <a:lnTo>
                    <a:pt x="3001" y="9173"/>
                  </a:lnTo>
                  <a:lnTo>
                    <a:pt x="5477" y="8709"/>
                  </a:lnTo>
                  <a:close/>
                  <a:moveTo>
                    <a:pt x="2524" y="9257"/>
                  </a:moveTo>
                  <a:lnTo>
                    <a:pt x="6977" y="34367"/>
                  </a:lnTo>
                  <a:lnTo>
                    <a:pt x="5001" y="34736"/>
                  </a:lnTo>
                  <a:lnTo>
                    <a:pt x="536" y="9626"/>
                  </a:lnTo>
                  <a:lnTo>
                    <a:pt x="2524" y="9257"/>
                  </a:lnTo>
                  <a:close/>
                  <a:moveTo>
                    <a:pt x="10049" y="34426"/>
                  </a:moveTo>
                  <a:lnTo>
                    <a:pt x="10204" y="35272"/>
                  </a:lnTo>
                  <a:lnTo>
                    <a:pt x="5263" y="36189"/>
                  </a:lnTo>
                  <a:lnTo>
                    <a:pt x="5108" y="35343"/>
                  </a:lnTo>
                  <a:lnTo>
                    <a:pt x="7585" y="34891"/>
                  </a:lnTo>
                  <a:lnTo>
                    <a:pt x="10049" y="34426"/>
                  </a:lnTo>
                  <a:close/>
                  <a:moveTo>
                    <a:pt x="10597" y="37486"/>
                  </a:moveTo>
                  <a:lnTo>
                    <a:pt x="11109" y="40332"/>
                  </a:lnTo>
                  <a:cubicBezTo>
                    <a:pt x="11216" y="40999"/>
                    <a:pt x="10894" y="41606"/>
                    <a:pt x="10394" y="41701"/>
                  </a:cubicBezTo>
                  <a:lnTo>
                    <a:pt x="7299" y="42273"/>
                  </a:lnTo>
                  <a:cubicBezTo>
                    <a:pt x="7253" y="42281"/>
                    <a:pt x="7206" y="42286"/>
                    <a:pt x="7160" y="42286"/>
                  </a:cubicBezTo>
                  <a:cubicBezTo>
                    <a:pt x="6958" y="42286"/>
                    <a:pt x="6759" y="42202"/>
                    <a:pt x="6584" y="42046"/>
                  </a:cubicBezTo>
                  <a:cubicBezTo>
                    <a:pt x="6370" y="41856"/>
                    <a:pt x="6215" y="41570"/>
                    <a:pt x="6168" y="41249"/>
                  </a:cubicBezTo>
                  <a:lnTo>
                    <a:pt x="5656" y="38391"/>
                  </a:lnTo>
                  <a:lnTo>
                    <a:pt x="10597" y="37486"/>
                  </a:lnTo>
                  <a:close/>
                  <a:moveTo>
                    <a:pt x="1424" y="0"/>
                  </a:moveTo>
                  <a:cubicBezTo>
                    <a:pt x="1410" y="0"/>
                    <a:pt x="1395" y="2"/>
                    <a:pt x="1381" y="6"/>
                  </a:cubicBezTo>
                  <a:cubicBezTo>
                    <a:pt x="1286" y="17"/>
                    <a:pt x="1203" y="113"/>
                    <a:pt x="1191" y="232"/>
                  </a:cubicBezTo>
                  <a:lnTo>
                    <a:pt x="0" y="9280"/>
                  </a:lnTo>
                  <a:lnTo>
                    <a:pt x="0" y="9292"/>
                  </a:lnTo>
                  <a:cubicBezTo>
                    <a:pt x="0" y="9316"/>
                    <a:pt x="0" y="9328"/>
                    <a:pt x="0" y="9352"/>
                  </a:cubicBezTo>
                  <a:cubicBezTo>
                    <a:pt x="0" y="9364"/>
                    <a:pt x="0" y="9376"/>
                    <a:pt x="0" y="9376"/>
                  </a:cubicBezTo>
                  <a:cubicBezTo>
                    <a:pt x="0" y="9388"/>
                    <a:pt x="0" y="9400"/>
                    <a:pt x="0" y="9411"/>
                  </a:cubicBezTo>
                  <a:lnTo>
                    <a:pt x="4584" y="35129"/>
                  </a:lnTo>
                  <a:lnTo>
                    <a:pt x="4834" y="36581"/>
                  </a:lnTo>
                  <a:cubicBezTo>
                    <a:pt x="4846" y="36605"/>
                    <a:pt x="4846" y="36629"/>
                    <a:pt x="4858" y="36653"/>
                  </a:cubicBezTo>
                  <a:cubicBezTo>
                    <a:pt x="4858" y="36677"/>
                    <a:pt x="4858" y="36701"/>
                    <a:pt x="4858" y="36724"/>
                  </a:cubicBezTo>
                  <a:lnTo>
                    <a:pt x="5120" y="38177"/>
                  </a:lnTo>
                  <a:lnTo>
                    <a:pt x="5680" y="41344"/>
                  </a:lnTo>
                  <a:cubicBezTo>
                    <a:pt x="5775" y="41820"/>
                    <a:pt x="6001" y="42249"/>
                    <a:pt x="6322" y="42546"/>
                  </a:cubicBezTo>
                  <a:cubicBezTo>
                    <a:pt x="6590" y="42784"/>
                    <a:pt x="6907" y="42907"/>
                    <a:pt x="7219" y="42907"/>
                  </a:cubicBezTo>
                  <a:cubicBezTo>
                    <a:pt x="7282" y="42907"/>
                    <a:pt x="7344" y="42902"/>
                    <a:pt x="7406" y="42892"/>
                  </a:cubicBezTo>
                  <a:lnTo>
                    <a:pt x="10502" y="42320"/>
                  </a:lnTo>
                  <a:cubicBezTo>
                    <a:pt x="11275" y="42177"/>
                    <a:pt x="11764" y="41249"/>
                    <a:pt x="11585" y="40249"/>
                  </a:cubicBezTo>
                  <a:lnTo>
                    <a:pt x="11025" y="37093"/>
                  </a:lnTo>
                  <a:lnTo>
                    <a:pt x="10764" y="35629"/>
                  </a:lnTo>
                  <a:cubicBezTo>
                    <a:pt x="10764" y="35605"/>
                    <a:pt x="10752" y="35581"/>
                    <a:pt x="10740" y="35569"/>
                  </a:cubicBezTo>
                  <a:cubicBezTo>
                    <a:pt x="10740" y="35546"/>
                    <a:pt x="10740" y="35522"/>
                    <a:pt x="10740" y="35498"/>
                  </a:cubicBezTo>
                  <a:lnTo>
                    <a:pt x="10478" y="34034"/>
                  </a:lnTo>
                  <a:lnTo>
                    <a:pt x="5906" y="8316"/>
                  </a:lnTo>
                  <a:cubicBezTo>
                    <a:pt x="5906" y="8304"/>
                    <a:pt x="5906" y="8304"/>
                    <a:pt x="5894" y="8292"/>
                  </a:cubicBezTo>
                  <a:cubicBezTo>
                    <a:pt x="5894" y="8280"/>
                    <a:pt x="5894" y="8268"/>
                    <a:pt x="5894" y="8257"/>
                  </a:cubicBezTo>
                  <a:cubicBezTo>
                    <a:pt x="5882" y="8245"/>
                    <a:pt x="5882" y="8233"/>
                    <a:pt x="5870" y="8221"/>
                  </a:cubicBezTo>
                  <a:cubicBezTo>
                    <a:pt x="5870" y="8221"/>
                    <a:pt x="5870" y="8209"/>
                    <a:pt x="5870" y="8209"/>
                  </a:cubicBezTo>
                  <a:lnTo>
                    <a:pt x="1631" y="148"/>
                  </a:lnTo>
                  <a:cubicBezTo>
                    <a:pt x="1591" y="57"/>
                    <a:pt x="1507" y="0"/>
                    <a:pt x="1424" y="0"/>
                  </a:cubicBezTo>
                  <a:close/>
                </a:path>
              </a:pathLst>
            </a:custGeom>
            <a:solidFill>
              <a:srgbClr val="222020"/>
            </a:solidFill>
            <a:ln cap="flat" cmpd="sng" w="1500">
              <a:solidFill>
                <a:srgbClr val="22202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p:nvPr/>
          </p:nvSpPr>
          <p:spPr>
            <a:xfrm>
              <a:off x="3111400" y="4152725"/>
              <a:ext cx="127400" cy="44075"/>
            </a:xfrm>
            <a:custGeom>
              <a:rect b="b" l="l" r="r" t="t"/>
              <a:pathLst>
                <a:path extrusionOk="0" h="1763" w="5096">
                  <a:moveTo>
                    <a:pt x="4953" y="0"/>
                  </a:moveTo>
                  <a:lnTo>
                    <a:pt x="2477" y="465"/>
                  </a:lnTo>
                  <a:lnTo>
                    <a:pt x="0" y="917"/>
                  </a:lnTo>
                  <a:lnTo>
                    <a:pt x="155" y="1763"/>
                  </a:lnTo>
                  <a:lnTo>
                    <a:pt x="5096" y="846"/>
                  </a:lnTo>
                  <a:lnTo>
                    <a:pt x="4953" y="0"/>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2"/>
            <p:cNvSpPr/>
            <p:nvPr/>
          </p:nvSpPr>
          <p:spPr>
            <a:xfrm>
              <a:off x="3015550" y="3320175"/>
              <a:ext cx="36625" cy="62400"/>
            </a:xfrm>
            <a:custGeom>
              <a:rect b="b" l="l" r="r" t="t"/>
              <a:pathLst>
                <a:path extrusionOk="0" h="2496" w="1465">
                  <a:moveTo>
                    <a:pt x="310" y="1"/>
                  </a:moveTo>
                  <a:lnTo>
                    <a:pt x="0" y="2299"/>
                  </a:lnTo>
                  <a:cubicBezTo>
                    <a:pt x="234" y="2429"/>
                    <a:pt x="469" y="2495"/>
                    <a:pt x="696" y="2495"/>
                  </a:cubicBezTo>
                  <a:cubicBezTo>
                    <a:pt x="966" y="2495"/>
                    <a:pt x="1226" y="2403"/>
                    <a:pt x="1465" y="2215"/>
                  </a:cubicBezTo>
                  <a:lnTo>
                    <a:pt x="31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p:nvPr/>
          </p:nvSpPr>
          <p:spPr>
            <a:xfrm>
              <a:off x="2997375" y="3388950"/>
              <a:ext cx="117600" cy="128000"/>
            </a:xfrm>
            <a:custGeom>
              <a:rect b="b" l="l" r="r" t="t"/>
              <a:pathLst>
                <a:path extrusionOk="0" h="5120" w="4704">
                  <a:moveTo>
                    <a:pt x="2477" y="0"/>
                  </a:moveTo>
                  <a:cubicBezTo>
                    <a:pt x="2164" y="239"/>
                    <a:pt x="1815" y="360"/>
                    <a:pt x="1458" y="360"/>
                  </a:cubicBezTo>
                  <a:cubicBezTo>
                    <a:pt x="1192" y="360"/>
                    <a:pt x="921" y="292"/>
                    <a:pt x="656" y="155"/>
                  </a:cubicBezTo>
                  <a:lnTo>
                    <a:pt x="1" y="5120"/>
                  </a:lnTo>
                  <a:lnTo>
                    <a:pt x="2096" y="4727"/>
                  </a:lnTo>
                  <a:lnTo>
                    <a:pt x="4704" y="4239"/>
                  </a:lnTo>
                  <a:lnTo>
                    <a:pt x="24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2"/>
            <p:cNvSpPr/>
            <p:nvPr/>
          </p:nvSpPr>
          <p:spPr>
            <a:xfrm>
              <a:off x="2997100" y="3523475"/>
              <a:ext cx="161050" cy="637000"/>
            </a:xfrm>
            <a:custGeom>
              <a:rect b="b" l="l" r="r" t="t"/>
              <a:pathLst>
                <a:path extrusionOk="0" h="25480" w="6442">
                  <a:moveTo>
                    <a:pt x="1988" y="1"/>
                  </a:moveTo>
                  <a:lnTo>
                    <a:pt x="0" y="370"/>
                  </a:lnTo>
                  <a:lnTo>
                    <a:pt x="4465" y="25480"/>
                  </a:lnTo>
                  <a:lnTo>
                    <a:pt x="6441" y="25111"/>
                  </a:lnTo>
                  <a:lnTo>
                    <a:pt x="1988"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2"/>
            <p:cNvSpPr/>
            <p:nvPr/>
          </p:nvSpPr>
          <p:spPr>
            <a:xfrm>
              <a:off x="3058700" y="3509775"/>
              <a:ext cx="173550" cy="639100"/>
            </a:xfrm>
            <a:custGeom>
              <a:rect b="b" l="l" r="r" t="t"/>
              <a:pathLst>
                <a:path extrusionOk="0" h="25564" w="6942">
                  <a:moveTo>
                    <a:pt x="2477" y="1"/>
                  </a:moveTo>
                  <a:lnTo>
                    <a:pt x="1" y="465"/>
                  </a:lnTo>
                  <a:lnTo>
                    <a:pt x="4465" y="25564"/>
                  </a:lnTo>
                  <a:lnTo>
                    <a:pt x="4477" y="25564"/>
                  </a:lnTo>
                  <a:lnTo>
                    <a:pt x="6942" y="25111"/>
                  </a:lnTo>
                  <a:lnTo>
                    <a:pt x="2477"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2"/>
            <p:cNvSpPr/>
            <p:nvPr/>
          </p:nvSpPr>
          <p:spPr>
            <a:xfrm>
              <a:off x="3118525" y="4192600"/>
              <a:ext cx="127425" cy="44075"/>
            </a:xfrm>
            <a:custGeom>
              <a:rect b="b" l="l" r="r" t="t"/>
              <a:pathLst>
                <a:path extrusionOk="0" h="1763" w="5097">
                  <a:moveTo>
                    <a:pt x="4942" y="1"/>
                  </a:moveTo>
                  <a:lnTo>
                    <a:pt x="1" y="918"/>
                  </a:lnTo>
                  <a:lnTo>
                    <a:pt x="156" y="1763"/>
                  </a:lnTo>
                  <a:lnTo>
                    <a:pt x="5097" y="846"/>
                  </a:lnTo>
                  <a:lnTo>
                    <a:pt x="4942" y="1"/>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2"/>
            <p:cNvSpPr/>
            <p:nvPr/>
          </p:nvSpPr>
          <p:spPr>
            <a:xfrm>
              <a:off x="3125075" y="4229225"/>
              <a:ext cx="139025" cy="120000"/>
            </a:xfrm>
            <a:custGeom>
              <a:rect b="b" l="l" r="r" t="t"/>
              <a:pathLst>
                <a:path extrusionOk="0" h="4800" w="5561">
                  <a:moveTo>
                    <a:pt x="4942" y="0"/>
                  </a:moveTo>
                  <a:lnTo>
                    <a:pt x="2025" y="536"/>
                  </a:lnTo>
                  <a:lnTo>
                    <a:pt x="1" y="917"/>
                  </a:lnTo>
                  <a:lnTo>
                    <a:pt x="513" y="3763"/>
                  </a:lnTo>
                  <a:cubicBezTo>
                    <a:pt x="560" y="4084"/>
                    <a:pt x="715" y="4370"/>
                    <a:pt x="929" y="4560"/>
                  </a:cubicBezTo>
                  <a:cubicBezTo>
                    <a:pt x="1104" y="4716"/>
                    <a:pt x="1303" y="4800"/>
                    <a:pt x="1505" y="4800"/>
                  </a:cubicBezTo>
                  <a:cubicBezTo>
                    <a:pt x="1551" y="4800"/>
                    <a:pt x="1598" y="4795"/>
                    <a:pt x="1644" y="4787"/>
                  </a:cubicBezTo>
                  <a:lnTo>
                    <a:pt x="3061" y="4525"/>
                  </a:lnTo>
                  <a:lnTo>
                    <a:pt x="4739" y="4215"/>
                  </a:lnTo>
                  <a:cubicBezTo>
                    <a:pt x="5239" y="4120"/>
                    <a:pt x="5561" y="3513"/>
                    <a:pt x="5454" y="2858"/>
                  </a:cubicBezTo>
                  <a:lnTo>
                    <a:pt x="4942" y="0"/>
                  </a:lnTo>
                  <a:close/>
                </a:path>
              </a:pathLst>
            </a:custGeom>
            <a:solidFill>
              <a:srgbClr val="F090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32"/>
          <p:cNvGrpSpPr/>
          <p:nvPr/>
        </p:nvGrpSpPr>
        <p:grpSpPr>
          <a:xfrm rot="2363774">
            <a:off x="506771" y="533197"/>
            <a:ext cx="299485" cy="1193313"/>
            <a:chOff x="3419750" y="3170450"/>
            <a:chExt cx="299475" cy="1193275"/>
          </a:xfrm>
        </p:grpSpPr>
        <p:sp>
          <p:nvSpPr>
            <p:cNvPr id="837" name="Google Shape;837;p32"/>
            <p:cNvSpPr/>
            <p:nvPr/>
          </p:nvSpPr>
          <p:spPr>
            <a:xfrm>
              <a:off x="3419750" y="3170450"/>
              <a:ext cx="299475" cy="1193275"/>
            </a:xfrm>
            <a:custGeom>
              <a:rect b="b" l="l" r="r" t="t"/>
              <a:pathLst>
                <a:path extrusionOk="0" h="47731" w="11979">
                  <a:moveTo>
                    <a:pt x="8669" y="1275"/>
                  </a:moveTo>
                  <a:cubicBezTo>
                    <a:pt x="9657" y="3775"/>
                    <a:pt x="11098" y="8823"/>
                    <a:pt x="8597" y="12574"/>
                  </a:cubicBezTo>
                  <a:cubicBezTo>
                    <a:pt x="8047" y="12189"/>
                    <a:pt x="7396" y="11991"/>
                    <a:pt x="6760" y="11991"/>
                  </a:cubicBezTo>
                  <a:cubicBezTo>
                    <a:pt x="6392" y="11991"/>
                    <a:pt x="6028" y="12058"/>
                    <a:pt x="5692" y="12193"/>
                  </a:cubicBezTo>
                  <a:cubicBezTo>
                    <a:pt x="4882" y="11479"/>
                    <a:pt x="4430" y="9931"/>
                    <a:pt x="4490" y="8812"/>
                  </a:cubicBezTo>
                  <a:cubicBezTo>
                    <a:pt x="4549" y="7490"/>
                    <a:pt x="5335" y="6299"/>
                    <a:pt x="6025" y="5252"/>
                  </a:cubicBezTo>
                  <a:lnTo>
                    <a:pt x="8669" y="1275"/>
                  </a:lnTo>
                  <a:close/>
                  <a:moveTo>
                    <a:pt x="6754" y="12580"/>
                  </a:moveTo>
                  <a:cubicBezTo>
                    <a:pt x="7323" y="12580"/>
                    <a:pt x="7912" y="12778"/>
                    <a:pt x="8395" y="13157"/>
                  </a:cubicBezTo>
                  <a:cubicBezTo>
                    <a:pt x="8704" y="13431"/>
                    <a:pt x="8847" y="13741"/>
                    <a:pt x="8823" y="14098"/>
                  </a:cubicBezTo>
                  <a:cubicBezTo>
                    <a:pt x="8800" y="14574"/>
                    <a:pt x="8478" y="15062"/>
                    <a:pt x="8181" y="15300"/>
                  </a:cubicBezTo>
                  <a:cubicBezTo>
                    <a:pt x="7637" y="14734"/>
                    <a:pt x="6925" y="14347"/>
                    <a:pt x="6110" y="14347"/>
                  </a:cubicBezTo>
                  <a:cubicBezTo>
                    <a:pt x="6086" y="14347"/>
                    <a:pt x="6062" y="14347"/>
                    <a:pt x="6037" y="14348"/>
                  </a:cubicBezTo>
                  <a:cubicBezTo>
                    <a:pt x="5597" y="14372"/>
                    <a:pt x="5168" y="14503"/>
                    <a:pt x="4763" y="14741"/>
                  </a:cubicBezTo>
                  <a:cubicBezTo>
                    <a:pt x="4632" y="14015"/>
                    <a:pt x="5049" y="13169"/>
                    <a:pt x="5775" y="12800"/>
                  </a:cubicBezTo>
                  <a:cubicBezTo>
                    <a:pt x="6075" y="12652"/>
                    <a:pt x="6411" y="12580"/>
                    <a:pt x="6754" y="12580"/>
                  </a:cubicBezTo>
                  <a:close/>
                  <a:moveTo>
                    <a:pt x="6117" y="14954"/>
                  </a:moveTo>
                  <a:cubicBezTo>
                    <a:pt x="7283" y="14954"/>
                    <a:pt x="8245" y="16043"/>
                    <a:pt x="8550" y="17086"/>
                  </a:cubicBezTo>
                  <a:cubicBezTo>
                    <a:pt x="8919" y="18301"/>
                    <a:pt x="8716" y="19658"/>
                    <a:pt x="8538" y="20849"/>
                  </a:cubicBezTo>
                  <a:lnTo>
                    <a:pt x="5216" y="43292"/>
                  </a:lnTo>
                  <a:cubicBezTo>
                    <a:pt x="5049" y="44459"/>
                    <a:pt x="3978" y="46780"/>
                    <a:pt x="2751" y="47090"/>
                  </a:cubicBezTo>
                  <a:cubicBezTo>
                    <a:pt x="2664" y="47112"/>
                    <a:pt x="2577" y="47123"/>
                    <a:pt x="2491" y="47123"/>
                  </a:cubicBezTo>
                  <a:cubicBezTo>
                    <a:pt x="2057" y="47123"/>
                    <a:pt x="1632" y="46848"/>
                    <a:pt x="1215" y="46292"/>
                  </a:cubicBezTo>
                  <a:cubicBezTo>
                    <a:pt x="572" y="45447"/>
                    <a:pt x="1680" y="34898"/>
                    <a:pt x="2406" y="27921"/>
                  </a:cubicBezTo>
                  <a:cubicBezTo>
                    <a:pt x="2739" y="24742"/>
                    <a:pt x="3049" y="21742"/>
                    <a:pt x="3204" y="19730"/>
                  </a:cubicBezTo>
                  <a:cubicBezTo>
                    <a:pt x="3228" y="19432"/>
                    <a:pt x="3251" y="19134"/>
                    <a:pt x="3287" y="18837"/>
                  </a:cubicBezTo>
                  <a:cubicBezTo>
                    <a:pt x="3370" y="18075"/>
                    <a:pt x="3501" y="17324"/>
                    <a:pt x="3823" y="16646"/>
                  </a:cubicBezTo>
                  <a:cubicBezTo>
                    <a:pt x="4299" y="15658"/>
                    <a:pt x="5168" y="14991"/>
                    <a:pt x="6061" y="14955"/>
                  </a:cubicBezTo>
                  <a:cubicBezTo>
                    <a:pt x="6080" y="14955"/>
                    <a:pt x="6099" y="14954"/>
                    <a:pt x="6117" y="14954"/>
                  </a:cubicBezTo>
                  <a:close/>
                  <a:moveTo>
                    <a:pt x="8800" y="1"/>
                  </a:moveTo>
                  <a:lnTo>
                    <a:pt x="5525" y="4918"/>
                  </a:lnTo>
                  <a:cubicBezTo>
                    <a:pt x="4823" y="5978"/>
                    <a:pt x="3942" y="7299"/>
                    <a:pt x="3882" y="8776"/>
                  </a:cubicBezTo>
                  <a:cubicBezTo>
                    <a:pt x="3823" y="9978"/>
                    <a:pt x="4251" y="11586"/>
                    <a:pt x="5133" y="12491"/>
                  </a:cubicBezTo>
                  <a:cubicBezTo>
                    <a:pt x="4323" y="13110"/>
                    <a:pt x="3942" y="14193"/>
                    <a:pt x="4228" y="15122"/>
                  </a:cubicBezTo>
                  <a:cubicBezTo>
                    <a:pt x="3847" y="15455"/>
                    <a:pt x="3513" y="15884"/>
                    <a:pt x="3275" y="16396"/>
                  </a:cubicBezTo>
                  <a:cubicBezTo>
                    <a:pt x="2787" y="17444"/>
                    <a:pt x="2692" y="18634"/>
                    <a:pt x="2608" y="19694"/>
                  </a:cubicBezTo>
                  <a:cubicBezTo>
                    <a:pt x="2525" y="20682"/>
                    <a:pt x="2418" y="21932"/>
                    <a:pt x="2275" y="23325"/>
                  </a:cubicBezTo>
                  <a:cubicBezTo>
                    <a:pt x="2132" y="24730"/>
                    <a:pt x="1965" y="26266"/>
                    <a:pt x="1799" y="27861"/>
                  </a:cubicBezTo>
                  <a:cubicBezTo>
                    <a:pt x="715" y="38256"/>
                    <a:pt x="1" y="45685"/>
                    <a:pt x="727" y="46649"/>
                  </a:cubicBezTo>
                  <a:cubicBezTo>
                    <a:pt x="1299" y="47400"/>
                    <a:pt x="1846" y="47673"/>
                    <a:pt x="2323" y="47721"/>
                  </a:cubicBezTo>
                  <a:cubicBezTo>
                    <a:pt x="2382" y="47728"/>
                    <a:pt x="2440" y="47731"/>
                    <a:pt x="2497" y="47731"/>
                  </a:cubicBezTo>
                  <a:cubicBezTo>
                    <a:pt x="2641" y="47731"/>
                    <a:pt x="2774" y="47711"/>
                    <a:pt x="2894" y="47685"/>
                  </a:cubicBezTo>
                  <a:cubicBezTo>
                    <a:pt x="4454" y="47281"/>
                    <a:pt x="5621" y="44673"/>
                    <a:pt x="5811" y="43387"/>
                  </a:cubicBezTo>
                  <a:lnTo>
                    <a:pt x="9133" y="20944"/>
                  </a:lnTo>
                  <a:cubicBezTo>
                    <a:pt x="9312" y="19682"/>
                    <a:pt x="9526" y="18253"/>
                    <a:pt x="9133" y="16920"/>
                  </a:cubicBezTo>
                  <a:cubicBezTo>
                    <a:pt x="9014" y="16515"/>
                    <a:pt x="8812" y="16122"/>
                    <a:pt x="8562" y="15765"/>
                  </a:cubicBezTo>
                  <a:cubicBezTo>
                    <a:pt x="8966" y="15431"/>
                    <a:pt x="9395" y="14812"/>
                    <a:pt x="9431" y="14134"/>
                  </a:cubicBezTo>
                  <a:cubicBezTo>
                    <a:pt x="9443" y="13717"/>
                    <a:pt x="9312" y="13324"/>
                    <a:pt x="9050" y="12991"/>
                  </a:cubicBezTo>
                  <a:cubicBezTo>
                    <a:pt x="11979" y="8704"/>
                    <a:pt x="10014" y="2870"/>
                    <a:pt x="9014" y="513"/>
                  </a:cubicBezTo>
                  <a:lnTo>
                    <a:pt x="880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2"/>
            <p:cNvSpPr/>
            <p:nvPr/>
          </p:nvSpPr>
          <p:spPr>
            <a:xfrm>
              <a:off x="3433750" y="3544325"/>
              <a:ext cx="208975" cy="804175"/>
            </a:xfrm>
            <a:custGeom>
              <a:rect b="b" l="l" r="r" t="t"/>
              <a:pathLst>
                <a:path extrusionOk="0" h="32167" w="8359">
                  <a:moveTo>
                    <a:pt x="5489" y="0"/>
                  </a:moveTo>
                  <a:cubicBezTo>
                    <a:pt x="4608" y="36"/>
                    <a:pt x="3739" y="703"/>
                    <a:pt x="3263" y="1703"/>
                  </a:cubicBezTo>
                  <a:cubicBezTo>
                    <a:pt x="2941" y="2381"/>
                    <a:pt x="2810" y="3131"/>
                    <a:pt x="2727" y="3882"/>
                  </a:cubicBezTo>
                  <a:cubicBezTo>
                    <a:pt x="2691" y="4191"/>
                    <a:pt x="2668" y="4489"/>
                    <a:pt x="2644" y="4786"/>
                  </a:cubicBezTo>
                  <a:cubicBezTo>
                    <a:pt x="2489" y="6787"/>
                    <a:pt x="2179" y="9787"/>
                    <a:pt x="1846" y="12966"/>
                  </a:cubicBezTo>
                  <a:cubicBezTo>
                    <a:pt x="1108" y="19943"/>
                    <a:pt x="1" y="30492"/>
                    <a:pt x="643" y="31337"/>
                  </a:cubicBezTo>
                  <a:cubicBezTo>
                    <a:pt x="870" y="31623"/>
                    <a:pt x="1084" y="31837"/>
                    <a:pt x="1310" y="31968"/>
                  </a:cubicBezTo>
                  <a:cubicBezTo>
                    <a:pt x="1513" y="32103"/>
                    <a:pt x="1721" y="32167"/>
                    <a:pt x="1931" y="32167"/>
                  </a:cubicBezTo>
                  <a:cubicBezTo>
                    <a:pt x="2018" y="32167"/>
                    <a:pt x="2104" y="32156"/>
                    <a:pt x="2191" y="32135"/>
                  </a:cubicBezTo>
                  <a:cubicBezTo>
                    <a:pt x="3418" y="31825"/>
                    <a:pt x="4489" y="29504"/>
                    <a:pt x="4656" y="28337"/>
                  </a:cubicBezTo>
                  <a:lnTo>
                    <a:pt x="7978" y="5894"/>
                  </a:lnTo>
                  <a:lnTo>
                    <a:pt x="7978" y="5906"/>
                  </a:lnTo>
                  <a:cubicBezTo>
                    <a:pt x="8156" y="4703"/>
                    <a:pt x="8359" y="3346"/>
                    <a:pt x="7990" y="2131"/>
                  </a:cubicBezTo>
                  <a:cubicBezTo>
                    <a:pt x="7716" y="1191"/>
                    <a:pt x="6906" y="214"/>
                    <a:pt x="5882" y="36"/>
                  </a:cubicBezTo>
                  <a:cubicBezTo>
                    <a:pt x="5763" y="12"/>
                    <a:pt x="5632" y="0"/>
                    <a:pt x="5489" y="0"/>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2"/>
            <p:cNvSpPr/>
            <p:nvPr/>
          </p:nvSpPr>
          <p:spPr>
            <a:xfrm>
              <a:off x="3535550" y="3485075"/>
              <a:ext cx="105400" cy="67600"/>
            </a:xfrm>
            <a:custGeom>
              <a:rect b="b" l="l" r="r" t="t"/>
              <a:pathLst>
                <a:path extrusionOk="0" h="2704" w="4216">
                  <a:moveTo>
                    <a:pt x="2155" y="1"/>
                  </a:moveTo>
                  <a:cubicBezTo>
                    <a:pt x="1798" y="1"/>
                    <a:pt x="1453" y="72"/>
                    <a:pt x="1143" y="215"/>
                  </a:cubicBezTo>
                  <a:cubicBezTo>
                    <a:pt x="417" y="584"/>
                    <a:pt x="0" y="1430"/>
                    <a:pt x="131" y="2156"/>
                  </a:cubicBezTo>
                  <a:cubicBezTo>
                    <a:pt x="524" y="1918"/>
                    <a:pt x="965" y="1787"/>
                    <a:pt x="1405" y="1763"/>
                  </a:cubicBezTo>
                  <a:cubicBezTo>
                    <a:pt x="1572" y="1763"/>
                    <a:pt x="1739" y="1775"/>
                    <a:pt x="1894" y="1799"/>
                  </a:cubicBezTo>
                  <a:cubicBezTo>
                    <a:pt x="2536" y="1906"/>
                    <a:pt x="3096" y="2251"/>
                    <a:pt x="3549" y="2703"/>
                  </a:cubicBezTo>
                  <a:cubicBezTo>
                    <a:pt x="3846" y="2465"/>
                    <a:pt x="4168" y="1989"/>
                    <a:pt x="4191" y="1513"/>
                  </a:cubicBezTo>
                  <a:cubicBezTo>
                    <a:pt x="4215" y="1156"/>
                    <a:pt x="4060" y="846"/>
                    <a:pt x="3763" y="572"/>
                  </a:cubicBezTo>
                  <a:cubicBezTo>
                    <a:pt x="3287" y="203"/>
                    <a:pt x="2715" y="1"/>
                    <a:pt x="2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2"/>
            <p:cNvSpPr/>
            <p:nvPr/>
          </p:nvSpPr>
          <p:spPr>
            <a:xfrm>
              <a:off x="3530500" y="3202300"/>
              <a:ext cx="166700" cy="282500"/>
            </a:xfrm>
            <a:custGeom>
              <a:rect b="b" l="l" r="r" t="t"/>
              <a:pathLst>
                <a:path extrusionOk="0" h="11300" w="6668">
                  <a:moveTo>
                    <a:pt x="4239" y="1"/>
                  </a:moveTo>
                  <a:lnTo>
                    <a:pt x="3905" y="501"/>
                  </a:lnTo>
                  <a:lnTo>
                    <a:pt x="1595" y="3978"/>
                  </a:lnTo>
                  <a:cubicBezTo>
                    <a:pt x="905" y="5025"/>
                    <a:pt x="119" y="6216"/>
                    <a:pt x="60" y="7526"/>
                  </a:cubicBezTo>
                  <a:cubicBezTo>
                    <a:pt x="0" y="8645"/>
                    <a:pt x="452" y="10205"/>
                    <a:pt x="1262" y="10919"/>
                  </a:cubicBezTo>
                  <a:cubicBezTo>
                    <a:pt x="1601" y="10777"/>
                    <a:pt x="1970" y="10715"/>
                    <a:pt x="2341" y="10715"/>
                  </a:cubicBezTo>
                  <a:cubicBezTo>
                    <a:pt x="2374" y="10715"/>
                    <a:pt x="2408" y="10715"/>
                    <a:pt x="2441" y="10716"/>
                  </a:cubicBezTo>
                  <a:cubicBezTo>
                    <a:pt x="3036" y="10740"/>
                    <a:pt x="3643" y="10943"/>
                    <a:pt x="4167" y="11300"/>
                  </a:cubicBezTo>
                  <a:cubicBezTo>
                    <a:pt x="6668" y="7549"/>
                    <a:pt x="5227" y="2501"/>
                    <a:pt x="423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 name="Google Shape;841;p32"/>
          <p:cNvGrpSpPr/>
          <p:nvPr/>
        </p:nvGrpSpPr>
        <p:grpSpPr>
          <a:xfrm>
            <a:off x="7848687" y="4057429"/>
            <a:ext cx="1133221" cy="987403"/>
            <a:chOff x="7846762" y="4057429"/>
            <a:chExt cx="1133221" cy="987403"/>
          </a:xfrm>
        </p:grpSpPr>
        <p:sp>
          <p:nvSpPr>
            <p:cNvPr id="842" name="Google Shape;842;p32"/>
            <p:cNvSpPr/>
            <p:nvPr/>
          </p:nvSpPr>
          <p:spPr>
            <a:xfrm>
              <a:off x="8614079" y="4664633"/>
              <a:ext cx="248393" cy="248767"/>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2"/>
            <p:cNvSpPr/>
            <p:nvPr/>
          </p:nvSpPr>
          <p:spPr>
            <a:xfrm>
              <a:off x="8614065" y="4057429"/>
              <a:ext cx="150142" cy="134269"/>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2"/>
            <p:cNvSpPr/>
            <p:nvPr/>
          </p:nvSpPr>
          <p:spPr>
            <a:xfrm>
              <a:off x="8414849" y="4394979"/>
              <a:ext cx="158722" cy="166997"/>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8166765" y="4913411"/>
              <a:ext cx="117244" cy="131421"/>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2"/>
            <p:cNvSpPr/>
            <p:nvPr/>
          </p:nvSpPr>
          <p:spPr>
            <a:xfrm>
              <a:off x="8862467" y="4412772"/>
              <a:ext cx="117515" cy="131421"/>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2"/>
            <p:cNvSpPr/>
            <p:nvPr/>
          </p:nvSpPr>
          <p:spPr>
            <a:xfrm>
              <a:off x="7846762" y="4724455"/>
              <a:ext cx="134100" cy="129114"/>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2"/>
            <p:cNvSpPr/>
            <p:nvPr/>
          </p:nvSpPr>
          <p:spPr>
            <a:xfrm>
              <a:off x="8284005" y="4711438"/>
              <a:ext cx="67050" cy="96454"/>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9" name="Google Shape;849;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850" name="Shape 850"/>
        <p:cNvGrpSpPr/>
        <p:nvPr/>
      </p:nvGrpSpPr>
      <p:grpSpPr>
        <a:xfrm>
          <a:off x="0" y="0"/>
          <a:ext cx="0" cy="0"/>
          <a:chOff x="0" y="0"/>
          <a:chExt cx="0" cy="0"/>
        </a:xfrm>
      </p:grpSpPr>
      <p:grpSp>
        <p:nvGrpSpPr>
          <p:cNvPr id="851" name="Google Shape;851;p33"/>
          <p:cNvGrpSpPr/>
          <p:nvPr/>
        </p:nvGrpSpPr>
        <p:grpSpPr>
          <a:xfrm flipH="1">
            <a:off x="-7283" y="0"/>
            <a:ext cx="2112000" cy="6064800"/>
            <a:chOff x="7031988" y="0"/>
            <a:chExt cx="2112000" cy="6064800"/>
          </a:xfrm>
        </p:grpSpPr>
        <p:sp>
          <p:nvSpPr>
            <p:cNvPr id="852" name="Google Shape;852;p33"/>
            <p:cNvSpPr/>
            <p:nvPr/>
          </p:nvSpPr>
          <p:spPr>
            <a:xfrm flipH="1" rot="-5400000">
              <a:off x="5055588" y="1976400"/>
              <a:ext cx="6064800" cy="2112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3" name="Google Shape;853;p33"/>
            <p:cNvGrpSpPr/>
            <p:nvPr/>
          </p:nvGrpSpPr>
          <p:grpSpPr>
            <a:xfrm>
              <a:off x="7094975" y="0"/>
              <a:ext cx="2049000" cy="5156877"/>
              <a:chOff x="6440903" y="-13375"/>
              <a:chExt cx="2049000" cy="5156877"/>
            </a:xfrm>
          </p:grpSpPr>
          <p:cxnSp>
            <p:nvCxnSpPr>
              <p:cNvPr id="854" name="Google Shape;854;p33"/>
              <p:cNvCxnSpPr/>
              <p:nvPr/>
            </p:nvCxnSpPr>
            <p:spPr>
              <a:xfrm>
                <a:off x="6820103" y="1209275"/>
                <a:ext cx="1669800" cy="0"/>
              </a:xfrm>
              <a:prstGeom prst="straightConnector1">
                <a:avLst/>
              </a:prstGeom>
              <a:noFill/>
              <a:ln cap="rnd" cmpd="sng" w="19050">
                <a:solidFill>
                  <a:schemeClr val="accent2"/>
                </a:solidFill>
                <a:prstDash val="solid"/>
                <a:round/>
                <a:headEnd len="med" w="med" type="none"/>
                <a:tailEnd len="med" w="med" type="none"/>
              </a:ln>
            </p:spPr>
          </p:cxnSp>
          <p:cxnSp>
            <p:nvCxnSpPr>
              <p:cNvPr id="855" name="Google Shape;855;p33"/>
              <p:cNvCxnSpPr/>
              <p:nvPr/>
            </p:nvCxnSpPr>
            <p:spPr>
              <a:xfrm>
                <a:off x="7009678" y="1754250"/>
                <a:ext cx="1478700" cy="0"/>
              </a:xfrm>
              <a:prstGeom prst="straightConnector1">
                <a:avLst/>
              </a:prstGeom>
              <a:noFill/>
              <a:ln cap="rnd" cmpd="sng" w="19050">
                <a:solidFill>
                  <a:schemeClr val="accent2"/>
                </a:solidFill>
                <a:prstDash val="solid"/>
                <a:round/>
                <a:headEnd len="med" w="med" type="none"/>
                <a:tailEnd len="med" w="med" type="none"/>
              </a:ln>
            </p:spPr>
          </p:cxnSp>
          <p:cxnSp>
            <p:nvCxnSpPr>
              <p:cNvPr id="856" name="Google Shape;856;p33"/>
              <p:cNvCxnSpPr/>
              <p:nvPr/>
            </p:nvCxnSpPr>
            <p:spPr>
              <a:xfrm>
                <a:off x="7199278" y="2299225"/>
                <a:ext cx="1289100" cy="0"/>
              </a:xfrm>
              <a:prstGeom prst="straightConnector1">
                <a:avLst/>
              </a:prstGeom>
              <a:noFill/>
              <a:ln cap="rnd" cmpd="sng" w="19050">
                <a:solidFill>
                  <a:schemeClr val="accent2"/>
                </a:solidFill>
                <a:prstDash val="solid"/>
                <a:round/>
                <a:headEnd len="med" w="med" type="none"/>
                <a:tailEnd len="med" w="med" type="none"/>
              </a:ln>
            </p:spPr>
          </p:cxnSp>
          <p:cxnSp>
            <p:nvCxnSpPr>
              <p:cNvPr id="857" name="Google Shape;857;p33"/>
              <p:cNvCxnSpPr/>
              <p:nvPr/>
            </p:nvCxnSpPr>
            <p:spPr>
              <a:xfrm>
                <a:off x="7374278" y="2844200"/>
                <a:ext cx="1114200" cy="0"/>
              </a:xfrm>
              <a:prstGeom prst="straightConnector1">
                <a:avLst/>
              </a:prstGeom>
              <a:noFill/>
              <a:ln cap="rnd" cmpd="sng" w="19050">
                <a:solidFill>
                  <a:schemeClr val="accent2"/>
                </a:solidFill>
                <a:prstDash val="solid"/>
                <a:round/>
                <a:headEnd len="med" w="med" type="none"/>
                <a:tailEnd len="med" w="med" type="none"/>
              </a:ln>
            </p:spPr>
          </p:cxnSp>
          <p:cxnSp>
            <p:nvCxnSpPr>
              <p:cNvPr id="858" name="Google Shape;858;p33"/>
              <p:cNvCxnSpPr/>
              <p:nvPr/>
            </p:nvCxnSpPr>
            <p:spPr>
              <a:xfrm>
                <a:off x="7578453" y="3389150"/>
                <a:ext cx="910200" cy="0"/>
              </a:xfrm>
              <a:prstGeom prst="straightConnector1">
                <a:avLst/>
              </a:prstGeom>
              <a:noFill/>
              <a:ln cap="rnd" cmpd="sng" w="19050">
                <a:solidFill>
                  <a:schemeClr val="accent2"/>
                </a:solidFill>
                <a:prstDash val="solid"/>
                <a:round/>
                <a:headEnd len="med" w="med" type="none"/>
                <a:tailEnd len="med" w="med" type="none"/>
              </a:ln>
            </p:spPr>
          </p:cxnSp>
          <p:cxnSp>
            <p:nvCxnSpPr>
              <p:cNvPr id="859" name="Google Shape;859;p33"/>
              <p:cNvCxnSpPr/>
              <p:nvPr/>
            </p:nvCxnSpPr>
            <p:spPr>
              <a:xfrm>
                <a:off x="7753453" y="3934125"/>
                <a:ext cx="735000" cy="0"/>
              </a:xfrm>
              <a:prstGeom prst="straightConnector1">
                <a:avLst/>
              </a:prstGeom>
              <a:noFill/>
              <a:ln cap="rnd" cmpd="sng" w="19050">
                <a:solidFill>
                  <a:schemeClr val="accent2"/>
                </a:solidFill>
                <a:prstDash val="solid"/>
                <a:round/>
                <a:headEnd len="med" w="med" type="none"/>
                <a:tailEnd len="med" w="med" type="none"/>
              </a:ln>
            </p:spPr>
          </p:cxnSp>
          <p:cxnSp>
            <p:nvCxnSpPr>
              <p:cNvPr id="860" name="Google Shape;860;p33"/>
              <p:cNvCxnSpPr/>
              <p:nvPr/>
            </p:nvCxnSpPr>
            <p:spPr>
              <a:xfrm>
                <a:off x="7943028" y="4479100"/>
                <a:ext cx="545700" cy="0"/>
              </a:xfrm>
              <a:prstGeom prst="straightConnector1">
                <a:avLst/>
              </a:prstGeom>
              <a:noFill/>
              <a:ln cap="rnd" cmpd="sng" w="19050">
                <a:solidFill>
                  <a:schemeClr val="accent2"/>
                </a:solidFill>
                <a:prstDash val="solid"/>
                <a:round/>
                <a:headEnd len="med" w="med" type="none"/>
                <a:tailEnd len="med" w="med" type="none"/>
              </a:ln>
            </p:spPr>
          </p:cxnSp>
          <p:cxnSp>
            <p:nvCxnSpPr>
              <p:cNvPr id="861" name="Google Shape;861;p33"/>
              <p:cNvCxnSpPr/>
              <p:nvPr/>
            </p:nvCxnSpPr>
            <p:spPr>
              <a:xfrm>
                <a:off x="8147203" y="5024075"/>
                <a:ext cx="341400" cy="0"/>
              </a:xfrm>
              <a:prstGeom prst="straightConnector1">
                <a:avLst/>
              </a:prstGeom>
              <a:noFill/>
              <a:ln cap="rnd" cmpd="sng" w="19050">
                <a:solidFill>
                  <a:schemeClr val="accent2"/>
                </a:solidFill>
                <a:prstDash val="solid"/>
                <a:round/>
                <a:headEnd len="med" w="med" type="none"/>
                <a:tailEnd len="med" w="med" type="none"/>
              </a:ln>
            </p:spPr>
          </p:cxnSp>
          <p:cxnSp>
            <p:nvCxnSpPr>
              <p:cNvPr id="862" name="Google Shape;862;p33"/>
              <p:cNvCxnSpPr/>
              <p:nvPr/>
            </p:nvCxnSpPr>
            <p:spPr>
              <a:xfrm>
                <a:off x="6630503" y="664300"/>
                <a:ext cx="1859400" cy="0"/>
              </a:xfrm>
              <a:prstGeom prst="straightConnector1">
                <a:avLst/>
              </a:prstGeom>
              <a:noFill/>
              <a:ln cap="rnd" cmpd="sng" w="19050">
                <a:solidFill>
                  <a:schemeClr val="accent2"/>
                </a:solidFill>
                <a:prstDash val="solid"/>
                <a:round/>
                <a:headEnd len="med" w="med" type="none"/>
                <a:tailEnd len="med" w="med" type="none"/>
              </a:ln>
            </p:spPr>
          </p:cxnSp>
          <p:cxnSp>
            <p:nvCxnSpPr>
              <p:cNvPr id="863" name="Google Shape;863;p33"/>
              <p:cNvCxnSpPr/>
              <p:nvPr/>
            </p:nvCxnSpPr>
            <p:spPr>
              <a:xfrm>
                <a:off x="6440903" y="119325"/>
                <a:ext cx="2047800" cy="0"/>
              </a:xfrm>
              <a:prstGeom prst="straightConnector1">
                <a:avLst/>
              </a:prstGeom>
              <a:noFill/>
              <a:ln cap="rnd" cmpd="sng" w="19050">
                <a:solidFill>
                  <a:schemeClr val="accent2"/>
                </a:solidFill>
                <a:prstDash val="solid"/>
                <a:round/>
                <a:headEnd len="med" w="med" type="none"/>
                <a:tailEnd len="med" w="med" type="none"/>
              </a:ln>
            </p:spPr>
          </p:cxnSp>
          <p:cxnSp>
            <p:nvCxnSpPr>
              <p:cNvPr id="864" name="Google Shape;864;p33"/>
              <p:cNvCxnSpPr/>
              <p:nvPr/>
            </p:nvCxnSpPr>
            <p:spPr>
              <a:xfrm>
                <a:off x="7914366" y="2"/>
                <a:ext cx="0" cy="4398300"/>
              </a:xfrm>
              <a:prstGeom prst="straightConnector1">
                <a:avLst/>
              </a:prstGeom>
              <a:noFill/>
              <a:ln cap="rnd" cmpd="sng" w="19050">
                <a:solidFill>
                  <a:schemeClr val="accent2"/>
                </a:solidFill>
                <a:prstDash val="solid"/>
                <a:round/>
                <a:headEnd len="med" w="med" type="none"/>
                <a:tailEnd len="med" w="med" type="none"/>
              </a:ln>
            </p:spPr>
          </p:cxnSp>
          <p:cxnSp>
            <p:nvCxnSpPr>
              <p:cNvPr id="865" name="Google Shape;865;p33"/>
              <p:cNvCxnSpPr/>
              <p:nvPr/>
            </p:nvCxnSpPr>
            <p:spPr>
              <a:xfrm>
                <a:off x="7369400" y="-13375"/>
                <a:ext cx="0" cy="2865600"/>
              </a:xfrm>
              <a:prstGeom prst="straightConnector1">
                <a:avLst/>
              </a:prstGeom>
              <a:noFill/>
              <a:ln cap="rnd" cmpd="sng" w="19050">
                <a:solidFill>
                  <a:schemeClr val="accent2"/>
                </a:solidFill>
                <a:prstDash val="solid"/>
                <a:round/>
                <a:headEnd len="med" w="med" type="none"/>
                <a:tailEnd len="med" w="med" type="none"/>
              </a:ln>
            </p:spPr>
          </p:cxnSp>
          <p:cxnSp>
            <p:nvCxnSpPr>
              <p:cNvPr id="866" name="Google Shape;866;p33"/>
              <p:cNvCxnSpPr/>
              <p:nvPr/>
            </p:nvCxnSpPr>
            <p:spPr>
              <a:xfrm>
                <a:off x="6824425" y="0"/>
                <a:ext cx="0" cy="1211700"/>
              </a:xfrm>
              <a:prstGeom prst="straightConnector1">
                <a:avLst/>
              </a:prstGeom>
              <a:noFill/>
              <a:ln cap="rnd" cmpd="sng" w="19050">
                <a:solidFill>
                  <a:schemeClr val="accent2"/>
                </a:solidFill>
                <a:prstDash val="solid"/>
                <a:round/>
                <a:headEnd len="med" w="med" type="none"/>
                <a:tailEnd len="med" w="med" type="none"/>
              </a:ln>
            </p:spPr>
          </p:cxnSp>
          <p:cxnSp>
            <p:nvCxnSpPr>
              <p:cNvPr id="867" name="Google Shape;867;p33"/>
              <p:cNvCxnSpPr/>
              <p:nvPr/>
            </p:nvCxnSpPr>
            <p:spPr>
              <a:xfrm rot="5400000">
                <a:off x="5887589" y="2571752"/>
                <a:ext cx="5143500" cy="0"/>
              </a:xfrm>
              <a:prstGeom prst="straightConnector1">
                <a:avLst/>
              </a:prstGeom>
              <a:noFill/>
              <a:ln cap="rnd" cmpd="sng" w="19050">
                <a:solidFill>
                  <a:schemeClr val="accent2"/>
                </a:solidFill>
                <a:prstDash val="solid"/>
                <a:round/>
                <a:headEnd len="med" w="med" type="none"/>
                <a:tailEnd len="med" w="med" type="none"/>
              </a:ln>
            </p:spPr>
          </p:cxnSp>
        </p:grpSp>
      </p:grpSp>
      <p:sp>
        <p:nvSpPr>
          <p:cNvPr id="868" name="Google Shape;868;p33"/>
          <p:cNvSpPr/>
          <p:nvPr/>
        </p:nvSpPr>
        <p:spPr>
          <a:xfrm flipH="1">
            <a:off x="-11" y="4088975"/>
            <a:ext cx="9143936" cy="1056294"/>
          </a:xfrm>
          <a:custGeom>
            <a:rect b="b" l="l" r="r" t="t"/>
            <a:pathLst>
              <a:path extrusionOk="0" h="24595" w="95376">
                <a:moveTo>
                  <a:pt x="1" y="0"/>
                </a:moveTo>
                <a:lnTo>
                  <a:pt x="1" y="24595"/>
                </a:lnTo>
                <a:lnTo>
                  <a:pt x="95375" y="24595"/>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3"/>
          <p:cNvSpPr/>
          <p:nvPr/>
        </p:nvSpPr>
        <p:spPr>
          <a:xfrm flipH="1">
            <a:off x="-4" y="4865693"/>
            <a:ext cx="3653636" cy="278050"/>
          </a:xfrm>
          <a:custGeom>
            <a:rect b="b" l="l" r="r" t="t"/>
            <a:pathLst>
              <a:path extrusionOk="0" h="13028" w="76364">
                <a:moveTo>
                  <a:pt x="25854" y="0"/>
                </a:moveTo>
                <a:cubicBezTo>
                  <a:pt x="25344" y="0"/>
                  <a:pt x="0" y="13027"/>
                  <a:pt x="0" y="13027"/>
                </a:cubicBezTo>
                <a:lnTo>
                  <a:pt x="76363" y="13027"/>
                </a:lnTo>
                <a:lnTo>
                  <a:pt x="25859" y="1"/>
                </a:lnTo>
                <a:cubicBezTo>
                  <a:pt x="25858" y="0"/>
                  <a:pt x="25856" y="0"/>
                  <a:pt x="258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3"/>
          <p:cNvSpPr txBox="1"/>
          <p:nvPr>
            <p:ph type="title"/>
          </p:nvPr>
        </p:nvSpPr>
        <p:spPr>
          <a:xfrm>
            <a:off x="4181775" y="1429025"/>
            <a:ext cx="3888300" cy="1229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3300"/>
            </a:lvl1pPr>
            <a:lvl2pPr lvl="1" rtl="0" algn="r">
              <a:spcBef>
                <a:spcPts val="0"/>
              </a:spcBef>
              <a:spcAft>
                <a:spcPts val="0"/>
              </a:spcAft>
              <a:buSzPts val="3000"/>
              <a:buNone/>
              <a:defRPr>
                <a:latin typeface="Ubuntu"/>
                <a:ea typeface="Ubuntu"/>
                <a:cs typeface="Ubuntu"/>
                <a:sym typeface="Ubuntu"/>
              </a:defRPr>
            </a:lvl2pPr>
            <a:lvl3pPr lvl="2" rtl="0" algn="r">
              <a:spcBef>
                <a:spcPts val="0"/>
              </a:spcBef>
              <a:spcAft>
                <a:spcPts val="0"/>
              </a:spcAft>
              <a:buSzPts val="3000"/>
              <a:buNone/>
              <a:defRPr>
                <a:latin typeface="Ubuntu"/>
                <a:ea typeface="Ubuntu"/>
                <a:cs typeface="Ubuntu"/>
                <a:sym typeface="Ubuntu"/>
              </a:defRPr>
            </a:lvl3pPr>
            <a:lvl4pPr lvl="3" rtl="0" algn="r">
              <a:spcBef>
                <a:spcPts val="0"/>
              </a:spcBef>
              <a:spcAft>
                <a:spcPts val="0"/>
              </a:spcAft>
              <a:buSzPts val="3000"/>
              <a:buNone/>
              <a:defRPr>
                <a:latin typeface="Ubuntu"/>
                <a:ea typeface="Ubuntu"/>
                <a:cs typeface="Ubuntu"/>
                <a:sym typeface="Ubuntu"/>
              </a:defRPr>
            </a:lvl4pPr>
            <a:lvl5pPr lvl="4" rtl="0" algn="r">
              <a:spcBef>
                <a:spcPts val="0"/>
              </a:spcBef>
              <a:spcAft>
                <a:spcPts val="0"/>
              </a:spcAft>
              <a:buSzPts val="3000"/>
              <a:buNone/>
              <a:defRPr>
                <a:latin typeface="Ubuntu"/>
                <a:ea typeface="Ubuntu"/>
                <a:cs typeface="Ubuntu"/>
                <a:sym typeface="Ubuntu"/>
              </a:defRPr>
            </a:lvl5pPr>
            <a:lvl6pPr lvl="5" rtl="0" algn="r">
              <a:spcBef>
                <a:spcPts val="0"/>
              </a:spcBef>
              <a:spcAft>
                <a:spcPts val="0"/>
              </a:spcAft>
              <a:buSzPts val="3000"/>
              <a:buNone/>
              <a:defRPr>
                <a:latin typeface="Ubuntu"/>
                <a:ea typeface="Ubuntu"/>
                <a:cs typeface="Ubuntu"/>
                <a:sym typeface="Ubuntu"/>
              </a:defRPr>
            </a:lvl6pPr>
            <a:lvl7pPr lvl="6" rtl="0" algn="r">
              <a:spcBef>
                <a:spcPts val="0"/>
              </a:spcBef>
              <a:spcAft>
                <a:spcPts val="0"/>
              </a:spcAft>
              <a:buSzPts val="3000"/>
              <a:buNone/>
              <a:defRPr>
                <a:latin typeface="Ubuntu"/>
                <a:ea typeface="Ubuntu"/>
                <a:cs typeface="Ubuntu"/>
                <a:sym typeface="Ubuntu"/>
              </a:defRPr>
            </a:lvl7pPr>
            <a:lvl8pPr lvl="7" rtl="0" algn="r">
              <a:spcBef>
                <a:spcPts val="0"/>
              </a:spcBef>
              <a:spcAft>
                <a:spcPts val="0"/>
              </a:spcAft>
              <a:buSzPts val="3000"/>
              <a:buNone/>
              <a:defRPr>
                <a:latin typeface="Ubuntu"/>
                <a:ea typeface="Ubuntu"/>
                <a:cs typeface="Ubuntu"/>
                <a:sym typeface="Ubuntu"/>
              </a:defRPr>
            </a:lvl8pPr>
            <a:lvl9pPr lvl="8" rtl="0" algn="r">
              <a:spcBef>
                <a:spcPts val="0"/>
              </a:spcBef>
              <a:spcAft>
                <a:spcPts val="0"/>
              </a:spcAft>
              <a:buSzPts val="3000"/>
              <a:buNone/>
              <a:defRPr>
                <a:latin typeface="Ubuntu"/>
                <a:ea typeface="Ubuntu"/>
                <a:cs typeface="Ubuntu"/>
                <a:sym typeface="Ubuntu"/>
              </a:defRPr>
            </a:lvl9pPr>
          </a:lstStyle>
          <a:p/>
        </p:txBody>
      </p:sp>
      <p:sp>
        <p:nvSpPr>
          <p:cNvPr id="871" name="Google Shape;871;p33"/>
          <p:cNvSpPr txBox="1"/>
          <p:nvPr>
            <p:ph idx="2" type="title"/>
          </p:nvPr>
        </p:nvSpPr>
        <p:spPr>
          <a:xfrm>
            <a:off x="4181775" y="2658200"/>
            <a:ext cx="3888300" cy="1056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Font typeface="Ubuntu"/>
              <a:buNone/>
              <a:defRPr b="0" sz="1600">
                <a:latin typeface="Actor"/>
                <a:ea typeface="Actor"/>
                <a:cs typeface="Actor"/>
                <a:sym typeface="Actor"/>
              </a:defRPr>
            </a:lvl1pPr>
            <a:lvl2pPr lvl="1" rtl="0" algn="r">
              <a:spcBef>
                <a:spcPts val="0"/>
              </a:spcBef>
              <a:spcAft>
                <a:spcPts val="0"/>
              </a:spcAft>
              <a:buSzPts val="1400"/>
              <a:buFont typeface="Ubuntu"/>
              <a:buNone/>
              <a:defRPr b="0" sz="1400">
                <a:latin typeface="Ubuntu"/>
                <a:ea typeface="Ubuntu"/>
                <a:cs typeface="Ubuntu"/>
                <a:sym typeface="Ubuntu"/>
              </a:defRPr>
            </a:lvl2pPr>
            <a:lvl3pPr lvl="2" rtl="0" algn="r">
              <a:spcBef>
                <a:spcPts val="0"/>
              </a:spcBef>
              <a:spcAft>
                <a:spcPts val="0"/>
              </a:spcAft>
              <a:buSzPts val="1400"/>
              <a:buFont typeface="Ubuntu"/>
              <a:buNone/>
              <a:defRPr b="0" sz="1400">
                <a:latin typeface="Ubuntu"/>
                <a:ea typeface="Ubuntu"/>
                <a:cs typeface="Ubuntu"/>
                <a:sym typeface="Ubuntu"/>
              </a:defRPr>
            </a:lvl3pPr>
            <a:lvl4pPr lvl="3" rtl="0" algn="r">
              <a:spcBef>
                <a:spcPts val="0"/>
              </a:spcBef>
              <a:spcAft>
                <a:spcPts val="0"/>
              </a:spcAft>
              <a:buSzPts val="1400"/>
              <a:buFont typeface="Ubuntu"/>
              <a:buNone/>
              <a:defRPr b="0" sz="1400">
                <a:latin typeface="Ubuntu"/>
                <a:ea typeface="Ubuntu"/>
                <a:cs typeface="Ubuntu"/>
                <a:sym typeface="Ubuntu"/>
              </a:defRPr>
            </a:lvl4pPr>
            <a:lvl5pPr lvl="4" rtl="0" algn="r">
              <a:spcBef>
                <a:spcPts val="0"/>
              </a:spcBef>
              <a:spcAft>
                <a:spcPts val="0"/>
              </a:spcAft>
              <a:buSzPts val="1400"/>
              <a:buFont typeface="Ubuntu"/>
              <a:buNone/>
              <a:defRPr b="0" sz="1400">
                <a:latin typeface="Ubuntu"/>
                <a:ea typeface="Ubuntu"/>
                <a:cs typeface="Ubuntu"/>
                <a:sym typeface="Ubuntu"/>
              </a:defRPr>
            </a:lvl5pPr>
            <a:lvl6pPr lvl="5" rtl="0" algn="r">
              <a:spcBef>
                <a:spcPts val="0"/>
              </a:spcBef>
              <a:spcAft>
                <a:spcPts val="0"/>
              </a:spcAft>
              <a:buSzPts val="1400"/>
              <a:buFont typeface="Ubuntu"/>
              <a:buNone/>
              <a:defRPr b="0" sz="1400">
                <a:latin typeface="Ubuntu"/>
                <a:ea typeface="Ubuntu"/>
                <a:cs typeface="Ubuntu"/>
                <a:sym typeface="Ubuntu"/>
              </a:defRPr>
            </a:lvl6pPr>
            <a:lvl7pPr lvl="6" rtl="0" algn="r">
              <a:spcBef>
                <a:spcPts val="0"/>
              </a:spcBef>
              <a:spcAft>
                <a:spcPts val="0"/>
              </a:spcAft>
              <a:buSzPts val="1400"/>
              <a:buFont typeface="Ubuntu"/>
              <a:buNone/>
              <a:defRPr b="0" sz="1400">
                <a:latin typeface="Ubuntu"/>
                <a:ea typeface="Ubuntu"/>
                <a:cs typeface="Ubuntu"/>
                <a:sym typeface="Ubuntu"/>
              </a:defRPr>
            </a:lvl7pPr>
            <a:lvl8pPr lvl="7" rtl="0" algn="r">
              <a:spcBef>
                <a:spcPts val="0"/>
              </a:spcBef>
              <a:spcAft>
                <a:spcPts val="0"/>
              </a:spcAft>
              <a:buSzPts val="1400"/>
              <a:buFont typeface="Ubuntu"/>
              <a:buNone/>
              <a:defRPr b="0" sz="1400">
                <a:latin typeface="Ubuntu"/>
                <a:ea typeface="Ubuntu"/>
                <a:cs typeface="Ubuntu"/>
                <a:sym typeface="Ubuntu"/>
              </a:defRPr>
            </a:lvl8pPr>
            <a:lvl9pPr lvl="8" rtl="0" algn="r">
              <a:spcBef>
                <a:spcPts val="0"/>
              </a:spcBef>
              <a:spcAft>
                <a:spcPts val="0"/>
              </a:spcAft>
              <a:buSzPts val="1400"/>
              <a:buFont typeface="Ubuntu"/>
              <a:buNone/>
              <a:defRPr b="0" sz="1400">
                <a:latin typeface="Ubuntu"/>
                <a:ea typeface="Ubuntu"/>
                <a:cs typeface="Ubuntu"/>
                <a:sym typeface="Ubuntu"/>
              </a:defRPr>
            </a:lvl9pPr>
          </a:lstStyle>
          <a:p/>
        </p:txBody>
      </p:sp>
      <p:sp>
        <p:nvSpPr>
          <p:cNvPr id="872" name="Google Shape;872;p33"/>
          <p:cNvSpPr/>
          <p:nvPr>
            <p:ph idx="3" type="pic"/>
          </p:nvPr>
        </p:nvSpPr>
        <p:spPr>
          <a:xfrm>
            <a:off x="1336016" y="1267650"/>
            <a:ext cx="2608200" cy="2608200"/>
          </a:xfrm>
          <a:prstGeom prst="ellipse">
            <a:avLst/>
          </a:prstGeom>
          <a:noFill/>
          <a:ln>
            <a:noFill/>
          </a:ln>
        </p:spPr>
      </p:sp>
      <p:sp>
        <p:nvSpPr>
          <p:cNvPr id="873" name="Google Shape;873;p33"/>
          <p:cNvSpPr/>
          <p:nvPr/>
        </p:nvSpPr>
        <p:spPr>
          <a:xfrm>
            <a:off x="7242560" y="3630740"/>
            <a:ext cx="1914475" cy="1524800"/>
          </a:xfrm>
          <a:custGeom>
            <a:rect b="b" l="l" r="r" t="t"/>
            <a:pathLst>
              <a:path extrusionOk="0" h="60992" w="76579">
                <a:moveTo>
                  <a:pt x="76579" y="1335"/>
                </a:moveTo>
                <a:cubicBezTo>
                  <a:pt x="67553" y="-2535"/>
                  <a:pt x="50445" y="2532"/>
                  <a:pt x="49225" y="12276"/>
                </a:cubicBezTo>
                <a:cubicBezTo>
                  <a:pt x="48706" y="16419"/>
                  <a:pt x="49919" y="21307"/>
                  <a:pt x="52872" y="24260"/>
                </a:cubicBezTo>
                <a:cubicBezTo>
                  <a:pt x="56564" y="27952"/>
                  <a:pt x="65736" y="29731"/>
                  <a:pt x="68503" y="25302"/>
                </a:cubicBezTo>
                <a:cubicBezTo>
                  <a:pt x="76709" y="12168"/>
                  <a:pt x="32209" y="10676"/>
                  <a:pt x="22132" y="22436"/>
                </a:cubicBezTo>
                <a:cubicBezTo>
                  <a:pt x="18685" y="26459"/>
                  <a:pt x="18125" y="34581"/>
                  <a:pt x="21871" y="38327"/>
                </a:cubicBezTo>
                <a:cubicBezTo>
                  <a:pt x="26124" y="42580"/>
                  <a:pt x="40594" y="42732"/>
                  <a:pt x="39847" y="36764"/>
                </a:cubicBezTo>
                <a:cubicBezTo>
                  <a:pt x="38565" y="26525"/>
                  <a:pt x="18128" y="28108"/>
                  <a:pt x="9106" y="33117"/>
                </a:cubicBezTo>
                <a:cubicBezTo>
                  <a:pt x="669" y="37801"/>
                  <a:pt x="-1768" y="51840"/>
                  <a:pt x="1291" y="60992"/>
                </a:cubicBezTo>
              </a:path>
            </a:pathLst>
          </a:custGeom>
          <a:noFill/>
          <a:ln cap="flat" cmpd="sng" w="19050">
            <a:solidFill>
              <a:schemeClr val="accent5"/>
            </a:solidFill>
            <a:prstDash val="solid"/>
            <a:round/>
            <a:headEnd len="med" w="med" type="none"/>
            <a:tailEnd len="med" w="med" type="none"/>
          </a:ln>
        </p:spPr>
      </p:sp>
      <p:sp>
        <p:nvSpPr>
          <p:cNvPr id="874" name="Google Shape;87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1_1">
    <p:spTree>
      <p:nvGrpSpPr>
        <p:cNvPr id="875" name="Shape 875"/>
        <p:cNvGrpSpPr/>
        <p:nvPr/>
      </p:nvGrpSpPr>
      <p:grpSpPr>
        <a:xfrm>
          <a:off x="0" y="0"/>
          <a:ext cx="0" cy="0"/>
          <a:chOff x="0" y="0"/>
          <a:chExt cx="0" cy="0"/>
        </a:xfrm>
      </p:grpSpPr>
      <p:sp>
        <p:nvSpPr>
          <p:cNvPr id="876" name="Google Shape;876;p34"/>
          <p:cNvSpPr/>
          <p:nvPr/>
        </p:nvSpPr>
        <p:spPr>
          <a:xfrm flipH="1" rot="-5400000">
            <a:off x="5893650" y="1897200"/>
            <a:ext cx="5151600" cy="13491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4"/>
          <p:cNvSpPr/>
          <p:nvPr/>
        </p:nvSpPr>
        <p:spPr>
          <a:xfrm>
            <a:off x="8386988" y="19550"/>
            <a:ext cx="789575" cy="2354850"/>
          </a:xfrm>
          <a:custGeom>
            <a:rect b="b" l="l" r="r" t="t"/>
            <a:pathLst>
              <a:path extrusionOk="0" h="94194" w="31583">
                <a:moveTo>
                  <a:pt x="14910" y="0"/>
                </a:moveTo>
                <a:cubicBezTo>
                  <a:pt x="6378" y="1065"/>
                  <a:pt x="-2717" y="13794"/>
                  <a:pt x="842" y="21622"/>
                </a:cubicBezTo>
                <a:cubicBezTo>
                  <a:pt x="2449" y="25157"/>
                  <a:pt x="7403" y="27260"/>
                  <a:pt x="11263" y="26832"/>
                </a:cubicBezTo>
                <a:cubicBezTo>
                  <a:pt x="15356" y="26378"/>
                  <a:pt x="21828" y="22352"/>
                  <a:pt x="20381" y="18496"/>
                </a:cubicBezTo>
                <a:cubicBezTo>
                  <a:pt x="18625" y="13815"/>
                  <a:pt x="8446" y="18536"/>
                  <a:pt x="6052" y="22925"/>
                </a:cubicBezTo>
                <a:cubicBezTo>
                  <a:pt x="1345" y="31556"/>
                  <a:pt x="777" y="43158"/>
                  <a:pt x="4229" y="52363"/>
                </a:cubicBezTo>
                <a:cubicBezTo>
                  <a:pt x="6377" y="58090"/>
                  <a:pt x="12524" y="64830"/>
                  <a:pt x="18557" y="63825"/>
                </a:cubicBezTo>
                <a:cubicBezTo>
                  <a:pt x="22156" y="63225"/>
                  <a:pt x="26106" y="60546"/>
                  <a:pt x="27154" y="57052"/>
                </a:cubicBezTo>
                <a:cubicBezTo>
                  <a:pt x="27847" y="54741"/>
                  <a:pt x="25862" y="51323"/>
                  <a:pt x="23507" y="50800"/>
                </a:cubicBezTo>
                <a:cubicBezTo>
                  <a:pt x="13615" y="48602"/>
                  <a:pt x="11344" y="69973"/>
                  <a:pt x="14128" y="79716"/>
                </a:cubicBezTo>
                <a:cubicBezTo>
                  <a:pt x="16181" y="86901"/>
                  <a:pt x="24495" y="96150"/>
                  <a:pt x="31583" y="93784"/>
                </a:cubicBezTo>
              </a:path>
            </a:pathLst>
          </a:custGeom>
          <a:noFill/>
          <a:ln cap="flat" cmpd="sng" w="19050">
            <a:solidFill>
              <a:schemeClr val="lt2"/>
            </a:solidFill>
            <a:prstDash val="solid"/>
            <a:round/>
            <a:headEnd len="med" w="med" type="none"/>
            <a:tailEnd len="med" w="med" type="none"/>
          </a:ln>
        </p:spPr>
      </p:sp>
      <p:sp>
        <p:nvSpPr>
          <p:cNvPr id="878" name="Google Shape;878;p34"/>
          <p:cNvSpPr/>
          <p:nvPr/>
        </p:nvSpPr>
        <p:spPr>
          <a:xfrm>
            <a:off x="27" y="4274924"/>
            <a:ext cx="9143936" cy="868572"/>
          </a:xfrm>
          <a:custGeom>
            <a:rect b="b" l="l" r="r" t="t"/>
            <a:pathLst>
              <a:path extrusionOk="0" h="24595" w="95376">
                <a:moveTo>
                  <a:pt x="1" y="0"/>
                </a:moveTo>
                <a:lnTo>
                  <a:pt x="1" y="24595"/>
                </a:lnTo>
                <a:lnTo>
                  <a:pt x="95375" y="245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4"/>
          <p:cNvSpPr/>
          <p:nvPr/>
        </p:nvSpPr>
        <p:spPr>
          <a:xfrm>
            <a:off x="5490352" y="4914858"/>
            <a:ext cx="3653636" cy="228641"/>
          </a:xfrm>
          <a:custGeom>
            <a:rect b="b" l="l" r="r" t="t"/>
            <a:pathLst>
              <a:path extrusionOk="0" h="13028" w="76364">
                <a:moveTo>
                  <a:pt x="25854" y="0"/>
                </a:moveTo>
                <a:cubicBezTo>
                  <a:pt x="25344" y="0"/>
                  <a:pt x="0" y="13027"/>
                  <a:pt x="0" y="13027"/>
                </a:cubicBezTo>
                <a:lnTo>
                  <a:pt x="76363" y="13027"/>
                </a:lnTo>
                <a:lnTo>
                  <a:pt x="25859" y="1"/>
                </a:lnTo>
                <a:cubicBezTo>
                  <a:pt x="25858" y="0"/>
                  <a:pt x="25856" y="0"/>
                  <a:pt x="258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4"/>
          <p:cNvSpPr txBox="1"/>
          <p:nvPr>
            <p:ph type="title"/>
          </p:nvPr>
        </p:nvSpPr>
        <p:spPr>
          <a:xfrm>
            <a:off x="729175" y="2167128"/>
            <a:ext cx="3254700" cy="1212900"/>
          </a:xfrm>
          <a:prstGeom prst="rect">
            <a:avLst/>
          </a:prstGeom>
        </p:spPr>
        <p:txBody>
          <a:bodyPr anchorCtr="0" anchor="t" bIns="91425" lIns="91425" spcFirstLastPara="1" rIns="91425" wrap="square" tIns="91425">
            <a:noAutofit/>
          </a:bodyPr>
          <a:lstStyle>
            <a:lvl1pPr lvl="0" rtl="0" algn="l">
              <a:spcBef>
                <a:spcPts val="0"/>
              </a:spcBef>
              <a:spcAft>
                <a:spcPts val="0"/>
              </a:spcAft>
              <a:buSzPts val="1400"/>
              <a:buFont typeface="Ubuntu"/>
              <a:buNone/>
              <a:defRPr b="0" sz="1800">
                <a:latin typeface="Actor"/>
                <a:ea typeface="Actor"/>
                <a:cs typeface="Actor"/>
                <a:sym typeface="Actor"/>
              </a:defRPr>
            </a:lvl1pPr>
            <a:lvl2pPr lvl="1" rtl="0">
              <a:spcBef>
                <a:spcPts val="0"/>
              </a:spcBef>
              <a:spcAft>
                <a:spcPts val="0"/>
              </a:spcAft>
              <a:buSzPts val="1400"/>
              <a:buFont typeface="Ubuntu"/>
              <a:buNone/>
              <a:defRPr b="0" sz="1400">
                <a:latin typeface="Ubuntu"/>
                <a:ea typeface="Ubuntu"/>
                <a:cs typeface="Ubuntu"/>
                <a:sym typeface="Ubuntu"/>
              </a:defRPr>
            </a:lvl2pPr>
            <a:lvl3pPr lvl="2" rtl="0">
              <a:spcBef>
                <a:spcPts val="0"/>
              </a:spcBef>
              <a:spcAft>
                <a:spcPts val="0"/>
              </a:spcAft>
              <a:buSzPts val="1400"/>
              <a:buFont typeface="Ubuntu"/>
              <a:buNone/>
              <a:defRPr b="0" sz="1400">
                <a:latin typeface="Ubuntu"/>
                <a:ea typeface="Ubuntu"/>
                <a:cs typeface="Ubuntu"/>
                <a:sym typeface="Ubuntu"/>
              </a:defRPr>
            </a:lvl3pPr>
            <a:lvl4pPr lvl="3" rtl="0">
              <a:spcBef>
                <a:spcPts val="0"/>
              </a:spcBef>
              <a:spcAft>
                <a:spcPts val="0"/>
              </a:spcAft>
              <a:buSzPts val="1400"/>
              <a:buFont typeface="Ubuntu"/>
              <a:buNone/>
              <a:defRPr b="0" sz="1400">
                <a:latin typeface="Ubuntu"/>
                <a:ea typeface="Ubuntu"/>
                <a:cs typeface="Ubuntu"/>
                <a:sym typeface="Ubuntu"/>
              </a:defRPr>
            </a:lvl4pPr>
            <a:lvl5pPr lvl="4" rtl="0">
              <a:spcBef>
                <a:spcPts val="0"/>
              </a:spcBef>
              <a:spcAft>
                <a:spcPts val="0"/>
              </a:spcAft>
              <a:buSzPts val="1400"/>
              <a:buFont typeface="Ubuntu"/>
              <a:buNone/>
              <a:defRPr b="0" sz="1400">
                <a:latin typeface="Ubuntu"/>
                <a:ea typeface="Ubuntu"/>
                <a:cs typeface="Ubuntu"/>
                <a:sym typeface="Ubuntu"/>
              </a:defRPr>
            </a:lvl5pPr>
            <a:lvl6pPr lvl="5" rtl="0">
              <a:spcBef>
                <a:spcPts val="0"/>
              </a:spcBef>
              <a:spcAft>
                <a:spcPts val="0"/>
              </a:spcAft>
              <a:buSzPts val="1400"/>
              <a:buFont typeface="Ubuntu"/>
              <a:buNone/>
              <a:defRPr b="0" sz="1400">
                <a:latin typeface="Ubuntu"/>
                <a:ea typeface="Ubuntu"/>
                <a:cs typeface="Ubuntu"/>
                <a:sym typeface="Ubuntu"/>
              </a:defRPr>
            </a:lvl6pPr>
            <a:lvl7pPr lvl="6" rtl="0">
              <a:spcBef>
                <a:spcPts val="0"/>
              </a:spcBef>
              <a:spcAft>
                <a:spcPts val="0"/>
              </a:spcAft>
              <a:buSzPts val="1400"/>
              <a:buFont typeface="Ubuntu"/>
              <a:buNone/>
              <a:defRPr b="0" sz="1400">
                <a:latin typeface="Ubuntu"/>
                <a:ea typeface="Ubuntu"/>
                <a:cs typeface="Ubuntu"/>
                <a:sym typeface="Ubuntu"/>
              </a:defRPr>
            </a:lvl7pPr>
            <a:lvl8pPr lvl="7" rtl="0">
              <a:spcBef>
                <a:spcPts val="0"/>
              </a:spcBef>
              <a:spcAft>
                <a:spcPts val="0"/>
              </a:spcAft>
              <a:buSzPts val="1400"/>
              <a:buFont typeface="Ubuntu"/>
              <a:buNone/>
              <a:defRPr b="0" sz="1400">
                <a:latin typeface="Ubuntu"/>
                <a:ea typeface="Ubuntu"/>
                <a:cs typeface="Ubuntu"/>
                <a:sym typeface="Ubuntu"/>
              </a:defRPr>
            </a:lvl8pPr>
            <a:lvl9pPr lvl="8" rtl="0">
              <a:spcBef>
                <a:spcPts val="0"/>
              </a:spcBef>
              <a:spcAft>
                <a:spcPts val="0"/>
              </a:spcAft>
              <a:buSzPts val="1400"/>
              <a:buFont typeface="Ubuntu"/>
              <a:buNone/>
              <a:defRPr b="0" sz="1400">
                <a:latin typeface="Ubuntu"/>
                <a:ea typeface="Ubuntu"/>
                <a:cs typeface="Ubuntu"/>
                <a:sym typeface="Ubuntu"/>
              </a:defRPr>
            </a:lvl9pPr>
          </a:lstStyle>
          <a:p/>
        </p:txBody>
      </p:sp>
      <p:sp>
        <p:nvSpPr>
          <p:cNvPr id="881" name="Google Shape;881;p34"/>
          <p:cNvSpPr txBox="1"/>
          <p:nvPr>
            <p:ph idx="2"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82" name="Google Shape;882;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1_1_1">
    <p:spTree>
      <p:nvGrpSpPr>
        <p:cNvPr id="883" name="Shape 883"/>
        <p:cNvGrpSpPr/>
        <p:nvPr/>
      </p:nvGrpSpPr>
      <p:grpSpPr>
        <a:xfrm>
          <a:off x="0" y="0"/>
          <a:ext cx="0" cy="0"/>
          <a:chOff x="0" y="0"/>
          <a:chExt cx="0" cy="0"/>
        </a:xfrm>
      </p:grpSpPr>
      <p:sp>
        <p:nvSpPr>
          <p:cNvPr id="884" name="Google Shape;884;p35"/>
          <p:cNvSpPr txBox="1"/>
          <p:nvPr>
            <p:ph type="title"/>
          </p:nvPr>
        </p:nvSpPr>
        <p:spPr>
          <a:xfrm>
            <a:off x="5060675" y="2165631"/>
            <a:ext cx="3338700" cy="12201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Font typeface="Ubuntu"/>
              <a:buNone/>
              <a:defRPr b="0" sz="1800">
                <a:latin typeface="Actor"/>
                <a:ea typeface="Actor"/>
                <a:cs typeface="Actor"/>
                <a:sym typeface="Actor"/>
              </a:defRPr>
            </a:lvl1pPr>
            <a:lvl2pPr lvl="1" rtl="0" algn="r">
              <a:spcBef>
                <a:spcPts val="0"/>
              </a:spcBef>
              <a:spcAft>
                <a:spcPts val="0"/>
              </a:spcAft>
              <a:buSzPts val="1400"/>
              <a:buFont typeface="Ubuntu"/>
              <a:buNone/>
              <a:defRPr b="0" sz="1400">
                <a:latin typeface="Ubuntu"/>
                <a:ea typeface="Ubuntu"/>
                <a:cs typeface="Ubuntu"/>
                <a:sym typeface="Ubuntu"/>
              </a:defRPr>
            </a:lvl2pPr>
            <a:lvl3pPr lvl="2" rtl="0" algn="r">
              <a:spcBef>
                <a:spcPts val="0"/>
              </a:spcBef>
              <a:spcAft>
                <a:spcPts val="0"/>
              </a:spcAft>
              <a:buSzPts val="1400"/>
              <a:buFont typeface="Ubuntu"/>
              <a:buNone/>
              <a:defRPr b="0" sz="1400">
                <a:latin typeface="Ubuntu"/>
                <a:ea typeface="Ubuntu"/>
                <a:cs typeface="Ubuntu"/>
                <a:sym typeface="Ubuntu"/>
              </a:defRPr>
            </a:lvl3pPr>
            <a:lvl4pPr lvl="3" rtl="0" algn="r">
              <a:spcBef>
                <a:spcPts val="0"/>
              </a:spcBef>
              <a:spcAft>
                <a:spcPts val="0"/>
              </a:spcAft>
              <a:buSzPts val="1400"/>
              <a:buFont typeface="Ubuntu"/>
              <a:buNone/>
              <a:defRPr b="0" sz="1400">
                <a:latin typeface="Ubuntu"/>
                <a:ea typeface="Ubuntu"/>
                <a:cs typeface="Ubuntu"/>
                <a:sym typeface="Ubuntu"/>
              </a:defRPr>
            </a:lvl4pPr>
            <a:lvl5pPr lvl="4" rtl="0" algn="r">
              <a:spcBef>
                <a:spcPts val="0"/>
              </a:spcBef>
              <a:spcAft>
                <a:spcPts val="0"/>
              </a:spcAft>
              <a:buSzPts val="1400"/>
              <a:buFont typeface="Ubuntu"/>
              <a:buNone/>
              <a:defRPr b="0" sz="1400">
                <a:latin typeface="Ubuntu"/>
                <a:ea typeface="Ubuntu"/>
                <a:cs typeface="Ubuntu"/>
                <a:sym typeface="Ubuntu"/>
              </a:defRPr>
            </a:lvl5pPr>
            <a:lvl6pPr lvl="5" rtl="0" algn="r">
              <a:spcBef>
                <a:spcPts val="0"/>
              </a:spcBef>
              <a:spcAft>
                <a:spcPts val="0"/>
              </a:spcAft>
              <a:buSzPts val="1400"/>
              <a:buFont typeface="Ubuntu"/>
              <a:buNone/>
              <a:defRPr b="0" sz="1400">
                <a:latin typeface="Ubuntu"/>
                <a:ea typeface="Ubuntu"/>
                <a:cs typeface="Ubuntu"/>
                <a:sym typeface="Ubuntu"/>
              </a:defRPr>
            </a:lvl6pPr>
            <a:lvl7pPr lvl="6" rtl="0" algn="r">
              <a:spcBef>
                <a:spcPts val="0"/>
              </a:spcBef>
              <a:spcAft>
                <a:spcPts val="0"/>
              </a:spcAft>
              <a:buSzPts val="1400"/>
              <a:buFont typeface="Ubuntu"/>
              <a:buNone/>
              <a:defRPr b="0" sz="1400">
                <a:latin typeface="Ubuntu"/>
                <a:ea typeface="Ubuntu"/>
                <a:cs typeface="Ubuntu"/>
                <a:sym typeface="Ubuntu"/>
              </a:defRPr>
            </a:lvl7pPr>
            <a:lvl8pPr lvl="7" rtl="0" algn="r">
              <a:spcBef>
                <a:spcPts val="0"/>
              </a:spcBef>
              <a:spcAft>
                <a:spcPts val="0"/>
              </a:spcAft>
              <a:buSzPts val="1400"/>
              <a:buFont typeface="Ubuntu"/>
              <a:buNone/>
              <a:defRPr b="0" sz="1400">
                <a:latin typeface="Ubuntu"/>
                <a:ea typeface="Ubuntu"/>
                <a:cs typeface="Ubuntu"/>
                <a:sym typeface="Ubuntu"/>
              </a:defRPr>
            </a:lvl8pPr>
            <a:lvl9pPr lvl="8" rtl="0" algn="r">
              <a:spcBef>
                <a:spcPts val="0"/>
              </a:spcBef>
              <a:spcAft>
                <a:spcPts val="0"/>
              </a:spcAft>
              <a:buSzPts val="1400"/>
              <a:buFont typeface="Ubuntu"/>
              <a:buNone/>
              <a:defRPr b="0" sz="1400">
                <a:latin typeface="Ubuntu"/>
                <a:ea typeface="Ubuntu"/>
                <a:cs typeface="Ubuntu"/>
                <a:sym typeface="Ubuntu"/>
              </a:defRPr>
            </a:lvl9pPr>
          </a:lstStyle>
          <a:p/>
        </p:txBody>
      </p:sp>
      <p:sp>
        <p:nvSpPr>
          <p:cNvPr id="885" name="Google Shape;885;p35"/>
          <p:cNvSpPr txBox="1"/>
          <p:nvPr>
            <p:ph idx="2" type="title"/>
          </p:nvPr>
        </p:nvSpPr>
        <p:spPr>
          <a:xfrm>
            <a:off x="5060675" y="1592931"/>
            <a:ext cx="33387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886" name="Google Shape;886;p35"/>
          <p:cNvGrpSpPr/>
          <p:nvPr/>
        </p:nvGrpSpPr>
        <p:grpSpPr>
          <a:xfrm flipH="1">
            <a:off x="-14596" y="-9725"/>
            <a:ext cx="2812370" cy="5162950"/>
            <a:chOff x="3114900" y="202775"/>
            <a:chExt cx="2812370" cy="5162950"/>
          </a:xfrm>
        </p:grpSpPr>
        <p:sp>
          <p:nvSpPr>
            <p:cNvPr id="887" name="Google Shape;887;p35"/>
            <p:cNvSpPr/>
            <p:nvPr/>
          </p:nvSpPr>
          <p:spPr>
            <a:xfrm>
              <a:off x="3114900" y="202775"/>
              <a:ext cx="2806463" cy="5162950"/>
            </a:xfrm>
            <a:custGeom>
              <a:rect b="b" l="l" r="r" t="t"/>
              <a:pathLst>
                <a:path extrusionOk="0" h="206518" w="139625">
                  <a:moveTo>
                    <a:pt x="0" y="0"/>
                  </a:moveTo>
                  <a:lnTo>
                    <a:pt x="139625" y="389"/>
                  </a:lnTo>
                  <a:lnTo>
                    <a:pt x="139236" y="206518"/>
                  </a:lnTo>
                  <a:lnTo>
                    <a:pt x="71546" y="205778"/>
                  </a:lnTo>
                  <a:close/>
                </a:path>
              </a:pathLst>
            </a:custGeom>
            <a:solidFill>
              <a:schemeClr val="accent5"/>
            </a:solidFill>
            <a:ln>
              <a:noFill/>
            </a:ln>
          </p:spPr>
        </p:sp>
        <p:grpSp>
          <p:nvGrpSpPr>
            <p:cNvPr id="888" name="Google Shape;888;p35"/>
            <p:cNvGrpSpPr/>
            <p:nvPr/>
          </p:nvGrpSpPr>
          <p:grpSpPr>
            <a:xfrm>
              <a:off x="3155225" y="202775"/>
              <a:ext cx="2772045" cy="5143502"/>
              <a:chOff x="6409225" y="0"/>
              <a:chExt cx="2772045" cy="5143502"/>
            </a:xfrm>
          </p:grpSpPr>
          <p:cxnSp>
            <p:nvCxnSpPr>
              <p:cNvPr id="889" name="Google Shape;889;p35"/>
              <p:cNvCxnSpPr/>
              <p:nvPr/>
            </p:nvCxnSpPr>
            <p:spPr>
              <a:xfrm>
                <a:off x="6718570" y="1209275"/>
                <a:ext cx="2462700" cy="0"/>
              </a:xfrm>
              <a:prstGeom prst="straightConnector1">
                <a:avLst/>
              </a:prstGeom>
              <a:noFill/>
              <a:ln cap="rnd" cmpd="sng" w="19050">
                <a:solidFill>
                  <a:schemeClr val="lt2"/>
                </a:solidFill>
                <a:prstDash val="solid"/>
                <a:round/>
                <a:headEnd len="med" w="med" type="none"/>
                <a:tailEnd len="med" w="med" type="none"/>
              </a:ln>
            </p:spPr>
          </p:cxnSp>
          <p:cxnSp>
            <p:nvCxnSpPr>
              <p:cNvPr id="890" name="Google Shape;890;p35"/>
              <p:cNvCxnSpPr/>
              <p:nvPr/>
            </p:nvCxnSpPr>
            <p:spPr>
              <a:xfrm>
                <a:off x="6871289" y="1754250"/>
                <a:ext cx="2307900" cy="0"/>
              </a:xfrm>
              <a:prstGeom prst="straightConnector1">
                <a:avLst/>
              </a:prstGeom>
              <a:noFill/>
              <a:ln cap="rnd" cmpd="sng" w="19050">
                <a:solidFill>
                  <a:schemeClr val="lt2"/>
                </a:solidFill>
                <a:prstDash val="solid"/>
                <a:round/>
                <a:headEnd len="med" w="med" type="none"/>
                <a:tailEnd len="med" w="med" type="none"/>
              </a:ln>
            </p:spPr>
          </p:cxnSp>
          <p:cxnSp>
            <p:nvCxnSpPr>
              <p:cNvPr id="891" name="Google Shape;891;p35"/>
              <p:cNvCxnSpPr/>
              <p:nvPr/>
            </p:nvCxnSpPr>
            <p:spPr>
              <a:xfrm>
                <a:off x="7024008" y="2299225"/>
                <a:ext cx="2155200" cy="0"/>
              </a:xfrm>
              <a:prstGeom prst="straightConnector1">
                <a:avLst/>
              </a:prstGeom>
              <a:noFill/>
              <a:ln cap="rnd" cmpd="sng" w="19050">
                <a:solidFill>
                  <a:schemeClr val="lt2"/>
                </a:solidFill>
                <a:prstDash val="solid"/>
                <a:round/>
                <a:headEnd len="med" w="med" type="none"/>
                <a:tailEnd len="med" w="med" type="none"/>
              </a:ln>
            </p:spPr>
          </p:cxnSp>
          <p:cxnSp>
            <p:nvCxnSpPr>
              <p:cNvPr id="892" name="Google Shape;892;p35"/>
              <p:cNvCxnSpPr/>
              <p:nvPr/>
            </p:nvCxnSpPr>
            <p:spPr>
              <a:xfrm>
                <a:off x="7176726" y="2844200"/>
                <a:ext cx="2002800" cy="0"/>
              </a:xfrm>
              <a:prstGeom prst="straightConnector1">
                <a:avLst/>
              </a:prstGeom>
              <a:noFill/>
              <a:ln cap="rnd" cmpd="sng" w="19050">
                <a:solidFill>
                  <a:schemeClr val="lt2"/>
                </a:solidFill>
                <a:prstDash val="solid"/>
                <a:round/>
                <a:headEnd len="med" w="med" type="none"/>
                <a:tailEnd len="med" w="med" type="none"/>
              </a:ln>
            </p:spPr>
          </p:cxnSp>
          <p:cxnSp>
            <p:nvCxnSpPr>
              <p:cNvPr id="893" name="Google Shape;893;p35"/>
              <p:cNvCxnSpPr/>
              <p:nvPr/>
            </p:nvCxnSpPr>
            <p:spPr>
              <a:xfrm>
                <a:off x="7329447" y="3389150"/>
                <a:ext cx="1850100" cy="0"/>
              </a:xfrm>
              <a:prstGeom prst="straightConnector1">
                <a:avLst/>
              </a:prstGeom>
              <a:noFill/>
              <a:ln cap="rnd" cmpd="sng" w="19050">
                <a:solidFill>
                  <a:schemeClr val="lt2"/>
                </a:solidFill>
                <a:prstDash val="solid"/>
                <a:round/>
                <a:headEnd len="med" w="med" type="none"/>
                <a:tailEnd len="med" w="med" type="none"/>
              </a:ln>
            </p:spPr>
          </p:cxnSp>
          <p:cxnSp>
            <p:nvCxnSpPr>
              <p:cNvPr id="894" name="Google Shape;894;p35"/>
              <p:cNvCxnSpPr/>
              <p:nvPr/>
            </p:nvCxnSpPr>
            <p:spPr>
              <a:xfrm>
                <a:off x="7482163" y="3934125"/>
                <a:ext cx="1697100" cy="0"/>
              </a:xfrm>
              <a:prstGeom prst="straightConnector1">
                <a:avLst/>
              </a:prstGeom>
              <a:noFill/>
              <a:ln cap="rnd" cmpd="sng" w="19050">
                <a:solidFill>
                  <a:schemeClr val="lt2"/>
                </a:solidFill>
                <a:prstDash val="solid"/>
                <a:round/>
                <a:headEnd len="med" w="med" type="none"/>
                <a:tailEnd len="med" w="med" type="none"/>
              </a:ln>
            </p:spPr>
          </p:cxnSp>
          <p:cxnSp>
            <p:nvCxnSpPr>
              <p:cNvPr id="895" name="Google Shape;895;p35"/>
              <p:cNvCxnSpPr/>
              <p:nvPr/>
            </p:nvCxnSpPr>
            <p:spPr>
              <a:xfrm>
                <a:off x="7636859" y="4479100"/>
                <a:ext cx="1542900" cy="0"/>
              </a:xfrm>
              <a:prstGeom prst="straightConnector1">
                <a:avLst/>
              </a:prstGeom>
              <a:noFill/>
              <a:ln cap="rnd" cmpd="sng" w="19050">
                <a:solidFill>
                  <a:schemeClr val="lt2"/>
                </a:solidFill>
                <a:prstDash val="solid"/>
                <a:round/>
                <a:headEnd len="med" w="med" type="none"/>
                <a:tailEnd len="med" w="med" type="none"/>
              </a:ln>
            </p:spPr>
          </p:cxnSp>
          <p:cxnSp>
            <p:nvCxnSpPr>
              <p:cNvPr id="896" name="Google Shape;896;p35"/>
              <p:cNvCxnSpPr/>
              <p:nvPr/>
            </p:nvCxnSpPr>
            <p:spPr>
              <a:xfrm>
                <a:off x="7787800" y="5024075"/>
                <a:ext cx="1391400" cy="0"/>
              </a:xfrm>
              <a:prstGeom prst="straightConnector1">
                <a:avLst/>
              </a:prstGeom>
              <a:noFill/>
              <a:ln cap="rnd" cmpd="sng" w="19050">
                <a:solidFill>
                  <a:schemeClr val="lt2"/>
                </a:solidFill>
                <a:prstDash val="solid"/>
                <a:round/>
                <a:headEnd len="med" w="med" type="none"/>
                <a:tailEnd len="med" w="med" type="none"/>
              </a:ln>
            </p:spPr>
          </p:cxnSp>
          <p:cxnSp>
            <p:nvCxnSpPr>
              <p:cNvPr id="897" name="Google Shape;897;p35"/>
              <p:cNvCxnSpPr/>
              <p:nvPr/>
            </p:nvCxnSpPr>
            <p:spPr>
              <a:xfrm>
                <a:off x="6566925" y="664300"/>
                <a:ext cx="2614200" cy="0"/>
              </a:xfrm>
              <a:prstGeom prst="straightConnector1">
                <a:avLst/>
              </a:prstGeom>
              <a:noFill/>
              <a:ln cap="rnd" cmpd="sng" w="19050">
                <a:solidFill>
                  <a:schemeClr val="lt2"/>
                </a:solidFill>
                <a:prstDash val="solid"/>
                <a:round/>
                <a:headEnd len="med" w="med" type="none"/>
                <a:tailEnd len="med" w="med" type="none"/>
              </a:ln>
            </p:spPr>
          </p:cxnSp>
          <p:cxnSp>
            <p:nvCxnSpPr>
              <p:cNvPr id="898" name="Google Shape;898;p35"/>
              <p:cNvCxnSpPr/>
              <p:nvPr/>
            </p:nvCxnSpPr>
            <p:spPr>
              <a:xfrm>
                <a:off x="6409225" y="119325"/>
                <a:ext cx="2770500" cy="0"/>
              </a:xfrm>
              <a:prstGeom prst="straightConnector1">
                <a:avLst/>
              </a:prstGeom>
              <a:noFill/>
              <a:ln cap="rnd" cmpd="sng" w="19050">
                <a:solidFill>
                  <a:schemeClr val="lt2"/>
                </a:solidFill>
                <a:prstDash val="solid"/>
                <a:round/>
                <a:headEnd len="med" w="med" type="none"/>
                <a:tailEnd len="med" w="med" type="none"/>
              </a:ln>
            </p:spPr>
          </p:cxnSp>
          <p:cxnSp>
            <p:nvCxnSpPr>
              <p:cNvPr id="899" name="Google Shape;899;p35"/>
              <p:cNvCxnSpPr/>
              <p:nvPr/>
            </p:nvCxnSpPr>
            <p:spPr>
              <a:xfrm rot="5400000">
                <a:off x="5342616"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900" name="Google Shape;900;p35"/>
              <p:cNvCxnSpPr/>
              <p:nvPr/>
            </p:nvCxnSpPr>
            <p:spPr>
              <a:xfrm>
                <a:off x="7369400" y="0"/>
                <a:ext cx="0" cy="3592500"/>
              </a:xfrm>
              <a:prstGeom prst="straightConnector1">
                <a:avLst/>
              </a:prstGeom>
              <a:noFill/>
              <a:ln cap="rnd" cmpd="sng" w="19050">
                <a:solidFill>
                  <a:schemeClr val="lt2"/>
                </a:solidFill>
                <a:prstDash val="solid"/>
                <a:round/>
                <a:headEnd len="med" w="med" type="none"/>
                <a:tailEnd len="med" w="med" type="none"/>
              </a:ln>
            </p:spPr>
          </p:cxnSp>
          <p:cxnSp>
            <p:nvCxnSpPr>
              <p:cNvPr id="901" name="Google Shape;901;p35"/>
              <p:cNvCxnSpPr/>
              <p:nvPr/>
            </p:nvCxnSpPr>
            <p:spPr>
              <a:xfrm>
                <a:off x="6824425" y="0"/>
                <a:ext cx="0" cy="1628400"/>
              </a:xfrm>
              <a:prstGeom prst="straightConnector1">
                <a:avLst/>
              </a:prstGeom>
              <a:noFill/>
              <a:ln cap="rnd" cmpd="sng" w="19050">
                <a:solidFill>
                  <a:schemeClr val="lt2"/>
                </a:solidFill>
                <a:prstDash val="solid"/>
                <a:round/>
                <a:headEnd len="med" w="med" type="none"/>
                <a:tailEnd len="med" w="med" type="none"/>
              </a:ln>
            </p:spPr>
          </p:cxnSp>
          <p:cxnSp>
            <p:nvCxnSpPr>
              <p:cNvPr id="902" name="Google Shape;902;p35"/>
              <p:cNvCxnSpPr/>
              <p:nvPr/>
            </p:nvCxnSpPr>
            <p:spPr>
              <a:xfrm rot="5400000">
                <a:off x="5887589"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903" name="Google Shape;903;p35"/>
              <p:cNvCxnSpPr/>
              <p:nvPr/>
            </p:nvCxnSpPr>
            <p:spPr>
              <a:xfrm rot="5400000">
                <a:off x="6432562" y="2571752"/>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904" name="Google Shape;904;p35"/>
          <p:cNvSpPr/>
          <p:nvPr/>
        </p:nvSpPr>
        <p:spPr>
          <a:xfrm flipH="1">
            <a:off x="0" y="2293100"/>
            <a:ext cx="4990831" cy="2850398"/>
          </a:xfrm>
          <a:custGeom>
            <a:rect b="b" l="l" r="r" t="t"/>
            <a:pathLst>
              <a:path extrusionOk="0" h="33898" w="59817">
                <a:moveTo>
                  <a:pt x="59816" y="0"/>
                </a:moveTo>
                <a:lnTo>
                  <a:pt x="1" y="33898"/>
                </a:lnTo>
                <a:lnTo>
                  <a:pt x="21543" y="33898"/>
                </a:lnTo>
                <a:lnTo>
                  <a:pt x="59816" y="16734"/>
                </a:lnTo>
                <a:lnTo>
                  <a:pt x="5981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5"/>
          <p:cNvSpPr/>
          <p:nvPr/>
        </p:nvSpPr>
        <p:spPr>
          <a:xfrm flipH="1" rot="-5400000">
            <a:off x="8112438" y="-348911"/>
            <a:ext cx="691500" cy="13893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6" name="Google Shape;906;p35"/>
          <p:cNvGrpSpPr/>
          <p:nvPr/>
        </p:nvGrpSpPr>
        <p:grpSpPr>
          <a:xfrm rot="-5400000">
            <a:off x="6297401" y="4110934"/>
            <a:ext cx="978744" cy="1086404"/>
            <a:chOff x="777100" y="158663"/>
            <a:chExt cx="707850" cy="785712"/>
          </a:xfrm>
        </p:grpSpPr>
        <p:cxnSp>
          <p:nvCxnSpPr>
            <p:cNvPr id="907" name="Google Shape;907;p35"/>
            <p:cNvCxnSpPr/>
            <p:nvPr/>
          </p:nvCxnSpPr>
          <p:spPr>
            <a:xfrm flipH="1" rot="10800000">
              <a:off x="777100" y="158675"/>
              <a:ext cx="416700" cy="482100"/>
            </a:xfrm>
            <a:prstGeom prst="straightConnector1">
              <a:avLst/>
            </a:prstGeom>
            <a:noFill/>
            <a:ln cap="flat" cmpd="sng" w="19050">
              <a:solidFill>
                <a:schemeClr val="dk2"/>
              </a:solidFill>
              <a:prstDash val="solid"/>
              <a:round/>
              <a:headEnd len="med" w="med" type="none"/>
              <a:tailEnd len="med" w="med" type="none"/>
            </a:ln>
          </p:spPr>
        </p:cxnSp>
        <p:cxnSp>
          <p:nvCxnSpPr>
            <p:cNvPr id="908" name="Google Shape;908;p35"/>
            <p:cNvCxnSpPr/>
            <p:nvPr/>
          </p:nvCxnSpPr>
          <p:spPr>
            <a:xfrm flipH="1">
              <a:off x="809503" y="158663"/>
              <a:ext cx="384300" cy="774900"/>
            </a:xfrm>
            <a:prstGeom prst="straightConnector1">
              <a:avLst/>
            </a:prstGeom>
            <a:noFill/>
            <a:ln cap="flat" cmpd="sng" w="19050">
              <a:solidFill>
                <a:schemeClr val="dk2"/>
              </a:solidFill>
              <a:prstDash val="solid"/>
              <a:round/>
              <a:headEnd len="med" w="med" type="none"/>
              <a:tailEnd len="med" w="med" type="none"/>
            </a:ln>
          </p:spPr>
        </p:cxnSp>
        <p:cxnSp>
          <p:nvCxnSpPr>
            <p:cNvPr id="909" name="Google Shape;909;p35"/>
            <p:cNvCxnSpPr/>
            <p:nvPr/>
          </p:nvCxnSpPr>
          <p:spPr>
            <a:xfrm flipH="1" rot="10800000">
              <a:off x="807425" y="293075"/>
              <a:ext cx="527700" cy="651300"/>
            </a:xfrm>
            <a:prstGeom prst="straightConnector1">
              <a:avLst/>
            </a:prstGeom>
            <a:noFill/>
            <a:ln cap="flat" cmpd="sng" w="19050">
              <a:solidFill>
                <a:schemeClr val="dk2"/>
              </a:solidFill>
              <a:prstDash val="solid"/>
              <a:round/>
              <a:headEnd len="med" w="med" type="none"/>
              <a:tailEnd len="med" w="med" type="none"/>
            </a:ln>
          </p:spPr>
        </p:cxnSp>
        <p:cxnSp>
          <p:nvCxnSpPr>
            <p:cNvPr id="910" name="Google Shape;910;p35"/>
            <p:cNvCxnSpPr/>
            <p:nvPr/>
          </p:nvCxnSpPr>
          <p:spPr>
            <a:xfrm flipH="1">
              <a:off x="1087625" y="293075"/>
              <a:ext cx="247500" cy="618600"/>
            </a:xfrm>
            <a:prstGeom prst="straightConnector1">
              <a:avLst/>
            </a:prstGeom>
            <a:noFill/>
            <a:ln cap="flat" cmpd="sng" w="19050">
              <a:solidFill>
                <a:schemeClr val="dk2"/>
              </a:solidFill>
              <a:prstDash val="solid"/>
              <a:round/>
              <a:headEnd len="med" w="med" type="none"/>
              <a:tailEnd len="med" w="med" type="none"/>
            </a:ln>
          </p:spPr>
        </p:cxnSp>
        <p:cxnSp>
          <p:nvCxnSpPr>
            <p:cNvPr id="911" name="Google Shape;911;p35"/>
            <p:cNvCxnSpPr/>
            <p:nvPr/>
          </p:nvCxnSpPr>
          <p:spPr>
            <a:xfrm flipH="1" rot="10800000">
              <a:off x="1100675" y="547000"/>
              <a:ext cx="312600" cy="364800"/>
            </a:xfrm>
            <a:prstGeom prst="straightConnector1">
              <a:avLst/>
            </a:prstGeom>
            <a:noFill/>
            <a:ln cap="flat" cmpd="sng" w="19050">
              <a:solidFill>
                <a:schemeClr val="dk2"/>
              </a:solidFill>
              <a:prstDash val="solid"/>
              <a:round/>
              <a:headEnd len="med" w="med" type="none"/>
              <a:tailEnd len="med" w="med" type="none"/>
            </a:ln>
          </p:spPr>
        </p:cxnSp>
        <p:cxnSp>
          <p:nvCxnSpPr>
            <p:cNvPr id="912" name="Google Shape;912;p35"/>
            <p:cNvCxnSpPr/>
            <p:nvPr/>
          </p:nvCxnSpPr>
          <p:spPr>
            <a:xfrm flipH="1">
              <a:off x="1315750" y="547000"/>
              <a:ext cx="91200" cy="364800"/>
            </a:xfrm>
            <a:prstGeom prst="straightConnector1">
              <a:avLst/>
            </a:prstGeom>
            <a:noFill/>
            <a:ln cap="flat" cmpd="sng" w="19050">
              <a:solidFill>
                <a:schemeClr val="dk2"/>
              </a:solidFill>
              <a:prstDash val="solid"/>
              <a:round/>
              <a:headEnd len="med" w="med" type="none"/>
              <a:tailEnd len="med" w="med" type="none"/>
            </a:ln>
          </p:spPr>
        </p:cxnSp>
        <p:cxnSp>
          <p:nvCxnSpPr>
            <p:cNvPr id="913" name="Google Shape;913;p35"/>
            <p:cNvCxnSpPr/>
            <p:nvPr/>
          </p:nvCxnSpPr>
          <p:spPr>
            <a:xfrm flipH="1" rot="10800000">
              <a:off x="1315750" y="703175"/>
              <a:ext cx="169200" cy="208500"/>
            </a:xfrm>
            <a:prstGeom prst="straightConnector1">
              <a:avLst/>
            </a:prstGeom>
            <a:noFill/>
            <a:ln cap="flat" cmpd="sng" w="19050">
              <a:solidFill>
                <a:schemeClr val="dk2"/>
              </a:solidFill>
              <a:prstDash val="solid"/>
              <a:round/>
              <a:headEnd len="med" w="med" type="none"/>
              <a:tailEnd len="med" w="med" type="none"/>
            </a:ln>
          </p:spPr>
        </p:cxnSp>
      </p:grpSp>
      <p:sp>
        <p:nvSpPr>
          <p:cNvPr id="914" name="Google Shape;914;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1_1_1_1">
    <p:spTree>
      <p:nvGrpSpPr>
        <p:cNvPr id="915" name="Shape 915"/>
        <p:cNvGrpSpPr/>
        <p:nvPr/>
      </p:nvGrpSpPr>
      <p:grpSpPr>
        <a:xfrm>
          <a:off x="0" y="0"/>
          <a:ext cx="0" cy="0"/>
          <a:chOff x="0" y="0"/>
          <a:chExt cx="0" cy="0"/>
        </a:xfrm>
      </p:grpSpPr>
      <p:sp>
        <p:nvSpPr>
          <p:cNvPr id="916" name="Google Shape;916;p36"/>
          <p:cNvSpPr txBox="1"/>
          <p:nvPr>
            <p:ph type="title"/>
          </p:nvPr>
        </p:nvSpPr>
        <p:spPr>
          <a:xfrm>
            <a:off x="2305500" y="3549175"/>
            <a:ext cx="4533000" cy="1019700"/>
          </a:xfrm>
          <a:prstGeom prst="rect">
            <a:avLst/>
          </a:prstGeom>
        </p:spPr>
        <p:txBody>
          <a:bodyPr anchorCtr="0" anchor="b" bIns="91425" lIns="91425" spcFirstLastPara="1" rIns="91425" wrap="square" tIns="91425">
            <a:noAutofit/>
          </a:bodyPr>
          <a:lstStyle>
            <a:lvl1pPr lvl="0" rtl="0">
              <a:spcBef>
                <a:spcPts val="0"/>
              </a:spcBef>
              <a:spcAft>
                <a:spcPts val="0"/>
              </a:spcAft>
              <a:buSzPts val="1400"/>
              <a:buFont typeface="Ubuntu"/>
              <a:buNone/>
              <a:defRPr b="0" sz="1800">
                <a:latin typeface="Actor"/>
                <a:ea typeface="Actor"/>
                <a:cs typeface="Actor"/>
                <a:sym typeface="Actor"/>
              </a:defRPr>
            </a:lvl1pPr>
            <a:lvl2pPr lvl="1" rtl="0" algn="r">
              <a:spcBef>
                <a:spcPts val="0"/>
              </a:spcBef>
              <a:spcAft>
                <a:spcPts val="0"/>
              </a:spcAft>
              <a:buSzPts val="1400"/>
              <a:buFont typeface="Ubuntu"/>
              <a:buNone/>
              <a:defRPr b="0" sz="1400">
                <a:latin typeface="Ubuntu"/>
                <a:ea typeface="Ubuntu"/>
                <a:cs typeface="Ubuntu"/>
                <a:sym typeface="Ubuntu"/>
              </a:defRPr>
            </a:lvl2pPr>
            <a:lvl3pPr lvl="2" rtl="0" algn="r">
              <a:spcBef>
                <a:spcPts val="0"/>
              </a:spcBef>
              <a:spcAft>
                <a:spcPts val="0"/>
              </a:spcAft>
              <a:buSzPts val="1400"/>
              <a:buFont typeface="Ubuntu"/>
              <a:buNone/>
              <a:defRPr b="0" sz="1400">
                <a:latin typeface="Ubuntu"/>
                <a:ea typeface="Ubuntu"/>
                <a:cs typeface="Ubuntu"/>
                <a:sym typeface="Ubuntu"/>
              </a:defRPr>
            </a:lvl3pPr>
            <a:lvl4pPr lvl="3" rtl="0" algn="r">
              <a:spcBef>
                <a:spcPts val="0"/>
              </a:spcBef>
              <a:spcAft>
                <a:spcPts val="0"/>
              </a:spcAft>
              <a:buSzPts val="1400"/>
              <a:buFont typeface="Ubuntu"/>
              <a:buNone/>
              <a:defRPr b="0" sz="1400">
                <a:latin typeface="Ubuntu"/>
                <a:ea typeface="Ubuntu"/>
                <a:cs typeface="Ubuntu"/>
                <a:sym typeface="Ubuntu"/>
              </a:defRPr>
            </a:lvl4pPr>
            <a:lvl5pPr lvl="4" rtl="0" algn="r">
              <a:spcBef>
                <a:spcPts val="0"/>
              </a:spcBef>
              <a:spcAft>
                <a:spcPts val="0"/>
              </a:spcAft>
              <a:buSzPts val="1400"/>
              <a:buFont typeface="Ubuntu"/>
              <a:buNone/>
              <a:defRPr b="0" sz="1400">
                <a:latin typeface="Ubuntu"/>
                <a:ea typeface="Ubuntu"/>
                <a:cs typeface="Ubuntu"/>
                <a:sym typeface="Ubuntu"/>
              </a:defRPr>
            </a:lvl5pPr>
            <a:lvl6pPr lvl="5" rtl="0" algn="r">
              <a:spcBef>
                <a:spcPts val="0"/>
              </a:spcBef>
              <a:spcAft>
                <a:spcPts val="0"/>
              </a:spcAft>
              <a:buSzPts val="1400"/>
              <a:buFont typeface="Ubuntu"/>
              <a:buNone/>
              <a:defRPr b="0" sz="1400">
                <a:latin typeface="Ubuntu"/>
                <a:ea typeface="Ubuntu"/>
                <a:cs typeface="Ubuntu"/>
                <a:sym typeface="Ubuntu"/>
              </a:defRPr>
            </a:lvl6pPr>
            <a:lvl7pPr lvl="6" rtl="0" algn="r">
              <a:spcBef>
                <a:spcPts val="0"/>
              </a:spcBef>
              <a:spcAft>
                <a:spcPts val="0"/>
              </a:spcAft>
              <a:buSzPts val="1400"/>
              <a:buFont typeface="Ubuntu"/>
              <a:buNone/>
              <a:defRPr b="0" sz="1400">
                <a:latin typeface="Ubuntu"/>
                <a:ea typeface="Ubuntu"/>
                <a:cs typeface="Ubuntu"/>
                <a:sym typeface="Ubuntu"/>
              </a:defRPr>
            </a:lvl7pPr>
            <a:lvl8pPr lvl="7" rtl="0" algn="r">
              <a:spcBef>
                <a:spcPts val="0"/>
              </a:spcBef>
              <a:spcAft>
                <a:spcPts val="0"/>
              </a:spcAft>
              <a:buSzPts val="1400"/>
              <a:buFont typeface="Ubuntu"/>
              <a:buNone/>
              <a:defRPr b="0" sz="1400">
                <a:latin typeface="Ubuntu"/>
                <a:ea typeface="Ubuntu"/>
                <a:cs typeface="Ubuntu"/>
                <a:sym typeface="Ubuntu"/>
              </a:defRPr>
            </a:lvl8pPr>
            <a:lvl9pPr lvl="8" rtl="0" algn="r">
              <a:spcBef>
                <a:spcPts val="0"/>
              </a:spcBef>
              <a:spcAft>
                <a:spcPts val="0"/>
              </a:spcAft>
              <a:buSzPts val="1400"/>
              <a:buFont typeface="Ubuntu"/>
              <a:buNone/>
              <a:defRPr b="0" sz="1400">
                <a:latin typeface="Ubuntu"/>
                <a:ea typeface="Ubuntu"/>
                <a:cs typeface="Ubuntu"/>
                <a:sym typeface="Ubuntu"/>
              </a:defRPr>
            </a:lvl9pPr>
          </a:lstStyle>
          <a:p/>
        </p:txBody>
      </p:sp>
      <p:sp>
        <p:nvSpPr>
          <p:cNvPr id="917" name="Google Shape;917;p36"/>
          <p:cNvSpPr txBox="1"/>
          <p:nvPr>
            <p:ph idx="2" type="title"/>
          </p:nvPr>
        </p:nvSpPr>
        <p:spPr>
          <a:xfrm>
            <a:off x="729175" y="445025"/>
            <a:ext cx="7685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18" name="Google Shape;918;p36"/>
          <p:cNvSpPr/>
          <p:nvPr/>
        </p:nvSpPr>
        <p:spPr>
          <a:xfrm>
            <a:off x="0" y="8"/>
            <a:ext cx="1039200" cy="51456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9" name="Google Shape;919;p36"/>
          <p:cNvGrpSpPr/>
          <p:nvPr/>
        </p:nvGrpSpPr>
        <p:grpSpPr>
          <a:xfrm>
            <a:off x="7868350" y="0"/>
            <a:ext cx="1275794" cy="5145600"/>
            <a:chOff x="7868350" y="0"/>
            <a:chExt cx="1275794" cy="5145600"/>
          </a:xfrm>
        </p:grpSpPr>
        <p:sp>
          <p:nvSpPr>
            <p:cNvPr id="920" name="Google Shape;920;p36"/>
            <p:cNvSpPr/>
            <p:nvPr/>
          </p:nvSpPr>
          <p:spPr>
            <a:xfrm flipH="1" rot="-5400000">
              <a:off x="5933350" y="1935000"/>
              <a:ext cx="5145600" cy="1275600"/>
            </a:xfrm>
            <a:prstGeom prst="rtTriangl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1" name="Google Shape;921;p36"/>
            <p:cNvGrpSpPr/>
            <p:nvPr/>
          </p:nvGrpSpPr>
          <p:grpSpPr>
            <a:xfrm>
              <a:off x="7904450" y="9535"/>
              <a:ext cx="1239694" cy="4014300"/>
              <a:chOff x="7904450" y="9535"/>
              <a:chExt cx="1239694" cy="4014300"/>
            </a:xfrm>
          </p:grpSpPr>
          <p:cxnSp>
            <p:nvCxnSpPr>
              <p:cNvPr id="922" name="Google Shape;922;p36"/>
              <p:cNvCxnSpPr/>
              <p:nvPr/>
            </p:nvCxnSpPr>
            <p:spPr>
              <a:xfrm>
                <a:off x="8171425" y="1218800"/>
                <a:ext cx="972300" cy="0"/>
              </a:xfrm>
              <a:prstGeom prst="straightConnector1">
                <a:avLst/>
              </a:prstGeom>
              <a:noFill/>
              <a:ln cap="rnd" cmpd="sng" w="19050">
                <a:solidFill>
                  <a:schemeClr val="accent2"/>
                </a:solidFill>
                <a:prstDash val="solid"/>
                <a:round/>
                <a:headEnd len="med" w="med" type="none"/>
                <a:tailEnd len="med" w="med" type="none"/>
              </a:ln>
            </p:spPr>
          </p:cxnSp>
          <p:cxnSp>
            <p:nvCxnSpPr>
              <p:cNvPr id="923" name="Google Shape;923;p36"/>
              <p:cNvCxnSpPr/>
              <p:nvPr/>
            </p:nvCxnSpPr>
            <p:spPr>
              <a:xfrm>
                <a:off x="8295400" y="1763775"/>
                <a:ext cx="847800" cy="0"/>
              </a:xfrm>
              <a:prstGeom prst="straightConnector1">
                <a:avLst/>
              </a:prstGeom>
              <a:noFill/>
              <a:ln cap="rnd" cmpd="sng" w="19050">
                <a:solidFill>
                  <a:schemeClr val="accent2"/>
                </a:solidFill>
                <a:prstDash val="solid"/>
                <a:round/>
                <a:headEnd len="med" w="med" type="none"/>
                <a:tailEnd len="med" w="med" type="none"/>
              </a:ln>
            </p:spPr>
          </p:cxnSp>
          <p:cxnSp>
            <p:nvCxnSpPr>
              <p:cNvPr id="924" name="Google Shape;924;p36"/>
              <p:cNvCxnSpPr/>
              <p:nvPr/>
            </p:nvCxnSpPr>
            <p:spPr>
              <a:xfrm>
                <a:off x="8467025" y="2308750"/>
                <a:ext cx="676200" cy="0"/>
              </a:xfrm>
              <a:prstGeom prst="straightConnector1">
                <a:avLst/>
              </a:prstGeom>
              <a:noFill/>
              <a:ln cap="rnd" cmpd="sng" w="19050">
                <a:solidFill>
                  <a:schemeClr val="accent2"/>
                </a:solidFill>
                <a:prstDash val="solid"/>
                <a:round/>
                <a:headEnd len="med" w="med" type="none"/>
                <a:tailEnd len="med" w="med" type="none"/>
              </a:ln>
            </p:spPr>
          </p:cxnSp>
          <p:cxnSp>
            <p:nvCxnSpPr>
              <p:cNvPr id="925" name="Google Shape;925;p36"/>
              <p:cNvCxnSpPr/>
              <p:nvPr/>
            </p:nvCxnSpPr>
            <p:spPr>
              <a:xfrm>
                <a:off x="8600500" y="2853725"/>
                <a:ext cx="542700" cy="0"/>
              </a:xfrm>
              <a:prstGeom prst="straightConnector1">
                <a:avLst/>
              </a:prstGeom>
              <a:noFill/>
              <a:ln cap="rnd" cmpd="sng" w="19050">
                <a:solidFill>
                  <a:schemeClr val="accent2"/>
                </a:solidFill>
                <a:prstDash val="solid"/>
                <a:round/>
                <a:headEnd len="med" w="med" type="none"/>
                <a:tailEnd len="med" w="med" type="none"/>
              </a:ln>
            </p:spPr>
          </p:cxnSp>
          <p:cxnSp>
            <p:nvCxnSpPr>
              <p:cNvPr id="926" name="Google Shape;926;p36"/>
              <p:cNvCxnSpPr/>
              <p:nvPr/>
            </p:nvCxnSpPr>
            <p:spPr>
              <a:xfrm>
                <a:off x="8714925" y="3398675"/>
                <a:ext cx="428400" cy="0"/>
              </a:xfrm>
              <a:prstGeom prst="straightConnector1">
                <a:avLst/>
              </a:prstGeom>
              <a:noFill/>
              <a:ln cap="rnd" cmpd="sng" w="19050">
                <a:solidFill>
                  <a:schemeClr val="accent2"/>
                </a:solidFill>
                <a:prstDash val="solid"/>
                <a:round/>
                <a:headEnd len="med" w="med" type="none"/>
                <a:tailEnd len="med" w="med" type="none"/>
              </a:ln>
            </p:spPr>
          </p:cxnSp>
          <p:cxnSp>
            <p:nvCxnSpPr>
              <p:cNvPr id="927" name="Google Shape;927;p36"/>
              <p:cNvCxnSpPr/>
              <p:nvPr/>
            </p:nvCxnSpPr>
            <p:spPr>
              <a:xfrm>
                <a:off x="8857950" y="3943650"/>
                <a:ext cx="285000" cy="0"/>
              </a:xfrm>
              <a:prstGeom prst="straightConnector1">
                <a:avLst/>
              </a:prstGeom>
              <a:noFill/>
              <a:ln cap="rnd" cmpd="sng" w="19050">
                <a:solidFill>
                  <a:schemeClr val="accent2"/>
                </a:solidFill>
                <a:prstDash val="solid"/>
                <a:round/>
                <a:headEnd len="med" w="med" type="none"/>
                <a:tailEnd len="med" w="med" type="none"/>
              </a:ln>
            </p:spPr>
          </p:cxnSp>
          <p:cxnSp>
            <p:nvCxnSpPr>
              <p:cNvPr id="928" name="Google Shape;928;p36"/>
              <p:cNvCxnSpPr/>
              <p:nvPr/>
            </p:nvCxnSpPr>
            <p:spPr>
              <a:xfrm>
                <a:off x="8043744" y="673826"/>
                <a:ext cx="1100400" cy="0"/>
              </a:xfrm>
              <a:prstGeom prst="straightConnector1">
                <a:avLst/>
              </a:prstGeom>
              <a:noFill/>
              <a:ln cap="rnd" cmpd="sng" w="19050">
                <a:solidFill>
                  <a:schemeClr val="accent2"/>
                </a:solidFill>
                <a:prstDash val="solid"/>
                <a:round/>
                <a:headEnd len="med" w="med" type="none"/>
                <a:tailEnd len="med" w="med" type="none"/>
              </a:ln>
            </p:spPr>
          </p:cxnSp>
          <p:cxnSp>
            <p:nvCxnSpPr>
              <p:cNvPr id="929" name="Google Shape;929;p36"/>
              <p:cNvCxnSpPr/>
              <p:nvPr/>
            </p:nvCxnSpPr>
            <p:spPr>
              <a:xfrm>
                <a:off x="7904450" y="128850"/>
                <a:ext cx="1238700" cy="0"/>
              </a:xfrm>
              <a:prstGeom prst="straightConnector1">
                <a:avLst/>
              </a:prstGeom>
              <a:noFill/>
              <a:ln cap="rnd" cmpd="sng" w="19050">
                <a:solidFill>
                  <a:schemeClr val="accent2"/>
                </a:solidFill>
                <a:prstDash val="solid"/>
                <a:round/>
                <a:headEnd len="med" w="med" type="none"/>
                <a:tailEnd len="med" w="med" type="none"/>
              </a:ln>
            </p:spPr>
          </p:cxnSp>
          <p:cxnSp>
            <p:nvCxnSpPr>
              <p:cNvPr id="930" name="Google Shape;930;p36"/>
              <p:cNvCxnSpPr/>
              <p:nvPr/>
            </p:nvCxnSpPr>
            <p:spPr>
              <a:xfrm>
                <a:off x="8861340" y="9535"/>
                <a:ext cx="0" cy="4014300"/>
              </a:xfrm>
              <a:prstGeom prst="straightConnector1">
                <a:avLst/>
              </a:prstGeom>
              <a:noFill/>
              <a:ln cap="rnd" cmpd="sng" w="19050">
                <a:solidFill>
                  <a:schemeClr val="accent2"/>
                </a:solidFill>
                <a:prstDash val="solid"/>
                <a:round/>
                <a:headEnd len="med" w="med" type="none"/>
                <a:tailEnd len="med" w="med" type="none"/>
              </a:ln>
            </p:spPr>
          </p:cxnSp>
          <p:cxnSp>
            <p:nvCxnSpPr>
              <p:cNvPr id="931" name="Google Shape;931;p36"/>
              <p:cNvCxnSpPr/>
              <p:nvPr/>
            </p:nvCxnSpPr>
            <p:spPr>
              <a:xfrm>
                <a:off x="8316365" y="9535"/>
                <a:ext cx="0" cy="1773600"/>
              </a:xfrm>
              <a:prstGeom prst="straightConnector1">
                <a:avLst/>
              </a:prstGeom>
              <a:noFill/>
              <a:ln cap="rnd" cmpd="sng" w="19050">
                <a:solidFill>
                  <a:schemeClr val="accent2"/>
                </a:solidFill>
                <a:prstDash val="solid"/>
                <a:round/>
                <a:headEnd len="med" w="med" type="none"/>
                <a:tailEnd len="med" w="med" type="none"/>
              </a:ln>
            </p:spPr>
          </p:cxnSp>
        </p:grpSp>
      </p:grpSp>
      <p:sp>
        <p:nvSpPr>
          <p:cNvPr id="932" name="Google Shape;932;p36"/>
          <p:cNvSpPr/>
          <p:nvPr/>
        </p:nvSpPr>
        <p:spPr>
          <a:xfrm>
            <a:off x="5177850" y="2858000"/>
            <a:ext cx="3966144" cy="2285499"/>
          </a:xfrm>
          <a:custGeom>
            <a:rect b="b" l="l" r="r" t="t"/>
            <a:pathLst>
              <a:path extrusionOk="0" h="120575" w="209240">
                <a:moveTo>
                  <a:pt x="0" y="120446"/>
                </a:moveTo>
                <a:lnTo>
                  <a:pt x="209240" y="0"/>
                </a:lnTo>
                <a:lnTo>
                  <a:pt x="209240" y="70819"/>
                </a:lnTo>
                <a:lnTo>
                  <a:pt x="90481" y="120575"/>
                </a:lnTo>
                <a:close/>
              </a:path>
            </a:pathLst>
          </a:custGeom>
          <a:solidFill>
            <a:srgbClr val="FCF7BD"/>
          </a:solidFill>
          <a:ln>
            <a:noFill/>
          </a:ln>
        </p:spPr>
      </p:sp>
      <p:grpSp>
        <p:nvGrpSpPr>
          <p:cNvPr id="933" name="Google Shape;933;p36"/>
          <p:cNvGrpSpPr/>
          <p:nvPr/>
        </p:nvGrpSpPr>
        <p:grpSpPr>
          <a:xfrm rot="-1153110">
            <a:off x="229439" y="193282"/>
            <a:ext cx="499595" cy="763501"/>
            <a:chOff x="1613275" y="1235350"/>
            <a:chExt cx="389975" cy="595975"/>
          </a:xfrm>
        </p:grpSpPr>
        <p:sp>
          <p:nvSpPr>
            <p:cNvPr id="934" name="Google Shape;934;p36"/>
            <p:cNvSpPr/>
            <p:nvPr/>
          </p:nvSpPr>
          <p:spPr>
            <a:xfrm>
              <a:off x="1614775" y="1607150"/>
              <a:ext cx="386600" cy="198275"/>
            </a:xfrm>
            <a:custGeom>
              <a:rect b="b" l="l" r="r" t="t"/>
              <a:pathLst>
                <a:path extrusionOk="0" h="7931" w="15464">
                  <a:moveTo>
                    <a:pt x="14622" y="1"/>
                  </a:moveTo>
                  <a:cubicBezTo>
                    <a:pt x="14610" y="1"/>
                    <a:pt x="14598" y="1"/>
                    <a:pt x="14586" y="1"/>
                  </a:cubicBezTo>
                  <a:lnTo>
                    <a:pt x="786" y="549"/>
                  </a:lnTo>
                  <a:cubicBezTo>
                    <a:pt x="310" y="573"/>
                    <a:pt x="0" y="1037"/>
                    <a:pt x="155" y="1490"/>
                  </a:cubicBezTo>
                  <a:lnTo>
                    <a:pt x="2513" y="7931"/>
                  </a:lnTo>
                  <a:lnTo>
                    <a:pt x="13609" y="7490"/>
                  </a:lnTo>
                  <a:lnTo>
                    <a:pt x="15336" y="930"/>
                  </a:lnTo>
                  <a:cubicBezTo>
                    <a:pt x="15463" y="454"/>
                    <a:pt x="15104" y="1"/>
                    <a:pt x="14622" y="1"/>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6"/>
            <p:cNvSpPr/>
            <p:nvPr/>
          </p:nvSpPr>
          <p:spPr>
            <a:xfrm>
              <a:off x="1697825" y="1390475"/>
              <a:ext cx="73825" cy="414075"/>
            </a:xfrm>
            <a:custGeom>
              <a:rect b="b" l="l" r="r" t="t"/>
              <a:pathLst>
                <a:path extrusionOk="0" h="16563" w="2953">
                  <a:moveTo>
                    <a:pt x="2084" y="1"/>
                  </a:moveTo>
                  <a:lnTo>
                    <a:pt x="2048" y="215"/>
                  </a:lnTo>
                  <a:lnTo>
                    <a:pt x="2024" y="417"/>
                  </a:lnTo>
                  <a:lnTo>
                    <a:pt x="0" y="16562"/>
                  </a:lnTo>
                  <a:lnTo>
                    <a:pt x="941" y="16527"/>
                  </a:lnTo>
                  <a:lnTo>
                    <a:pt x="2905" y="822"/>
                  </a:lnTo>
                  <a:lnTo>
                    <a:pt x="2929" y="632"/>
                  </a:lnTo>
                  <a:lnTo>
                    <a:pt x="2953" y="441"/>
                  </a:lnTo>
                  <a:cubicBezTo>
                    <a:pt x="2905" y="429"/>
                    <a:pt x="2870" y="417"/>
                    <a:pt x="2822" y="394"/>
                  </a:cubicBezTo>
                  <a:lnTo>
                    <a:pt x="2798" y="584"/>
                  </a:lnTo>
                  <a:lnTo>
                    <a:pt x="2774" y="775"/>
                  </a:lnTo>
                  <a:lnTo>
                    <a:pt x="822" y="16396"/>
                  </a:lnTo>
                  <a:lnTo>
                    <a:pt x="155" y="16419"/>
                  </a:lnTo>
                  <a:lnTo>
                    <a:pt x="2155" y="489"/>
                  </a:lnTo>
                  <a:lnTo>
                    <a:pt x="2179" y="298"/>
                  </a:lnTo>
                  <a:lnTo>
                    <a:pt x="2203" y="84"/>
                  </a:lnTo>
                  <a:cubicBezTo>
                    <a:pt x="2155" y="60"/>
                    <a:pt x="2120" y="36"/>
                    <a:pt x="2084" y="1"/>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6"/>
            <p:cNvSpPr/>
            <p:nvPr/>
          </p:nvSpPr>
          <p:spPr>
            <a:xfrm>
              <a:off x="1765675" y="1381850"/>
              <a:ext cx="8675" cy="4200"/>
            </a:xfrm>
            <a:custGeom>
              <a:rect b="b" l="l" r="r" t="t"/>
              <a:pathLst>
                <a:path extrusionOk="0" h="168" w="347">
                  <a:moveTo>
                    <a:pt x="346" y="0"/>
                  </a:moveTo>
                  <a:lnTo>
                    <a:pt x="287" y="12"/>
                  </a:lnTo>
                  <a:lnTo>
                    <a:pt x="1" y="24"/>
                  </a:lnTo>
                  <a:cubicBezTo>
                    <a:pt x="108" y="72"/>
                    <a:pt x="215" y="119"/>
                    <a:pt x="322" y="167"/>
                  </a:cubicBezTo>
                  <a:lnTo>
                    <a:pt x="346" y="24"/>
                  </a:lnTo>
                  <a:lnTo>
                    <a:pt x="346" y="0"/>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6"/>
            <p:cNvSpPr/>
            <p:nvPr/>
          </p:nvSpPr>
          <p:spPr>
            <a:xfrm>
              <a:off x="1822250" y="1379775"/>
              <a:ext cx="8650" cy="4175"/>
            </a:xfrm>
            <a:custGeom>
              <a:rect b="b" l="l" r="r" t="t"/>
              <a:pathLst>
                <a:path extrusionOk="0" h="167" w="346">
                  <a:moveTo>
                    <a:pt x="345" y="0"/>
                  </a:moveTo>
                  <a:lnTo>
                    <a:pt x="0" y="12"/>
                  </a:lnTo>
                  <a:lnTo>
                    <a:pt x="12" y="36"/>
                  </a:lnTo>
                  <a:lnTo>
                    <a:pt x="36" y="167"/>
                  </a:lnTo>
                  <a:cubicBezTo>
                    <a:pt x="143" y="119"/>
                    <a:pt x="238" y="60"/>
                    <a:pt x="345" y="0"/>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6"/>
            <p:cNvSpPr/>
            <p:nvPr/>
          </p:nvSpPr>
          <p:spPr>
            <a:xfrm>
              <a:off x="1826400" y="1386600"/>
              <a:ext cx="105700" cy="409600"/>
            </a:xfrm>
            <a:custGeom>
              <a:rect b="b" l="l" r="r" t="t"/>
              <a:pathLst>
                <a:path extrusionOk="0" h="16384" w="4228">
                  <a:moveTo>
                    <a:pt x="834" y="1"/>
                  </a:moveTo>
                  <a:cubicBezTo>
                    <a:pt x="798" y="37"/>
                    <a:pt x="763" y="60"/>
                    <a:pt x="715" y="96"/>
                  </a:cubicBezTo>
                  <a:lnTo>
                    <a:pt x="763" y="299"/>
                  </a:lnTo>
                  <a:lnTo>
                    <a:pt x="798" y="489"/>
                  </a:lnTo>
                  <a:lnTo>
                    <a:pt x="4061" y="16217"/>
                  </a:lnTo>
                  <a:lnTo>
                    <a:pt x="3394" y="16241"/>
                  </a:lnTo>
                  <a:lnTo>
                    <a:pt x="203" y="822"/>
                  </a:lnTo>
                  <a:lnTo>
                    <a:pt x="167" y="644"/>
                  </a:lnTo>
                  <a:lnTo>
                    <a:pt x="132" y="453"/>
                  </a:lnTo>
                  <a:cubicBezTo>
                    <a:pt x="84" y="477"/>
                    <a:pt x="36" y="489"/>
                    <a:pt x="1" y="513"/>
                  </a:cubicBezTo>
                  <a:lnTo>
                    <a:pt x="36" y="691"/>
                  </a:lnTo>
                  <a:lnTo>
                    <a:pt x="72" y="882"/>
                  </a:lnTo>
                  <a:lnTo>
                    <a:pt x="3287" y="16384"/>
                  </a:lnTo>
                  <a:lnTo>
                    <a:pt x="4227" y="16348"/>
                  </a:lnTo>
                  <a:lnTo>
                    <a:pt x="4227" y="16336"/>
                  </a:lnTo>
                  <a:lnTo>
                    <a:pt x="918" y="406"/>
                  </a:lnTo>
                  <a:lnTo>
                    <a:pt x="882" y="203"/>
                  </a:lnTo>
                  <a:lnTo>
                    <a:pt x="834" y="1"/>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6"/>
            <p:cNvSpPr/>
            <p:nvPr/>
          </p:nvSpPr>
          <p:spPr>
            <a:xfrm>
              <a:off x="1613275" y="1235350"/>
              <a:ext cx="389975" cy="595975"/>
            </a:xfrm>
            <a:custGeom>
              <a:rect b="b" l="l" r="r" t="t"/>
              <a:pathLst>
                <a:path extrusionOk="0" h="23839" w="15599">
                  <a:moveTo>
                    <a:pt x="8466" y="6980"/>
                  </a:moveTo>
                  <a:lnTo>
                    <a:pt x="10109" y="14909"/>
                  </a:lnTo>
                  <a:lnTo>
                    <a:pt x="5418" y="15100"/>
                  </a:lnTo>
                  <a:lnTo>
                    <a:pt x="5418" y="15100"/>
                  </a:lnTo>
                  <a:lnTo>
                    <a:pt x="6418" y="7063"/>
                  </a:lnTo>
                  <a:cubicBezTo>
                    <a:pt x="6710" y="7136"/>
                    <a:pt x="7011" y="7172"/>
                    <a:pt x="7321" y="7172"/>
                  </a:cubicBezTo>
                  <a:cubicBezTo>
                    <a:pt x="7365" y="7172"/>
                    <a:pt x="7410" y="7172"/>
                    <a:pt x="7454" y="7170"/>
                  </a:cubicBezTo>
                  <a:cubicBezTo>
                    <a:pt x="7799" y="7158"/>
                    <a:pt x="8145" y="7087"/>
                    <a:pt x="8466" y="6980"/>
                  </a:cubicBezTo>
                  <a:close/>
                  <a:moveTo>
                    <a:pt x="7312" y="381"/>
                  </a:moveTo>
                  <a:cubicBezTo>
                    <a:pt x="9028" y="381"/>
                    <a:pt x="10456" y="1737"/>
                    <a:pt x="10514" y="3455"/>
                  </a:cubicBezTo>
                  <a:cubicBezTo>
                    <a:pt x="10562" y="4432"/>
                    <a:pt x="10157" y="5325"/>
                    <a:pt x="9478" y="5944"/>
                  </a:cubicBezTo>
                  <a:cubicBezTo>
                    <a:pt x="9443" y="5979"/>
                    <a:pt x="9407" y="6015"/>
                    <a:pt x="9359" y="6051"/>
                  </a:cubicBezTo>
                  <a:cubicBezTo>
                    <a:pt x="9323" y="6087"/>
                    <a:pt x="9288" y="6122"/>
                    <a:pt x="9240" y="6146"/>
                  </a:cubicBezTo>
                  <a:lnTo>
                    <a:pt x="9288" y="6349"/>
                  </a:lnTo>
                  <a:lnTo>
                    <a:pt x="9323" y="6551"/>
                  </a:lnTo>
                  <a:lnTo>
                    <a:pt x="11050" y="14873"/>
                  </a:lnTo>
                  <a:lnTo>
                    <a:pt x="10395" y="14909"/>
                  </a:lnTo>
                  <a:lnTo>
                    <a:pt x="8728" y="6872"/>
                  </a:lnTo>
                  <a:lnTo>
                    <a:pt x="8692" y="6694"/>
                  </a:lnTo>
                  <a:lnTo>
                    <a:pt x="8657" y="6503"/>
                  </a:lnTo>
                  <a:cubicBezTo>
                    <a:pt x="8609" y="6527"/>
                    <a:pt x="8561" y="6539"/>
                    <a:pt x="8526" y="6563"/>
                  </a:cubicBezTo>
                  <a:cubicBezTo>
                    <a:pt x="8478" y="6575"/>
                    <a:pt x="8442" y="6599"/>
                    <a:pt x="8395" y="6610"/>
                  </a:cubicBezTo>
                  <a:cubicBezTo>
                    <a:pt x="8097" y="6718"/>
                    <a:pt x="7776" y="6777"/>
                    <a:pt x="7442" y="6789"/>
                  </a:cubicBezTo>
                  <a:cubicBezTo>
                    <a:pt x="7384" y="6793"/>
                    <a:pt x="7326" y="6795"/>
                    <a:pt x="7269" y="6795"/>
                  </a:cubicBezTo>
                  <a:cubicBezTo>
                    <a:pt x="6997" y="6795"/>
                    <a:pt x="6733" y="6751"/>
                    <a:pt x="6478" y="6682"/>
                  </a:cubicBezTo>
                  <a:cubicBezTo>
                    <a:pt x="6430" y="6670"/>
                    <a:pt x="6383" y="6658"/>
                    <a:pt x="6347" y="6646"/>
                  </a:cubicBezTo>
                  <a:cubicBezTo>
                    <a:pt x="6299" y="6634"/>
                    <a:pt x="6252" y="6622"/>
                    <a:pt x="6204" y="6599"/>
                  </a:cubicBezTo>
                  <a:lnTo>
                    <a:pt x="6180" y="6789"/>
                  </a:lnTo>
                  <a:lnTo>
                    <a:pt x="6168" y="6980"/>
                  </a:lnTo>
                  <a:lnTo>
                    <a:pt x="5144" y="15112"/>
                  </a:lnTo>
                  <a:lnTo>
                    <a:pt x="4478" y="15147"/>
                  </a:lnTo>
                  <a:lnTo>
                    <a:pt x="5537" y="6694"/>
                  </a:lnTo>
                  <a:lnTo>
                    <a:pt x="5561" y="6503"/>
                  </a:lnTo>
                  <a:lnTo>
                    <a:pt x="5585" y="6289"/>
                  </a:lnTo>
                  <a:cubicBezTo>
                    <a:pt x="5537" y="6265"/>
                    <a:pt x="5502" y="6241"/>
                    <a:pt x="5466" y="6206"/>
                  </a:cubicBezTo>
                  <a:cubicBezTo>
                    <a:pt x="5418" y="6182"/>
                    <a:pt x="5371" y="6146"/>
                    <a:pt x="5335" y="6110"/>
                  </a:cubicBezTo>
                  <a:cubicBezTo>
                    <a:pt x="4621" y="5551"/>
                    <a:pt x="4144" y="4694"/>
                    <a:pt x="4109" y="3717"/>
                  </a:cubicBezTo>
                  <a:cubicBezTo>
                    <a:pt x="4037" y="1943"/>
                    <a:pt x="5418" y="455"/>
                    <a:pt x="7180" y="384"/>
                  </a:cubicBezTo>
                  <a:cubicBezTo>
                    <a:pt x="7224" y="382"/>
                    <a:pt x="7268" y="381"/>
                    <a:pt x="7312" y="381"/>
                  </a:cubicBezTo>
                  <a:close/>
                  <a:moveTo>
                    <a:pt x="14657" y="15004"/>
                  </a:moveTo>
                  <a:cubicBezTo>
                    <a:pt x="14848" y="15004"/>
                    <a:pt x="15027" y="15076"/>
                    <a:pt x="15146" y="15231"/>
                  </a:cubicBezTo>
                  <a:cubicBezTo>
                    <a:pt x="15265" y="15385"/>
                    <a:pt x="15312" y="15576"/>
                    <a:pt x="15265" y="15766"/>
                  </a:cubicBezTo>
                  <a:lnTo>
                    <a:pt x="13562" y="22220"/>
                  </a:lnTo>
                  <a:lnTo>
                    <a:pt x="12860" y="22255"/>
                  </a:lnTo>
                  <a:lnTo>
                    <a:pt x="11383" y="15135"/>
                  </a:lnTo>
                  <a:lnTo>
                    <a:pt x="14657" y="15004"/>
                  </a:lnTo>
                  <a:close/>
                  <a:moveTo>
                    <a:pt x="11109" y="15147"/>
                  </a:moveTo>
                  <a:lnTo>
                    <a:pt x="12586" y="22267"/>
                  </a:lnTo>
                  <a:lnTo>
                    <a:pt x="11919" y="22291"/>
                  </a:lnTo>
                  <a:lnTo>
                    <a:pt x="10443" y="15171"/>
                  </a:lnTo>
                  <a:lnTo>
                    <a:pt x="11109" y="15147"/>
                  </a:lnTo>
                  <a:close/>
                  <a:moveTo>
                    <a:pt x="10169" y="15183"/>
                  </a:moveTo>
                  <a:lnTo>
                    <a:pt x="11645" y="22303"/>
                  </a:lnTo>
                  <a:lnTo>
                    <a:pt x="4478" y="22589"/>
                  </a:lnTo>
                  <a:lnTo>
                    <a:pt x="5383" y="15373"/>
                  </a:lnTo>
                  <a:lnTo>
                    <a:pt x="10169" y="15183"/>
                  </a:lnTo>
                  <a:close/>
                  <a:moveTo>
                    <a:pt x="5109" y="15385"/>
                  </a:moveTo>
                  <a:lnTo>
                    <a:pt x="4204" y="22601"/>
                  </a:lnTo>
                  <a:lnTo>
                    <a:pt x="3537" y="22624"/>
                  </a:lnTo>
                  <a:lnTo>
                    <a:pt x="4442" y="15409"/>
                  </a:lnTo>
                  <a:lnTo>
                    <a:pt x="5109" y="15385"/>
                  </a:lnTo>
                  <a:close/>
                  <a:moveTo>
                    <a:pt x="4168" y="15421"/>
                  </a:moveTo>
                  <a:lnTo>
                    <a:pt x="3263" y="22636"/>
                  </a:lnTo>
                  <a:lnTo>
                    <a:pt x="2668" y="22660"/>
                  </a:lnTo>
                  <a:lnTo>
                    <a:pt x="346" y="16314"/>
                  </a:lnTo>
                  <a:cubicBezTo>
                    <a:pt x="287" y="16135"/>
                    <a:pt x="310" y="15957"/>
                    <a:pt x="406" y="15802"/>
                  </a:cubicBezTo>
                  <a:cubicBezTo>
                    <a:pt x="513" y="15659"/>
                    <a:pt x="668" y="15564"/>
                    <a:pt x="846" y="15564"/>
                  </a:cubicBezTo>
                  <a:lnTo>
                    <a:pt x="4168" y="15421"/>
                  </a:lnTo>
                  <a:close/>
                  <a:moveTo>
                    <a:pt x="14515" y="22458"/>
                  </a:moveTo>
                  <a:lnTo>
                    <a:pt x="14538" y="23053"/>
                  </a:lnTo>
                  <a:lnTo>
                    <a:pt x="1918" y="23553"/>
                  </a:lnTo>
                  <a:lnTo>
                    <a:pt x="1894" y="22958"/>
                  </a:lnTo>
                  <a:lnTo>
                    <a:pt x="2477" y="22934"/>
                  </a:lnTo>
                  <a:lnTo>
                    <a:pt x="13776" y="22493"/>
                  </a:lnTo>
                  <a:lnTo>
                    <a:pt x="14515" y="22458"/>
                  </a:lnTo>
                  <a:close/>
                  <a:moveTo>
                    <a:pt x="7300" y="0"/>
                  </a:moveTo>
                  <a:cubicBezTo>
                    <a:pt x="7256" y="0"/>
                    <a:pt x="7212" y="1"/>
                    <a:pt x="7168" y="3"/>
                  </a:cubicBezTo>
                  <a:cubicBezTo>
                    <a:pt x="5192" y="86"/>
                    <a:pt x="3644" y="1753"/>
                    <a:pt x="3728" y="3729"/>
                  </a:cubicBezTo>
                  <a:cubicBezTo>
                    <a:pt x="3775" y="4908"/>
                    <a:pt x="4382" y="5920"/>
                    <a:pt x="5275" y="6539"/>
                  </a:cubicBezTo>
                  <a:lnTo>
                    <a:pt x="4192" y="15147"/>
                  </a:lnTo>
                  <a:lnTo>
                    <a:pt x="834" y="15290"/>
                  </a:lnTo>
                  <a:cubicBezTo>
                    <a:pt x="572" y="15290"/>
                    <a:pt x="334" y="15433"/>
                    <a:pt x="179" y="15659"/>
                  </a:cubicBezTo>
                  <a:cubicBezTo>
                    <a:pt x="25" y="15874"/>
                    <a:pt x="1" y="16147"/>
                    <a:pt x="84" y="16409"/>
                  </a:cubicBezTo>
                  <a:lnTo>
                    <a:pt x="2370" y="22672"/>
                  </a:lnTo>
                  <a:lnTo>
                    <a:pt x="1608" y="22696"/>
                  </a:lnTo>
                  <a:lnTo>
                    <a:pt x="1656" y="23839"/>
                  </a:lnTo>
                  <a:lnTo>
                    <a:pt x="14824" y="23315"/>
                  </a:lnTo>
                  <a:lnTo>
                    <a:pt x="14777" y="22172"/>
                  </a:lnTo>
                  <a:lnTo>
                    <a:pt x="13848" y="22220"/>
                  </a:lnTo>
                  <a:lnTo>
                    <a:pt x="15527" y="15838"/>
                  </a:lnTo>
                  <a:cubicBezTo>
                    <a:pt x="15598" y="15564"/>
                    <a:pt x="15539" y="15278"/>
                    <a:pt x="15360" y="15064"/>
                  </a:cubicBezTo>
                  <a:cubicBezTo>
                    <a:pt x="15189" y="14859"/>
                    <a:pt x="14941" y="14730"/>
                    <a:pt x="14680" y="14730"/>
                  </a:cubicBezTo>
                  <a:cubicBezTo>
                    <a:pt x="14669" y="14730"/>
                    <a:pt x="14657" y="14730"/>
                    <a:pt x="14646" y="14731"/>
                  </a:cubicBezTo>
                  <a:lnTo>
                    <a:pt x="11324" y="14873"/>
                  </a:lnTo>
                  <a:lnTo>
                    <a:pt x="9562" y="6360"/>
                  </a:lnTo>
                  <a:cubicBezTo>
                    <a:pt x="10407" y="5682"/>
                    <a:pt x="10931" y="4610"/>
                    <a:pt x="10883" y="3443"/>
                  </a:cubicBezTo>
                  <a:cubicBezTo>
                    <a:pt x="10813" y="1511"/>
                    <a:pt x="9207" y="0"/>
                    <a:pt x="7300"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6"/>
            <p:cNvSpPr/>
            <p:nvPr/>
          </p:nvSpPr>
          <p:spPr>
            <a:xfrm>
              <a:off x="1729675" y="1260350"/>
              <a:ext cx="131875" cy="129600"/>
            </a:xfrm>
            <a:custGeom>
              <a:rect b="b" l="l" r="r" t="t"/>
              <a:pathLst>
                <a:path extrusionOk="0" h="5184" w="5275">
                  <a:moveTo>
                    <a:pt x="2648" y="263"/>
                  </a:moveTo>
                  <a:cubicBezTo>
                    <a:pt x="3895" y="263"/>
                    <a:pt x="4919" y="1246"/>
                    <a:pt x="4977" y="2491"/>
                  </a:cubicBezTo>
                  <a:cubicBezTo>
                    <a:pt x="5013" y="3420"/>
                    <a:pt x="4489" y="4253"/>
                    <a:pt x="3715" y="4646"/>
                  </a:cubicBezTo>
                  <a:lnTo>
                    <a:pt x="3548" y="4729"/>
                  </a:lnTo>
                  <a:cubicBezTo>
                    <a:pt x="3298" y="4837"/>
                    <a:pt x="3024" y="4896"/>
                    <a:pt x="2739" y="4908"/>
                  </a:cubicBezTo>
                  <a:cubicBezTo>
                    <a:pt x="2709" y="4909"/>
                    <a:pt x="2680" y="4910"/>
                    <a:pt x="2652" y="4910"/>
                  </a:cubicBezTo>
                  <a:cubicBezTo>
                    <a:pt x="2397" y="4910"/>
                    <a:pt x="2154" y="4864"/>
                    <a:pt x="1929" y="4789"/>
                  </a:cubicBezTo>
                  <a:lnTo>
                    <a:pt x="1762" y="4729"/>
                  </a:lnTo>
                  <a:cubicBezTo>
                    <a:pt x="953" y="4396"/>
                    <a:pt x="369" y="3610"/>
                    <a:pt x="334" y="2682"/>
                  </a:cubicBezTo>
                  <a:cubicBezTo>
                    <a:pt x="274" y="1396"/>
                    <a:pt x="1274" y="324"/>
                    <a:pt x="2560" y="265"/>
                  </a:cubicBezTo>
                  <a:cubicBezTo>
                    <a:pt x="2590" y="263"/>
                    <a:pt x="2619" y="263"/>
                    <a:pt x="2648" y="263"/>
                  </a:cubicBezTo>
                  <a:close/>
                  <a:moveTo>
                    <a:pt x="2658" y="0"/>
                  </a:moveTo>
                  <a:cubicBezTo>
                    <a:pt x="2622" y="0"/>
                    <a:pt x="2585" y="1"/>
                    <a:pt x="2548" y="3"/>
                  </a:cubicBezTo>
                  <a:cubicBezTo>
                    <a:pt x="1119" y="50"/>
                    <a:pt x="0" y="1265"/>
                    <a:pt x="60" y="2693"/>
                  </a:cubicBezTo>
                  <a:cubicBezTo>
                    <a:pt x="95" y="3551"/>
                    <a:pt x="560" y="4301"/>
                    <a:pt x="1227" y="4753"/>
                  </a:cubicBezTo>
                  <a:cubicBezTo>
                    <a:pt x="1298" y="4801"/>
                    <a:pt x="1369" y="4837"/>
                    <a:pt x="1441" y="4884"/>
                  </a:cubicBezTo>
                  <a:cubicBezTo>
                    <a:pt x="1548" y="4932"/>
                    <a:pt x="1655" y="4979"/>
                    <a:pt x="1762" y="5027"/>
                  </a:cubicBezTo>
                  <a:cubicBezTo>
                    <a:pt x="1798" y="5039"/>
                    <a:pt x="1846" y="5051"/>
                    <a:pt x="1893" y="5063"/>
                  </a:cubicBezTo>
                  <a:cubicBezTo>
                    <a:pt x="2139" y="5138"/>
                    <a:pt x="2395" y="5184"/>
                    <a:pt x="2660" y="5184"/>
                  </a:cubicBezTo>
                  <a:cubicBezTo>
                    <a:pt x="2690" y="5184"/>
                    <a:pt x="2720" y="5183"/>
                    <a:pt x="2751" y="5182"/>
                  </a:cubicBezTo>
                  <a:cubicBezTo>
                    <a:pt x="3060" y="5170"/>
                    <a:pt x="3346" y="5099"/>
                    <a:pt x="3608" y="5003"/>
                  </a:cubicBezTo>
                  <a:cubicBezTo>
                    <a:pt x="3655" y="4979"/>
                    <a:pt x="3691" y="4968"/>
                    <a:pt x="3739" y="4944"/>
                  </a:cubicBezTo>
                  <a:cubicBezTo>
                    <a:pt x="3846" y="4896"/>
                    <a:pt x="3941" y="4837"/>
                    <a:pt x="4048" y="4777"/>
                  </a:cubicBezTo>
                  <a:cubicBezTo>
                    <a:pt x="4120" y="4729"/>
                    <a:pt x="4179" y="4682"/>
                    <a:pt x="4251" y="4634"/>
                  </a:cubicBezTo>
                  <a:cubicBezTo>
                    <a:pt x="4882" y="4134"/>
                    <a:pt x="5275" y="3348"/>
                    <a:pt x="5239" y="2479"/>
                  </a:cubicBezTo>
                  <a:cubicBezTo>
                    <a:pt x="5193" y="1087"/>
                    <a:pt x="4039" y="0"/>
                    <a:pt x="2658"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6"/>
            <p:cNvSpPr/>
            <p:nvPr/>
          </p:nvSpPr>
          <p:spPr>
            <a:xfrm>
              <a:off x="1701700" y="1247250"/>
              <a:ext cx="225925" cy="556100"/>
            </a:xfrm>
            <a:custGeom>
              <a:rect b="b" l="l" r="r" t="t"/>
              <a:pathLst>
                <a:path extrusionOk="0" h="22244" w="9037">
                  <a:moveTo>
                    <a:pt x="3756" y="609"/>
                  </a:moveTo>
                  <a:cubicBezTo>
                    <a:pt x="5146" y="609"/>
                    <a:pt x="6311" y="1699"/>
                    <a:pt x="6358" y="3098"/>
                  </a:cubicBezTo>
                  <a:cubicBezTo>
                    <a:pt x="6394" y="3968"/>
                    <a:pt x="6001" y="4753"/>
                    <a:pt x="5370" y="5253"/>
                  </a:cubicBezTo>
                  <a:cubicBezTo>
                    <a:pt x="5298" y="5301"/>
                    <a:pt x="5239" y="5349"/>
                    <a:pt x="5167" y="5396"/>
                  </a:cubicBezTo>
                  <a:cubicBezTo>
                    <a:pt x="5060" y="5456"/>
                    <a:pt x="4965" y="5515"/>
                    <a:pt x="4858" y="5563"/>
                  </a:cubicBezTo>
                  <a:cubicBezTo>
                    <a:pt x="4810" y="5587"/>
                    <a:pt x="4774" y="5599"/>
                    <a:pt x="4727" y="5623"/>
                  </a:cubicBezTo>
                  <a:cubicBezTo>
                    <a:pt x="4465" y="5718"/>
                    <a:pt x="4179" y="5789"/>
                    <a:pt x="3870" y="5801"/>
                  </a:cubicBezTo>
                  <a:cubicBezTo>
                    <a:pt x="3839" y="5802"/>
                    <a:pt x="3809" y="5803"/>
                    <a:pt x="3779" y="5803"/>
                  </a:cubicBezTo>
                  <a:cubicBezTo>
                    <a:pt x="3514" y="5803"/>
                    <a:pt x="3258" y="5757"/>
                    <a:pt x="3012" y="5682"/>
                  </a:cubicBezTo>
                  <a:cubicBezTo>
                    <a:pt x="2965" y="5670"/>
                    <a:pt x="2917" y="5658"/>
                    <a:pt x="2881" y="5646"/>
                  </a:cubicBezTo>
                  <a:cubicBezTo>
                    <a:pt x="2774" y="5599"/>
                    <a:pt x="2667" y="5551"/>
                    <a:pt x="2560" y="5503"/>
                  </a:cubicBezTo>
                  <a:cubicBezTo>
                    <a:pt x="2488" y="5456"/>
                    <a:pt x="2417" y="5420"/>
                    <a:pt x="2346" y="5372"/>
                  </a:cubicBezTo>
                  <a:cubicBezTo>
                    <a:pt x="1679" y="4920"/>
                    <a:pt x="1214" y="4170"/>
                    <a:pt x="1179" y="3313"/>
                  </a:cubicBezTo>
                  <a:cubicBezTo>
                    <a:pt x="1119" y="1884"/>
                    <a:pt x="2238" y="670"/>
                    <a:pt x="3667" y="610"/>
                  </a:cubicBezTo>
                  <a:cubicBezTo>
                    <a:pt x="3697" y="609"/>
                    <a:pt x="3726" y="609"/>
                    <a:pt x="3756" y="609"/>
                  </a:cubicBezTo>
                  <a:close/>
                  <a:moveTo>
                    <a:pt x="3775" y="0"/>
                  </a:moveTo>
                  <a:cubicBezTo>
                    <a:pt x="3731" y="0"/>
                    <a:pt x="3687" y="1"/>
                    <a:pt x="3643" y="3"/>
                  </a:cubicBezTo>
                  <a:cubicBezTo>
                    <a:pt x="1869" y="74"/>
                    <a:pt x="488" y="1562"/>
                    <a:pt x="560" y="3337"/>
                  </a:cubicBezTo>
                  <a:cubicBezTo>
                    <a:pt x="607" y="4313"/>
                    <a:pt x="1072" y="5170"/>
                    <a:pt x="1798" y="5730"/>
                  </a:cubicBezTo>
                  <a:cubicBezTo>
                    <a:pt x="1834" y="5765"/>
                    <a:pt x="1881" y="5801"/>
                    <a:pt x="1917" y="5825"/>
                  </a:cubicBezTo>
                  <a:cubicBezTo>
                    <a:pt x="1965" y="5861"/>
                    <a:pt x="2000" y="5884"/>
                    <a:pt x="2048" y="5908"/>
                  </a:cubicBezTo>
                  <a:lnTo>
                    <a:pt x="2024" y="6123"/>
                  </a:lnTo>
                  <a:lnTo>
                    <a:pt x="1988" y="6313"/>
                  </a:lnTo>
                  <a:lnTo>
                    <a:pt x="0" y="22244"/>
                  </a:lnTo>
                  <a:lnTo>
                    <a:pt x="655" y="22220"/>
                  </a:lnTo>
                  <a:lnTo>
                    <a:pt x="2619" y="6599"/>
                  </a:lnTo>
                  <a:lnTo>
                    <a:pt x="2643" y="6408"/>
                  </a:lnTo>
                  <a:lnTo>
                    <a:pt x="2667" y="6218"/>
                  </a:lnTo>
                  <a:cubicBezTo>
                    <a:pt x="2703" y="6242"/>
                    <a:pt x="2750" y="6254"/>
                    <a:pt x="2798" y="6265"/>
                  </a:cubicBezTo>
                  <a:cubicBezTo>
                    <a:pt x="2846" y="6277"/>
                    <a:pt x="2881" y="6289"/>
                    <a:pt x="2929" y="6301"/>
                  </a:cubicBezTo>
                  <a:cubicBezTo>
                    <a:pt x="3185" y="6370"/>
                    <a:pt x="3448" y="6414"/>
                    <a:pt x="3720" y="6414"/>
                  </a:cubicBezTo>
                  <a:cubicBezTo>
                    <a:pt x="3778" y="6414"/>
                    <a:pt x="3835" y="6412"/>
                    <a:pt x="3893" y="6408"/>
                  </a:cubicBezTo>
                  <a:cubicBezTo>
                    <a:pt x="4227" y="6396"/>
                    <a:pt x="4548" y="6337"/>
                    <a:pt x="4846" y="6230"/>
                  </a:cubicBezTo>
                  <a:cubicBezTo>
                    <a:pt x="4894" y="6218"/>
                    <a:pt x="4941" y="6194"/>
                    <a:pt x="4977" y="6182"/>
                  </a:cubicBezTo>
                  <a:cubicBezTo>
                    <a:pt x="5024" y="6158"/>
                    <a:pt x="5060" y="6146"/>
                    <a:pt x="5108" y="6123"/>
                  </a:cubicBezTo>
                  <a:lnTo>
                    <a:pt x="5144" y="6313"/>
                  </a:lnTo>
                  <a:lnTo>
                    <a:pt x="5179" y="6492"/>
                  </a:lnTo>
                  <a:lnTo>
                    <a:pt x="8382" y="21910"/>
                  </a:lnTo>
                  <a:lnTo>
                    <a:pt x="9037" y="21875"/>
                  </a:lnTo>
                  <a:lnTo>
                    <a:pt x="5786" y="6158"/>
                  </a:lnTo>
                  <a:lnTo>
                    <a:pt x="5786" y="6170"/>
                  </a:lnTo>
                  <a:lnTo>
                    <a:pt x="5751" y="5968"/>
                  </a:lnTo>
                  <a:lnTo>
                    <a:pt x="5703" y="5765"/>
                  </a:lnTo>
                  <a:cubicBezTo>
                    <a:pt x="5751" y="5730"/>
                    <a:pt x="5786" y="5706"/>
                    <a:pt x="5822" y="5670"/>
                  </a:cubicBezTo>
                  <a:cubicBezTo>
                    <a:pt x="5870" y="5634"/>
                    <a:pt x="5906" y="5599"/>
                    <a:pt x="5941" y="5563"/>
                  </a:cubicBezTo>
                  <a:cubicBezTo>
                    <a:pt x="6620" y="4944"/>
                    <a:pt x="7025" y="4051"/>
                    <a:pt x="6977" y="3075"/>
                  </a:cubicBezTo>
                  <a:cubicBezTo>
                    <a:pt x="6907" y="1356"/>
                    <a:pt x="5490" y="0"/>
                    <a:pt x="37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2" name="Google Shape;942;p36"/>
          <p:cNvGrpSpPr/>
          <p:nvPr/>
        </p:nvGrpSpPr>
        <p:grpSpPr>
          <a:xfrm rot="2017757">
            <a:off x="435999" y="1055561"/>
            <a:ext cx="499600" cy="763509"/>
            <a:chOff x="1613275" y="1235350"/>
            <a:chExt cx="389975" cy="595975"/>
          </a:xfrm>
        </p:grpSpPr>
        <p:sp>
          <p:nvSpPr>
            <p:cNvPr id="943" name="Google Shape;943;p36"/>
            <p:cNvSpPr/>
            <p:nvPr/>
          </p:nvSpPr>
          <p:spPr>
            <a:xfrm>
              <a:off x="1614775" y="1607150"/>
              <a:ext cx="386600" cy="198275"/>
            </a:xfrm>
            <a:custGeom>
              <a:rect b="b" l="l" r="r" t="t"/>
              <a:pathLst>
                <a:path extrusionOk="0" h="7931" w="15464">
                  <a:moveTo>
                    <a:pt x="14622" y="1"/>
                  </a:moveTo>
                  <a:cubicBezTo>
                    <a:pt x="14610" y="1"/>
                    <a:pt x="14598" y="1"/>
                    <a:pt x="14586" y="1"/>
                  </a:cubicBezTo>
                  <a:lnTo>
                    <a:pt x="786" y="549"/>
                  </a:lnTo>
                  <a:cubicBezTo>
                    <a:pt x="310" y="573"/>
                    <a:pt x="0" y="1037"/>
                    <a:pt x="155" y="1490"/>
                  </a:cubicBezTo>
                  <a:lnTo>
                    <a:pt x="2513" y="7931"/>
                  </a:lnTo>
                  <a:lnTo>
                    <a:pt x="13609" y="7490"/>
                  </a:lnTo>
                  <a:lnTo>
                    <a:pt x="15336" y="930"/>
                  </a:lnTo>
                  <a:cubicBezTo>
                    <a:pt x="15463" y="454"/>
                    <a:pt x="15104" y="1"/>
                    <a:pt x="14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6"/>
            <p:cNvSpPr/>
            <p:nvPr/>
          </p:nvSpPr>
          <p:spPr>
            <a:xfrm>
              <a:off x="1697825" y="1390475"/>
              <a:ext cx="73825" cy="414075"/>
            </a:xfrm>
            <a:custGeom>
              <a:rect b="b" l="l" r="r" t="t"/>
              <a:pathLst>
                <a:path extrusionOk="0" h="16563" w="2953">
                  <a:moveTo>
                    <a:pt x="2084" y="1"/>
                  </a:moveTo>
                  <a:lnTo>
                    <a:pt x="2048" y="215"/>
                  </a:lnTo>
                  <a:lnTo>
                    <a:pt x="2024" y="417"/>
                  </a:lnTo>
                  <a:lnTo>
                    <a:pt x="0" y="16562"/>
                  </a:lnTo>
                  <a:lnTo>
                    <a:pt x="941" y="16527"/>
                  </a:lnTo>
                  <a:lnTo>
                    <a:pt x="2905" y="822"/>
                  </a:lnTo>
                  <a:lnTo>
                    <a:pt x="2929" y="632"/>
                  </a:lnTo>
                  <a:lnTo>
                    <a:pt x="2953" y="441"/>
                  </a:lnTo>
                  <a:cubicBezTo>
                    <a:pt x="2905" y="429"/>
                    <a:pt x="2870" y="417"/>
                    <a:pt x="2822" y="394"/>
                  </a:cubicBezTo>
                  <a:lnTo>
                    <a:pt x="2798" y="584"/>
                  </a:lnTo>
                  <a:lnTo>
                    <a:pt x="2774" y="775"/>
                  </a:lnTo>
                  <a:lnTo>
                    <a:pt x="822" y="16396"/>
                  </a:lnTo>
                  <a:lnTo>
                    <a:pt x="155" y="16419"/>
                  </a:lnTo>
                  <a:lnTo>
                    <a:pt x="2155" y="489"/>
                  </a:lnTo>
                  <a:lnTo>
                    <a:pt x="2179" y="298"/>
                  </a:lnTo>
                  <a:lnTo>
                    <a:pt x="2203" y="84"/>
                  </a:lnTo>
                  <a:cubicBezTo>
                    <a:pt x="2155" y="60"/>
                    <a:pt x="2120" y="36"/>
                    <a:pt x="2084" y="1"/>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6"/>
            <p:cNvSpPr/>
            <p:nvPr/>
          </p:nvSpPr>
          <p:spPr>
            <a:xfrm>
              <a:off x="1765675" y="1381850"/>
              <a:ext cx="8675" cy="4200"/>
            </a:xfrm>
            <a:custGeom>
              <a:rect b="b" l="l" r="r" t="t"/>
              <a:pathLst>
                <a:path extrusionOk="0" h="168" w="347">
                  <a:moveTo>
                    <a:pt x="346" y="0"/>
                  </a:moveTo>
                  <a:lnTo>
                    <a:pt x="287" y="12"/>
                  </a:lnTo>
                  <a:lnTo>
                    <a:pt x="1" y="24"/>
                  </a:lnTo>
                  <a:cubicBezTo>
                    <a:pt x="108" y="72"/>
                    <a:pt x="215" y="119"/>
                    <a:pt x="322" y="167"/>
                  </a:cubicBezTo>
                  <a:lnTo>
                    <a:pt x="346" y="24"/>
                  </a:lnTo>
                  <a:lnTo>
                    <a:pt x="346" y="0"/>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6"/>
            <p:cNvSpPr/>
            <p:nvPr/>
          </p:nvSpPr>
          <p:spPr>
            <a:xfrm>
              <a:off x="1822250" y="1379775"/>
              <a:ext cx="8650" cy="4175"/>
            </a:xfrm>
            <a:custGeom>
              <a:rect b="b" l="l" r="r" t="t"/>
              <a:pathLst>
                <a:path extrusionOk="0" h="167" w="346">
                  <a:moveTo>
                    <a:pt x="345" y="0"/>
                  </a:moveTo>
                  <a:lnTo>
                    <a:pt x="0" y="12"/>
                  </a:lnTo>
                  <a:lnTo>
                    <a:pt x="12" y="36"/>
                  </a:lnTo>
                  <a:lnTo>
                    <a:pt x="36" y="167"/>
                  </a:lnTo>
                  <a:cubicBezTo>
                    <a:pt x="143" y="119"/>
                    <a:pt x="238" y="60"/>
                    <a:pt x="345" y="0"/>
                  </a:cubicBez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6"/>
            <p:cNvSpPr/>
            <p:nvPr/>
          </p:nvSpPr>
          <p:spPr>
            <a:xfrm>
              <a:off x="1826400" y="1386600"/>
              <a:ext cx="105700" cy="409600"/>
            </a:xfrm>
            <a:custGeom>
              <a:rect b="b" l="l" r="r" t="t"/>
              <a:pathLst>
                <a:path extrusionOk="0" h="16384" w="4228">
                  <a:moveTo>
                    <a:pt x="834" y="1"/>
                  </a:moveTo>
                  <a:cubicBezTo>
                    <a:pt x="798" y="37"/>
                    <a:pt x="763" y="60"/>
                    <a:pt x="715" y="96"/>
                  </a:cubicBezTo>
                  <a:lnTo>
                    <a:pt x="763" y="299"/>
                  </a:lnTo>
                  <a:lnTo>
                    <a:pt x="798" y="489"/>
                  </a:lnTo>
                  <a:lnTo>
                    <a:pt x="4061" y="16217"/>
                  </a:lnTo>
                  <a:lnTo>
                    <a:pt x="3394" y="16241"/>
                  </a:lnTo>
                  <a:lnTo>
                    <a:pt x="203" y="822"/>
                  </a:lnTo>
                  <a:lnTo>
                    <a:pt x="167" y="644"/>
                  </a:lnTo>
                  <a:lnTo>
                    <a:pt x="132" y="453"/>
                  </a:lnTo>
                  <a:cubicBezTo>
                    <a:pt x="84" y="477"/>
                    <a:pt x="36" y="489"/>
                    <a:pt x="1" y="513"/>
                  </a:cubicBezTo>
                  <a:lnTo>
                    <a:pt x="36" y="691"/>
                  </a:lnTo>
                  <a:lnTo>
                    <a:pt x="72" y="882"/>
                  </a:lnTo>
                  <a:lnTo>
                    <a:pt x="3287" y="16384"/>
                  </a:lnTo>
                  <a:lnTo>
                    <a:pt x="4227" y="16348"/>
                  </a:lnTo>
                  <a:lnTo>
                    <a:pt x="4227" y="16336"/>
                  </a:lnTo>
                  <a:lnTo>
                    <a:pt x="918" y="406"/>
                  </a:lnTo>
                  <a:lnTo>
                    <a:pt x="882" y="203"/>
                  </a:lnTo>
                  <a:lnTo>
                    <a:pt x="834" y="1"/>
                  </a:lnTo>
                  <a:close/>
                </a:path>
              </a:pathLst>
            </a:custGeom>
            <a:solidFill>
              <a:srgbClr val="D7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6"/>
            <p:cNvSpPr/>
            <p:nvPr/>
          </p:nvSpPr>
          <p:spPr>
            <a:xfrm>
              <a:off x="1613275" y="1235350"/>
              <a:ext cx="389975" cy="595975"/>
            </a:xfrm>
            <a:custGeom>
              <a:rect b="b" l="l" r="r" t="t"/>
              <a:pathLst>
                <a:path extrusionOk="0" h="23839" w="15599">
                  <a:moveTo>
                    <a:pt x="8466" y="6980"/>
                  </a:moveTo>
                  <a:lnTo>
                    <a:pt x="10109" y="14909"/>
                  </a:lnTo>
                  <a:lnTo>
                    <a:pt x="5418" y="15100"/>
                  </a:lnTo>
                  <a:lnTo>
                    <a:pt x="5418" y="15100"/>
                  </a:lnTo>
                  <a:lnTo>
                    <a:pt x="6418" y="7063"/>
                  </a:lnTo>
                  <a:cubicBezTo>
                    <a:pt x="6710" y="7136"/>
                    <a:pt x="7011" y="7172"/>
                    <a:pt x="7321" y="7172"/>
                  </a:cubicBezTo>
                  <a:cubicBezTo>
                    <a:pt x="7365" y="7172"/>
                    <a:pt x="7410" y="7172"/>
                    <a:pt x="7454" y="7170"/>
                  </a:cubicBezTo>
                  <a:cubicBezTo>
                    <a:pt x="7799" y="7158"/>
                    <a:pt x="8145" y="7087"/>
                    <a:pt x="8466" y="6980"/>
                  </a:cubicBezTo>
                  <a:close/>
                  <a:moveTo>
                    <a:pt x="7312" y="381"/>
                  </a:moveTo>
                  <a:cubicBezTo>
                    <a:pt x="9028" y="381"/>
                    <a:pt x="10456" y="1737"/>
                    <a:pt x="10514" y="3455"/>
                  </a:cubicBezTo>
                  <a:cubicBezTo>
                    <a:pt x="10562" y="4432"/>
                    <a:pt x="10157" y="5325"/>
                    <a:pt x="9478" y="5944"/>
                  </a:cubicBezTo>
                  <a:cubicBezTo>
                    <a:pt x="9443" y="5979"/>
                    <a:pt x="9407" y="6015"/>
                    <a:pt x="9359" y="6051"/>
                  </a:cubicBezTo>
                  <a:cubicBezTo>
                    <a:pt x="9323" y="6087"/>
                    <a:pt x="9288" y="6122"/>
                    <a:pt x="9240" y="6146"/>
                  </a:cubicBezTo>
                  <a:lnTo>
                    <a:pt x="9288" y="6349"/>
                  </a:lnTo>
                  <a:lnTo>
                    <a:pt x="9323" y="6551"/>
                  </a:lnTo>
                  <a:lnTo>
                    <a:pt x="11050" y="14873"/>
                  </a:lnTo>
                  <a:lnTo>
                    <a:pt x="10395" y="14909"/>
                  </a:lnTo>
                  <a:lnTo>
                    <a:pt x="8728" y="6872"/>
                  </a:lnTo>
                  <a:lnTo>
                    <a:pt x="8692" y="6694"/>
                  </a:lnTo>
                  <a:lnTo>
                    <a:pt x="8657" y="6503"/>
                  </a:lnTo>
                  <a:cubicBezTo>
                    <a:pt x="8609" y="6527"/>
                    <a:pt x="8561" y="6539"/>
                    <a:pt x="8526" y="6563"/>
                  </a:cubicBezTo>
                  <a:cubicBezTo>
                    <a:pt x="8478" y="6575"/>
                    <a:pt x="8442" y="6599"/>
                    <a:pt x="8395" y="6610"/>
                  </a:cubicBezTo>
                  <a:cubicBezTo>
                    <a:pt x="8097" y="6718"/>
                    <a:pt x="7776" y="6777"/>
                    <a:pt x="7442" y="6789"/>
                  </a:cubicBezTo>
                  <a:cubicBezTo>
                    <a:pt x="7384" y="6793"/>
                    <a:pt x="7326" y="6795"/>
                    <a:pt x="7269" y="6795"/>
                  </a:cubicBezTo>
                  <a:cubicBezTo>
                    <a:pt x="6997" y="6795"/>
                    <a:pt x="6733" y="6751"/>
                    <a:pt x="6478" y="6682"/>
                  </a:cubicBezTo>
                  <a:cubicBezTo>
                    <a:pt x="6430" y="6670"/>
                    <a:pt x="6383" y="6658"/>
                    <a:pt x="6347" y="6646"/>
                  </a:cubicBezTo>
                  <a:cubicBezTo>
                    <a:pt x="6299" y="6634"/>
                    <a:pt x="6252" y="6622"/>
                    <a:pt x="6204" y="6599"/>
                  </a:cubicBezTo>
                  <a:lnTo>
                    <a:pt x="6180" y="6789"/>
                  </a:lnTo>
                  <a:lnTo>
                    <a:pt x="6168" y="6980"/>
                  </a:lnTo>
                  <a:lnTo>
                    <a:pt x="5144" y="15112"/>
                  </a:lnTo>
                  <a:lnTo>
                    <a:pt x="4478" y="15147"/>
                  </a:lnTo>
                  <a:lnTo>
                    <a:pt x="5537" y="6694"/>
                  </a:lnTo>
                  <a:lnTo>
                    <a:pt x="5561" y="6503"/>
                  </a:lnTo>
                  <a:lnTo>
                    <a:pt x="5585" y="6289"/>
                  </a:lnTo>
                  <a:cubicBezTo>
                    <a:pt x="5537" y="6265"/>
                    <a:pt x="5502" y="6241"/>
                    <a:pt x="5466" y="6206"/>
                  </a:cubicBezTo>
                  <a:cubicBezTo>
                    <a:pt x="5418" y="6182"/>
                    <a:pt x="5371" y="6146"/>
                    <a:pt x="5335" y="6110"/>
                  </a:cubicBezTo>
                  <a:cubicBezTo>
                    <a:pt x="4621" y="5551"/>
                    <a:pt x="4144" y="4694"/>
                    <a:pt x="4109" y="3717"/>
                  </a:cubicBezTo>
                  <a:cubicBezTo>
                    <a:pt x="4037" y="1943"/>
                    <a:pt x="5418" y="455"/>
                    <a:pt x="7180" y="384"/>
                  </a:cubicBezTo>
                  <a:cubicBezTo>
                    <a:pt x="7224" y="382"/>
                    <a:pt x="7268" y="381"/>
                    <a:pt x="7312" y="381"/>
                  </a:cubicBezTo>
                  <a:close/>
                  <a:moveTo>
                    <a:pt x="14657" y="15004"/>
                  </a:moveTo>
                  <a:cubicBezTo>
                    <a:pt x="14848" y="15004"/>
                    <a:pt x="15027" y="15076"/>
                    <a:pt x="15146" y="15231"/>
                  </a:cubicBezTo>
                  <a:cubicBezTo>
                    <a:pt x="15265" y="15385"/>
                    <a:pt x="15312" y="15576"/>
                    <a:pt x="15265" y="15766"/>
                  </a:cubicBezTo>
                  <a:lnTo>
                    <a:pt x="13562" y="22220"/>
                  </a:lnTo>
                  <a:lnTo>
                    <a:pt x="12860" y="22255"/>
                  </a:lnTo>
                  <a:lnTo>
                    <a:pt x="11383" y="15135"/>
                  </a:lnTo>
                  <a:lnTo>
                    <a:pt x="14657" y="15004"/>
                  </a:lnTo>
                  <a:close/>
                  <a:moveTo>
                    <a:pt x="11109" y="15147"/>
                  </a:moveTo>
                  <a:lnTo>
                    <a:pt x="12586" y="22267"/>
                  </a:lnTo>
                  <a:lnTo>
                    <a:pt x="11919" y="22291"/>
                  </a:lnTo>
                  <a:lnTo>
                    <a:pt x="10443" y="15171"/>
                  </a:lnTo>
                  <a:lnTo>
                    <a:pt x="11109" y="15147"/>
                  </a:lnTo>
                  <a:close/>
                  <a:moveTo>
                    <a:pt x="10169" y="15183"/>
                  </a:moveTo>
                  <a:lnTo>
                    <a:pt x="11645" y="22303"/>
                  </a:lnTo>
                  <a:lnTo>
                    <a:pt x="4478" y="22589"/>
                  </a:lnTo>
                  <a:lnTo>
                    <a:pt x="5383" y="15373"/>
                  </a:lnTo>
                  <a:lnTo>
                    <a:pt x="10169" y="15183"/>
                  </a:lnTo>
                  <a:close/>
                  <a:moveTo>
                    <a:pt x="5109" y="15385"/>
                  </a:moveTo>
                  <a:lnTo>
                    <a:pt x="4204" y="22601"/>
                  </a:lnTo>
                  <a:lnTo>
                    <a:pt x="3537" y="22624"/>
                  </a:lnTo>
                  <a:lnTo>
                    <a:pt x="4442" y="15409"/>
                  </a:lnTo>
                  <a:lnTo>
                    <a:pt x="5109" y="15385"/>
                  </a:lnTo>
                  <a:close/>
                  <a:moveTo>
                    <a:pt x="4168" y="15421"/>
                  </a:moveTo>
                  <a:lnTo>
                    <a:pt x="3263" y="22636"/>
                  </a:lnTo>
                  <a:lnTo>
                    <a:pt x="2668" y="22660"/>
                  </a:lnTo>
                  <a:lnTo>
                    <a:pt x="346" y="16314"/>
                  </a:lnTo>
                  <a:cubicBezTo>
                    <a:pt x="287" y="16135"/>
                    <a:pt x="310" y="15957"/>
                    <a:pt x="406" y="15802"/>
                  </a:cubicBezTo>
                  <a:cubicBezTo>
                    <a:pt x="513" y="15659"/>
                    <a:pt x="668" y="15564"/>
                    <a:pt x="846" y="15564"/>
                  </a:cubicBezTo>
                  <a:lnTo>
                    <a:pt x="4168" y="15421"/>
                  </a:lnTo>
                  <a:close/>
                  <a:moveTo>
                    <a:pt x="14515" y="22458"/>
                  </a:moveTo>
                  <a:lnTo>
                    <a:pt x="14538" y="23053"/>
                  </a:lnTo>
                  <a:lnTo>
                    <a:pt x="1918" y="23553"/>
                  </a:lnTo>
                  <a:lnTo>
                    <a:pt x="1894" y="22958"/>
                  </a:lnTo>
                  <a:lnTo>
                    <a:pt x="2477" y="22934"/>
                  </a:lnTo>
                  <a:lnTo>
                    <a:pt x="13776" y="22493"/>
                  </a:lnTo>
                  <a:lnTo>
                    <a:pt x="14515" y="22458"/>
                  </a:lnTo>
                  <a:close/>
                  <a:moveTo>
                    <a:pt x="7300" y="0"/>
                  </a:moveTo>
                  <a:cubicBezTo>
                    <a:pt x="7256" y="0"/>
                    <a:pt x="7212" y="1"/>
                    <a:pt x="7168" y="3"/>
                  </a:cubicBezTo>
                  <a:cubicBezTo>
                    <a:pt x="5192" y="86"/>
                    <a:pt x="3644" y="1753"/>
                    <a:pt x="3728" y="3729"/>
                  </a:cubicBezTo>
                  <a:cubicBezTo>
                    <a:pt x="3775" y="4908"/>
                    <a:pt x="4382" y="5920"/>
                    <a:pt x="5275" y="6539"/>
                  </a:cubicBezTo>
                  <a:lnTo>
                    <a:pt x="4192" y="15147"/>
                  </a:lnTo>
                  <a:lnTo>
                    <a:pt x="834" y="15290"/>
                  </a:lnTo>
                  <a:cubicBezTo>
                    <a:pt x="572" y="15290"/>
                    <a:pt x="334" y="15433"/>
                    <a:pt x="179" y="15659"/>
                  </a:cubicBezTo>
                  <a:cubicBezTo>
                    <a:pt x="25" y="15874"/>
                    <a:pt x="1" y="16147"/>
                    <a:pt x="84" y="16409"/>
                  </a:cubicBezTo>
                  <a:lnTo>
                    <a:pt x="2370" y="22672"/>
                  </a:lnTo>
                  <a:lnTo>
                    <a:pt x="1608" y="22696"/>
                  </a:lnTo>
                  <a:lnTo>
                    <a:pt x="1656" y="23839"/>
                  </a:lnTo>
                  <a:lnTo>
                    <a:pt x="14824" y="23315"/>
                  </a:lnTo>
                  <a:lnTo>
                    <a:pt x="14777" y="22172"/>
                  </a:lnTo>
                  <a:lnTo>
                    <a:pt x="13848" y="22220"/>
                  </a:lnTo>
                  <a:lnTo>
                    <a:pt x="15527" y="15838"/>
                  </a:lnTo>
                  <a:cubicBezTo>
                    <a:pt x="15598" y="15564"/>
                    <a:pt x="15539" y="15278"/>
                    <a:pt x="15360" y="15064"/>
                  </a:cubicBezTo>
                  <a:cubicBezTo>
                    <a:pt x="15189" y="14859"/>
                    <a:pt x="14941" y="14730"/>
                    <a:pt x="14680" y="14730"/>
                  </a:cubicBezTo>
                  <a:cubicBezTo>
                    <a:pt x="14669" y="14730"/>
                    <a:pt x="14657" y="14730"/>
                    <a:pt x="14646" y="14731"/>
                  </a:cubicBezTo>
                  <a:lnTo>
                    <a:pt x="11324" y="14873"/>
                  </a:lnTo>
                  <a:lnTo>
                    <a:pt x="9562" y="6360"/>
                  </a:lnTo>
                  <a:cubicBezTo>
                    <a:pt x="10407" y="5682"/>
                    <a:pt x="10931" y="4610"/>
                    <a:pt x="10883" y="3443"/>
                  </a:cubicBezTo>
                  <a:cubicBezTo>
                    <a:pt x="10813" y="1511"/>
                    <a:pt x="9207" y="0"/>
                    <a:pt x="7300"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6"/>
            <p:cNvSpPr/>
            <p:nvPr/>
          </p:nvSpPr>
          <p:spPr>
            <a:xfrm>
              <a:off x="1729675" y="1260350"/>
              <a:ext cx="131875" cy="129600"/>
            </a:xfrm>
            <a:custGeom>
              <a:rect b="b" l="l" r="r" t="t"/>
              <a:pathLst>
                <a:path extrusionOk="0" h="5184" w="5275">
                  <a:moveTo>
                    <a:pt x="2648" y="263"/>
                  </a:moveTo>
                  <a:cubicBezTo>
                    <a:pt x="3895" y="263"/>
                    <a:pt x="4919" y="1246"/>
                    <a:pt x="4977" y="2491"/>
                  </a:cubicBezTo>
                  <a:cubicBezTo>
                    <a:pt x="5013" y="3420"/>
                    <a:pt x="4489" y="4253"/>
                    <a:pt x="3715" y="4646"/>
                  </a:cubicBezTo>
                  <a:lnTo>
                    <a:pt x="3548" y="4729"/>
                  </a:lnTo>
                  <a:cubicBezTo>
                    <a:pt x="3298" y="4837"/>
                    <a:pt x="3024" y="4896"/>
                    <a:pt x="2739" y="4908"/>
                  </a:cubicBezTo>
                  <a:cubicBezTo>
                    <a:pt x="2709" y="4909"/>
                    <a:pt x="2680" y="4910"/>
                    <a:pt x="2652" y="4910"/>
                  </a:cubicBezTo>
                  <a:cubicBezTo>
                    <a:pt x="2397" y="4910"/>
                    <a:pt x="2154" y="4864"/>
                    <a:pt x="1929" y="4789"/>
                  </a:cubicBezTo>
                  <a:lnTo>
                    <a:pt x="1762" y="4729"/>
                  </a:lnTo>
                  <a:cubicBezTo>
                    <a:pt x="953" y="4396"/>
                    <a:pt x="369" y="3610"/>
                    <a:pt x="334" y="2682"/>
                  </a:cubicBezTo>
                  <a:cubicBezTo>
                    <a:pt x="274" y="1396"/>
                    <a:pt x="1274" y="324"/>
                    <a:pt x="2560" y="265"/>
                  </a:cubicBezTo>
                  <a:cubicBezTo>
                    <a:pt x="2590" y="263"/>
                    <a:pt x="2619" y="263"/>
                    <a:pt x="2648" y="263"/>
                  </a:cubicBezTo>
                  <a:close/>
                  <a:moveTo>
                    <a:pt x="2658" y="0"/>
                  </a:moveTo>
                  <a:cubicBezTo>
                    <a:pt x="2622" y="0"/>
                    <a:pt x="2585" y="1"/>
                    <a:pt x="2548" y="3"/>
                  </a:cubicBezTo>
                  <a:cubicBezTo>
                    <a:pt x="1119" y="50"/>
                    <a:pt x="0" y="1265"/>
                    <a:pt x="60" y="2693"/>
                  </a:cubicBezTo>
                  <a:cubicBezTo>
                    <a:pt x="95" y="3551"/>
                    <a:pt x="560" y="4301"/>
                    <a:pt x="1227" y="4753"/>
                  </a:cubicBezTo>
                  <a:cubicBezTo>
                    <a:pt x="1298" y="4801"/>
                    <a:pt x="1369" y="4837"/>
                    <a:pt x="1441" y="4884"/>
                  </a:cubicBezTo>
                  <a:cubicBezTo>
                    <a:pt x="1548" y="4932"/>
                    <a:pt x="1655" y="4979"/>
                    <a:pt x="1762" y="5027"/>
                  </a:cubicBezTo>
                  <a:cubicBezTo>
                    <a:pt x="1798" y="5039"/>
                    <a:pt x="1846" y="5051"/>
                    <a:pt x="1893" y="5063"/>
                  </a:cubicBezTo>
                  <a:cubicBezTo>
                    <a:pt x="2139" y="5138"/>
                    <a:pt x="2395" y="5184"/>
                    <a:pt x="2660" y="5184"/>
                  </a:cubicBezTo>
                  <a:cubicBezTo>
                    <a:pt x="2690" y="5184"/>
                    <a:pt x="2720" y="5183"/>
                    <a:pt x="2751" y="5182"/>
                  </a:cubicBezTo>
                  <a:cubicBezTo>
                    <a:pt x="3060" y="5170"/>
                    <a:pt x="3346" y="5099"/>
                    <a:pt x="3608" y="5003"/>
                  </a:cubicBezTo>
                  <a:cubicBezTo>
                    <a:pt x="3655" y="4979"/>
                    <a:pt x="3691" y="4968"/>
                    <a:pt x="3739" y="4944"/>
                  </a:cubicBezTo>
                  <a:cubicBezTo>
                    <a:pt x="3846" y="4896"/>
                    <a:pt x="3941" y="4837"/>
                    <a:pt x="4048" y="4777"/>
                  </a:cubicBezTo>
                  <a:cubicBezTo>
                    <a:pt x="4120" y="4729"/>
                    <a:pt x="4179" y="4682"/>
                    <a:pt x="4251" y="4634"/>
                  </a:cubicBezTo>
                  <a:cubicBezTo>
                    <a:pt x="4882" y="4134"/>
                    <a:pt x="5275" y="3348"/>
                    <a:pt x="5239" y="2479"/>
                  </a:cubicBezTo>
                  <a:cubicBezTo>
                    <a:pt x="5193" y="1087"/>
                    <a:pt x="4039" y="0"/>
                    <a:pt x="2658" y="0"/>
                  </a:cubicBezTo>
                  <a:close/>
                </a:path>
              </a:pathLst>
            </a:custGeom>
            <a:solidFill>
              <a:srgbClr val="000000"/>
            </a:solidFill>
            <a:ln cap="flat" cmpd="sng" w="38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6"/>
            <p:cNvSpPr/>
            <p:nvPr/>
          </p:nvSpPr>
          <p:spPr>
            <a:xfrm>
              <a:off x="1701700" y="1247250"/>
              <a:ext cx="225925" cy="556100"/>
            </a:xfrm>
            <a:custGeom>
              <a:rect b="b" l="l" r="r" t="t"/>
              <a:pathLst>
                <a:path extrusionOk="0" h="22244" w="9037">
                  <a:moveTo>
                    <a:pt x="3756" y="609"/>
                  </a:moveTo>
                  <a:cubicBezTo>
                    <a:pt x="5146" y="609"/>
                    <a:pt x="6311" y="1699"/>
                    <a:pt x="6358" y="3098"/>
                  </a:cubicBezTo>
                  <a:cubicBezTo>
                    <a:pt x="6394" y="3968"/>
                    <a:pt x="6001" y="4753"/>
                    <a:pt x="5370" y="5253"/>
                  </a:cubicBezTo>
                  <a:cubicBezTo>
                    <a:pt x="5298" y="5301"/>
                    <a:pt x="5239" y="5349"/>
                    <a:pt x="5167" y="5396"/>
                  </a:cubicBezTo>
                  <a:cubicBezTo>
                    <a:pt x="5060" y="5456"/>
                    <a:pt x="4965" y="5515"/>
                    <a:pt x="4858" y="5563"/>
                  </a:cubicBezTo>
                  <a:cubicBezTo>
                    <a:pt x="4810" y="5587"/>
                    <a:pt x="4774" y="5599"/>
                    <a:pt x="4727" y="5623"/>
                  </a:cubicBezTo>
                  <a:cubicBezTo>
                    <a:pt x="4465" y="5718"/>
                    <a:pt x="4179" y="5789"/>
                    <a:pt x="3870" y="5801"/>
                  </a:cubicBezTo>
                  <a:cubicBezTo>
                    <a:pt x="3839" y="5802"/>
                    <a:pt x="3809" y="5803"/>
                    <a:pt x="3779" y="5803"/>
                  </a:cubicBezTo>
                  <a:cubicBezTo>
                    <a:pt x="3514" y="5803"/>
                    <a:pt x="3258" y="5757"/>
                    <a:pt x="3012" y="5682"/>
                  </a:cubicBezTo>
                  <a:cubicBezTo>
                    <a:pt x="2965" y="5670"/>
                    <a:pt x="2917" y="5658"/>
                    <a:pt x="2881" y="5646"/>
                  </a:cubicBezTo>
                  <a:cubicBezTo>
                    <a:pt x="2774" y="5599"/>
                    <a:pt x="2667" y="5551"/>
                    <a:pt x="2560" y="5503"/>
                  </a:cubicBezTo>
                  <a:cubicBezTo>
                    <a:pt x="2488" y="5456"/>
                    <a:pt x="2417" y="5420"/>
                    <a:pt x="2346" y="5372"/>
                  </a:cubicBezTo>
                  <a:cubicBezTo>
                    <a:pt x="1679" y="4920"/>
                    <a:pt x="1214" y="4170"/>
                    <a:pt x="1179" y="3313"/>
                  </a:cubicBezTo>
                  <a:cubicBezTo>
                    <a:pt x="1119" y="1884"/>
                    <a:pt x="2238" y="670"/>
                    <a:pt x="3667" y="610"/>
                  </a:cubicBezTo>
                  <a:cubicBezTo>
                    <a:pt x="3697" y="609"/>
                    <a:pt x="3726" y="609"/>
                    <a:pt x="3756" y="609"/>
                  </a:cubicBezTo>
                  <a:close/>
                  <a:moveTo>
                    <a:pt x="3775" y="0"/>
                  </a:moveTo>
                  <a:cubicBezTo>
                    <a:pt x="3731" y="0"/>
                    <a:pt x="3687" y="1"/>
                    <a:pt x="3643" y="3"/>
                  </a:cubicBezTo>
                  <a:cubicBezTo>
                    <a:pt x="1869" y="74"/>
                    <a:pt x="488" y="1562"/>
                    <a:pt x="560" y="3337"/>
                  </a:cubicBezTo>
                  <a:cubicBezTo>
                    <a:pt x="607" y="4313"/>
                    <a:pt x="1072" y="5170"/>
                    <a:pt x="1798" y="5730"/>
                  </a:cubicBezTo>
                  <a:cubicBezTo>
                    <a:pt x="1834" y="5765"/>
                    <a:pt x="1881" y="5801"/>
                    <a:pt x="1917" y="5825"/>
                  </a:cubicBezTo>
                  <a:cubicBezTo>
                    <a:pt x="1965" y="5861"/>
                    <a:pt x="2000" y="5884"/>
                    <a:pt x="2048" y="5908"/>
                  </a:cubicBezTo>
                  <a:lnTo>
                    <a:pt x="2024" y="6123"/>
                  </a:lnTo>
                  <a:lnTo>
                    <a:pt x="1988" y="6313"/>
                  </a:lnTo>
                  <a:lnTo>
                    <a:pt x="0" y="22244"/>
                  </a:lnTo>
                  <a:lnTo>
                    <a:pt x="655" y="22220"/>
                  </a:lnTo>
                  <a:lnTo>
                    <a:pt x="2619" y="6599"/>
                  </a:lnTo>
                  <a:lnTo>
                    <a:pt x="2643" y="6408"/>
                  </a:lnTo>
                  <a:lnTo>
                    <a:pt x="2667" y="6218"/>
                  </a:lnTo>
                  <a:cubicBezTo>
                    <a:pt x="2703" y="6242"/>
                    <a:pt x="2750" y="6254"/>
                    <a:pt x="2798" y="6265"/>
                  </a:cubicBezTo>
                  <a:cubicBezTo>
                    <a:pt x="2846" y="6277"/>
                    <a:pt x="2881" y="6289"/>
                    <a:pt x="2929" y="6301"/>
                  </a:cubicBezTo>
                  <a:cubicBezTo>
                    <a:pt x="3185" y="6370"/>
                    <a:pt x="3448" y="6414"/>
                    <a:pt x="3720" y="6414"/>
                  </a:cubicBezTo>
                  <a:cubicBezTo>
                    <a:pt x="3778" y="6414"/>
                    <a:pt x="3835" y="6412"/>
                    <a:pt x="3893" y="6408"/>
                  </a:cubicBezTo>
                  <a:cubicBezTo>
                    <a:pt x="4227" y="6396"/>
                    <a:pt x="4548" y="6337"/>
                    <a:pt x="4846" y="6230"/>
                  </a:cubicBezTo>
                  <a:cubicBezTo>
                    <a:pt x="4894" y="6218"/>
                    <a:pt x="4941" y="6194"/>
                    <a:pt x="4977" y="6182"/>
                  </a:cubicBezTo>
                  <a:cubicBezTo>
                    <a:pt x="5024" y="6158"/>
                    <a:pt x="5060" y="6146"/>
                    <a:pt x="5108" y="6123"/>
                  </a:cubicBezTo>
                  <a:lnTo>
                    <a:pt x="5144" y="6313"/>
                  </a:lnTo>
                  <a:lnTo>
                    <a:pt x="5179" y="6492"/>
                  </a:lnTo>
                  <a:lnTo>
                    <a:pt x="8382" y="21910"/>
                  </a:lnTo>
                  <a:lnTo>
                    <a:pt x="9037" y="21875"/>
                  </a:lnTo>
                  <a:lnTo>
                    <a:pt x="5786" y="6158"/>
                  </a:lnTo>
                  <a:lnTo>
                    <a:pt x="5786" y="6170"/>
                  </a:lnTo>
                  <a:lnTo>
                    <a:pt x="5751" y="5968"/>
                  </a:lnTo>
                  <a:lnTo>
                    <a:pt x="5703" y="5765"/>
                  </a:lnTo>
                  <a:cubicBezTo>
                    <a:pt x="5751" y="5730"/>
                    <a:pt x="5786" y="5706"/>
                    <a:pt x="5822" y="5670"/>
                  </a:cubicBezTo>
                  <a:cubicBezTo>
                    <a:pt x="5870" y="5634"/>
                    <a:pt x="5906" y="5599"/>
                    <a:pt x="5941" y="5563"/>
                  </a:cubicBezTo>
                  <a:cubicBezTo>
                    <a:pt x="6620" y="4944"/>
                    <a:pt x="7025" y="4051"/>
                    <a:pt x="6977" y="3075"/>
                  </a:cubicBezTo>
                  <a:cubicBezTo>
                    <a:pt x="6907" y="1356"/>
                    <a:pt x="5490" y="0"/>
                    <a:pt x="37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36"/>
          <p:cNvGrpSpPr/>
          <p:nvPr/>
        </p:nvGrpSpPr>
        <p:grpSpPr>
          <a:xfrm flipH="1">
            <a:off x="99804" y="3944881"/>
            <a:ext cx="1175852" cy="979813"/>
            <a:chOff x="7540604" y="3551131"/>
            <a:chExt cx="1175852" cy="979813"/>
          </a:xfrm>
        </p:grpSpPr>
        <p:sp>
          <p:nvSpPr>
            <p:cNvPr id="952" name="Google Shape;952;p36"/>
            <p:cNvSpPr/>
            <p:nvPr/>
          </p:nvSpPr>
          <p:spPr>
            <a:xfrm rot="-1421393">
              <a:off x="7638012" y="3741397"/>
              <a:ext cx="980404" cy="599623"/>
            </a:xfrm>
            <a:custGeom>
              <a:rect b="b" l="l" r="r" t="t"/>
              <a:pathLst>
                <a:path extrusionOk="0" h="20106" w="32874">
                  <a:moveTo>
                    <a:pt x="16773" y="5897"/>
                  </a:moveTo>
                  <a:cubicBezTo>
                    <a:pt x="18847" y="5897"/>
                    <a:pt x="20752" y="6858"/>
                    <a:pt x="22349" y="8735"/>
                  </a:cubicBezTo>
                  <a:cubicBezTo>
                    <a:pt x="23873" y="10521"/>
                    <a:pt x="24563" y="12486"/>
                    <a:pt x="24599" y="12557"/>
                  </a:cubicBezTo>
                  <a:cubicBezTo>
                    <a:pt x="24611" y="12617"/>
                    <a:pt x="24611" y="12688"/>
                    <a:pt x="24575" y="12736"/>
                  </a:cubicBezTo>
                  <a:cubicBezTo>
                    <a:pt x="24551" y="12771"/>
                    <a:pt x="24527" y="12783"/>
                    <a:pt x="24504" y="12807"/>
                  </a:cubicBezTo>
                  <a:cubicBezTo>
                    <a:pt x="24480" y="12819"/>
                    <a:pt x="24444" y="12819"/>
                    <a:pt x="24420" y="12831"/>
                  </a:cubicBezTo>
                  <a:lnTo>
                    <a:pt x="17217" y="13188"/>
                  </a:lnTo>
                  <a:lnTo>
                    <a:pt x="8395" y="13641"/>
                  </a:lnTo>
                  <a:cubicBezTo>
                    <a:pt x="8384" y="13643"/>
                    <a:pt x="8374" y="13644"/>
                    <a:pt x="8364" y="13644"/>
                  </a:cubicBezTo>
                  <a:cubicBezTo>
                    <a:pt x="8318" y="13644"/>
                    <a:pt x="8281" y="13622"/>
                    <a:pt x="8252" y="13593"/>
                  </a:cubicBezTo>
                  <a:cubicBezTo>
                    <a:pt x="8204" y="13545"/>
                    <a:pt x="8192" y="13498"/>
                    <a:pt x="8192" y="13438"/>
                  </a:cubicBezTo>
                  <a:cubicBezTo>
                    <a:pt x="8192" y="13379"/>
                    <a:pt x="8240" y="11997"/>
                    <a:pt x="9097" y="10390"/>
                  </a:cubicBezTo>
                  <a:cubicBezTo>
                    <a:pt x="9538" y="9569"/>
                    <a:pt x="10252" y="8604"/>
                    <a:pt x="11383" y="7771"/>
                  </a:cubicBezTo>
                  <a:cubicBezTo>
                    <a:pt x="12300" y="7092"/>
                    <a:pt x="13478" y="6497"/>
                    <a:pt x="15026" y="6116"/>
                  </a:cubicBezTo>
                  <a:cubicBezTo>
                    <a:pt x="15619" y="5969"/>
                    <a:pt x="16203" y="5897"/>
                    <a:pt x="16773" y="5897"/>
                  </a:cubicBezTo>
                  <a:close/>
                  <a:moveTo>
                    <a:pt x="30457" y="17177"/>
                  </a:moveTo>
                  <a:cubicBezTo>
                    <a:pt x="30564" y="17189"/>
                    <a:pt x="30659" y="17272"/>
                    <a:pt x="30659" y="17379"/>
                  </a:cubicBezTo>
                  <a:lnTo>
                    <a:pt x="30659" y="19367"/>
                  </a:lnTo>
                  <a:cubicBezTo>
                    <a:pt x="30659" y="19439"/>
                    <a:pt x="30612" y="19510"/>
                    <a:pt x="30552" y="19534"/>
                  </a:cubicBezTo>
                  <a:lnTo>
                    <a:pt x="30552" y="19546"/>
                  </a:lnTo>
                  <a:cubicBezTo>
                    <a:pt x="30528" y="19558"/>
                    <a:pt x="30493" y="19570"/>
                    <a:pt x="30457" y="19570"/>
                  </a:cubicBezTo>
                  <a:cubicBezTo>
                    <a:pt x="30350" y="19570"/>
                    <a:pt x="30266" y="19475"/>
                    <a:pt x="30266" y="19367"/>
                  </a:cubicBezTo>
                  <a:lnTo>
                    <a:pt x="30254" y="17379"/>
                  </a:lnTo>
                  <a:cubicBezTo>
                    <a:pt x="30254" y="17272"/>
                    <a:pt x="30350" y="17177"/>
                    <a:pt x="30457" y="17177"/>
                  </a:cubicBezTo>
                  <a:close/>
                  <a:moveTo>
                    <a:pt x="16961" y="0"/>
                  </a:moveTo>
                  <a:cubicBezTo>
                    <a:pt x="16310" y="0"/>
                    <a:pt x="15638" y="35"/>
                    <a:pt x="14943" y="103"/>
                  </a:cubicBezTo>
                  <a:cubicBezTo>
                    <a:pt x="13086" y="282"/>
                    <a:pt x="11419" y="746"/>
                    <a:pt x="9954" y="1484"/>
                  </a:cubicBezTo>
                  <a:cubicBezTo>
                    <a:pt x="7382" y="2782"/>
                    <a:pt x="5406" y="4913"/>
                    <a:pt x="4061" y="7890"/>
                  </a:cubicBezTo>
                  <a:cubicBezTo>
                    <a:pt x="2477" y="11390"/>
                    <a:pt x="2394" y="14772"/>
                    <a:pt x="2394" y="14807"/>
                  </a:cubicBezTo>
                  <a:cubicBezTo>
                    <a:pt x="2394" y="14903"/>
                    <a:pt x="2310" y="14986"/>
                    <a:pt x="2203" y="14998"/>
                  </a:cubicBezTo>
                  <a:lnTo>
                    <a:pt x="143" y="15093"/>
                  </a:lnTo>
                  <a:lnTo>
                    <a:pt x="1" y="20106"/>
                  </a:lnTo>
                  <a:lnTo>
                    <a:pt x="2691" y="20058"/>
                  </a:lnTo>
                  <a:lnTo>
                    <a:pt x="2691" y="18284"/>
                  </a:lnTo>
                  <a:cubicBezTo>
                    <a:pt x="2691" y="18177"/>
                    <a:pt x="2775" y="18082"/>
                    <a:pt x="2894" y="18082"/>
                  </a:cubicBezTo>
                  <a:cubicBezTo>
                    <a:pt x="3001" y="18082"/>
                    <a:pt x="3084" y="18177"/>
                    <a:pt x="3084" y="18284"/>
                  </a:cubicBezTo>
                  <a:lnTo>
                    <a:pt x="3096" y="20058"/>
                  </a:lnTo>
                  <a:lnTo>
                    <a:pt x="5525" y="20010"/>
                  </a:lnTo>
                  <a:lnTo>
                    <a:pt x="5525" y="18224"/>
                  </a:lnTo>
                  <a:cubicBezTo>
                    <a:pt x="5525" y="18105"/>
                    <a:pt x="5608" y="18022"/>
                    <a:pt x="5728" y="18022"/>
                  </a:cubicBezTo>
                  <a:cubicBezTo>
                    <a:pt x="5835" y="18022"/>
                    <a:pt x="5918" y="18105"/>
                    <a:pt x="5918" y="18213"/>
                  </a:cubicBezTo>
                  <a:lnTo>
                    <a:pt x="5918" y="19998"/>
                  </a:lnTo>
                  <a:lnTo>
                    <a:pt x="8133" y="19963"/>
                  </a:lnTo>
                  <a:lnTo>
                    <a:pt x="8133" y="18010"/>
                  </a:lnTo>
                  <a:cubicBezTo>
                    <a:pt x="8133" y="17903"/>
                    <a:pt x="8216" y="17820"/>
                    <a:pt x="8335" y="17820"/>
                  </a:cubicBezTo>
                  <a:cubicBezTo>
                    <a:pt x="8442" y="17820"/>
                    <a:pt x="8525" y="17903"/>
                    <a:pt x="8525" y="18022"/>
                  </a:cubicBezTo>
                  <a:lnTo>
                    <a:pt x="8537" y="19963"/>
                  </a:lnTo>
                  <a:lnTo>
                    <a:pt x="10966" y="19927"/>
                  </a:lnTo>
                  <a:lnTo>
                    <a:pt x="10966" y="17951"/>
                  </a:lnTo>
                  <a:cubicBezTo>
                    <a:pt x="10966" y="17843"/>
                    <a:pt x="11050" y="17760"/>
                    <a:pt x="11169" y="17748"/>
                  </a:cubicBezTo>
                  <a:cubicBezTo>
                    <a:pt x="11276" y="17748"/>
                    <a:pt x="11359" y="17843"/>
                    <a:pt x="11359" y="17951"/>
                  </a:cubicBezTo>
                  <a:lnTo>
                    <a:pt x="11359" y="19915"/>
                  </a:lnTo>
                  <a:lnTo>
                    <a:pt x="13609" y="19879"/>
                  </a:lnTo>
                  <a:lnTo>
                    <a:pt x="13609" y="17951"/>
                  </a:lnTo>
                  <a:cubicBezTo>
                    <a:pt x="13609" y="17843"/>
                    <a:pt x="13693" y="17760"/>
                    <a:pt x="13812" y="17760"/>
                  </a:cubicBezTo>
                  <a:cubicBezTo>
                    <a:pt x="13919" y="17760"/>
                    <a:pt x="14002" y="17843"/>
                    <a:pt x="14002" y="17951"/>
                  </a:cubicBezTo>
                  <a:lnTo>
                    <a:pt x="14014" y="19868"/>
                  </a:lnTo>
                  <a:lnTo>
                    <a:pt x="16503" y="19832"/>
                  </a:lnTo>
                  <a:lnTo>
                    <a:pt x="16503" y="17963"/>
                  </a:lnTo>
                  <a:cubicBezTo>
                    <a:pt x="16503" y="17855"/>
                    <a:pt x="16586" y="17760"/>
                    <a:pt x="16693" y="17760"/>
                  </a:cubicBezTo>
                  <a:cubicBezTo>
                    <a:pt x="16800" y="17760"/>
                    <a:pt x="16896" y="17855"/>
                    <a:pt x="16896" y="17963"/>
                  </a:cubicBezTo>
                  <a:lnTo>
                    <a:pt x="16896" y="19820"/>
                  </a:lnTo>
                  <a:lnTo>
                    <a:pt x="19277" y="19772"/>
                  </a:lnTo>
                  <a:lnTo>
                    <a:pt x="19277" y="17808"/>
                  </a:lnTo>
                  <a:cubicBezTo>
                    <a:pt x="19277" y="17701"/>
                    <a:pt x="19360" y="17617"/>
                    <a:pt x="19479" y="17617"/>
                  </a:cubicBezTo>
                  <a:cubicBezTo>
                    <a:pt x="19586" y="17617"/>
                    <a:pt x="19670" y="17701"/>
                    <a:pt x="19670" y="17808"/>
                  </a:cubicBezTo>
                  <a:lnTo>
                    <a:pt x="19670" y="19772"/>
                  </a:lnTo>
                  <a:lnTo>
                    <a:pt x="22099" y="19725"/>
                  </a:lnTo>
                  <a:lnTo>
                    <a:pt x="22099" y="19713"/>
                  </a:lnTo>
                  <a:lnTo>
                    <a:pt x="22099" y="17724"/>
                  </a:lnTo>
                  <a:cubicBezTo>
                    <a:pt x="22099" y="17617"/>
                    <a:pt x="22182" y="17534"/>
                    <a:pt x="22289" y="17522"/>
                  </a:cubicBezTo>
                  <a:cubicBezTo>
                    <a:pt x="22408" y="17522"/>
                    <a:pt x="22492" y="17617"/>
                    <a:pt x="22492" y="17724"/>
                  </a:cubicBezTo>
                  <a:lnTo>
                    <a:pt x="22492" y="19713"/>
                  </a:lnTo>
                  <a:lnTo>
                    <a:pt x="22492" y="19725"/>
                  </a:lnTo>
                  <a:lnTo>
                    <a:pt x="24670" y="19689"/>
                  </a:lnTo>
                  <a:cubicBezTo>
                    <a:pt x="24658" y="19665"/>
                    <a:pt x="24658" y="19629"/>
                    <a:pt x="24658" y="19606"/>
                  </a:cubicBezTo>
                  <a:lnTo>
                    <a:pt x="24658" y="17617"/>
                  </a:lnTo>
                  <a:cubicBezTo>
                    <a:pt x="24658" y="17510"/>
                    <a:pt x="24742" y="17427"/>
                    <a:pt x="24849" y="17427"/>
                  </a:cubicBezTo>
                  <a:cubicBezTo>
                    <a:pt x="24956" y="17427"/>
                    <a:pt x="25051" y="17510"/>
                    <a:pt x="25051" y="17617"/>
                  </a:cubicBezTo>
                  <a:lnTo>
                    <a:pt x="25051" y="19606"/>
                  </a:lnTo>
                  <a:cubicBezTo>
                    <a:pt x="25051" y="19629"/>
                    <a:pt x="25051" y="19653"/>
                    <a:pt x="25039" y="19677"/>
                  </a:cubicBezTo>
                  <a:lnTo>
                    <a:pt x="27552" y="19629"/>
                  </a:lnTo>
                  <a:lnTo>
                    <a:pt x="27552" y="17701"/>
                  </a:lnTo>
                  <a:cubicBezTo>
                    <a:pt x="27552" y="17593"/>
                    <a:pt x="27635" y="17498"/>
                    <a:pt x="27754" y="17498"/>
                  </a:cubicBezTo>
                  <a:cubicBezTo>
                    <a:pt x="27861" y="17498"/>
                    <a:pt x="27956" y="17582"/>
                    <a:pt x="27956" y="17689"/>
                  </a:cubicBezTo>
                  <a:lnTo>
                    <a:pt x="27956" y="19629"/>
                  </a:lnTo>
                  <a:lnTo>
                    <a:pt x="32874" y="19534"/>
                  </a:lnTo>
                  <a:lnTo>
                    <a:pt x="32481" y="15522"/>
                  </a:lnTo>
                  <a:lnTo>
                    <a:pt x="32374" y="14462"/>
                  </a:lnTo>
                  <a:lnTo>
                    <a:pt x="30195" y="14510"/>
                  </a:lnTo>
                  <a:cubicBezTo>
                    <a:pt x="30147" y="14510"/>
                    <a:pt x="30088" y="14486"/>
                    <a:pt x="30052" y="14450"/>
                  </a:cubicBezTo>
                  <a:cubicBezTo>
                    <a:pt x="30016" y="14414"/>
                    <a:pt x="29992" y="14367"/>
                    <a:pt x="29992" y="14307"/>
                  </a:cubicBezTo>
                  <a:cubicBezTo>
                    <a:pt x="29992" y="14236"/>
                    <a:pt x="30052" y="7164"/>
                    <a:pt x="25551" y="3020"/>
                  </a:cubicBezTo>
                  <a:cubicBezTo>
                    <a:pt x="23370" y="1009"/>
                    <a:pt x="20492" y="0"/>
                    <a:pt x="169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6"/>
            <p:cNvSpPr/>
            <p:nvPr/>
          </p:nvSpPr>
          <p:spPr>
            <a:xfrm rot="-1421393">
              <a:off x="7647231" y="3783646"/>
              <a:ext cx="980404" cy="555365"/>
            </a:xfrm>
            <a:custGeom>
              <a:rect b="b" l="l" r="r" t="t"/>
              <a:pathLst>
                <a:path extrusionOk="0" h="18622" w="32874">
                  <a:moveTo>
                    <a:pt x="9954" y="0"/>
                  </a:moveTo>
                  <a:cubicBezTo>
                    <a:pt x="7382" y="1286"/>
                    <a:pt x="5406" y="3429"/>
                    <a:pt x="4061" y="6406"/>
                  </a:cubicBezTo>
                  <a:cubicBezTo>
                    <a:pt x="2465" y="9894"/>
                    <a:pt x="2382" y="13276"/>
                    <a:pt x="2382" y="13311"/>
                  </a:cubicBezTo>
                  <a:cubicBezTo>
                    <a:pt x="2382" y="13419"/>
                    <a:pt x="2298" y="13502"/>
                    <a:pt x="2203" y="13514"/>
                  </a:cubicBezTo>
                  <a:lnTo>
                    <a:pt x="143" y="13609"/>
                  </a:lnTo>
                  <a:lnTo>
                    <a:pt x="1" y="18622"/>
                  </a:lnTo>
                  <a:lnTo>
                    <a:pt x="2691" y="18574"/>
                  </a:lnTo>
                  <a:lnTo>
                    <a:pt x="2691" y="16800"/>
                  </a:lnTo>
                  <a:cubicBezTo>
                    <a:pt x="2691" y="16693"/>
                    <a:pt x="2775" y="16598"/>
                    <a:pt x="2882" y="16598"/>
                  </a:cubicBezTo>
                  <a:cubicBezTo>
                    <a:pt x="3001" y="16598"/>
                    <a:pt x="3084" y="16693"/>
                    <a:pt x="3084" y="16800"/>
                  </a:cubicBezTo>
                  <a:lnTo>
                    <a:pt x="3084" y="18562"/>
                  </a:lnTo>
                  <a:lnTo>
                    <a:pt x="5525" y="18526"/>
                  </a:lnTo>
                  <a:lnTo>
                    <a:pt x="5525" y="16729"/>
                  </a:lnTo>
                  <a:cubicBezTo>
                    <a:pt x="5525" y="16621"/>
                    <a:pt x="5608" y="16538"/>
                    <a:pt x="5716" y="16538"/>
                  </a:cubicBezTo>
                  <a:cubicBezTo>
                    <a:pt x="5823" y="16538"/>
                    <a:pt x="5918" y="16621"/>
                    <a:pt x="5918" y="16729"/>
                  </a:cubicBezTo>
                  <a:lnTo>
                    <a:pt x="5918" y="18514"/>
                  </a:lnTo>
                  <a:lnTo>
                    <a:pt x="8132" y="18479"/>
                  </a:lnTo>
                  <a:lnTo>
                    <a:pt x="8132" y="16526"/>
                  </a:lnTo>
                  <a:cubicBezTo>
                    <a:pt x="8132" y="16419"/>
                    <a:pt x="8216" y="16336"/>
                    <a:pt x="8323" y="16336"/>
                  </a:cubicBezTo>
                  <a:cubicBezTo>
                    <a:pt x="8430" y="16336"/>
                    <a:pt x="8525" y="16419"/>
                    <a:pt x="8525" y="16526"/>
                  </a:cubicBezTo>
                  <a:lnTo>
                    <a:pt x="8525" y="18479"/>
                  </a:lnTo>
                  <a:lnTo>
                    <a:pt x="10966" y="18431"/>
                  </a:lnTo>
                  <a:lnTo>
                    <a:pt x="10966" y="16467"/>
                  </a:lnTo>
                  <a:cubicBezTo>
                    <a:pt x="10966" y="16359"/>
                    <a:pt x="11050" y="16264"/>
                    <a:pt x="11157" y="16264"/>
                  </a:cubicBezTo>
                  <a:cubicBezTo>
                    <a:pt x="11264" y="16264"/>
                    <a:pt x="11359" y="16359"/>
                    <a:pt x="11359" y="16467"/>
                  </a:cubicBezTo>
                  <a:lnTo>
                    <a:pt x="11359" y="18431"/>
                  </a:lnTo>
                  <a:lnTo>
                    <a:pt x="13609" y="18384"/>
                  </a:lnTo>
                  <a:lnTo>
                    <a:pt x="13609" y="16467"/>
                  </a:lnTo>
                  <a:cubicBezTo>
                    <a:pt x="13609" y="16359"/>
                    <a:pt x="13693" y="16264"/>
                    <a:pt x="13800" y="16264"/>
                  </a:cubicBezTo>
                  <a:cubicBezTo>
                    <a:pt x="13919" y="16264"/>
                    <a:pt x="14002" y="16359"/>
                    <a:pt x="14002" y="16467"/>
                  </a:cubicBezTo>
                  <a:lnTo>
                    <a:pt x="14002" y="18384"/>
                  </a:lnTo>
                  <a:lnTo>
                    <a:pt x="16503" y="18336"/>
                  </a:lnTo>
                  <a:lnTo>
                    <a:pt x="16491" y="16479"/>
                  </a:lnTo>
                  <a:cubicBezTo>
                    <a:pt x="16491" y="16359"/>
                    <a:pt x="16586" y="16276"/>
                    <a:pt x="16693" y="16276"/>
                  </a:cubicBezTo>
                  <a:cubicBezTo>
                    <a:pt x="16800" y="16276"/>
                    <a:pt x="16895" y="16359"/>
                    <a:pt x="16895" y="16479"/>
                  </a:cubicBezTo>
                  <a:lnTo>
                    <a:pt x="16895" y="18336"/>
                  </a:lnTo>
                  <a:lnTo>
                    <a:pt x="19277" y="18288"/>
                  </a:lnTo>
                  <a:lnTo>
                    <a:pt x="19277" y="16324"/>
                  </a:lnTo>
                  <a:cubicBezTo>
                    <a:pt x="19277" y="16217"/>
                    <a:pt x="19360" y="16121"/>
                    <a:pt x="19467" y="16121"/>
                  </a:cubicBezTo>
                  <a:cubicBezTo>
                    <a:pt x="19574" y="16121"/>
                    <a:pt x="19670" y="16217"/>
                    <a:pt x="19670" y="16324"/>
                  </a:cubicBezTo>
                  <a:lnTo>
                    <a:pt x="19670" y="18288"/>
                  </a:lnTo>
                  <a:lnTo>
                    <a:pt x="22099" y="18241"/>
                  </a:lnTo>
                  <a:cubicBezTo>
                    <a:pt x="22099" y="18241"/>
                    <a:pt x="22099" y="18229"/>
                    <a:pt x="22099" y="18229"/>
                  </a:cubicBezTo>
                  <a:lnTo>
                    <a:pt x="22099" y="16240"/>
                  </a:lnTo>
                  <a:cubicBezTo>
                    <a:pt x="22099" y="16133"/>
                    <a:pt x="22182" y="16038"/>
                    <a:pt x="22289" y="16038"/>
                  </a:cubicBezTo>
                  <a:cubicBezTo>
                    <a:pt x="22396" y="16038"/>
                    <a:pt x="22491" y="16121"/>
                    <a:pt x="22491" y="16240"/>
                  </a:cubicBezTo>
                  <a:lnTo>
                    <a:pt x="22491" y="18217"/>
                  </a:lnTo>
                  <a:lnTo>
                    <a:pt x="22491" y="18229"/>
                  </a:lnTo>
                  <a:lnTo>
                    <a:pt x="24670" y="18193"/>
                  </a:lnTo>
                  <a:cubicBezTo>
                    <a:pt x="24658" y="18169"/>
                    <a:pt x="24658" y="18145"/>
                    <a:pt x="24658" y="18122"/>
                  </a:cubicBezTo>
                  <a:lnTo>
                    <a:pt x="24646" y="16133"/>
                  </a:lnTo>
                  <a:cubicBezTo>
                    <a:pt x="24646" y="16026"/>
                    <a:pt x="24742" y="15931"/>
                    <a:pt x="24849" y="15931"/>
                  </a:cubicBezTo>
                  <a:cubicBezTo>
                    <a:pt x="24956" y="15931"/>
                    <a:pt x="25039" y="16026"/>
                    <a:pt x="25039" y="16133"/>
                  </a:cubicBezTo>
                  <a:lnTo>
                    <a:pt x="25051" y="18122"/>
                  </a:lnTo>
                  <a:cubicBezTo>
                    <a:pt x="25051" y="18145"/>
                    <a:pt x="25039" y="18169"/>
                    <a:pt x="25039" y="18193"/>
                  </a:cubicBezTo>
                  <a:lnTo>
                    <a:pt x="27552" y="18145"/>
                  </a:lnTo>
                  <a:lnTo>
                    <a:pt x="27552" y="16217"/>
                  </a:lnTo>
                  <a:lnTo>
                    <a:pt x="27552" y="16205"/>
                  </a:lnTo>
                  <a:cubicBezTo>
                    <a:pt x="27552" y="16098"/>
                    <a:pt x="27647" y="16014"/>
                    <a:pt x="27754" y="16014"/>
                  </a:cubicBezTo>
                  <a:cubicBezTo>
                    <a:pt x="27861" y="16014"/>
                    <a:pt x="27944" y="16098"/>
                    <a:pt x="27944" y="16205"/>
                  </a:cubicBezTo>
                  <a:lnTo>
                    <a:pt x="27956" y="18133"/>
                  </a:lnTo>
                  <a:lnTo>
                    <a:pt x="32874" y="18050"/>
                  </a:lnTo>
                  <a:lnTo>
                    <a:pt x="32481" y="14038"/>
                  </a:lnTo>
                  <a:cubicBezTo>
                    <a:pt x="30956" y="14413"/>
                    <a:pt x="29390" y="14594"/>
                    <a:pt x="27823" y="14594"/>
                  </a:cubicBezTo>
                  <a:cubicBezTo>
                    <a:pt x="24116" y="14594"/>
                    <a:pt x="20402" y="13579"/>
                    <a:pt x="17205" y="11704"/>
                  </a:cubicBezTo>
                  <a:lnTo>
                    <a:pt x="8394" y="12157"/>
                  </a:lnTo>
                  <a:cubicBezTo>
                    <a:pt x="8335" y="12157"/>
                    <a:pt x="8275" y="12145"/>
                    <a:pt x="8240" y="12097"/>
                  </a:cubicBezTo>
                  <a:cubicBezTo>
                    <a:pt x="8204" y="12061"/>
                    <a:pt x="8180" y="12014"/>
                    <a:pt x="8180" y="11954"/>
                  </a:cubicBezTo>
                  <a:cubicBezTo>
                    <a:pt x="8180" y="11895"/>
                    <a:pt x="8228" y="10513"/>
                    <a:pt x="9097" y="8906"/>
                  </a:cubicBezTo>
                  <a:cubicBezTo>
                    <a:pt x="9537" y="8085"/>
                    <a:pt x="10240" y="7120"/>
                    <a:pt x="11371" y="6287"/>
                  </a:cubicBezTo>
                  <a:cubicBezTo>
                    <a:pt x="10633" y="4941"/>
                    <a:pt x="10359" y="3525"/>
                    <a:pt x="10216" y="1727"/>
                  </a:cubicBezTo>
                  <a:cubicBezTo>
                    <a:pt x="10168" y="1072"/>
                    <a:pt x="10085" y="488"/>
                    <a:pt x="9954" y="0"/>
                  </a:cubicBezTo>
                  <a:close/>
                </a:path>
              </a:pathLst>
            </a:custGeom>
            <a:solidFill>
              <a:srgbClr val="51B4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6"/>
            <p:cNvSpPr/>
            <p:nvPr/>
          </p:nvSpPr>
          <p:spPr>
            <a:xfrm rot="-1421393">
              <a:off x="7878732" y="3918431"/>
              <a:ext cx="490023" cy="231338"/>
            </a:xfrm>
            <a:custGeom>
              <a:rect b="b" l="l" r="r" t="t"/>
              <a:pathLst>
                <a:path extrusionOk="0" h="7757" w="16431">
                  <a:moveTo>
                    <a:pt x="8627" y="386"/>
                  </a:moveTo>
                  <a:cubicBezTo>
                    <a:pt x="10577" y="386"/>
                    <a:pt x="12334" y="1295"/>
                    <a:pt x="13859" y="3089"/>
                  </a:cubicBezTo>
                  <a:cubicBezTo>
                    <a:pt x="15026" y="4458"/>
                    <a:pt x="15705" y="5971"/>
                    <a:pt x="15943" y="6554"/>
                  </a:cubicBezTo>
                  <a:lnTo>
                    <a:pt x="417" y="7340"/>
                  </a:lnTo>
                  <a:cubicBezTo>
                    <a:pt x="465" y="6899"/>
                    <a:pt x="643" y="5851"/>
                    <a:pt x="1262" y="4685"/>
                  </a:cubicBezTo>
                  <a:cubicBezTo>
                    <a:pt x="2024" y="3268"/>
                    <a:pt x="3620" y="1422"/>
                    <a:pt x="6942" y="601"/>
                  </a:cubicBezTo>
                  <a:cubicBezTo>
                    <a:pt x="7518" y="457"/>
                    <a:pt x="8080" y="386"/>
                    <a:pt x="8627" y="386"/>
                  </a:cubicBezTo>
                  <a:close/>
                  <a:moveTo>
                    <a:pt x="8593" y="1"/>
                  </a:moveTo>
                  <a:cubicBezTo>
                    <a:pt x="8023" y="1"/>
                    <a:pt x="7439" y="73"/>
                    <a:pt x="6846" y="220"/>
                  </a:cubicBezTo>
                  <a:cubicBezTo>
                    <a:pt x="3393" y="1077"/>
                    <a:pt x="1715" y="3018"/>
                    <a:pt x="917" y="4494"/>
                  </a:cubicBezTo>
                  <a:cubicBezTo>
                    <a:pt x="48" y="6101"/>
                    <a:pt x="0" y="7483"/>
                    <a:pt x="0" y="7542"/>
                  </a:cubicBezTo>
                  <a:cubicBezTo>
                    <a:pt x="0" y="7602"/>
                    <a:pt x="24" y="7661"/>
                    <a:pt x="60" y="7697"/>
                  </a:cubicBezTo>
                  <a:cubicBezTo>
                    <a:pt x="107" y="7733"/>
                    <a:pt x="155" y="7756"/>
                    <a:pt x="215" y="7756"/>
                  </a:cubicBezTo>
                  <a:lnTo>
                    <a:pt x="16240" y="6935"/>
                  </a:lnTo>
                  <a:cubicBezTo>
                    <a:pt x="16264" y="6935"/>
                    <a:pt x="16300" y="6923"/>
                    <a:pt x="16324" y="6911"/>
                  </a:cubicBezTo>
                  <a:cubicBezTo>
                    <a:pt x="16347" y="6899"/>
                    <a:pt x="16371" y="6875"/>
                    <a:pt x="16395" y="6852"/>
                  </a:cubicBezTo>
                  <a:cubicBezTo>
                    <a:pt x="16431" y="6792"/>
                    <a:pt x="16431" y="6733"/>
                    <a:pt x="16419" y="6673"/>
                  </a:cubicBezTo>
                  <a:cubicBezTo>
                    <a:pt x="16383" y="6590"/>
                    <a:pt x="15693" y="4625"/>
                    <a:pt x="14169" y="2839"/>
                  </a:cubicBezTo>
                  <a:cubicBezTo>
                    <a:pt x="12572" y="962"/>
                    <a:pt x="10667" y="1"/>
                    <a:pt x="8593" y="1"/>
                  </a:cubicBezTo>
                  <a:close/>
                </a:path>
              </a:pathLst>
            </a:custGeom>
            <a:solidFill>
              <a:srgbClr val="222020"/>
            </a:solidFill>
            <a:ln cap="flat" cmpd="sng" w="1200">
              <a:solidFill>
                <a:srgbClr val="22202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6"/>
            <p:cNvSpPr/>
            <p:nvPr/>
          </p:nvSpPr>
          <p:spPr>
            <a:xfrm rot="-1421393">
              <a:off x="8604669" y="4064750"/>
              <a:ext cx="12108" cy="71039"/>
            </a:xfrm>
            <a:custGeom>
              <a:rect b="b" l="l" r="r" t="t"/>
              <a:pathLst>
                <a:path extrusionOk="0" h="2382" w="406">
                  <a:moveTo>
                    <a:pt x="203" y="1"/>
                  </a:moveTo>
                  <a:cubicBezTo>
                    <a:pt x="96" y="1"/>
                    <a:pt x="0" y="96"/>
                    <a:pt x="0" y="203"/>
                  </a:cubicBezTo>
                  <a:lnTo>
                    <a:pt x="12" y="2191"/>
                  </a:lnTo>
                  <a:cubicBezTo>
                    <a:pt x="12" y="2299"/>
                    <a:pt x="96" y="2382"/>
                    <a:pt x="203" y="2382"/>
                  </a:cubicBezTo>
                  <a:cubicBezTo>
                    <a:pt x="239" y="2382"/>
                    <a:pt x="274" y="2382"/>
                    <a:pt x="298" y="2358"/>
                  </a:cubicBezTo>
                  <a:cubicBezTo>
                    <a:pt x="358" y="2334"/>
                    <a:pt x="405" y="2263"/>
                    <a:pt x="405" y="2191"/>
                  </a:cubicBezTo>
                  <a:lnTo>
                    <a:pt x="405" y="203"/>
                  </a:lnTo>
                  <a:cubicBezTo>
                    <a:pt x="405" y="96"/>
                    <a:pt x="310" y="1"/>
                    <a:pt x="203"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6"/>
            <p:cNvSpPr/>
            <p:nvPr/>
          </p:nvSpPr>
          <p:spPr>
            <a:xfrm rot="-1421393">
              <a:off x="7624132" y="3727359"/>
              <a:ext cx="1008796" cy="627358"/>
            </a:xfrm>
            <a:custGeom>
              <a:rect b="b" l="l" r="r" t="t"/>
              <a:pathLst>
                <a:path extrusionOk="0" h="21036" w="33826">
                  <a:moveTo>
                    <a:pt x="17429" y="526"/>
                  </a:moveTo>
                  <a:cubicBezTo>
                    <a:pt x="20941" y="526"/>
                    <a:pt x="23807" y="1532"/>
                    <a:pt x="25968" y="3522"/>
                  </a:cubicBezTo>
                  <a:cubicBezTo>
                    <a:pt x="30433" y="7630"/>
                    <a:pt x="30397" y="14702"/>
                    <a:pt x="30397" y="14773"/>
                  </a:cubicBezTo>
                  <a:cubicBezTo>
                    <a:pt x="30397" y="14845"/>
                    <a:pt x="30421" y="14916"/>
                    <a:pt x="30468" y="14964"/>
                  </a:cubicBezTo>
                  <a:cubicBezTo>
                    <a:pt x="30528" y="15011"/>
                    <a:pt x="30587" y="15035"/>
                    <a:pt x="30659" y="15035"/>
                  </a:cubicBezTo>
                  <a:lnTo>
                    <a:pt x="32778" y="15000"/>
                  </a:lnTo>
                  <a:lnTo>
                    <a:pt x="33266" y="19941"/>
                  </a:lnTo>
                  <a:lnTo>
                    <a:pt x="28420" y="20024"/>
                  </a:lnTo>
                  <a:lnTo>
                    <a:pt x="28420" y="18155"/>
                  </a:lnTo>
                  <a:cubicBezTo>
                    <a:pt x="28420" y="18048"/>
                    <a:pt x="28325" y="17964"/>
                    <a:pt x="28218" y="17964"/>
                  </a:cubicBezTo>
                  <a:cubicBezTo>
                    <a:pt x="28111" y="17964"/>
                    <a:pt x="28028" y="18048"/>
                    <a:pt x="28028" y="18155"/>
                  </a:cubicBezTo>
                  <a:lnTo>
                    <a:pt x="28028" y="20036"/>
                  </a:lnTo>
                  <a:lnTo>
                    <a:pt x="25515" y="20072"/>
                  </a:lnTo>
                  <a:lnTo>
                    <a:pt x="25515" y="18083"/>
                  </a:lnTo>
                  <a:cubicBezTo>
                    <a:pt x="25515" y="17976"/>
                    <a:pt x="25432" y="17881"/>
                    <a:pt x="25313" y="17881"/>
                  </a:cubicBezTo>
                  <a:cubicBezTo>
                    <a:pt x="25206" y="17881"/>
                    <a:pt x="25122" y="17976"/>
                    <a:pt x="25122" y="18083"/>
                  </a:cubicBezTo>
                  <a:lnTo>
                    <a:pt x="25122" y="20072"/>
                  </a:lnTo>
                  <a:cubicBezTo>
                    <a:pt x="25122" y="20072"/>
                    <a:pt x="25122" y="20083"/>
                    <a:pt x="25122" y="20083"/>
                  </a:cubicBezTo>
                  <a:lnTo>
                    <a:pt x="22967" y="20119"/>
                  </a:lnTo>
                  <a:lnTo>
                    <a:pt x="22967" y="18190"/>
                  </a:lnTo>
                  <a:cubicBezTo>
                    <a:pt x="22967" y="18083"/>
                    <a:pt x="22872" y="17988"/>
                    <a:pt x="22765" y="17988"/>
                  </a:cubicBezTo>
                  <a:cubicBezTo>
                    <a:pt x="22658" y="17988"/>
                    <a:pt x="22563" y="18083"/>
                    <a:pt x="22563" y="18190"/>
                  </a:cubicBezTo>
                  <a:lnTo>
                    <a:pt x="22575" y="20131"/>
                  </a:lnTo>
                  <a:lnTo>
                    <a:pt x="20146" y="20167"/>
                  </a:lnTo>
                  <a:lnTo>
                    <a:pt x="20134" y="18274"/>
                  </a:lnTo>
                  <a:cubicBezTo>
                    <a:pt x="20134" y="18155"/>
                    <a:pt x="20050" y="18071"/>
                    <a:pt x="19943" y="18071"/>
                  </a:cubicBezTo>
                  <a:cubicBezTo>
                    <a:pt x="19836" y="18071"/>
                    <a:pt x="19741" y="18167"/>
                    <a:pt x="19741" y="18274"/>
                  </a:cubicBezTo>
                  <a:lnTo>
                    <a:pt x="19741" y="20179"/>
                  </a:lnTo>
                  <a:lnTo>
                    <a:pt x="17360" y="20214"/>
                  </a:lnTo>
                  <a:lnTo>
                    <a:pt x="17360" y="18417"/>
                  </a:lnTo>
                  <a:cubicBezTo>
                    <a:pt x="17360" y="18309"/>
                    <a:pt x="17276" y="18226"/>
                    <a:pt x="17157" y="18226"/>
                  </a:cubicBezTo>
                  <a:cubicBezTo>
                    <a:pt x="17050" y="18226"/>
                    <a:pt x="16967" y="18309"/>
                    <a:pt x="16967" y="18417"/>
                  </a:cubicBezTo>
                  <a:lnTo>
                    <a:pt x="16967" y="20226"/>
                  </a:lnTo>
                  <a:lnTo>
                    <a:pt x="14478" y="20262"/>
                  </a:lnTo>
                  <a:lnTo>
                    <a:pt x="14466" y="18417"/>
                  </a:lnTo>
                  <a:cubicBezTo>
                    <a:pt x="14466" y="18298"/>
                    <a:pt x="14383" y="18214"/>
                    <a:pt x="14276" y="18214"/>
                  </a:cubicBezTo>
                  <a:cubicBezTo>
                    <a:pt x="14157" y="18214"/>
                    <a:pt x="14073" y="18298"/>
                    <a:pt x="14073" y="18417"/>
                  </a:cubicBezTo>
                  <a:lnTo>
                    <a:pt x="14073" y="20274"/>
                  </a:lnTo>
                  <a:lnTo>
                    <a:pt x="11823" y="20310"/>
                  </a:lnTo>
                  <a:lnTo>
                    <a:pt x="11823" y="18417"/>
                  </a:lnTo>
                  <a:cubicBezTo>
                    <a:pt x="11823" y="18298"/>
                    <a:pt x="11728" y="18214"/>
                    <a:pt x="11621" y="18214"/>
                  </a:cubicBezTo>
                  <a:cubicBezTo>
                    <a:pt x="11514" y="18214"/>
                    <a:pt x="11430" y="18298"/>
                    <a:pt x="11430" y="18417"/>
                  </a:cubicBezTo>
                  <a:lnTo>
                    <a:pt x="11430" y="20322"/>
                  </a:lnTo>
                  <a:lnTo>
                    <a:pt x="8989" y="20357"/>
                  </a:lnTo>
                  <a:lnTo>
                    <a:pt x="8989" y="18476"/>
                  </a:lnTo>
                  <a:cubicBezTo>
                    <a:pt x="8989" y="18369"/>
                    <a:pt x="8894" y="18274"/>
                    <a:pt x="8787" y="18274"/>
                  </a:cubicBezTo>
                  <a:cubicBezTo>
                    <a:pt x="8680" y="18274"/>
                    <a:pt x="8597" y="18369"/>
                    <a:pt x="8597" y="18476"/>
                  </a:cubicBezTo>
                  <a:lnTo>
                    <a:pt x="8597" y="20369"/>
                  </a:lnTo>
                  <a:lnTo>
                    <a:pt x="6382" y="20405"/>
                  </a:lnTo>
                  <a:lnTo>
                    <a:pt x="6382" y="18679"/>
                  </a:lnTo>
                  <a:cubicBezTo>
                    <a:pt x="6382" y="18571"/>
                    <a:pt x="6287" y="18476"/>
                    <a:pt x="6180" y="18476"/>
                  </a:cubicBezTo>
                  <a:cubicBezTo>
                    <a:pt x="6072" y="18476"/>
                    <a:pt x="5989" y="18571"/>
                    <a:pt x="5989" y="18679"/>
                  </a:cubicBezTo>
                  <a:lnTo>
                    <a:pt x="5989" y="20405"/>
                  </a:lnTo>
                  <a:lnTo>
                    <a:pt x="3548" y="20453"/>
                  </a:lnTo>
                  <a:lnTo>
                    <a:pt x="3548" y="18738"/>
                  </a:lnTo>
                  <a:cubicBezTo>
                    <a:pt x="3548" y="18631"/>
                    <a:pt x="3465" y="18548"/>
                    <a:pt x="3346" y="18548"/>
                  </a:cubicBezTo>
                  <a:cubicBezTo>
                    <a:pt x="3239" y="18548"/>
                    <a:pt x="3155" y="18631"/>
                    <a:pt x="3155" y="18738"/>
                  </a:cubicBezTo>
                  <a:lnTo>
                    <a:pt x="3155" y="20453"/>
                  </a:lnTo>
                  <a:lnTo>
                    <a:pt x="524" y="20500"/>
                  </a:lnTo>
                  <a:lnTo>
                    <a:pt x="667" y="15607"/>
                  </a:lnTo>
                  <a:lnTo>
                    <a:pt x="667" y="15619"/>
                  </a:lnTo>
                  <a:lnTo>
                    <a:pt x="2667" y="15523"/>
                  </a:lnTo>
                  <a:cubicBezTo>
                    <a:pt x="2810" y="15511"/>
                    <a:pt x="2917" y="15404"/>
                    <a:pt x="2917" y="15261"/>
                  </a:cubicBezTo>
                  <a:cubicBezTo>
                    <a:pt x="2917" y="15130"/>
                    <a:pt x="3024" y="11809"/>
                    <a:pt x="4584" y="8380"/>
                  </a:cubicBezTo>
                  <a:cubicBezTo>
                    <a:pt x="6692" y="3736"/>
                    <a:pt x="10335" y="1129"/>
                    <a:pt x="15419" y="629"/>
                  </a:cubicBezTo>
                  <a:cubicBezTo>
                    <a:pt x="16111" y="560"/>
                    <a:pt x="16781" y="526"/>
                    <a:pt x="17429" y="526"/>
                  </a:cubicBezTo>
                  <a:close/>
                  <a:moveTo>
                    <a:pt x="17423" y="1"/>
                  </a:moveTo>
                  <a:cubicBezTo>
                    <a:pt x="16761" y="1"/>
                    <a:pt x="16077" y="35"/>
                    <a:pt x="15371" y="105"/>
                  </a:cubicBezTo>
                  <a:cubicBezTo>
                    <a:pt x="12466" y="391"/>
                    <a:pt x="9978" y="1367"/>
                    <a:pt x="7977" y="3010"/>
                  </a:cubicBezTo>
                  <a:cubicBezTo>
                    <a:pt x="6370" y="4320"/>
                    <a:pt x="5072" y="6046"/>
                    <a:pt x="4108" y="8165"/>
                  </a:cubicBezTo>
                  <a:cubicBezTo>
                    <a:pt x="2739" y="11178"/>
                    <a:pt x="2465" y="14095"/>
                    <a:pt x="2405" y="15011"/>
                  </a:cubicBezTo>
                  <a:lnTo>
                    <a:pt x="405" y="15107"/>
                  </a:lnTo>
                  <a:cubicBezTo>
                    <a:pt x="262" y="15107"/>
                    <a:pt x="155" y="15226"/>
                    <a:pt x="155" y="15357"/>
                  </a:cubicBezTo>
                  <a:lnTo>
                    <a:pt x="0" y="20762"/>
                  </a:lnTo>
                  <a:cubicBezTo>
                    <a:pt x="0" y="20834"/>
                    <a:pt x="24" y="20905"/>
                    <a:pt x="84" y="20953"/>
                  </a:cubicBezTo>
                  <a:cubicBezTo>
                    <a:pt x="107" y="20976"/>
                    <a:pt x="143" y="21000"/>
                    <a:pt x="167" y="21012"/>
                  </a:cubicBezTo>
                  <a:cubicBezTo>
                    <a:pt x="203" y="21024"/>
                    <a:pt x="238" y="21036"/>
                    <a:pt x="274" y="21036"/>
                  </a:cubicBezTo>
                  <a:lnTo>
                    <a:pt x="33564" y="20464"/>
                  </a:lnTo>
                  <a:cubicBezTo>
                    <a:pt x="33600" y="20464"/>
                    <a:pt x="33647" y="20453"/>
                    <a:pt x="33683" y="20429"/>
                  </a:cubicBezTo>
                  <a:cubicBezTo>
                    <a:pt x="33707" y="20417"/>
                    <a:pt x="33731" y="20393"/>
                    <a:pt x="33754" y="20369"/>
                  </a:cubicBezTo>
                  <a:cubicBezTo>
                    <a:pt x="33802" y="20322"/>
                    <a:pt x="33826" y="20250"/>
                    <a:pt x="33814" y="20167"/>
                  </a:cubicBezTo>
                  <a:lnTo>
                    <a:pt x="33278" y="14702"/>
                  </a:lnTo>
                  <a:cubicBezTo>
                    <a:pt x="33266" y="14559"/>
                    <a:pt x="33147" y="14464"/>
                    <a:pt x="33016" y="14464"/>
                  </a:cubicBezTo>
                  <a:lnTo>
                    <a:pt x="30921" y="14511"/>
                  </a:lnTo>
                  <a:cubicBezTo>
                    <a:pt x="30909" y="13904"/>
                    <a:pt x="30826" y="12416"/>
                    <a:pt x="30385" y="10594"/>
                  </a:cubicBezTo>
                  <a:cubicBezTo>
                    <a:pt x="29885" y="8427"/>
                    <a:pt x="28766" y="5391"/>
                    <a:pt x="26325" y="3141"/>
                  </a:cubicBezTo>
                  <a:cubicBezTo>
                    <a:pt x="24057" y="1055"/>
                    <a:pt x="21073" y="1"/>
                    <a:pt x="174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7" name="Google Shape;957;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3">
    <p:spTree>
      <p:nvGrpSpPr>
        <p:cNvPr id="958" name="Shape 958"/>
        <p:cNvGrpSpPr/>
        <p:nvPr/>
      </p:nvGrpSpPr>
      <p:grpSpPr>
        <a:xfrm>
          <a:off x="0" y="0"/>
          <a:ext cx="0" cy="0"/>
          <a:chOff x="0" y="0"/>
          <a:chExt cx="0" cy="0"/>
        </a:xfrm>
      </p:grpSpPr>
      <p:grpSp>
        <p:nvGrpSpPr>
          <p:cNvPr id="959" name="Google Shape;959;p37"/>
          <p:cNvGrpSpPr/>
          <p:nvPr/>
        </p:nvGrpSpPr>
        <p:grpSpPr>
          <a:xfrm>
            <a:off x="-39375" y="-41850"/>
            <a:ext cx="2846620" cy="5226971"/>
            <a:chOff x="-7289" y="-9725"/>
            <a:chExt cx="2811754" cy="5162950"/>
          </a:xfrm>
        </p:grpSpPr>
        <p:sp>
          <p:nvSpPr>
            <p:cNvPr id="960" name="Google Shape;960;p37"/>
            <p:cNvSpPr/>
            <p:nvPr/>
          </p:nvSpPr>
          <p:spPr>
            <a:xfrm flipH="1">
              <a:off x="-1997" y="-9725"/>
              <a:ext cx="2806463" cy="5162950"/>
            </a:xfrm>
            <a:custGeom>
              <a:rect b="b" l="l" r="r" t="t"/>
              <a:pathLst>
                <a:path extrusionOk="0" h="206518" w="139625">
                  <a:moveTo>
                    <a:pt x="0" y="0"/>
                  </a:moveTo>
                  <a:lnTo>
                    <a:pt x="139625" y="389"/>
                  </a:lnTo>
                  <a:lnTo>
                    <a:pt x="139236" y="206518"/>
                  </a:lnTo>
                  <a:lnTo>
                    <a:pt x="71546" y="205778"/>
                  </a:lnTo>
                  <a:close/>
                </a:path>
              </a:pathLst>
            </a:custGeom>
            <a:solidFill>
              <a:schemeClr val="accent5"/>
            </a:solidFill>
            <a:ln>
              <a:noFill/>
            </a:ln>
          </p:spPr>
        </p:sp>
        <p:grpSp>
          <p:nvGrpSpPr>
            <p:cNvPr id="961" name="Google Shape;961;p37"/>
            <p:cNvGrpSpPr/>
            <p:nvPr/>
          </p:nvGrpSpPr>
          <p:grpSpPr>
            <a:xfrm flipH="1">
              <a:off x="-7289" y="0"/>
              <a:ext cx="2772045" cy="5143502"/>
              <a:chOff x="6409225" y="0"/>
              <a:chExt cx="2772045" cy="5143502"/>
            </a:xfrm>
          </p:grpSpPr>
          <p:cxnSp>
            <p:nvCxnSpPr>
              <p:cNvPr id="962" name="Google Shape;962;p37"/>
              <p:cNvCxnSpPr/>
              <p:nvPr/>
            </p:nvCxnSpPr>
            <p:spPr>
              <a:xfrm>
                <a:off x="6718570" y="1209275"/>
                <a:ext cx="2462700" cy="0"/>
              </a:xfrm>
              <a:prstGeom prst="straightConnector1">
                <a:avLst/>
              </a:prstGeom>
              <a:noFill/>
              <a:ln cap="rnd" cmpd="sng" w="19050">
                <a:solidFill>
                  <a:schemeClr val="lt2"/>
                </a:solidFill>
                <a:prstDash val="solid"/>
                <a:round/>
                <a:headEnd len="med" w="med" type="none"/>
                <a:tailEnd len="med" w="med" type="none"/>
              </a:ln>
            </p:spPr>
          </p:cxnSp>
          <p:cxnSp>
            <p:nvCxnSpPr>
              <p:cNvPr id="963" name="Google Shape;963;p37"/>
              <p:cNvCxnSpPr/>
              <p:nvPr/>
            </p:nvCxnSpPr>
            <p:spPr>
              <a:xfrm>
                <a:off x="6871289" y="1754250"/>
                <a:ext cx="2307900" cy="0"/>
              </a:xfrm>
              <a:prstGeom prst="straightConnector1">
                <a:avLst/>
              </a:prstGeom>
              <a:noFill/>
              <a:ln cap="rnd" cmpd="sng" w="19050">
                <a:solidFill>
                  <a:schemeClr val="lt2"/>
                </a:solidFill>
                <a:prstDash val="solid"/>
                <a:round/>
                <a:headEnd len="med" w="med" type="none"/>
                <a:tailEnd len="med" w="med" type="none"/>
              </a:ln>
            </p:spPr>
          </p:cxnSp>
          <p:cxnSp>
            <p:nvCxnSpPr>
              <p:cNvPr id="964" name="Google Shape;964;p37"/>
              <p:cNvCxnSpPr/>
              <p:nvPr/>
            </p:nvCxnSpPr>
            <p:spPr>
              <a:xfrm>
                <a:off x="7024008" y="2299225"/>
                <a:ext cx="2155200" cy="0"/>
              </a:xfrm>
              <a:prstGeom prst="straightConnector1">
                <a:avLst/>
              </a:prstGeom>
              <a:noFill/>
              <a:ln cap="rnd" cmpd="sng" w="19050">
                <a:solidFill>
                  <a:schemeClr val="lt2"/>
                </a:solidFill>
                <a:prstDash val="solid"/>
                <a:round/>
                <a:headEnd len="med" w="med" type="none"/>
                <a:tailEnd len="med" w="med" type="none"/>
              </a:ln>
            </p:spPr>
          </p:cxnSp>
          <p:cxnSp>
            <p:nvCxnSpPr>
              <p:cNvPr id="965" name="Google Shape;965;p37"/>
              <p:cNvCxnSpPr/>
              <p:nvPr/>
            </p:nvCxnSpPr>
            <p:spPr>
              <a:xfrm>
                <a:off x="7176726" y="2844200"/>
                <a:ext cx="2002800" cy="0"/>
              </a:xfrm>
              <a:prstGeom prst="straightConnector1">
                <a:avLst/>
              </a:prstGeom>
              <a:noFill/>
              <a:ln cap="rnd" cmpd="sng" w="19050">
                <a:solidFill>
                  <a:schemeClr val="lt2"/>
                </a:solidFill>
                <a:prstDash val="solid"/>
                <a:round/>
                <a:headEnd len="med" w="med" type="none"/>
                <a:tailEnd len="med" w="med" type="none"/>
              </a:ln>
            </p:spPr>
          </p:cxnSp>
          <p:cxnSp>
            <p:nvCxnSpPr>
              <p:cNvPr id="966" name="Google Shape;966;p37"/>
              <p:cNvCxnSpPr/>
              <p:nvPr/>
            </p:nvCxnSpPr>
            <p:spPr>
              <a:xfrm>
                <a:off x="7329447" y="3389150"/>
                <a:ext cx="1850100" cy="0"/>
              </a:xfrm>
              <a:prstGeom prst="straightConnector1">
                <a:avLst/>
              </a:prstGeom>
              <a:noFill/>
              <a:ln cap="rnd" cmpd="sng" w="19050">
                <a:solidFill>
                  <a:schemeClr val="lt2"/>
                </a:solidFill>
                <a:prstDash val="solid"/>
                <a:round/>
                <a:headEnd len="med" w="med" type="none"/>
                <a:tailEnd len="med" w="med" type="none"/>
              </a:ln>
            </p:spPr>
          </p:cxnSp>
          <p:cxnSp>
            <p:nvCxnSpPr>
              <p:cNvPr id="967" name="Google Shape;967;p37"/>
              <p:cNvCxnSpPr/>
              <p:nvPr/>
            </p:nvCxnSpPr>
            <p:spPr>
              <a:xfrm>
                <a:off x="7482163" y="3934125"/>
                <a:ext cx="1697100" cy="0"/>
              </a:xfrm>
              <a:prstGeom prst="straightConnector1">
                <a:avLst/>
              </a:prstGeom>
              <a:noFill/>
              <a:ln cap="rnd" cmpd="sng" w="19050">
                <a:solidFill>
                  <a:schemeClr val="lt2"/>
                </a:solidFill>
                <a:prstDash val="solid"/>
                <a:round/>
                <a:headEnd len="med" w="med" type="none"/>
                <a:tailEnd len="med" w="med" type="none"/>
              </a:ln>
            </p:spPr>
          </p:cxnSp>
          <p:cxnSp>
            <p:nvCxnSpPr>
              <p:cNvPr id="968" name="Google Shape;968;p37"/>
              <p:cNvCxnSpPr/>
              <p:nvPr/>
            </p:nvCxnSpPr>
            <p:spPr>
              <a:xfrm>
                <a:off x="7636859" y="4479100"/>
                <a:ext cx="1542900" cy="0"/>
              </a:xfrm>
              <a:prstGeom prst="straightConnector1">
                <a:avLst/>
              </a:prstGeom>
              <a:noFill/>
              <a:ln cap="rnd" cmpd="sng" w="19050">
                <a:solidFill>
                  <a:schemeClr val="lt2"/>
                </a:solidFill>
                <a:prstDash val="solid"/>
                <a:round/>
                <a:headEnd len="med" w="med" type="none"/>
                <a:tailEnd len="med" w="med" type="none"/>
              </a:ln>
            </p:spPr>
          </p:cxnSp>
          <p:cxnSp>
            <p:nvCxnSpPr>
              <p:cNvPr id="969" name="Google Shape;969;p37"/>
              <p:cNvCxnSpPr/>
              <p:nvPr/>
            </p:nvCxnSpPr>
            <p:spPr>
              <a:xfrm>
                <a:off x="7787800" y="5024075"/>
                <a:ext cx="1391400" cy="0"/>
              </a:xfrm>
              <a:prstGeom prst="straightConnector1">
                <a:avLst/>
              </a:prstGeom>
              <a:noFill/>
              <a:ln cap="rnd" cmpd="sng" w="19050">
                <a:solidFill>
                  <a:schemeClr val="lt2"/>
                </a:solidFill>
                <a:prstDash val="solid"/>
                <a:round/>
                <a:headEnd len="med" w="med" type="none"/>
                <a:tailEnd len="med" w="med" type="none"/>
              </a:ln>
            </p:spPr>
          </p:cxnSp>
          <p:cxnSp>
            <p:nvCxnSpPr>
              <p:cNvPr id="970" name="Google Shape;970;p37"/>
              <p:cNvCxnSpPr/>
              <p:nvPr/>
            </p:nvCxnSpPr>
            <p:spPr>
              <a:xfrm>
                <a:off x="6566925" y="664300"/>
                <a:ext cx="2614200" cy="0"/>
              </a:xfrm>
              <a:prstGeom prst="straightConnector1">
                <a:avLst/>
              </a:prstGeom>
              <a:noFill/>
              <a:ln cap="rnd" cmpd="sng" w="19050">
                <a:solidFill>
                  <a:schemeClr val="lt2"/>
                </a:solidFill>
                <a:prstDash val="solid"/>
                <a:round/>
                <a:headEnd len="med" w="med" type="none"/>
                <a:tailEnd len="med" w="med" type="none"/>
              </a:ln>
            </p:spPr>
          </p:cxnSp>
          <p:cxnSp>
            <p:nvCxnSpPr>
              <p:cNvPr id="971" name="Google Shape;971;p37"/>
              <p:cNvCxnSpPr/>
              <p:nvPr/>
            </p:nvCxnSpPr>
            <p:spPr>
              <a:xfrm>
                <a:off x="6409225" y="119325"/>
                <a:ext cx="2770500" cy="0"/>
              </a:xfrm>
              <a:prstGeom prst="straightConnector1">
                <a:avLst/>
              </a:prstGeom>
              <a:noFill/>
              <a:ln cap="rnd" cmpd="sng" w="19050">
                <a:solidFill>
                  <a:schemeClr val="lt2"/>
                </a:solidFill>
                <a:prstDash val="solid"/>
                <a:round/>
                <a:headEnd len="med" w="med" type="none"/>
                <a:tailEnd len="med" w="med" type="none"/>
              </a:ln>
            </p:spPr>
          </p:cxnSp>
          <p:cxnSp>
            <p:nvCxnSpPr>
              <p:cNvPr id="972" name="Google Shape;972;p37"/>
              <p:cNvCxnSpPr/>
              <p:nvPr/>
            </p:nvCxnSpPr>
            <p:spPr>
              <a:xfrm rot="5400000">
                <a:off x="5342616"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973" name="Google Shape;973;p37"/>
              <p:cNvCxnSpPr/>
              <p:nvPr/>
            </p:nvCxnSpPr>
            <p:spPr>
              <a:xfrm>
                <a:off x="7369400" y="0"/>
                <a:ext cx="0" cy="3592500"/>
              </a:xfrm>
              <a:prstGeom prst="straightConnector1">
                <a:avLst/>
              </a:prstGeom>
              <a:noFill/>
              <a:ln cap="rnd" cmpd="sng" w="19050">
                <a:solidFill>
                  <a:schemeClr val="lt2"/>
                </a:solidFill>
                <a:prstDash val="solid"/>
                <a:round/>
                <a:headEnd len="med" w="med" type="none"/>
                <a:tailEnd len="med" w="med" type="none"/>
              </a:ln>
            </p:spPr>
          </p:cxnSp>
          <p:cxnSp>
            <p:nvCxnSpPr>
              <p:cNvPr id="974" name="Google Shape;974;p37"/>
              <p:cNvCxnSpPr/>
              <p:nvPr/>
            </p:nvCxnSpPr>
            <p:spPr>
              <a:xfrm>
                <a:off x="6824425" y="0"/>
                <a:ext cx="0" cy="1628400"/>
              </a:xfrm>
              <a:prstGeom prst="straightConnector1">
                <a:avLst/>
              </a:prstGeom>
              <a:noFill/>
              <a:ln cap="rnd" cmpd="sng" w="19050">
                <a:solidFill>
                  <a:schemeClr val="lt2"/>
                </a:solidFill>
                <a:prstDash val="solid"/>
                <a:round/>
                <a:headEnd len="med" w="med" type="none"/>
                <a:tailEnd len="med" w="med" type="none"/>
              </a:ln>
            </p:spPr>
          </p:cxnSp>
          <p:cxnSp>
            <p:nvCxnSpPr>
              <p:cNvPr id="975" name="Google Shape;975;p37"/>
              <p:cNvCxnSpPr/>
              <p:nvPr/>
            </p:nvCxnSpPr>
            <p:spPr>
              <a:xfrm rot="5400000">
                <a:off x="5887589" y="2571752"/>
                <a:ext cx="5143500" cy="0"/>
              </a:xfrm>
              <a:prstGeom prst="straightConnector1">
                <a:avLst/>
              </a:prstGeom>
              <a:noFill/>
              <a:ln cap="rnd" cmpd="sng" w="19050">
                <a:solidFill>
                  <a:schemeClr val="lt2"/>
                </a:solidFill>
                <a:prstDash val="solid"/>
                <a:round/>
                <a:headEnd len="med" w="med" type="none"/>
                <a:tailEnd len="med" w="med" type="none"/>
              </a:ln>
            </p:spPr>
          </p:cxnSp>
          <p:cxnSp>
            <p:nvCxnSpPr>
              <p:cNvPr id="976" name="Google Shape;976;p37"/>
              <p:cNvCxnSpPr/>
              <p:nvPr/>
            </p:nvCxnSpPr>
            <p:spPr>
              <a:xfrm rot="5400000">
                <a:off x="6432562" y="2571752"/>
                <a:ext cx="5143500" cy="0"/>
              </a:xfrm>
              <a:prstGeom prst="straightConnector1">
                <a:avLst/>
              </a:prstGeom>
              <a:noFill/>
              <a:ln cap="rnd" cmpd="sng" w="19050">
                <a:solidFill>
                  <a:schemeClr val="lt2"/>
                </a:solidFill>
                <a:prstDash val="solid"/>
                <a:round/>
                <a:headEnd len="med" w="med" type="none"/>
                <a:tailEnd len="med" w="med" type="none"/>
              </a:ln>
            </p:spPr>
          </p:cxnSp>
        </p:grpSp>
      </p:grpSp>
      <p:sp>
        <p:nvSpPr>
          <p:cNvPr id="977" name="Google Shape;977;p37"/>
          <p:cNvSpPr/>
          <p:nvPr/>
        </p:nvSpPr>
        <p:spPr>
          <a:xfrm rot="10800000">
            <a:off x="8105756" y="-9317"/>
            <a:ext cx="1039200" cy="2925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7"/>
          <p:cNvSpPr/>
          <p:nvPr/>
        </p:nvSpPr>
        <p:spPr>
          <a:xfrm rot="10800000">
            <a:off x="8364107" y="-74875"/>
            <a:ext cx="868225" cy="2394625"/>
          </a:xfrm>
          <a:custGeom>
            <a:rect b="b" l="l" r="r" t="t"/>
            <a:pathLst>
              <a:path extrusionOk="0" h="95785" w="34729">
                <a:moveTo>
                  <a:pt x="1737" y="0"/>
                </a:moveTo>
                <a:cubicBezTo>
                  <a:pt x="727" y="8085"/>
                  <a:pt x="-2576" y="19597"/>
                  <a:pt x="4054" y="24332"/>
                </a:cubicBezTo>
                <a:cubicBezTo>
                  <a:pt x="6464" y="26053"/>
                  <a:pt x="11414" y="26871"/>
                  <a:pt x="12938" y="24332"/>
                </a:cubicBezTo>
                <a:cubicBezTo>
                  <a:pt x="13975" y="22604"/>
                  <a:pt x="12189" y="18437"/>
                  <a:pt x="10234" y="18925"/>
                </a:cubicBezTo>
                <a:cubicBezTo>
                  <a:pt x="2478" y="20863"/>
                  <a:pt x="1857" y="34412"/>
                  <a:pt x="4054" y="42099"/>
                </a:cubicBezTo>
                <a:cubicBezTo>
                  <a:pt x="5272" y="46359"/>
                  <a:pt x="10907" y="51805"/>
                  <a:pt x="14869" y="49824"/>
                </a:cubicBezTo>
                <a:cubicBezTo>
                  <a:pt x="17201" y="48658"/>
                  <a:pt x="18738" y="44817"/>
                  <a:pt x="17572" y="42485"/>
                </a:cubicBezTo>
                <a:cubicBezTo>
                  <a:pt x="16844" y="41029"/>
                  <a:pt x="14535" y="40620"/>
                  <a:pt x="12938" y="40940"/>
                </a:cubicBezTo>
                <a:cubicBezTo>
                  <a:pt x="8695" y="41790"/>
                  <a:pt x="6908" y="47846"/>
                  <a:pt x="6372" y="52141"/>
                </a:cubicBezTo>
                <a:cubicBezTo>
                  <a:pt x="5536" y="58829"/>
                  <a:pt x="9693" y="67605"/>
                  <a:pt x="16028" y="69908"/>
                </a:cubicBezTo>
                <a:cubicBezTo>
                  <a:pt x="21538" y="71912"/>
                  <a:pt x="33784" y="69863"/>
                  <a:pt x="32635" y="64114"/>
                </a:cubicBezTo>
                <a:cubicBezTo>
                  <a:pt x="31718" y="59526"/>
                  <a:pt x="22625" y="59588"/>
                  <a:pt x="18731" y="62183"/>
                </a:cubicBezTo>
                <a:cubicBezTo>
                  <a:pt x="12401" y="66402"/>
                  <a:pt x="7811" y="75613"/>
                  <a:pt x="9462" y="83039"/>
                </a:cubicBezTo>
                <a:cubicBezTo>
                  <a:pt x="10485" y="87641"/>
                  <a:pt x="16346" y="90814"/>
                  <a:pt x="21049" y="91150"/>
                </a:cubicBezTo>
                <a:cubicBezTo>
                  <a:pt x="26358" y="91529"/>
                  <a:pt x="35860" y="87816"/>
                  <a:pt x="34567" y="82653"/>
                </a:cubicBezTo>
                <a:cubicBezTo>
                  <a:pt x="33647" y="78980"/>
                  <a:pt x="24170" y="82366"/>
                  <a:pt x="23752" y="86129"/>
                </a:cubicBezTo>
                <a:cubicBezTo>
                  <a:pt x="23288" y="90307"/>
                  <a:pt x="27659" y="95785"/>
                  <a:pt x="31863" y="95785"/>
                </a:cubicBezTo>
              </a:path>
            </a:pathLst>
          </a:custGeom>
          <a:noFill/>
          <a:ln cap="flat" cmpd="sng" w="19050">
            <a:solidFill>
              <a:schemeClr val="accent2"/>
            </a:solidFill>
            <a:prstDash val="solid"/>
            <a:round/>
            <a:headEnd len="med" w="med" type="none"/>
            <a:tailEnd len="med" w="med" type="none"/>
          </a:ln>
        </p:spPr>
      </p:sp>
      <p:sp>
        <p:nvSpPr>
          <p:cNvPr id="979" name="Google Shape;979;p37"/>
          <p:cNvSpPr/>
          <p:nvPr/>
        </p:nvSpPr>
        <p:spPr>
          <a:xfrm>
            <a:off x="5177850" y="2858000"/>
            <a:ext cx="3966144" cy="2285499"/>
          </a:xfrm>
          <a:custGeom>
            <a:rect b="b" l="l" r="r" t="t"/>
            <a:pathLst>
              <a:path extrusionOk="0" h="120575" w="209240">
                <a:moveTo>
                  <a:pt x="0" y="120446"/>
                </a:moveTo>
                <a:lnTo>
                  <a:pt x="209240" y="0"/>
                </a:lnTo>
                <a:lnTo>
                  <a:pt x="209240" y="70819"/>
                </a:lnTo>
                <a:lnTo>
                  <a:pt x="90481" y="120575"/>
                </a:lnTo>
                <a:close/>
              </a:path>
            </a:pathLst>
          </a:custGeom>
          <a:solidFill>
            <a:srgbClr val="FCF7BD"/>
          </a:solidFill>
          <a:ln>
            <a:noFill/>
          </a:ln>
        </p:spPr>
      </p:sp>
      <p:sp>
        <p:nvSpPr>
          <p:cNvPr id="980" name="Google Shape;980;p37"/>
          <p:cNvSpPr txBox="1"/>
          <p:nvPr>
            <p:ph type="title"/>
          </p:nvPr>
        </p:nvSpPr>
        <p:spPr>
          <a:xfrm>
            <a:off x="2476500" y="539600"/>
            <a:ext cx="4191000" cy="1204800"/>
          </a:xfrm>
          <a:prstGeom prst="rect">
            <a:avLst/>
          </a:prstGeom>
          <a:ln>
            <a:noFill/>
          </a:ln>
        </p:spPr>
        <p:txBody>
          <a:bodyPr anchorCtr="0" anchor="ctr" bIns="91425" lIns="91425" spcFirstLastPara="1" rIns="91425" wrap="square" tIns="91425">
            <a:noAutofit/>
          </a:bodyPr>
          <a:lstStyle>
            <a:lvl1pPr lvl="0">
              <a:spcBef>
                <a:spcPts val="0"/>
              </a:spcBef>
              <a:spcAft>
                <a:spcPts val="0"/>
              </a:spcAft>
              <a:buSzPts val="5000"/>
              <a:buNone/>
              <a:defRPr sz="7000"/>
            </a:lvl1pPr>
            <a:lvl2pPr lvl="1">
              <a:spcBef>
                <a:spcPts val="0"/>
              </a:spcBef>
              <a:spcAft>
                <a:spcPts val="0"/>
              </a:spcAft>
              <a:buSzPts val="5000"/>
              <a:buNone/>
              <a:defRPr sz="5000">
                <a:latin typeface="Ubuntu"/>
                <a:ea typeface="Ubuntu"/>
                <a:cs typeface="Ubuntu"/>
                <a:sym typeface="Ubuntu"/>
              </a:defRPr>
            </a:lvl2pPr>
            <a:lvl3pPr lvl="2">
              <a:spcBef>
                <a:spcPts val="0"/>
              </a:spcBef>
              <a:spcAft>
                <a:spcPts val="0"/>
              </a:spcAft>
              <a:buSzPts val="5000"/>
              <a:buNone/>
              <a:defRPr sz="5000">
                <a:latin typeface="Ubuntu"/>
                <a:ea typeface="Ubuntu"/>
                <a:cs typeface="Ubuntu"/>
                <a:sym typeface="Ubuntu"/>
              </a:defRPr>
            </a:lvl3pPr>
            <a:lvl4pPr lvl="3">
              <a:spcBef>
                <a:spcPts val="0"/>
              </a:spcBef>
              <a:spcAft>
                <a:spcPts val="0"/>
              </a:spcAft>
              <a:buSzPts val="5000"/>
              <a:buNone/>
              <a:defRPr sz="5000">
                <a:latin typeface="Ubuntu"/>
                <a:ea typeface="Ubuntu"/>
                <a:cs typeface="Ubuntu"/>
                <a:sym typeface="Ubuntu"/>
              </a:defRPr>
            </a:lvl4pPr>
            <a:lvl5pPr lvl="4">
              <a:spcBef>
                <a:spcPts val="0"/>
              </a:spcBef>
              <a:spcAft>
                <a:spcPts val="0"/>
              </a:spcAft>
              <a:buSzPts val="5000"/>
              <a:buNone/>
              <a:defRPr sz="5000">
                <a:latin typeface="Ubuntu"/>
                <a:ea typeface="Ubuntu"/>
                <a:cs typeface="Ubuntu"/>
                <a:sym typeface="Ubuntu"/>
              </a:defRPr>
            </a:lvl5pPr>
            <a:lvl6pPr lvl="5">
              <a:spcBef>
                <a:spcPts val="0"/>
              </a:spcBef>
              <a:spcAft>
                <a:spcPts val="0"/>
              </a:spcAft>
              <a:buSzPts val="5000"/>
              <a:buNone/>
              <a:defRPr sz="5000">
                <a:latin typeface="Ubuntu"/>
                <a:ea typeface="Ubuntu"/>
                <a:cs typeface="Ubuntu"/>
                <a:sym typeface="Ubuntu"/>
              </a:defRPr>
            </a:lvl6pPr>
            <a:lvl7pPr lvl="6">
              <a:spcBef>
                <a:spcPts val="0"/>
              </a:spcBef>
              <a:spcAft>
                <a:spcPts val="0"/>
              </a:spcAft>
              <a:buSzPts val="5000"/>
              <a:buNone/>
              <a:defRPr sz="5000">
                <a:latin typeface="Ubuntu"/>
                <a:ea typeface="Ubuntu"/>
                <a:cs typeface="Ubuntu"/>
                <a:sym typeface="Ubuntu"/>
              </a:defRPr>
            </a:lvl7pPr>
            <a:lvl8pPr lvl="7">
              <a:spcBef>
                <a:spcPts val="0"/>
              </a:spcBef>
              <a:spcAft>
                <a:spcPts val="0"/>
              </a:spcAft>
              <a:buSzPts val="5000"/>
              <a:buNone/>
              <a:defRPr sz="5000">
                <a:latin typeface="Ubuntu"/>
                <a:ea typeface="Ubuntu"/>
                <a:cs typeface="Ubuntu"/>
                <a:sym typeface="Ubuntu"/>
              </a:defRPr>
            </a:lvl8pPr>
            <a:lvl9pPr lvl="8">
              <a:spcBef>
                <a:spcPts val="0"/>
              </a:spcBef>
              <a:spcAft>
                <a:spcPts val="0"/>
              </a:spcAft>
              <a:buSzPts val="5000"/>
              <a:buNone/>
              <a:defRPr sz="5000">
                <a:latin typeface="Ubuntu"/>
                <a:ea typeface="Ubuntu"/>
                <a:cs typeface="Ubuntu"/>
                <a:sym typeface="Ubuntu"/>
              </a:defRPr>
            </a:lvl9pPr>
          </a:lstStyle>
          <a:p/>
        </p:txBody>
      </p:sp>
      <p:sp>
        <p:nvSpPr>
          <p:cNvPr id="981" name="Google Shape;981;p37"/>
          <p:cNvSpPr txBox="1"/>
          <p:nvPr>
            <p:ph idx="1" type="subTitle"/>
          </p:nvPr>
        </p:nvSpPr>
        <p:spPr>
          <a:xfrm>
            <a:off x="2476525" y="1753025"/>
            <a:ext cx="4191000" cy="944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2" name="Google Shape;982;p37"/>
          <p:cNvSpPr txBox="1"/>
          <p:nvPr>
            <p:ph idx="2" type="subTitle"/>
          </p:nvPr>
        </p:nvSpPr>
        <p:spPr>
          <a:xfrm>
            <a:off x="2476500" y="4219075"/>
            <a:ext cx="4191000" cy="349800"/>
          </a:xfrm>
          <a:prstGeom prst="rect">
            <a:avLst/>
          </a:prstGeom>
          <a:ln>
            <a:noFill/>
          </a:ln>
        </p:spPr>
        <p:txBody>
          <a:bodyPr anchorCtr="0" anchor="t" bIns="91425" lIns="91425" spcFirstLastPara="1" rIns="91425" wrap="square" tIns="91425">
            <a:noAutofit/>
          </a:bodyPr>
          <a:lstStyle>
            <a:lvl1pPr lvl="0" rtl="0" algn="ctr">
              <a:spcBef>
                <a:spcPts val="300"/>
              </a:spcBef>
              <a:spcAft>
                <a:spcPts val="0"/>
              </a:spcAft>
              <a:buSzPts val="1000"/>
              <a:buNone/>
              <a:defRPr sz="12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983" name="Google Shape;983;p37"/>
          <p:cNvSpPr txBox="1"/>
          <p:nvPr/>
        </p:nvSpPr>
        <p:spPr>
          <a:xfrm>
            <a:off x="2292175" y="3657350"/>
            <a:ext cx="4559700" cy="615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300"/>
              </a:spcBef>
              <a:spcAft>
                <a:spcPts val="0"/>
              </a:spcAft>
              <a:buNone/>
            </a:pPr>
            <a:r>
              <a:rPr lang="en" sz="1200">
                <a:solidFill>
                  <a:schemeClr val="dk1"/>
                </a:solidFill>
                <a:latin typeface="Actor"/>
                <a:ea typeface="Actor"/>
                <a:cs typeface="Actor"/>
                <a:sym typeface="Actor"/>
              </a:rPr>
              <a:t>CREDITS: This presentation template was created by </a:t>
            </a:r>
            <a:r>
              <a:rPr b="1" lang="en" sz="1200">
                <a:solidFill>
                  <a:schemeClr val="dk1"/>
                </a:solidFill>
                <a:uFill>
                  <a:noFill/>
                </a:uFill>
                <a:latin typeface="Actor"/>
                <a:ea typeface="Actor"/>
                <a:cs typeface="Actor"/>
                <a:sym typeface="Actor"/>
                <a:hlinkClick r:id="rId2">
                  <a:extLst>
                    <a:ext uri="{A12FA001-AC4F-418D-AE19-62706E023703}">
                      <ahyp:hlinkClr val="tx"/>
                    </a:ext>
                  </a:extLst>
                </a:hlinkClick>
              </a:rPr>
              <a:t>Slidesgo</a:t>
            </a:r>
            <a:r>
              <a:rPr lang="en" sz="1200">
                <a:solidFill>
                  <a:schemeClr val="dk1"/>
                </a:solidFill>
                <a:latin typeface="Actor"/>
                <a:ea typeface="Actor"/>
                <a:cs typeface="Actor"/>
                <a:sym typeface="Actor"/>
              </a:rPr>
              <a:t>, and includes icons by </a:t>
            </a:r>
            <a:r>
              <a:rPr b="1" lang="en" sz="1200">
                <a:solidFill>
                  <a:schemeClr val="dk1"/>
                </a:solidFill>
                <a:uFill>
                  <a:noFill/>
                </a:uFill>
                <a:latin typeface="Actor"/>
                <a:ea typeface="Actor"/>
                <a:cs typeface="Actor"/>
                <a:sym typeface="Actor"/>
                <a:hlinkClick r:id="rId3">
                  <a:extLst>
                    <a:ext uri="{A12FA001-AC4F-418D-AE19-62706E023703}">
                      <ahyp:hlinkClr val="tx"/>
                    </a:ext>
                  </a:extLst>
                </a:hlinkClick>
              </a:rPr>
              <a:t>Flaticon</a:t>
            </a:r>
            <a:r>
              <a:rPr lang="en" sz="1200">
                <a:solidFill>
                  <a:schemeClr val="dk1"/>
                </a:solidFill>
                <a:latin typeface="Actor"/>
                <a:ea typeface="Actor"/>
                <a:cs typeface="Actor"/>
                <a:sym typeface="Actor"/>
              </a:rPr>
              <a:t> and infographics &amp; images by </a:t>
            </a:r>
            <a:r>
              <a:rPr b="1" lang="en" sz="1200">
                <a:solidFill>
                  <a:schemeClr val="dk1"/>
                </a:solidFill>
                <a:uFill>
                  <a:noFill/>
                </a:uFill>
                <a:latin typeface="Actor"/>
                <a:ea typeface="Actor"/>
                <a:cs typeface="Actor"/>
                <a:sym typeface="Actor"/>
                <a:hlinkClick r:id="rId4">
                  <a:extLst>
                    <a:ext uri="{A12FA001-AC4F-418D-AE19-62706E023703}">
                      <ahyp:hlinkClr val="tx"/>
                    </a:ext>
                  </a:extLst>
                </a:hlinkClick>
              </a:rPr>
              <a:t>Freepik</a:t>
            </a:r>
            <a:endParaRPr b="1" sz="1200">
              <a:solidFill>
                <a:schemeClr val="dk1"/>
              </a:solidFill>
              <a:latin typeface="Actor"/>
              <a:ea typeface="Actor"/>
              <a:cs typeface="Actor"/>
              <a:sym typeface="Actor"/>
            </a:endParaRPr>
          </a:p>
        </p:txBody>
      </p:sp>
      <p:sp>
        <p:nvSpPr>
          <p:cNvPr id="984" name="Google Shape;984;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
    <p:spTree>
      <p:nvGrpSpPr>
        <p:cNvPr id="985" name="Shape 985"/>
        <p:cNvGrpSpPr/>
        <p:nvPr/>
      </p:nvGrpSpPr>
      <p:grpSpPr>
        <a:xfrm>
          <a:off x="0" y="0"/>
          <a:ext cx="0" cy="0"/>
          <a:chOff x="0" y="0"/>
          <a:chExt cx="0" cy="0"/>
        </a:xfrm>
      </p:grpSpPr>
      <p:sp>
        <p:nvSpPr>
          <p:cNvPr id="986" name="Google Shape;986;p38"/>
          <p:cNvSpPr/>
          <p:nvPr/>
        </p:nvSpPr>
        <p:spPr>
          <a:xfrm>
            <a:off x="0" y="-20550"/>
            <a:ext cx="9144000" cy="5184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7" name="Google Shape;987;p38"/>
          <p:cNvGrpSpPr/>
          <p:nvPr/>
        </p:nvGrpSpPr>
        <p:grpSpPr>
          <a:xfrm>
            <a:off x="0" y="-27468"/>
            <a:ext cx="9144000" cy="5184600"/>
            <a:chOff x="0" y="-27468"/>
            <a:chExt cx="9144000" cy="5184600"/>
          </a:xfrm>
        </p:grpSpPr>
        <p:cxnSp>
          <p:nvCxnSpPr>
            <p:cNvPr id="988" name="Google Shape;988;p38"/>
            <p:cNvCxnSpPr/>
            <p:nvPr/>
          </p:nvCxnSpPr>
          <p:spPr>
            <a:xfrm>
              <a:off x="0" y="6489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989" name="Google Shape;989;p38"/>
            <p:cNvCxnSpPr/>
            <p:nvPr/>
          </p:nvCxnSpPr>
          <p:spPr>
            <a:xfrm>
              <a:off x="0" y="1290650"/>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990" name="Google Shape;990;p38"/>
            <p:cNvCxnSpPr/>
            <p:nvPr/>
          </p:nvCxnSpPr>
          <p:spPr>
            <a:xfrm>
              <a:off x="0" y="191775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991" name="Google Shape;991;p38"/>
            <p:cNvCxnSpPr/>
            <p:nvPr/>
          </p:nvCxnSpPr>
          <p:spPr>
            <a:xfrm>
              <a:off x="7350" y="257175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992" name="Google Shape;992;p38"/>
            <p:cNvCxnSpPr/>
            <p:nvPr/>
          </p:nvCxnSpPr>
          <p:spPr>
            <a:xfrm>
              <a:off x="7350" y="321210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993" name="Google Shape;993;p38"/>
            <p:cNvCxnSpPr/>
            <p:nvPr/>
          </p:nvCxnSpPr>
          <p:spPr>
            <a:xfrm>
              <a:off x="7350" y="386100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994" name="Google Shape;994;p38"/>
            <p:cNvCxnSpPr/>
            <p:nvPr/>
          </p:nvCxnSpPr>
          <p:spPr>
            <a:xfrm>
              <a:off x="7350" y="450270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995" name="Google Shape;995;p38"/>
            <p:cNvCxnSpPr/>
            <p:nvPr/>
          </p:nvCxnSpPr>
          <p:spPr>
            <a:xfrm>
              <a:off x="5833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996" name="Google Shape;996;p38"/>
            <p:cNvCxnSpPr/>
            <p:nvPr/>
          </p:nvCxnSpPr>
          <p:spPr>
            <a:xfrm>
              <a:off x="11392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997" name="Google Shape;997;p38"/>
            <p:cNvCxnSpPr/>
            <p:nvPr/>
          </p:nvCxnSpPr>
          <p:spPr>
            <a:xfrm>
              <a:off x="17145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998" name="Google Shape;998;p38"/>
            <p:cNvCxnSpPr/>
            <p:nvPr/>
          </p:nvCxnSpPr>
          <p:spPr>
            <a:xfrm>
              <a:off x="22786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999" name="Google Shape;999;p38"/>
            <p:cNvCxnSpPr/>
            <p:nvPr/>
          </p:nvCxnSpPr>
          <p:spPr>
            <a:xfrm>
              <a:off x="28483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0" name="Google Shape;1000;p38"/>
            <p:cNvCxnSpPr/>
            <p:nvPr/>
          </p:nvCxnSpPr>
          <p:spPr>
            <a:xfrm>
              <a:off x="34179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1" name="Google Shape;1001;p38"/>
            <p:cNvCxnSpPr/>
            <p:nvPr/>
          </p:nvCxnSpPr>
          <p:spPr>
            <a:xfrm>
              <a:off x="39876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2" name="Google Shape;1002;p38"/>
            <p:cNvCxnSpPr/>
            <p:nvPr/>
          </p:nvCxnSpPr>
          <p:spPr>
            <a:xfrm>
              <a:off x="45574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3" name="Google Shape;1003;p38"/>
            <p:cNvCxnSpPr/>
            <p:nvPr/>
          </p:nvCxnSpPr>
          <p:spPr>
            <a:xfrm>
              <a:off x="51271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4" name="Google Shape;1004;p38"/>
            <p:cNvCxnSpPr/>
            <p:nvPr/>
          </p:nvCxnSpPr>
          <p:spPr>
            <a:xfrm>
              <a:off x="56877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5" name="Google Shape;1005;p38"/>
            <p:cNvCxnSpPr/>
            <p:nvPr/>
          </p:nvCxnSpPr>
          <p:spPr>
            <a:xfrm>
              <a:off x="62574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6" name="Google Shape;1006;p38"/>
            <p:cNvCxnSpPr/>
            <p:nvPr/>
          </p:nvCxnSpPr>
          <p:spPr>
            <a:xfrm>
              <a:off x="68271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7" name="Google Shape;1007;p38"/>
            <p:cNvCxnSpPr/>
            <p:nvPr/>
          </p:nvCxnSpPr>
          <p:spPr>
            <a:xfrm>
              <a:off x="73968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8" name="Google Shape;1008;p38"/>
            <p:cNvCxnSpPr/>
            <p:nvPr/>
          </p:nvCxnSpPr>
          <p:spPr>
            <a:xfrm>
              <a:off x="79665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09" name="Google Shape;1009;p38"/>
            <p:cNvCxnSpPr/>
            <p:nvPr/>
          </p:nvCxnSpPr>
          <p:spPr>
            <a:xfrm>
              <a:off x="8536200" y="-27468"/>
              <a:ext cx="0" cy="5184600"/>
            </a:xfrm>
            <a:prstGeom prst="straightConnector1">
              <a:avLst/>
            </a:prstGeom>
            <a:noFill/>
            <a:ln cap="flat" cmpd="sng" w="9525">
              <a:solidFill>
                <a:schemeClr val="lt1"/>
              </a:solidFill>
              <a:prstDash val="solid"/>
              <a:round/>
              <a:headEnd len="med" w="med" type="none"/>
              <a:tailEnd len="med" w="med" type="none"/>
            </a:ln>
          </p:spPr>
        </p:cxnSp>
      </p:grpSp>
      <p:sp>
        <p:nvSpPr>
          <p:cNvPr id="1010" name="Google Shape;1010;p38"/>
          <p:cNvSpPr/>
          <p:nvPr/>
        </p:nvSpPr>
        <p:spPr>
          <a:xfrm rot="2255667">
            <a:off x="296823" y="733657"/>
            <a:ext cx="519799" cy="511693"/>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8"/>
          <p:cNvSpPr/>
          <p:nvPr/>
        </p:nvSpPr>
        <p:spPr>
          <a:xfrm>
            <a:off x="8344828" y="1074525"/>
            <a:ext cx="357553" cy="393745"/>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8"/>
          <p:cNvSpPr/>
          <p:nvPr/>
        </p:nvSpPr>
        <p:spPr>
          <a:xfrm>
            <a:off x="112303" y="4058450"/>
            <a:ext cx="357553" cy="393745"/>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8"/>
          <p:cNvSpPr/>
          <p:nvPr/>
        </p:nvSpPr>
        <p:spPr>
          <a:xfrm>
            <a:off x="8279428" y="4314575"/>
            <a:ext cx="357553" cy="393745"/>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8"/>
          <p:cNvSpPr/>
          <p:nvPr/>
        </p:nvSpPr>
        <p:spPr>
          <a:xfrm>
            <a:off x="258375" y="21815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8"/>
          <p:cNvSpPr/>
          <p:nvPr/>
        </p:nvSpPr>
        <p:spPr>
          <a:xfrm>
            <a:off x="938675" y="48647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8"/>
          <p:cNvSpPr/>
          <p:nvPr/>
        </p:nvSpPr>
        <p:spPr>
          <a:xfrm>
            <a:off x="5423175" y="480222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8"/>
          <p:cNvSpPr/>
          <p:nvPr/>
        </p:nvSpPr>
        <p:spPr>
          <a:xfrm>
            <a:off x="7727400" y="48647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8"/>
          <p:cNvSpPr/>
          <p:nvPr/>
        </p:nvSpPr>
        <p:spPr>
          <a:xfrm>
            <a:off x="8813900" y="35230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8"/>
          <p:cNvSpPr/>
          <p:nvPr/>
        </p:nvSpPr>
        <p:spPr>
          <a:xfrm>
            <a:off x="8636975" y="22469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8"/>
          <p:cNvSpPr/>
          <p:nvPr/>
        </p:nvSpPr>
        <p:spPr>
          <a:xfrm>
            <a:off x="8921375" y="9198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8"/>
          <p:cNvSpPr/>
          <p:nvPr/>
        </p:nvSpPr>
        <p:spPr>
          <a:xfrm>
            <a:off x="7623425" y="1617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8"/>
          <p:cNvSpPr/>
          <p:nvPr/>
        </p:nvSpPr>
        <p:spPr>
          <a:xfrm>
            <a:off x="5895250" y="2271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8"/>
          <p:cNvSpPr/>
          <p:nvPr/>
        </p:nvSpPr>
        <p:spPr>
          <a:xfrm>
            <a:off x="3131625" y="2271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8"/>
          <p:cNvSpPr/>
          <p:nvPr/>
        </p:nvSpPr>
        <p:spPr>
          <a:xfrm rot="5400000">
            <a:off x="379200" y="-392775"/>
            <a:ext cx="546900" cy="1305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8"/>
          <p:cNvSpPr/>
          <p:nvPr/>
        </p:nvSpPr>
        <p:spPr>
          <a:xfrm flipH="1" rot="-5400000">
            <a:off x="8217900" y="-392775"/>
            <a:ext cx="546900" cy="1305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8"/>
          <p:cNvSpPr/>
          <p:nvPr/>
        </p:nvSpPr>
        <p:spPr>
          <a:xfrm flipH="1" rot="5400000">
            <a:off x="379200" y="4244800"/>
            <a:ext cx="546900" cy="1305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8"/>
          <p:cNvSpPr/>
          <p:nvPr/>
        </p:nvSpPr>
        <p:spPr>
          <a:xfrm rot="-5400000">
            <a:off x="8217900" y="4244800"/>
            <a:ext cx="546900" cy="13053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5">
    <p:spTree>
      <p:nvGrpSpPr>
        <p:cNvPr id="1029" name="Shape 1029"/>
        <p:cNvGrpSpPr/>
        <p:nvPr/>
      </p:nvGrpSpPr>
      <p:grpSpPr>
        <a:xfrm>
          <a:off x="0" y="0"/>
          <a:ext cx="0" cy="0"/>
          <a:chOff x="0" y="0"/>
          <a:chExt cx="0" cy="0"/>
        </a:xfrm>
      </p:grpSpPr>
      <p:sp>
        <p:nvSpPr>
          <p:cNvPr id="1030" name="Google Shape;1030;p39"/>
          <p:cNvSpPr/>
          <p:nvPr/>
        </p:nvSpPr>
        <p:spPr>
          <a:xfrm>
            <a:off x="0" y="-20550"/>
            <a:ext cx="9144000" cy="5184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1" name="Google Shape;1031;p39"/>
          <p:cNvGrpSpPr/>
          <p:nvPr/>
        </p:nvGrpSpPr>
        <p:grpSpPr>
          <a:xfrm>
            <a:off x="0" y="-27468"/>
            <a:ext cx="9144000" cy="5184600"/>
            <a:chOff x="0" y="-27468"/>
            <a:chExt cx="9144000" cy="5184600"/>
          </a:xfrm>
        </p:grpSpPr>
        <p:cxnSp>
          <p:nvCxnSpPr>
            <p:cNvPr id="1032" name="Google Shape;1032;p39"/>
            <p:cNvCxnSpPr/>
            <p:nvPr/>
          </p:nvCxnSpPr>
          <p:spPr>
            <a:xfrm>
              <a:off x="0" y="648975"/>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1033" name="Google Shape;1033;p39"/>
            <p:cNvCxnSpPr/>
            <p:nvPr/>
          </p:nvCxnSpPr>
          <p:spPr>
            <a:xfrm>
              <a:off x="0" y="1290650"/>
              <a:ext cx="9144000" cy="0"/>
            </a:xfrm>
            <a:prstGeom prst="straightConnector1">
              <a:avLst/>
            </a:prstGeom>
            <a:noFill/>
            <a:ln cap="flat" cmpd="sng" w="9525">
              <a:solidFill>
                <a:schemeClr val="lt1"/>
              </a:solidFill>
              <a:prstDash val="solid"/>
              <a:round/>
              <a:headEnd len="med" w="med" type="none"/>
              <a:tailEnd len="med" w="med" type="none"/>
            </a:ln>
          </p:spPr>
        </p:cxnSp>
        <p:cxnSp>
          <p:nvCxnSpPr>
            <p:cNvPr id="1034" name="Google Shape;1034;p39"/>
            <p:cNvCxnSpPr/>
            <p:nvPr/>
          </p:nvCxnSpPr>
          <p:spPr>
            <a:xfrm>
              <a:off x="0" y="191775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1035" name="Google Shape;1035;p39"/>
            <p:cNvCxnSpPr/>
            <p:nvPr/>
          </p:nvCxnSpPr>
          <p:spPr>
            <a:xfrm>
              <a:off x="7350" y="257175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1036" name="Google Shape;1036;p39"/>
            <p:cNvCxnSpPr/>
            <p:nvPr/>
          </p:nvCxnSpPr>
          <p:spPr>
            <a:xfrm>
              <a:off x="7350" y="321210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1037" name="Google Shape;1037;p39"/>
            <p:cNvCxnSpPr/>
            <p:nvPr/>
          </p:nvCxnSpPr>
          <p:spPr>
            <a:xfrm>
              <a:off x="7350" y="386100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1038" name="Google Shape;1038;p39"/>
            <p:cNvCxnSpPr/>
            <p:nvPr/>
          </p:nvCxnSpPr>
          <p:spPr>
            <a:xfrm>
              <a:off x="7350" y="4502700"/>
              <a:ext cx="9129300" cy="0"/>
            </a:xfrm>
            <a:prstGeom prst="straightConnector1">
              <a:avLst/>
            </a:prstGeom>
            <a:noFill/>
            <a:ln cap="flat" cmpd="sng" w="9525">
              <a:solidFill>
                <a:schemeClr val="lt1"/>
              </a:solidFill>
              <a:prstDash val="solid"/>
              <a:round/>
              <a:headEnd len="med" w="med" type="none"/>
              <a:tailEnd len="med" w="med" type="none"/>
            </a:ln>
          </p:spPr>
        </p:cxnSp>
        <p:cxnSp>
          <p:nvCxnSpPr>
            <p:cNvPr id="1039" name="Google Shape;1039;p39"/>
            <p:cNvCxnSpPr/>
            <p:nvPr/>
          </p:nvCxnSpPr>
          <p:spPr>
            <a:xfrm>
              <a:off x="5833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0" name="Google Shape;1040;p39"/>
            <p:cNvCxnSpPr/>
            <p:nvPr/>
          </p:nvCxnSpPr>
          <p:spPr>
            <a:xfrm>
              <a:off x="11392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1" name="Google Shape;1041;p39"/>
            <p:cNvCxnSpPr/>
            <p:nvPr/>
          </p:nvCxnSpPr>
          <p:spPr>
            <a:xfrm>
              <a:off x="17145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2" name="Google Shape;1042;p39"/>
            <p:cNvCxnSpPr/>
            <p:nvPr/>
          </p:nvCxnSpPr>
          <p:spPr>
            <a:xfrm>
              <a:off x="22786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3" name="Google Shape;1043;p39"/>
            <p:cNvCxnSpPr/>
            <p:nvPr/>
          </p:nvCxnSpPr>
          <p:spPr>
            <a:xfrm>
              <a:off x="28483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4" name="Google Shape;1044;p39"/>
            <p:cNvCxnSpPr/>
            <p:nvPr/>
          </p:nvCxnSpPr>
          <p:spPr>
            <a:xfrm>
              <a:off x="34179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5" name="Google Shape;1045;p39"/>
            <p:cNvCxnSpPr/>
            <p:nvPr/>
          </p:nvCxnSpPr>
          <p:spPr>
            <a:xfrm>
              <a:off x="39876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6" name="Google Shape;1046;p39"/>
            <p:cNvCxnSpPr/>
            <p:nvPr/>
          </p:nvCxnSpPr>
          <p:spPr>
            <a:xfrm>
              <a:off x="45574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7" name="Google Shape;1047;p39"/>
            <p:cNvCxnSpPr/>
            <p:nvPr/>
          </p:nvCxnSpPr>
          <p:spPr>
            <a:xfrm>
              <a:off x="512715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8" name="Google Shape;1048;p39"/>
            <p:cNvCxnSpPr/>
            <p:nvPr/>
          </p:nvCxnSpPr>
          <p:spPr>
            <a:xfrm>
              <a:off x="56877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49" name="Google Shape;1049;p39"/>
            <p:cNvCxnSpPr/>
            <p:nvPr/>
          </p:nvCxnSpPr>
          <p:spPr>
            <a:xfrm>
              <a:off x="62574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50" name="Google Shape;1050;p39"/>
            <p:cNvCxnSpPr/>
            <p:nvPr/>
          </p:nvCxnSpPr>
          <p:spPr>
            <a:xfrm>
              <a:off x="68271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51" name="Google Shape;1051;p39"/>
            <p:cNvCxnSpPr/>
            <p:nvPr/>
          </p:nvCxnSpPr>
          <p:spPr>
            <a:xfrm>
              <a:off x="73968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52" name="Google Shape;1052;p39"/>
            <p:cNvCxnSpPr/>
            <p:nvPr/>
          </p:nvCxnSpPr>
          <p:spPr>
            <a:xfrm>
              <a:off x="7966500" y="-27468"/>
              <a:ext cx="0" cy="5184600"/>
            </a:xfrm>
            <a:prstGeom prst="straightConnector1">
              <a:avLst/>
            </a:prstGeom>
            <a:noFill/>
            <a:ln cap="flat" cmpd="sng" w="9525">
              <a:solidFill>
                <a:schemeClr val="lt1"/>
              </a:solidFill>
              <a:prstDash val="solid"/>
              <a:round/>
              <a:headEnd len="med" w="med" type="none"/>
              <a:tailEnd len="med" w="med" type="none"/>
            </a:ln>
          </p:spPr>
        </p:cxnSp>
        <p:cxnSp>
          <p:nvCxnSpPr>
            <p:cNvPr id="1053" name="Google Shape;1053;p39"/>
            <p:cNvCxnSpPr/>
            <p:nvPr/>
          </p:nvCxnSpPr>
          <p:spPr>
            <a:xfrm>
              <a:off x="8536200" y="-27468"/>
              <a:ext cx="0" cy="5184600"/>
            </a:xfrm>
            <a:prstGeom prst="straightConnector1">
              <a:avLst/>
            </a:prstGeom>
            <a:noFill/>
            <a:ln cap="flat" cmpd="sng" w="9525">
              <a:solidFill>
                <a:schemeClr val="lt1"/>
              </a:solidFill>
              <a:prstDash val="solid"/>
              <a:round/>
              <a:headEnd len="med" w="med" type="none"/>
              <a:tailEnd len="med" w="med" type="none"/>
            </a:ln>
          </p:spPr>
        </p:cxnSp>
      </p:grpSp>
      <p:sp>
        <p:nvSpPr>
          <p:cNvPr id="1054" name="Google Shape;1054;p39"/>
          <p:cNvSpPr/>
          <p:nvPr/>
        </p:nvSpPr>
        <p:spPr>
          <a:xfrm>
            <a:off x="258375" y="21815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9"/>
          <p:cNvSpPr/>
          <p:nvPr/>
        </p:nvSpPr>
        <p:spPr>
          <a:xfrm>
            <a:off x="1930375" y="468972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9"/>
          <p:cNvSpPr/>
          <p:nvPr/>
        </p:nvSpPr>
        <p:spPr>
          <a:xfrm>
            <a:off x="5999225" y="48647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9"/>
          <p:cNvSpPr/>
          <p:nvPr/>
        </p:nvSpPr>
        <p:spPr>
          <a:xfrm>
            <a:off x="7069475" y="468972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9"/>
          <p:cNvSpPr/>
          <p:nvPr/>
        </p:nvSpPr>
        <p:spPr>
          <a:xfrm>
            <a:off x="8813900" y="35230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9"/>
          <p:cNvSpPr/>
          <p:nvPr/>
        </p:nvSpPr>
        <p:spPr>
          <a:xfrm>
            <a:off x="8921375" y="218157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9"/>
          <p:cNvSpPr/>
          <p:nvPr/>
        </p:nvSpPr>
        <p:spPr>
          <a:xfrm>
            <a:off x="8921375" y="9198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9"/>
          <p:cNvSpPr/>
          <p:nvPr/>
        </p:nvSpPr>
        <p:spPr>
          <a:xfrm>
            <a:off x="7134875" y="40812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9"/>
          <p:cNvSpPr/>
          <p:nvPr/>
        </p:nvSpPr>
        <p:spPr>
          <a:xfrm>
            <a:off x="4918150" y="34272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9"/>
          <p:cNvSpPr/>
          <p:nvPr/>
        </p:nvSpPr>
        <p:spPr>
          <a:xfrm>
            <a:off x="2540975" y="342725"/>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9"/>
          <p:cNvSpPr/>
          <p:nvPr/>
        </p:nvSpPr>
        <p:spPr>
          <a:xfrm rot="1508491">
            <a:off x="8507300" y="4614183"/>
            <a:ext cx="291629" cy="291629"/>
          </a:xfrm>
          <a:prstGeom prst="hear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9"/>
          <p:cNvSpPr/>
          <p:nvPr/>
        </p:nvSpPr>
        <p:spPr>
          <a:xfrm rot="-1825422">
            <a:off x="8667826" y="79781"/>
            <a:ext cx="357556" cy="393748"/>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9"/>
          <p:cNvSpPr/>
          <p:nvPr/>
        </p:nvSpPr>
        <p:spPr>
          <a:xfrm>
            <a:off x="3797100" y="4864750"/>
            <a:ext cx="65400" cy="65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9"/>
          <p:cNvSpPr/>
          <p:nvPr/>
        </p:nvSpPr>
        <p:spPr>
          <a:xfrm>
            <a:off x="685800" y="473525"/>
            <a:ext cx="8111700" cy="4216200"/>
          </a:xfrm>
          <a:prstGeom prst="parallelogram">
            <a:avLst>
              <a:gd fmla="val 8399"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8" name="Google Shape;1068;p39"/>
          <p:cNvGrpSpPr/>
          <p:nvPr/>
        </p:nvGrpSpPr>
        <p:grpSpPr>
          <a:xfrm>
            <a:off x="220848" y="179704"/>
            <a:ext cx="1116550" cy="1100338"/>
            <a:chOff x="5541075" y="3903350"/>
            <a:chExt cx="823050" cy="811100"/>
          </a:xfrm>
        </p:grpSpPr>
        <p:sp>
          <p:nvSpPr>
            <p:cNvPr id="1069" name="Google Shape;1069;p39"/>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9"/>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9"/>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9"/>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9"/>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9"/>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9"/>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9"/>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9"/>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8" name="Google Shape;1078;p39"/>
          <p:cNvSpPr/>
          <p:nvPr/>
        </p:nvSpPr>
        <p:spPr>
          <a:xfrm>
            <a:off x="-8" y="4464182"/>
            <a:ext cx="5153165" cy="696899"/>
          </a:xfrm>
          <a:custGeom>
            <a:rect b="b" l="l" r="r" t="t"/>
            <a:pathLst>
              <a:path extrusionOk="0" h="24595" w="95376">
                <a:moveTo>
                  <a:pt x="1" y="0"/>
                </a:moveTo>
                <a:lnTo>
                  <a:pt x="1" y="24595"/>
                </a:lnTo>
                <a:lnTo>
                  <a:pt x="95375" y="245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9"/>
          <p:cNvSpPr/>
          <p:nvPr/>
        </p:nvSpPr>
        <p:spPr>
          <a:xfrm flipH="1" rot="10800000">
            <a:off x="102756" y="4619792"/>
            <a:ext cx="2841050" cy="641300"/>
          </a:xfrm>
          <a:custGeom>
            <a:rect b="b" l="l" r="r" t="t"/>
            <a:pathLst>
              <a:path extrusionOk="0" h="25652" w="113642">
                <a:moveTo>
                  <a:pt x="1361" y="981"/>
                </a:moveTo>
                <a:cubicBezTo>
                  <a:pt x="-1859" y="8060"/>
                  <a:pt x="918" y="19907"/>
                  <a:pt x="7874" y="23385"/>
                </a:cubicBezTo>
                <a:cubicBezTo>
                  <a:pt x="17220" y="28058"/>
                  <a:pt x="37149" y="25455"/>
                  <a:pt x="38093" y="15049"/>
                </a:cubicBezTo>
                <a:cubicBezTo>
                  <a:pt x="38462" y="10983"/>
                  <a:pt x="37146" y="4647"/>
                  <a:pt x="33143" y="3846"/>
                </a:cubicBezTo>
                <a:cubicBezTo>
                  <a:pt x="29930" y="3203"/>
                  <a:pt x="27008" y="9039"/>
                  <a:pt x="27933" y="12183"/>
                </a:cubicBezTo>
                <a:cubicBezTo>
                  <a:pt x="32421" y="27436"/>
                  <a:pt x="65842" y="26294"/>
                  <a:pt x="75607" y="13746"/>
                </a:cubicBezTo>
                <a:cubicBezTo>
                  <a:pt x="78388" y="10172"/>
                  <a:pt x="78805" y="1790"/>
                  <a:pt x="74565" y="199"/>
                </a:cubicBezTo>
                <a:cubicBezTo>
                  <a:pt x="70323" y="-1393"/>
                  <a:pt x="68290" y="10501"/>
                  <a:pt x="71699" y="13485"/>
                </a:cubicBezTo>
                <a:cubicBezTo>
                  <a:pt x="82696" y="23110"/>
                  <a:pt x="107883" y="14152"/>
                  <a:pt x="113642" y="720"/>
                </a:cubicBezTo>
              </a:path>
            </a:pathLst>
          </a:custGeom>
          <a:noFill/>
          <a:ln cap="flat" cmpd="sng" w="19050">
            <a:solidFill>
              <a:schemeClr val="dk2"/>
            </a:solidFill>
            <a:prstDash val="solid"/>
            <a:round/>
            <a:headEnd len="med" w="med" type="none"/>
            <a:tailEnd len="med" w="med" type="none"/>
          </a:ln>
        </p:spPr>
      </p:sp>
      <p:sp>
        <p:nvSpPr>
          <p:cNvPr id="1080" name="Google Shape;1080;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theme" Target="../theme/theme2.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9175" y="445025"/>
            <a:ext cx="7685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1pPr>
            <a:lvl2pPr lvl="1"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2pPr>
            <a:lvl3pPr lvl="2"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3pPr>
            <a:lvl4pPr lvl="3"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4pPr>
            <a:lvl5pPr lvl="4"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5pPr>
            <a:lvl6pPr lvl="5"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6pPr>
            <a:lvl7pPr lvl="6"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7pPr>
            <a:lvl8pPr lvl="7"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8pPr>
            <a:lvl9pPr lvl="8" algn="ctr">
              <a:lnSpc>
                <a:spcPct val="100000"/>
              </a:lnSpc>
              <a:spcBef>
                <a:spcPts val="0"/>
              </a:spcBef>
              <a:spcAft>
                <a:spcPts val="0"/>
              </a:spcAft>
              <a:buClr>
                <a:schemeClr val="dk1"/>
              </a:buClr>
              <a:buSzPts val="3000"/>
              <a:buFont typeface="Bangers"/>
              <a:buNone/>
              <a:defRPr sz="3000">
                <a:solidFill>
                  <a:schemeClr val="dk1"/>
                </a:solidFill>
                <a:latin typeface="Bangers"/>
                <a:ea typeface="Bangers"/>
                <a:cs typeface="Bangers"/>
                <a:sym typeface="Bangers"/>
              </a:defRPr>
            </a:lvl9pPr>
          </a:lstStyle>
          <a:p/>
        </p:txBody>
      </p:sp>
      <p:sp>
        <p:nvSpPr>
          <p:cNvPr id="7" name="Google Shape;7;p1"/>
          <p:cNvSpPr txBox="1"/>
          <p:nvPr>
            <p:ph idx="1" type="body"/>
          </p:nvPr>
        </p:nvSpPr>
        <p:spPr>
          <a:xfrm>
            <a:off x="729150" y="1152475"/>
            <a:ext cx="76857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Actor"/>
              <a:buChar char="●"/>
              <a:defRPr sz="1800">
                <a:solidFill>
                  <a:schemeClr val="dk1"/>
                </a:solidFill>
                <a:latin typeface="Actor"/>
                <a:ea typeface="Actor"/>
                <a:cs typeface="Actor"/>
                <a:sym typeface="Actor"/>
              </a:defRPr>
            </a:lvl1pPr>
            <a:lvl2pPr indent="-317500" lvl="1" marL="9144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2pPr>
            <a:lvl3pPr indent="-317500" lvl="2" marL="13716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3pPr>
            <a:lvl4pPr indent="-317500" lvl="3" marL="18288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4pPr>
            <a:lvl5pPr indent="-317500" lvl="4" marL="22860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5pPr>
            <a:lvl6pPr indent="-317500" lvl="5" marL="27432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6pPr>
            <a:lvl7pPr indent="-317500" lvl="6" marL="32004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7pPr>
            <a:lvl8pPr indent="-317500" lvl="7" marL="36576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8pPr>
            <a:lvl9pPr indent="-317500" lvl="8" marL="4114800">
              <a:lnSpc>
                <a:spcPct val="100000"/>
              </a:lnSpc>
              <a:spcBef>
                <a:spcPts val="0"/>
              </a:spcBef>
              <a:spcAft>
                <a:spcPts val="0"/>
              </a:spcAft>
              <a:buClr>
                <a:schemeClr val="dk1"/>
              </a:buClr>
              <a:buSzPts val="1400"/>
              <a:buFont typeface="Actor"/>
              <a:buChar char="■"/>
              <a:defRPr>
                <a:solidFill>
                  <a:schemeClr val="dk1"/>
                </a:solidFill>
                <a:latin typeface="Actor"/>
                <a:ea typeface="Actor"/>
                <a:cs typeface="Actor"/>
                <a:sym typeface="Actor"/>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Actor"/>
                <a:ea typeface="Actor"/>
                <a:cs typeface="Actor"/>
                <a:sym typeface="Actor"/>
              </a:defRPr>
            </a:lvl1pPr>
            <a:lvl2pPr lvl="1" algn="r">
              <a:buNone/>
              <a:defRPr sz="1300">
                <a:solidFill>
                  <a:schemeClr val="dk1"/>
                </a:solidFill>
                <a:latin typeface="Actor"/>
                <a:ea typeface="Actor"/>
                <a:cs typeface="Actor"/>
                <a:sym typeface="Actor"/>
              </a:defRPr>
            </a:lvl2pPr>
            <a:lvl3pPr lvl="2" algn="r">
              <a:buNone/>
              <a:defRPr sz="1300">
                <a:solidFill>
                  <a:schemeClr val="dk1"/>
                </a:solidFill>
                <a:latin typeface="Actor"/>
                <a:ea typeface="Actor"/>
                <a:cs typeface="Actor"/>
                <a:sym typeface="Actor"/>
              </a:defRPr>
            </a:lvl3pPr>
            <a:lvl4pPr lvl="3" algn="r">
              <a:buNone/>
              <a:defRPr sz="1300">
                <a:solidFill>
                  <a:schemeClr val="dk1"/>
                </a:solidFill>
                <a:latin typeface="Actor"/>
                <a:ea typeface="Actor"/>
                <a:cs typeface="Actor"/>
                <a:sym typeface="Actor"/>
              </a:defRPr>
            </a:lvl4pPr>
            <a:lvl5pPr lvl="4" algn="r">
              <a:buNone/>
              <a:defRPr sz="1300">
                <a:solidFill>
                  <a:schemeClr val="dk1"/>
                </a:solidFill>
                <a:latin typeface="Actor"/>
                <a:ea typeface="Actor"/>
                <a:cs typeface="Actor"/>
                <a:sym typeface="Actor"/>
              </a:defRPr>
            </a:lvl5pPr>
            <a:lvl6pPr lvl="5" algn="r">
              <a:buNone/>
              <a:defRPr sz="1300">
                <a:solidFill>
                  <a:schemeClr val="dk1"/>
                </a:solidFill>
                <a:latin typeface="Actor"/>
                <a:ea typeface="Actor"/>
                <a:cs typeface="Actor"/>
                <a:sym typeface="Actor"/>
              </a:defRPr>
            </a:lvl6pPr>
            <a:lvl7pPr lvl="6" algn="r">
              <a:buNone/>
              <a:defRPr sz="1300">
                <a:solidFill>
                  <a:schemeClr val="dk1"/>
                </a:solidFill>
                <a:latin typeface="Actor"/>
                <a:ea typeface="Actor"/>
                <a:cs typeface="Actor"/>
                <a:sym typeface="Actor"/>
              </a:defRPr>
            </a:lvl7pPr>
            <a:lvl8pPr lvl="7" algn="r">
              <a:buNone/>
              <a:defRPr sz="1300">
                <a:solidFill>
                  <a:schemeClr val="dk1"/>
                </a:solidFill>
                <a:latin typeface="Actor"/>
                <a:ea typeface="Actor"/>
                <a:cs typeface="Actor"/>
                <a:sym typeface="Actor"/>
              </a:defRPr>
            </a:lvl8pPr>
            <a:lvl9pPr lvl="8" algn="r">
              <a:buNone/>
              <a:defRPr sz="1300">
                <a:solidFill>
                  <a:schemeClr val="dk1"/>
                </a:solidFill>
                <a:latin typeface="Actor"/>
                <a:ea typeface="Actor"/>
                <a:cs typeface="Actor"/>
                <a:sym typeface="Actor"/>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40"/>
          <p:cNvSpPr txBox="1"/>
          <p:nvPr>
            <p:ph type="ctrTitle"/>
          </p:nvPr>
        </p:nvSpPr>
        <p:spPr>
          <a:xfrm>
            <a:off x="1918200" y="1793788"/>
            <a:ext cx="5307600" cy="1845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500">
                <a:highlight>
                  <a:schemeClr val="lt2"/>
                </a:highlight>
              </a:rPr>
              <a:t>BUBBLE SORT</a:t>
            </a:r>
            <a:endParaRPr sz="8000">
              <a:highlight>
                <a:schemeClr val="lt2"/>
              </a:highlight>
            </a:endParaRPr>
          </a:p>
        </p:txBody>
      </p:sp>
      <p:sp>
        <p:nvSpPr>
          <p:cNvPr id="1086" name="Google Shape;1086;p40"/>
          <p:cNvSpPr txBox="1"/>
          <p:nvPr>
            <p:ph idx="1" type="subTitle"/>
          </p:nvPr>
        </p:nvSpPr>
        <p:spPr>
          <a:xfrm>
            <a:off x="2021888" y="3902750"/>
            <a:ext cx="4981500" cy="79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Manrope"/>
                <a:ea typeface="Manrope"/>
                <a:cs typeface="Manrope"/>
                <a:sym typeface="Manrope"/>
              </a:rPr>
              <a:t>THỰC HÀNH CẤU TRÚC DỮ LIỆU VÀ GIẢI THUẬT</a:t>
            </a:r>
            <a:endParaRPr b="1">
              <a:latin typeface="Manrope"/>
              <a:ea typeface="Manrope"/>
              <a:cs typeface="Manrope"/>
              <a:sym typeface="Manrope"/>
            </a:endParaRPr>
          </a:p>
          <a:p>
            <a:pPr indent="0" lvl="0" marL="0" rtl="0" algn="ctr">
              <a:spcBef>
                <a:spcPts val="0"/>
              </a:spcBef>
              <a:spcAft>
                <a:spcPts val="0"/>
              </a:spcAft>
              <a:buNone/>
            </a:pPr>
            <a:r>
              <a:rPr lang="en">
                <a:latin typeface="Manrope"/>
                <a:ea typeface="Manrope"/>
                <a:cs typeface="Manrope"/>
                <a:sym typeface="Manrope"/>
              </a:rPr>
              <a:t>TUẦN 04 - THÁNG 11 NĂM 2025</a:t>
            </a:r>
            <a:endParaRPr>
              <a:latin typeface="Manrope"/>
              <a:ea typeface="Manrope"/>
              <a:cs typeface="Manrope"/>
              <a:sym typeface="Manrope"/>
            </a:endParaRPr>
          </a:p>
        </p:txBody>
      </p:sp>
      <p:sp>
        <p:nvSpPr>
          <p:cNvPr id="1087" name="Google Shape;1087;p40"/>
          <p:cNvSpPr/>
          <p:nvPr/>
        </p:nvSpPr>
        <p:spPr>
          <a:xfrm>
            <a:off x="8201424" y="256825"/>
            <a:ext cx="513568" cy="565551"/>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40"/>
          <p:cNvSpPr/>
          <p:nvPr/>
        </p:nvSpPr>
        <p:spPr>
          <a:xfrm rot="2255855">
            <a:off x="2008327" y="689738"/>
            <a:ext cx="801584" cy="789085"/>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9" name="Google Shape;1089;p40"/>
          <p:cNvGrpSpPr/>
          <p:nvPr/>
        </p:nvGrpSpPr>
        <p:grpSpPr>
          <a:xfrm>
            <a:off x="1679363" y="2595063"/>
            <a:ext cx="707850" cy="785712"/>
            <a:chOff x="777100" y="158663"/>
            <a:chExt cx="707850" cy="785712"/>
          </a:xfrm>
        </p:grpSpPr>
        <p:cxnSp>
          <p:nvCxnSpPr>
            <p:cNvPr id="1090" name="Google Shape;1090;p40"/>
            <p:cNvCxnSpPr/>
            <p:nvPr/>
          </p:nvCxnSpPr>
          <p:spPr>
            <a:xfrm flipH="1" rot="10800000">
              <a:off x="777100" y="158675"/>
              <a:ext cx="416700" cy="482100"/>
            </a:xfrm>
            <a:prstGeom prst="straightConnector1">
              <a:avLst/>
            </a:prstGeom>
            <a:noFill/>
            <a:ln cap="flat" cmpd="sng" w="19050">
              <a:solidFill>
                <a:schemeClr val="lt2"/>
              </a:solidFill>
              <a:prstDash val="solid"/>
              <a:round/>
              <a:headEnd len="med" w="med" type="none"/>
              <a:tailEnd len="med" w="med" type="none"/>
            </a:ln>
          </p:spPr>
        </p:cxnSp>
        <p:cxnSp>
          <p:nvCxnSpPr>
            <p:cNvPr id="1091" name="Google Shape;1091;p40"/>
            <p:cNvCxnSpPr/>
            <p:nvPr/>
          </p:nvCxnSpPr>
          <p:spPr>
            <a:xfrm flipH="1">
              <a:off x="809503" y="158663"/>
              <a:ext cx="384300" cy="774900"/>
            </a:xfrm>
            <a:prstGeom prst="straightConnector1">
              <a:avLst/>
            </a:prstGeom>
            <a:noFill/>
            <a:ln cap="flat" cmpd="sng" w="19050">
              <a:solidFill>
                <a:schemeClr val="lt2"/>
              </a:solidFill>
              <a:prstDash val="solid"/>
              <a:round/>
              <a:headEnd len="med" w="med" type="none"/>
              <a:tailEnd len="med" w="med" type="none"/>
            </a:ln>
          </p:spPr>
        </p:cxnSp>
        <p:cxnSp>
          <p:nvCxnSpPr>
            <p:cNvPr id="1092" name="Google Shape;1092;p40"/>
            <p:cNvCxnSpPr/>
            <p:nvPr/>
          </p:nvCxnSpPr>
          <p:spPr>
            <a:xfrm flipH="1" rot="10800000">
              <a:off x="807425" y="293075"/>
              <a:ext cx="527700" cy="651300"/>
            </a:xfrm>
            <a:prstGeom prst="straightConnector1">
              <a:avLst/>
            </a:prstGeom>
            <a:noFill/>
            <a:ln cap="flat" cmpd="sng" w="19050">
              <a:solidFill>
                <a:schemeClr val="lt2"/>
              </a:solidFill>
              <a:prstDash val="solid"/>
              <a:round/>
              <a:headEnd len="med" w="med" type="none"/>
              <a:tailEnd len="med" w="med" type="none"/>
            </a:ln>
          </p:spPr>
        </p:cxnSp>
        <p:cxnSp>
          <p:nvCxnSpPr>
            <p:cNvPr id="1093" name="Google Shape;1093;p40"/>
            <p:cNvCxnSpPr/>
            <p:nvPr/>
          </p:nvCxnSpPr>
          <p:spPr>
            <a:xfrm flipH="1">
              <a:off x="1087625" y="293075"/>
              <a:ext cx="247500" cy="618600"/>
            </a:xfrm>
            <a:prstGeom prst="straightConnector1">
              <a:avLst/>
            </a:prstGeom>
            <a:noFill/>
            <a:ln cap="flat" cmpd="sng" w="19050">
              <a:solidFill>
                <a:schemeClr val="lt2"/>
              </a:solidFill>
              <a:prstDash val="solid"/>
              <a:round/>
              <a:headEnd len="med" w="med" type="none"/>
              <a:tailEnd len="med" w="med" type="none"/>
            </a:ln>
          </p:spPr>
        </p:cxnSp>
        <p:cxnSp>
          <p:nvCxnSpPr>
            <p:cNvPr id="1094" name="Google Shape;1094;p40"/>
            <p:cNvCxnSpPr/>
            <p:nvPr/>
          </p:nvCxnSpPr>
          <p:spPr>
            <a:xfrm flipH="1" rot="10800000">
              <a:off x="1100675" y="547000"/>
              <a:ext cx="312600" cy="364800"/>
            </a:xfrm>
            <a:prstGeom prst="straightConnector1">
              <a:avLst/>
            </a:prstGeom>
            <a:noFill/>
            <a:ln cap="flat" cmpd="sng" w="19050">
              <a:solidFill>
                <a:schemeClr val="lt2"/>
              </a:solidFill>
              <a:prstDash val="solid"/>
              <a:round/>
              <a:headEnd len="med" w="med" type="none"/>
              <a:tailEnd len="med" w="med" type="none"/>
            </a:ln>
          </p:spPr>
        </p:cxnSp>
        <p:cxnSp>
          <p:nvCxnSpPr>
            <p:cNvPr id="1095" name="Google Shape;1095;p40"/>
            <p:cNvCxnSpPr/>
            <p:nvPr/>
          </p:nvCxnSpPr>
          <p:spPr>
            <a:xfrm flipH="1">
              <a:off x="1315750" y="547000"/>
              <a:ext cx="91200" cy="364800"/>
            </a:xfrm>
            <a:prstGeom prst="straightConnector1">
              <a:avLst/>
            </a:prstGeom>
            <a:noFill/>
            <a:ln cap="flat" cmpd="sng" w="19050">
              <a:solidFill>
                <a:schemeClr val="lt2"/>
              </a:solidFill>
              <a:prstDash val="solid"/>
              <a:round/>
              <a:headEnd len="med" w="med" type="none"/>
              <a:tailEnd len="med" w="med" type="none"/>
            </a:ln>
          </p:spPr>
        </p:cxnSp>
        <p:cxnSp>
          <p:nvCxnSpPr>
            <p:cNvPr id="1096" name="Google Shape;1096;p40"/>
            <p:cNvCxnSpPr/>
            <p:nvPr/>
          </p:nvCxnSpPr>
          <p:spPr>
            <a:xfrm flipH="1" rot="10800000">
              <a:off x="1315750" y="703175"/>
              <a:ext cx="169200" cy="208500"/>
            </a:xfrm>
            <a:prstGeom prst="straightConnector1">
              <a:avLst/>
            </a:prstGeom>
            <a:noFill/>
            <a:ln cap="flat" cmpd="sng" w="19050">
              <a:solidFill>
                <a:schemeClr val="lt2"/>
              </a:solidFill>
              <a:prstDash val="solid"/>
              <a:round/>
              <a:headEnd len="med" w="med" type="none"/>
              <a:tailEnd len="med" w="med" type="none"/>
            </a:ln>
          </p:spPr>
        </p:cxnSp>
      </p:grpSp>
      <p:grpSp>
        <p:nvGrpSpPr>
          <p:cNvPr id="1097" name="Google Shape;1097;p40"/>
          <p:cNvGrpSpPr/>
          <p:nvPr/>
        </p:nvGrpSpPr>
        <p:grpSpPr>
          <a:xfrm>
            <a:off x="7824514" y="1953900"/>
            <a:ext cx="294100" cy="1072675"/>
            <a:chOff x="7824514" y="1953900"/>
            <a:chExt cx="294100" cy="1072675"/>
          </a:xfrm>
        </p:grpSpPr>
        <p:sp>
          <p:nvSpPr>
            <p:cNvPr id="1098" name="Google Shape;1098;p40"/>
            <p:cNvSpPr/>
            <p:nvPr/>
          </p:nvSpPr>
          <p:spPr>
            <a:xfrm>
              <a:off x="7837914" y="2185300"/>
              <a:ext cx="161050" cy="637000"/>
            </a:xfrm>
            <a:custGeom>
              <a:rect b="b" l="l" r="r" t="t"/>
              <a:pathLst>
                <a:path extrusionOk="0" h="25480" w="6442">
                  <a:moveTo>
                    <a:pt x="1988" y="1"/>
                  </a:moveTo>
                  <a:lnTo>
                    <a:pt x="0" y="370"/>
                  </a:lnTo>
                  <a:lnTo>
                    <a:pt x="4465" y="25480"/>
                  </a:lnTo>
                  <a:lnTo>
                    <a:pt x="6441" y="25111"/>
                  </a:lnTo>
                  <a:lnTo>
                    <a:pt x="1988"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40"/>
            <p:cNvSpPr/>
            <p:nvPr/>
          </p:nvSpPr>
          <p:spPr>
            <a:xfrm>
              <a:off x="7899514" y="2171600"/>
              <a:ext cx="173550" cy="639100"/>
            </a:xfrm>
            <a:custGeom>
              <a:rect b="b" l="l" r="r" t="t"/>
              <a:pathLst>
                <a:path extrusionOk="0" h="25564" w="6942">
                  <a:moveTo>
                    <a:pt x="2477" y="1"/>
                  </a:moveTo>
                  <a:lnTo>
                    <a:pt x="1" y="465"/>
                  </a:lnTo>
                  <a:lnTo>
                    <a:pt x="4465" y="25564"/>
                  </a:lnTo>
                  <a:lnTo>
                    <a:pt x="4477" y="25564"/>
                  </a:lnTo>
                  <a:lnTo>
                    <a:pt x="6942" y="25111"/>
                  </a:lnTo>
                  <a:lnTo>
                    <a:pt x="2477"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40"/>
            <p:cNvSpPr/>
            <p:nvPr/>
          </p:nvSpPr>
          <p:spPr>
            <a:xfrm>
              <a:off x="7824514" y="1953900"/>
              <a:ext cx="294100" cy="1072675"/>
            </a:xfrm>
            <a:custGeom>
              <a:rect b="b" l="l" r="r" t="t"/>
              <a:pathLst>
                <a:path extrusionOk="0" h="42907" w="11764">
                  <a:moveTo>
                    <a:pt x="1584" y="1125"/>
                  </a:moveTo>
                  <a:lnTo>
                    <a:pt x="2739" y="3339"/>
                  </a:lnTo>
                  <a:cubicBezTo>
                    <a:pt x="2500" y="3527"/>
                    <a:pt x="2240" y="3619"/>
                    <a:pt x="1970" y="3619"/>
                  </a:cubicBezTo>
                  <a:cubicBezTo>
                    <a:pt x="1743" y="3619"/>
                    <a:pt x="1508" y="3553"/>
                    <a:pt x="1274" y="3423"/>
                  </a:cubicBezTo>
                  <a:lnTo>
                    <a:pt x="1584" y="1125"/>
                  </a:lnTo>
                  <a:close/>
                  <a:moveTo>
                    <a:pt x="3024" y="3875"/>
                  </a:moveTo>
                  <a:lnTo>
                    <a:pt x="5251" y="8114"/>
                  </a:lnTo>
                  <a:lnTo>
                    <a:pt x="2655" y="8602"/>
                  </a:lnTo>
                  <a:lnTo>
                    <a:pt x="548" y="8995"/>
                  </a:lnTo>
                  <a:lnTo>
                    <a:pt x="1203" y="4030"/>
                  </a:lnTo>
                  <a:cubicBezTo>
                    <a:pt x="1468" y="4167"/>
                    <a:pt x="1739" y="4235"/>
                    <a:pt x="2005" y="4235"/>
                  </a:cubicBezTo>
                  <a:cubicBezTo>
                    <a:pt x="2362" y="4235"/>
                    <a:pt x="2711" y="4114"/>
                    <a:pt x="3024" y="3875"/>
                  </a:cubicBezTo>
                  <a:close/>
                  <a:moveTo>
                    <a:pt x="5477" y="8709"/>
                  </a:moveTo>
                  <a:lnTo>
                    <a:pt x="9942" y="33819"/>
                  </a:lnTo>
                  <a:lnTo>
                    <a:pt x="7477" y="34272"/>
                  </a:lnTo>
                  <a:lnTo>
                    <a:pt x="7465" y="34272"/>
                  </a:lnTo>
                  <a:lnTo>
                    <a:pt x="3001" y="9173"/>
                  </a:lnTo>
                  <a:lnTo>
                    <a:pt x="5477" y="8709"/>
                  </a:lnTo>
                  <a:close/>
                  <a:moveTo>
                    <a:pt x="2524" y="9257"/>
                  </a:moveTo>
                  <a:lnTo>
                    <a:pt x="6977" y="34367"/>
                  </a:lnTo>
                  <a:lnTo>
                    <a:pt x="5001" y="34736"/>
                  </a:lnTo>
                  <a:lnTo>
                    <a:pt x="536" y="9626"/>
                  </a:lnTo>
                  <a:lnTo>
                    <a:pt x="2524" y="9257"/>
                  </a:lnTo>
                  <a:close/>
                  <a:moveTo>
                    <a:pt x="10049" y="34426"/>
                  </a:moveTo>
                  <a:lnTo>
                    <a:pt x="10204" y="35272"/>
                  </a:lnTo>
                  <a:lnTo>
                    <a:pt x="5263" y="36189"/>
                  </a:lnTo>
                  <a:lnTo>
                    <a:pt x="5108" y="35343"/>
                  </a:lnTo>
                  <a:lnTo>
                    <a:pt x="7585" y="34891"/>
                  </a:lnTo>
                  <a:lnTo>
                    <a:pt x="10049" y="34426"/>
                  </a:lnTo>
                  <a:close/>
                  <a:moveTo>
                    <a:pt x="10597" y="37486"/>
                  </a:moveTo>
                  <a:lnTo>
                    <a:pt x="11109" y="40332"/>
                  </a:lnTo>
                  <a:cubicBezTo>
                    <a:pt x="11216" y="40999"/>
                    <a:pt x="10894" y="41606"/>
                    <a:pt x="10394" y="41701"/>
                  </a:cubicBezTo>
                  <a:lnTo>
                    <a:pt x="7299" y="42273"/>
                  </a:lnTo>
                  <a:cubicBezTo>
                    <a:pt x="7253" y="42281"/>
                    <a:pt x="7206" y="42286"/>
                    <a:pt x="7160" y="42286"/>
                  </a:cubicBezTo>
                  <a:cubicBezTo>
                    <a:pt x="6958" y="42286"/>
                    <a:pt x="6759" y="42202"/>
                    <a:pt x="6584" y="42046"/>
                  </a:cubicBezTo>
                  <a:cubicBezTo>
                    <a:pt x="6370" y="41856"/>
                    <a:pt x="6215" y="41570"/>
                    <a:pt x="6168" y="41249"/>
                  </a:cubicBezTo>
                  <a:lnTo>
                    <a:pt x="5656" y="38391"/>
                  </a:lnTo>
                  <a:lnTo>
                    <a:pt x="10597" y="37486"/>
                  </a:lnTo>
                  <a:close/>
                  <a:moveTo>
                    <a:pt x="1424" y="0"/>
                  </a:moveTo>
                  <a:cubicBezTo>
                    <a:pt x="1410" y="0"/>
                    <a:pt x="1395" y="2"/>
                    <a:pt x="1381" y="6"/>
                  </a:cubicBezTo>
                  <a:cubicBezTo>
                    <a:pt x="1286" y="17"/>
                    <a:pt x="1203" y="113"/>
                    <a:pt x="1191" y="232"/>
                  </a:cubicBezTo>
                  <a:lnTo>
                    <a:pt x="0" y="9280"/>
                  </a:lnTo>
                  <a:lnTo>
                    <a:pt x="0" y="9292"/>
                  </a:lnTo>
                  <a:cubicBezTo>
                    <a:pt x="0" y="9316"/>
                    <a:pt x="0" y="9328"/>
                    <a:pt x="0" y="9352"/>
                  </a:cubicBezTo>
                  <a:cubicBezTo>
                    <a:pt x="0" y="9364"/>
                    <a:pt x="0" y="9376"/>
                    <a:pt x="0" y="9376"/>
                  </a:cubicBezTo>
                  <a:cubicBezTo>
                    <a:pt x="0" y="9388"/>
                    <a:pt x="0" y="9400"/>
                    <a:pt x="0" y="9411"/>
                  </a:cubicBezTo>
                  <a:lnTo>
                    <a:pt x="4584" y="35129"/>
                  </a:lnTo>
                  <a:lnTo>
                    <a:pt x="4834" y="36581"/>
                  </a:lnTo>
                  <a:cubicBezTo>
                    <a:pt x="4846" y="36605"/>
                    <a:pt x="4846" y="36629"/>
                    <a:pt x="4858" y="36653"/>
                  </a:cubicBezTo>
                  <a:cubicBezTo>
                    <a:pt x="4858" y="36677"/>
                    <a:pt x="4858" y="36701"/>
                    <a:pt x="4858" y="36724"/>
                  </a:cubicBezTo>
                  <a:lnTo>
                    <a:pt x="5120" y="38177"/>
                  </a:lnTo>
                  <a:lnTo>
                    <a:pt x="5680" y="41344"/>
                  </a:lnTo>
                  <a:cubicBezTo>
                    <a:pt x="5775" y="41820"/>
                    <a:pt x="6001" y="42249"/>
                    <a:pt x="6322" y="42546"/>
                  </a:cubicBezTo>
                  <a:cubicBezTo>
                    <a:pt x="6590" y="42784"/>
                    <a:pt x="6907" y="42907"/>
                    <a:pt x="7219" y="42907"/>
                  </a:cubicBezTo>
                  <a:cubicBezTo>
                    <a:pt x="7282" y="42907"/>
                    <a:pt x="7344" y="42902"/>
                    <a:pt x="7406" y="42892"/>
                  </a:cubicBezTo>
                  <a:lnTo>
                    <a:pt x="10502" y="42320"/>
                  </a:lnTo>
                  <a:cubicBezTo>
                    <a:pt x="11275" y="42177"/>
                    <a:pt x="11764" y="41249"/>
                    <a:pt x="11585" y="40249"/>
                  </a:cubicBezTo>
                  <a:lnTo>
                    <a:pt x="11025" y="37093"/>
                  </a:lnTo>
                  <a:lnTo>
                    <a:pt x="10764" y="35629"/>
                  </a:lnTo>
                  <a:cubicBezTo>
                    <a:pt x="10764" y="35605"/>
                    <a:pt x="10752" y="35581"/>
                    <a:pt x="10740" y="35569"/>
                  </a:cubicBezTo>
                  <a:cubicBezTo>
                    <a:pt x="10740" y="35546"/>
                    <a:pt x="10740" y="35522"/>
                    <a:pt x="10740" y="35498"/>
                  </a:cubicBezTo>
                  <a:lnTo>
                    <a:pt x="10478" y="34034"/>
                  </a:lnTo>
                  <a:lnTo>
                    <a:pt x="5906" y="8316"/>
                  </a:lnTo>
                  <a:cubicBezTo>
                    <a:pt x="5906" y="8304"/>
                    <a:pt x="5906" y="8304"/>
                    <a:pt x="5894" y="8292"/>
                  </a:cubicBezTo>
                  <a:cubicBezTo>
                    <a:pt x="5894" y="8280"/>
                    <a:pt x="5894" y="8268"/>
                    <a:pt x="5894" y="8257"/>
                  </a:cubicBezTo>
                  <a:cubicBezTo>
                    <a:pt x="5882" y="8245"/>
                    <a:pt x="5882" y="8233"/>
                    <a:pt x="5870" y="8221"/>
                  </a:cubicBezTo>
                  <a:cubicBezTo>
                    <a:pt x="5870" y="8221"/>
                    <a:pt x="5870" y="8209"/>
                    <a:pt x="5870" y="8209"/>
                  </a:cubicBezTo>
                  <a:lnTo>
                    <a:pt x="1631" y="148"/>
                  </a:lnTo>
                  <a:cubicBezTo>
                    <a:pt x="1591" y="57"/>
                    <a:pt x="1507" y="0"/>
                    <a:pt x="1424" y="0"/>
                  </a:cubicBezTo>
                  <a:close/>
                </a:path>
              </a:pathLst>
            </a:custGeom>
            <a:solidFill>
              <a:schemeClr val="dk1"/>
            </a:solidFill>
            <a:ln cap="flat" cmpd="sng" w="1500">
              <a:solidFill>
                <a:schemeClr val="dk1"/>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40"/>
            <p:cNvSpPr/>
            <p:nvPr/>
          </p:nvSpPr>
          <p:spPr>
            <a:xfrm>
              <a:off x="7952214" y="2814550"/>
              <a:ext cx="127400" cy="44075"/>
            </a:xfrm>
            <a:custGeom>
              <a:rect b="b" l="l" r="r" t="t"/>
              <a:pathLst>
                <a:path extrusionOk="0" h="1763" w="5096">
                  <a:moveTo>
                    <a:pt x="4953" y="0"/>
                  </a:moveTo>
                  <a:lnTo>
                    <a:pt x="2477" y="465"/>
                  </a:lnTo>
                  <a:lnTo>
                    <a:pt x="0" y="917"/>
                  </a:lnTo>
                  <a:lnTo>
                    <a:pt x="155" y="1763"/>
                  </a:lnTo>
                  <a:lnTo>
                    <a:pt x="5096" y="846"/>
                  </a:lnTo>
                  <a:lnTo>
                    <a:pt x="4953" y="0"/>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40"/>
            <p:cNvSpPr/>
            <p:nvPr/>
          </p:nvSpPr>
          <p:spPr>
            <a:xfrm>
              <a:off x="7856364" y="1982000"/>
              <a:ext cx="36625" cy="62400"/>
            </a:xfrm>
            <a:custGeom>
              <a:rect b="b" l="l" r="r" t="t"/>
              <a:pathLst>
                <a:path extrusionOk="0" h="2496" w="1465">
                  <a:moveTo>
                    <a:pt x="310" y="1"/>
                  </a:moveTo>
                  <a:lnTo>
                    <a:pt x="0" y="2299"/>
                  </a:lnTo>
                  <a:cubicBezTo>
                    <a:pt x="234" y="2429"/>
                    <a:pt x="469" y="2495"/>
                    <a:pt x="696" y="2495"/>
                  </a:cubicBezTo>
                  <a:cubicBezTo>
                    <a:pt x="966" y="2495"/>
                    <a:pt x="1226" y="2403"/>
                    <a:pt x="1465" y="2215"/>
                  </a:cubicBezTo>
                  <a:lnTo>
                    <a:pt x="310" y="1"/>
                  </a:ln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40"/>
            <p:cNvSpPr/>
            <p:nvPr/>
          </p:nvSpPr>
          <p:spPr>
            <a:xfrm>
              <a:off x="7838189" y="2050775"/>
              <a:ext cx="117600" cy="128000"/>
            </a:xfrm>
            <a:custGeom>
              <a:rect b="b" l="l" r="r" t="t"/>
              <a:pathLst>
                <a:path extrusionOk="0" h="5120" w="4704">
                  <a:moveTo>
                    <a:pt x="2477" y="0"/>
                  </a:moveTo>
                  <a:cubicBezTo>
                    <a:pt x="2164" y="239"/>
                    <a:pt x="1815" y="360"/>
                    <a:pt x="1458" y="360"/>
                  </a:cubicBezTo>
                  <a:cubicBezTo>
                    <a:pt x="1192" y="360"/>
                    <a:pt x="921" y="292"/>
                    <a:pt x="656" y="155"/>
                  </a:cubicBezTo>
                  <a:lnTo>
                    <a:pt x="1" y="5120"/>
                  </a:lnTo>
                  <a:lnTo>
                    <a:pt x="2096" y="4727"/>
                  </a:lnTo>
                  <a:lnTo>
                    <a:pt x="4704" y="4239"/>
                  </a:lnTo>
                  <a:lnTo>
                    <a:pt x="24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40"/>
            <p:cNvSpPr/>
            <p:nvPr/>
          </p:nvSpPr>
          <p:spPr>
            <a:xfrm>
              <a:off x="7959339" y="2854425"/>
              <a:ext cx="127425" cy="44075"/>
            </a:xfrm>
            <a:custGeom>
              <a:rect b="b" l="l" r="r" t="t"/>
              <a:pathLst>
                <a:path extrusionOk="0" h="1763" w="5097">
                  <a:moveTo>
                    <a:pt x="4942" y="1"/>
                  </a:moveTo>
                  <a:lnTo>
                    <a:pt x="1" y="918"/>
                  </a:lnTo>
                  <a:lnTo>
                    <a:pt x="156" y="1763"/>
                  </a:lnTo>
                  <a:lnTo>
                    <a:pt x="5097" y="846"/>
                  </a:lnTo>
                  <a:lnTo>
                    <a:pt x="4942" y="1"/>
                  </a:lnTo>
                  <a:close/>
                </a:path>
              </a:pathLst>
            </a:custGeom>
            <a:solidFill>
              <a:srgbClr val="B3E8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40"/>
            <p:cNvSpPr/>
            <p:nvPr/>
          </p:nvSpPr>
          <p:spPr>
            <a:xfrm>
              <a:off x="7965889" y="2891050"/>
              <a:ext cx="139025" cy="120000"/>
            </a:xfrm>
            <a:custGeom>
              <a:rect b="b" l="l" r="r" t="t"/>
              <a:pathLst>
                <a:path extrusionOk="0" h="4800" w="5561">
                  <a:moveTo>
                    <a:pt x="4942" y="0"/>
                  </a:moveTo>
                  <a:lnTo>
                    <a:pt x="2025" y="536"/>
                  </a:lnTo>
                  <a:lnTo>
                    <a:pt x="1" y="917"/>
                  </a:lnTo>
                  <a:lnTo>
                    <a:pt x="513" y="3763"/>
                  </a:lnTo>
                  <a:cubicBezTo>
                    <a:pt x="560" y="4084"/>
                    <a:pt x="715" y="4370"/>
                    <a:pt x="929" y="4560"/>
                  </a:cubicBezTo>
                  <a:cubicBezTo>
                    <a:pt x="1104" y="4716"/>
                    <a:pt x="1303" y="4800"/>
                    <a:pt x="1505" y="4800"/>
                  </a:cubicBezTo>
                  <a:cubicBezTo>
                    <a:pt x="1551" y="4800"/>
                    <a:pt x="1598" y="4795"/>
                    <a:pt x="1644" y="4787"/>
                  </a:cubicBezTo>
                  <a:lnTo>
                    <a:pt x="3061" y="4525"/>
                  </a:lnTo>
                  <a:lnTo>
                    <a:pt x="4739" y="4215"/>
                  </a:lnTo>
                  <a:cubicBezTo>
                    <a:pt x="5239" y="4120"/>
                    <a:pt x="5561" y="3513"/>
                    <a:pt x="5454" y="2858"/>
                  </a:cubicBezTo>
                  <a:lnTo>
                    <a:pt x="4942" y="0"/>
                  </a:lnTo>
                  <a:close/>
                </a:path>
              </a:pathLst>
            </a:custGeom>
            <a:solidFill>
              <a:srgbClr val="F090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6" name="Google Shape;1106;p40"/>
          <p:cNvGrpSpPr/>
          <p:nvPr/>
        </p:nvGrpSpPr>
        <p:grpSpPr>
          <a:xfrm>
            <a:off x="789985" y="1290056"/>
            <a:ext cx="995674" cy="1079635"/>
            <a:chOff x="789985" y="1290056"/>
            <a:chExt cx="995674" cy="1079635"/>
          </a:xfrm>
        </p:grpSpPr>
        <p:sp>
          <p:nvSpPr>
            <p:cNvPr id="1107" name="Google Shape;1107;p40"/>
            <p:cNvSpPr/>
            <p:nvPr/>
          </p:nvSpPr>
          <p:spPr>
            <a:xfrm rot="-1669840">
              <a:off x="990710" y="1407930"/>
              <a:ext cx="585423" cy="816533"/>
            </a:xfrm>
            <a:custGeom>
              <a:rect b="b" l="l" r="r" t="t"/>
              <a:pathLst>
                <a:path extrusionOk="0" h="52544" w="37672">
                  <a:moveTo>
                    <a:pt x="32525" y="1"/>
                  </a:moveTo>
                  <a:cubicBezTo>
                    <a:pt x="32510" y="1"/>
                    <a:pt x="32495" y="1"/>
                    <a:pt x="32481" y="1"/>
                  </a:cubicBezTo>
                  <a:lnTo>
                    <a:pt x="6906" y="168"/>
                  </a:lnTo>
                  <a:lnTo>
                    <a:pt x="1679" y="203"/>
                  </a:lnTo>
                  <a:cubicBezTo>
                    <a:pt x="751" y="215"/>
                    <a:pt x="1" y="977"/>
                    <a:pt x="1" y="1906"/>
                  </a:cubicBezTo>
                  <a:lnTo>
                    <a:pt x="12" y="2704"/>
                  </a:lnTo>
                  <a:cubicBezTo>
                    <a:pt x="1429" y="2728"/>
                    <a:pt x="2834" y="3525"/>
                    <a:pt x="3489" y="4799"/>
                  </a:cubicBezTo>
                  <a:cubicBezTo>
                    <a:pt x="3644" y="5085"/>
                    <a:pt x="3525" y="5430"/>
                    <a:pt x="3239" y="5585"/>
                  </a:cubicBezTo>
                  <a:cubicBezTo>
                    <a:pt x="3153" y="5631"/>
                    <a:pt x="3061" y="5653"/>
                    <a:pt x="2970" y="5653"/>
                  </a:cubicBezTo>
                  <a:cubicBezTo>
                    <a:pt x="2758" y="5653"/>
                    <a:pt x="2553" y="5535"/>
                    <a:pt x="2453" y="5335"/>
                  </a:cubicBezTo>
                  <a:cubicBezTo>
                    <a:pt x="2001" y="4466"/>
                    <a:pt x="1013" y="3906"/>
                    <a:pt x="24" y="3871"/>
                  </a:cubicBezTo>
                  <a:lnTo>
                    <a:pt x="24" y="3871"/>
                  </a:lnTo>
                  <a:lnTo>
                    <a:pt x="36" y="5656"/>
                  </a:lnTo>
                  <a:cubicBezTo>
                    <a:pt x="227" y="5799"/>
                    <a:pt x="322" y="6037"/>
                    <a:pt x="251" y="6276"/>
                  </a:cubicBezTo>
                  <a:cubicBezTo>
                    <a:pt x="215" y="6407"/>
                    <a:pt x="143" y="6502"/>
                    <a:pt x="48" y="6585"/>
                  </a:cubicBezTo>
                  <a:lnTo>
                    <a:pt x="60" y="8050"/>
                  </a:lnTo>
                  <a:cubicBezTo>
                    <a:pt x="1465" y="8085"/>
                    <a:pt x="2870" y="8883"/>
                    <a:pt x="3525" y="10157"/>
                  </a:cubicBezTo>
                  <a:cubicBezTo>
                    <a:pt x="3680" y="10443"/>
                    <a:pt x="3561" y="10788"/>
                    <a:pt x="3275" y="10943"/>
                  </a:cubicBezTo>
                  <a:cubicBezTo>
                    <a:pt x="3189" y="10985"/>
                    <a:pt x="3099" y="11006"/>
                    <a:pt x="3010" y="11006"/>
                  </a:cubicBezTo>
                  <a:cubicBezTo>
                    <a:pt x="2800" y="11006"/>
                    <a:pt x="2598" y="10893"/>
                    <a:pt x="2489" y="10693"/>
                  </a:cubicBezTo>
                  <a:cubicBezTo>
                    <a:pt x="2037" y="9824"/>
                    <a:pt x="1048" y="9264"/>
                    <a:pt x="60" y="9228"/>
                  </a:cubicBezTo>
                  <a:lnTo>
                    <a:pt x="60" y="9228"/>
                  </a:lnTo>
                  <a:lnTo>
                    <a:pt x="72" y="11014"/>
                  </a:lnTo>
                  <a:cubicBezTo>
                    <a:pt x="262" y="11157"/>
                    <a:pt x="358" y="11395"/>
                    <a:pt x="286" y="11633"/>
                  </a:cubicBezTo>
                  <a:cubicBezTo>
                    <a:pt x="251" y="11764"/>
                    <a:pt x="179" y="11860"/>
                    <a:pt x="84" y="11943"/>
                  </a:cubicBezTo>
                  <a:lnTo>
                    <a:pt x="96" y="13407"/>
                  </a:lnTo>
                  <a:cubicBezTo>
                    <a:pt x="1513" y="13443"/>
                    <a:pt x="2906" y="14241"/>
                    <a:pt x="3561" y="15515"/>
                  </a:cubicBezTo>
                  <a:cubicBezTo>
                    <a:pt x="3715" y="15801"/>
                    <a:pt x="3608" y="16146"/>
                    <a:pt x="3310" y="16301"/>
                  </a:cubicBezTo>
                  <a:cubicBezTo>
                    <a:pt x="3225" y="16343"/>
                    <a:pt x="3135" y="16364"/>
                    <a:pt x="3045" y="16364"/>
                  </a:cubicBezTo>
                  <a:cubicBezTo>
                    <a:pt x="2836" y="16364"/>
                    <a:pt x="2633" y="16251"/>
                    <a:pt x="2525" y="16051"/>
                  </a:cubicBezTo>
                  <a:cubicBezTo>
                    <a:pt x="2072" y="15181"/>
                    <a:pt x="1084" y="14622"/>
                    <a:pt x="108" y="14586"/>
                  </a:cubicBezTo>
                  <a:lnTo>
                    <a:pt x="108" y="14586"/>
                  </a:lnTo>
                  <a:lnTo>
                    <a:pt x="120" y="16372"/>
                  </a:lnTo>
                  <a:cubicBezTo>
                    <a:pt x="298" y="16515"/>
                    <a:pt x="393" y="16753"/>
                    <a:pt x="322" y="16991"/>
                  </a:cubicBezTo>
                  <a:cubicBezTo>
                    <a:pt x="298" y="17122"/>
                    <a:pt x="215" y="17217"/>
                    <a:pt x="120" y="17301"/>
                  </a:cubicBezTo>
                  <a:lnTo>
                    <a:pt x="132" y="18765"/>
                  </a:lnTo>
                  <a:cubicBezTo>
                    <a:pt x="1548" y="18801"/>
                    <a:pt x="2941" y="19599"/>
                    <a:pt x="3608" y="20873"/>
                  </a:cubicBezTo>
                  <a:cubicBezTo>
                    <a:pt x="3751" y="21158"/>
                    <a:pt x="3644" y="21504"/>
                    <a:pt x="3358" y="21658"/>
                  </a:cubicBezTo>
                  <a:cubicBezTo>
                    <a:pt x="3273" y="21701"/>
                    <a:pt x="3181" y="21721"/>
                    <a:pt x="3090" y="21721"/>
                  </a:cubicBezTo>
                  <a:cubicBezTo>
                    <a:pt x="2877" y="21721"/>
                    <a:pt x="2669" y="21609"/>
                    <a:pt x="2560" y="21408"/>
                  </a:cubicBezTo>
                  <a:cubicBezTo>
                    <a:pt x="2120" y="20539"/>
                    <a:pt x="1120" y="19980"/>
                    <a:pt x="143" y="19944"/>
                  </a:cubicBezTo>
                  <a:lnTo>
                    <a:pt x="143" y="19944"/>
                  </a:lnTo>
                  <a:lnTo>
                    <a:pt x="155" y="21730"/>
                  </a:lnTo>
                  <a:cubicBezTo>
                    <a:pt x="346" y="21873"/>
                    <a:pt x="429" y="22111"/>
                    <a:pt x="358" y="22349"/>
                  </a:cubicBezTo>
                  <a:cubicBezTo>
                    <a:pt x="334" y="22480"/>
                    <a:pt x="251" y="22575"/>
                    <a:pt x="155" y="22659"/>
                  </a:cubicBezTo>
                  <a:lnTo>
                    <a:pt x="167" y="24123"/>
                  </a:lnTo>
                  <a:cubicBezTo>
                    <a:pt x="1584" y="24159"/>
                    <a:pt x="2989" y="24956"/>
                    <a:pt x="3644" y="26218"/>
                  </a:cubicBezTo>
                  <a:cubicBezTo>
                    <a:pt x="3787" y="26516"/>
                    <a:pt x="3680" y="26861"/>
                    <a:pt x="3394" y="27016"/>
                  </a:cubicBezTo>
                  <a:cubicBezTo>
                    <a:pt x="3309" y="27059"/>
                    <a:pt x="3217" y="27079"/>
                    <a:pt x="3126" y="27079"/>
                  </a:cubicBezTo>
                  <a:cubicBezTo>
                    <a:pt x="2914" y="27079"/>
                    <a:pt x="2708" y="26967"/>
                    <a:pt x="2608" y="26766"/>
                  </a:cubicBezTo>
                  <a:cubicBezTo>
                    <a:pt x="2156" y="25897"/>
                    <a:pt x="1167" y="25326"/>
                    <a:pt x="179" y="25302"/>
                  </a:cubicBezTo>
                  <a:lnTo>
                    <a:pt x="179" y="25302"/>
                  </a:lnTo>
                  <a:lnTo>
                    <a:pt x="191" y="27088"/>
                  </a:lnTo>
                  <a:cubicBezTo>
                    <a:pt x="382" y="27231"/>
                    <a:pt x="465" y="27469"/>
                    <a:pt x="405" y="27707"/>
                  </a:cubicBezTo>
                  <a:cubicBezTo>
                    <a:pt x="370" y="27838"/>
                    <a:pt x="298" y="27933"/>
                    <a:pt x="203" y="28004"/>
                  </a:cubicBezTo>
                  <a:lnTo>
                    <a:pt x="215" y="29481"/>
                  </a:lnTo>
                  <a:cubicBezTo>
                    <a:pt x="1620" y="29517"/>
                    <a:pt x="3025" y="30314"/>
                    <a:pt x="3680" y="31576"/>
                  </a:cubicBezTo>
                  <a:cubicBezTo>
                    <a:pt x="3822" y="31874"/>
                    <a:pt x="3715" y="32219"/>
                    <a:pt x="3430" y="32374"/>
                  </a:cubicBezTo>
                  <a:cubicBezTo>
                    <a:pt x="3344" y="32417"/>
                    <a:pt x="3253" y="32437"/>
                    <a:pt x="3162" y="32437"/>
                  </a:cubicBezTo>
                  <a:cubicBezTo>
                    <a:pt x="2950" y="32437"/>
                    <a:pt x="2744" y="32324"/>
                    <a:pt x="2644" y="32124"/>
                  </a:cubicBezTo>
                  <a:cubicBezTo>
                    <a:pt x="2191" y="31255"/>
                    <a:pt x="1203" y="30683"/>
                    <a:pt x="215" y="30660"/>
                  </a:cubicBezTo>
                  <a:lnTo>
                    <a:pt x="215" y="30660"/>
                  </a:lnTo>
                  <a:lnTo>
                    <a:pt x="227" y="32445"/>
                  </a:lnTo>
                  <a:cubicBezTo>
                    <a:pt x="417" y="32576"/>
                    <a:pt x="501" y="32826"/>
                    <a:pt x="441" y="33065"/>
                  </a:cubicBezTo>
                  <a:cubicBezTo>
                    <a:pt x="405" y="33184"/>
                    <a:pt x="334" y="33291"/>
                    <a:pt x="239" y="33362"/>
                  </a:cubicBezTo>
                  <a:lnTo>
                    <a:pt x="251" y="34839"/>
                  </a:lnTo>
                  <a:cubicBezTo>
                    <a:pt x="1656" y="34874"/>
                    <a:pt x="3060" y="35672"/>
                    <a:pt x="3715" y="36934"/>
                  </a:cubicBezTo>
                  <a:cubicBezTo>
                    <a:pt x="3870" y="37220"/>
                    <a:pt x="3751" y="37577"/>
                    <a:pt x="3465" y="37720"/>
                  </a:cubicBezTo>
                  <a:cubicBezTo>
                    <a:pt x="3379" y="37766"/>
                    <a:pt x="3287" y="37788"/>
                    <a:pt x="3196" y="37788"/>
                  </a:cubicBezTo>
                  <a:cubicBezTo>
                    <a:pt x="2984" y="37788"/>
                    <a:pt x="2779" y="37670"/>
                    <a:pt x="2679" y="37470"/>
                  </a:cubicBezTo>
                  <a:cubicBezTo>
                    <a:pt x="2227" y="36613"/>
                    <a:pt x="1239" y="36041"/>
                    <a:pt x="251" y="36005"/>
                  </a:cubicBezTo>
                  <a:lnTo>
                    <a:pt x="251" y="36005"/>
                  </a:lnTo>
                  <a:lnTo>
                    <a:pt x="262" y="37791"/>
                  </a:lnTo>
                  <a:cubicBezTo>
                    <a:pt x="453" y="37934"/>
                    <a:pt x="548" y="38184"/>
                    <a:pt x="477" y="38422"/>
                  </a:cubicBezTo>
                  <a:cubicBezTo>
                    <a:pt x="441" y="38541"/>
                    <a:pt x="370" y="38649"/>
                    <a:pt x="274" y="38720"/>
                  </a:cubicBezTo>
                  <a:lnTo>
                    <a:pt x="286" y="40196"/>
                  </a:lnTo>
                  <a:cubicBezTo>
                    <a:pt x="1703" y="40220"/>
                    <a:pt x="3096" y="41030"/>
                    <a:pt x="3751" y="42292"/>
                  </a:cubicBezTo>
                  <a:cubicBezTo>
                    <a:pt x="3906" y="42578"/>
                    <a:pt x="3787" y="42935"/>
                    <a:pt x="3501" y="43078"/>
                  </a:cubicBezTo>
                  <a:cubicBezTo>
                    <a:pt x="3415" y="43124"/>
                    <a:pt x="3324" y="43146"/>
                    <a:pt x="3234" y="43146"/>
                  </a:cubicBezTo>
                  <a:cubicBezTo>
                    <a:pt x="3025" y="43146"/>
                    <a:pt x="2823" y="43028"/>
                    <a:pt x="2715" y="42828"/>
                  </a:cubicBezTo>
                  <a:cubicBezTo>
                    <a:pt x="2263" y="41970"/>
                    <a:pt x="1275" y="41399"/>
                    <a:pt x="286" y="41363"/>
                  </a:cubicBezTo>
                  <a:lnTo>
                    <a:pt x="286" y="41363"/>
                  </a:lnTo>
                  <a:lnTo>
                    <a:pt x="298" y="43149"/>
                  </a:lnTo>
                  <a:cubicBezTo>
                    <a:pt x="489" y="43292"/>
                    <a:pt x="584" y="43542"/>
                    <a:pt x="513" y="43780"/>
                  </a:cubicBezTo>
                  <a:cubicBezTo>
                    <a:pt x="477" y="43899"/>
                    <a:pt x="405" y="44006"/>
                    <a:pt x="310" y="44078"/>
                  </a:cubicBezTo>
                  <a:lnTo>
                    <a:pt x="322" y="45554"/>
                  </a:lnTo>
                  <a:cubicBezTo>
                    <a:pt x="1739" y="45578"/>
                    <a:pt x="3132" y="46388"/>
                    <a:pt x="3787" y="47650"/>
                  </a:cubicBezTo>
                  <a:cubicBezTo>
                    <a:pt x="3942" y="47935"/>
                    <a:pt x="3834" y="48293"/>
                    <a:pt x="3537" y="48436"/>
                  </a:cubicBezTo>
                  <a:cubicBezTo>
                    <a:pt x="3451" y="48482"/>
                    <a:pt x="3360" y="48504"/>
                    <a:pt x="3270" y="48504"/>
                  </a:cubicBezTo>
                  <a:cubicBezTo>
                    <a:pt x="3061" y="48504"/>
                    <a:pt x="2859" y="48385"/>
                    <a:pt x="2751" y="48185"/>
                  </a:cubicBezTo>
                  <a:cubicBezTo>
                    <a:pt x="2298" y="47328"/>
                    <a:pt x="1310" y="46757"/>
                    <a:pt x="334" y="46721"/>
                  </a:cubicBezTo>
                  <a:lnTo>
                    <a:pt x="334" y="46721"/>
                  </a:lnTo>
                  <a:lnTo>
                    <a:pt x="346" y="48507"/>
                  </a:lnTo>
                  <a:cubicBezTo>
                    <a:pt x="524" y="48650"/>
                    <a:pt x="620" y="48900"/>
                    <a:pt x="548" y="49138"/>
                  </a:cubicBezTo>
                  <a:cubicBezTo>
                    <a:pt x="513" y="49257"/>
                    <a:pt x="441" y="49364"/>
                    <a:pt x="346" y="49436"/>
                  </a:cubicBezTo>
                  <a:lnTo>
                    <a:pt x="358" y="51067"/>
                  </a:lnTo>
                  <a:cubicBezTo>
                    <a:pt x="465" y="51900"/>
                    <a:pt x="1179" y="52543"/>
                    <a:pt x="2037" y="52543"/>
                  </a:cubicBezTo>
                  <a:lnTo>
                    <a:pt x="30195" y="52353"/>
                  </a:lnTo>
                  <a:lnTo>
                    <a:pt x="32850" y="52329"/>
                  </a:lnTo>
                  <a:cubicBezTo>
                    <a:pt x="35517" y="52317"/>
                    <a:pt x="37672" y="50126"/>
                    <a:pt x="37660" y="47459"/>
                  </a:cubicBezTo>
                  <a:lnTo>
                    <a:pt x="37362" y="4811"/>
                  </a:lnTo>
                  <a:lnTo>
                    <a:pt x="37362" y="4799"/>
                  </a:lnTo>
                  <a:cubicBezTo>
                    <a:pt x="37339" y="2147"/>
                    <a:pt x="35172" y="1"/>
                    <a:pt x="3252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40"/>
            <p:cNvSpPr/>
            <p:nvPr/>
          </p:nvSpPr>
          <p:spPr>
            <a:xfrm rot="-1669840">
              <a:off x="954124" y="1395616"/>
              <a:ext cx="667396" cy="868515"/>
            </a:xfrm>
            <a:custGeom>
              <a:rect b="b" l="l" r="r" t="t"/>
              <a:pathLst>
                <a:path extrusionOk="0" h="55889" w="42947">
                  <a:moveTo>
                    <a:pt x="2060" y="4799"/>
                  </a:moveTo>
                  <a:lnTo>
                    <a:pt x="2060" y="6061"/>
                  </a:lnTo>
                  <a:cubicBezTo>
                    <a:pt x="1906" y="6002"/>
                    <a:pt x="1775" y="5930"/>
                    <a:pt x="1679" y="5859"/>
                  </a:cubicBezTo>
                  <a:cubicBezTo>
                    <a:pt x="1477" y="5716"/>
                    <a:pt x="1358" y="5490"/>
                    <a:pt x="1370" y="5335"/>
                  </a:cubicBezTo>
                  <a:cubicBezTo>
                    <a:pt x="1406" y="5109"/>
                    <a:pt x="1739" y="4894"/>
                    <a:pt x="2060" y="4799"/>
                  </a:cubicBezTo>
                  <a:close/>
                  <a:moveTo>
                    <a:pt x="2096" y="10145"/>
                  </a:moveTo>
                  <a:lnTo>
                    <a:pt x="2108" y="11419"/>
                  </a:lnTo>
                  <a:lnTo>
                    <a:pt x="2096" y="11419"/>
                  </a:lnTo>
                  <a:cubicBezTo>
                    <a:pt x="1941" y="11360"/>
                    <a:pt x="1810" y="11288"/>
                    <a:pt x="1715" y="11217"/>
                  </a:cubicBezTo>
                  <a:cubicBezTo>
                    <a:pt x="1513" y="11074"/>
                    <a:pt x="1394" y="10848"/>
                    <a:pt x="1406" y="10693"/>
                  </a:cubicBezTo>
                  <a:cubicBezTo>
                    <a:pt x="1441" y="10467"/>
                    <a:pt x="1775" y="10252"/>
                    <a:pt x="2096" y="10145"/>
                  </a:cubicBezTo>
                  <a:close/>
                  <a:moveTo>
                    <a:pt x="2132" y="15503"/>
                  </a:moveTo>
                  <a:lnTo>
                    <a:pt x="2132" y="16777"/>
                  </a:lnTo>
                  <a:cubicBezTo>
                    <a:pt x="1977" y="16717"/>
                    <a:pt x="1846" y="16646"/>
                    <a:pt x="1751" y="16574"/>
                  </a:cubicBezTo>
                  <a:cubicBezTo>
                    <a:pt x="1548" y="16420"/>
                    <a:pt x="1429" y="16205"/>
                    <a:pt x="1441" y="16051"/>
                  </a:cubicBezTo>
                  <a:cubicBezTo>
                    <a:pt x="1477" y="15812"/>
                    <a:pt x="1810" y="15598"/>
                    <a:pt x="2132" y="15503"/>
                  </a:cubicBezTo>
                  <a:close/>
                  <a:moveTo>
                    <a:pt x="2168" y="20861"/>
                  </a:moveTo>
                  <a:lnTo>
                    <a:pt x="2179" y="22135"/>
                  </a:lnTo>
                  <a:cubicBezTo>
                    <a:pt x="2013" y="22075"/>
                    <a:pt x="1894" y="22004"/>
                    <a:pt x="1787" y="21932"/>
                  </a:cubicBezTo>
                  <a:cubicBezTo>
                    <a:pt x="1584" y="21777"/>
                    <a:pt x="1465" y="21563"/>
                    <a:pt x="1489" y="21408"/>
                  </a:cubicBezTo>
                  <a:cubicBezTo>
                    <a:pt x="1513" y="21170"/>
                    <a:pt x="1846" y="20956"/>
                    <a:pt x="2168" y="20861"/>
                  </a:cubicBezTo>
                  <a:close/>
                  <a:moveTo>
                    <a:pt x="2203" y="26218"/>
                  </a:moveTo>
                  <a:lnTo>
                    <a:pt x="2215" y="27492"/>
                  </a:lnTo>
                  <a:cubicBezTo>
                    <a:pt x="2048" y="27433"/>
                    <a:pt x="1929" y="27361"/>
                    <a:pt x="1822" y="27278"/>
                  </a:cubicBezTo>
                  <a:cubicBezTo>
                    <a:pt x="1620" y="27135"/>
                    <a:pt x="1501" y="26921"/>
                    <a:pt x="1525" y="26754"/>
                  </a:cubicBezTo>
                  <a:cubicBezTo>
                    <a:pt x="1548" y="26528"/>
                    <a:pt x="1882" y="26314"/>
                    <a:pt x="2203" y="26218"/>
                  </a:cubicBezTo>
                  <a:close/>
                  <a:moveTo>
                    <a:pt x="2239" y="31576"/>
                  </a:moveTo>
                  <a:lnTo>
                    <a:pt x="2251" y="32850"/>
                  </a:lnTo>
                  <a:cubicBezTo>
                    <a:pt x="2084" y="32779"/>
                    <a:pt x="1953" y="32719"/>
                    <a:pt x="1858" y="32636"/>
                  </a:cubicBezTo>
                  <a:cubicBezTo>
                    <a:pt x="1656" y="32493"/>
                    <a:pt x="1536" y="32279"/>
                    <a:pt x="1560" y="32112"/>
                  </a:cubicBezTo>
                  <a:cubicBezTo>
                    <a:pt x="1584" y="31886"/>
                    <a:pt x="1917" y="31672"/>
                    <a:pt x="2239" y="31576"/>
                  </a:cubicBezTo>
                  <a:close/>
                  <a:moveTo>
                    <a:pt x="2275" y="36934"/>
                  </a:moveTo>
                  <a:lnTo>
                    <a:pt x="2287" y="38208"/>
                  </a:lnTo>
                  <a:cubicBezTo>
                    <a:pt x="2120" y="38137"/>
                    <a:pt x="2001" y="38077"/>
                    <a:pt x="1894" y="37994"/>
                  </a:cubicBezTo>
                  <a:cubicBezTo>
                    <a:pt x="1703" y="37851"/>
                    <a:pt x="1572" y="37637"/>
                    <a:pt x="1596" y="37470"/>
                  </a:cubicBezTo>
                  <a:cubicBezTo>
                    <a:pt x="1620" y="37244"/>
                    <a:pt x="1953" y="37029"/>
                    <a:pt x="2275" y="36934"/>
                  </a:cubicBezTo>
                  <a:close/>
                  <a:moveTo>
                    <a:pt x="2310" y="42292"/>
                  </a:moveTo>
                  <a:lnTo>
                    <a:pt x="2322" y="43566"/>
                  </a:lnTo>
                  <a:cubicBezTo>
                    <a:pt x="2156" y="43494"/>
                    <a:pt x="2037" y="43435"/>
                    <a:pt x="1929" y="43352"/>
                  </a:cubicBezTo>
                  <a:cubicBezTo>
                    <a:pt x="1739" y="43209"/>
                    <a:pt x="1608" y="42982"/>
                    <a:pt x="1632" y="42828"/>
                  </a:cubicBezTo>
                  <a:cubicBezTo>
                    <a:pt x="1656" y="42625"/>
                    <a:pt x="1929" y="42435"/>
                    <a:pt x="2215" y="42328"/>
                  </a:cubicBezTo>
                  <a:cubicBezTo>
                    <a:pt x="2251" y="42316"/>
                    <a:pt x="2275" y="42304"/>
                    <a:pt x="2310" y="42292"/>
                  </a:cubicBezTo>
                  <a:close/>
                  <a:moveTo>
                    <a:pt x="2346" y="47638"/>
                  </a:moveTo>
                  <a:lnTo>
                    <a:pt x="2358" y="48912"/>
                  </a:lnTo>
                  <a:cubicBezTo>
                    <a:pt x="2191" y="48852"/>
                    <a:pt x="2072" y="48781"/>
                    <a:pt x="1965" y="48709"/>
                  </a:cubicBezTo>
                  <a:cubicBezTo>
                    <a:pt x="1775" y="48566"/>
                    <a:pt x="1644" y="48340"/>
                    <a:pt x="1667" y="48185"/>
                  </a:cubicBezTo>
                  <a:cubicBezTo>
                    <a:pt x="1691" y="47983"/>
                    <a:pt x="1965" y="47781"/>
                    <a:pt x="2263" y="47674"/>
                  </a:cubicBezTo>
                  <a:cubicBezTo>
                    <a:pt x="2287" y="47662"/>
                    <a:pt x="2322" y="47650"/>
                    <a:pt x="2346" y="47638"/>
                  </a:cubicBezTo>
                  <a:close/>
                  <a:moveTo>
                    <a:pt x="35335" y="822"/>
                  </a:moveTo>
                  <a:cubicBezTo>
                    <a:pt x="37958" y="822"/>
                    <a:pt x="40089" y="2944"/>
                    <a:pt x="40101" y="5561"/>
                  </a:cubicBezTo>
                  <a:lnTo>
                    <a:pt x="40398" y="48209"/>
                  </a:lnTo>
                  <a:cubicBezTo>
                    <a:pt x="40398" y="49483"/>
                    <a:pt x="39910" y="50686"/>
                    <a:pt x="39017" y="51591"/>
                  </a:cubicBezTo>
                  <a:cubicBezTo>
                    <a:pt x="38124" y="52507"/>
                    <a:pt x="36922" y="53008"/>
                    <a:pt x="35648" y="53019"/>
                  </a:cubicBezTo>
                  <a:lnTo>
                    <a:pt x="4846" y="53234"/>
                  </a:lnTo>
                  <a:cubicBezTo>
                    <a:pt x="4025" y="53234"/>
                    <a:pt x="3334" y="52627"/>
                    <a:pt x="3227" y="51817"/>
                  </a:cubicBezTo>
                  <a:lnTo>
                    <a:pt x="3215" y="50221"/>
                  </a:lnTo>
                  <a:cubicBezTo>
                    <a:pt x="3311" y="50138"/>
                    <a:pt x="3382" y="50019"/>
                    <a:pt x="3418" y="49900"/>
                  </a:cubicBezTo>
                  <a:cubicBezTo>
                    <a:pt x="3489" y="49650"/>
                    <a:pt x="3406" y="49400"/>
                    <a:pt x="3203" y="49233"/>
                  </a:cubicBezTo>
                  <a:lnTo>
                    <a:pt x="3191" y="47543"/>
                  </a:lnTo>
                  <a:lnTo>
                    <a:pt x="3191" y="47543"/>
                  </a:lnTo>
                  <a:cubicBezTo>
                    <a:pt x="4156" y="47602"/>
                    <a:pt x="5085" y="48162"/>
                    <a:pt x="5501" y="48971"/>
                  </a:cubicBezTo>
                  <a:lnTo>
                    <a:pt x="5489" y="48983"/>
                  </a:lnTo>
                  <a:cubicBezTo>
                    <a:pt x="5605" y="49207"/>
                    <a:pt x="5830" y="49332"/>
                    <a:pt x="6065" y="49332"/>
                  </a:cubicBezTo>
                  <a:cubicBezTo>
                    <a:pt x="6167" y="49332"/>
                    <a:pt x="6272" y="49308"/>
                    <a:pt x="6370" y="49257"/>
                  </a:cubicBezTo>
                  <a:cubicBezTo>
                    <a:pt x="6525" y="49174"/>
                    <a:pt x="6632" y="49043"/>
                    <a:pt x="6692" y="48876"/>
                  </a:cubicBezTo>
                  <a:cubicBezTo>
                    <a:pt x="6740" y="48709"/>
                    <a:pt x="6728" y="48543"/>
                    <a:pt x="6644" y="48388"/>
                  </a:cubicBezTo>
                  <a:cubicBezTo>
                    <a:pt x="6001" y="47138"/>
                    <a:pt x="4644" y="46304"/>
                    <a:pt x="3180" y="46257"/>
                  </a:cubicBezTo>
                  <a:lnTo>
                    <a:pt x="3168" y="44876"/>
                  </a:lnTo>
                  <a:cubicBezTo>
                    <a:pt x="3275" y="44792"/>
                    <a:pt x="3334" y="44673"/>
                    <a:pt x="3370" y="44554"/>
                  </a:cubicBezTo>
                  <a:cubicBezTo>
                    <a:pt x="3441" y="44304"/>
                    <a:pt x="3358" y="44054"/>
                    <a:pt x="3168" y="43887"/>
                  </a:cubicBezTo>
                  <a:lnTo>
                    <a:pt x="3156" y="42197"/>
                  </a:lnTo>
                  <a:lnTo>
                    <a:pt x="3156" y="42197"/>
                  </a:lnTo>
                  <a:cubicBezTo>
                    <a:pt x="4120" y="42256"/>
                    <a:pt x="5037" y="42816"/>
                    <a:pt x="5454" y="43625"/>
                  </a:cubicBezTo>
                  <a:cubicBezTo>
                    <a:pt x="5537" y="43780"/>
                    <a:pt x="5668" y="43887"/>
                    <a:pt x="5835" y="43947"/>
                  </a:cubicBezTo>
                  <a:cubicBezTo>
                    <a:pt x="5899" y="43965"/>
                    <a:pt x="5965" y="43975"/>
                    <a:pt x="6030" y="43975"/>
                  </a:cubicBezTo>
                  <a:cubicBezTo>
                    <a:pt x="6135" y="43975"/>
                    <a:pt x="6240" y="43950"/>
                    <a:pt x="6335" y="43899"/>
                  </a:cubicBezTo>
                  <a:cubicBezTo>
                    <a:pt x="6644" y="43733"/>
                    <a:pt x="6775" y="43340"/>
                    <a:pt x="6609" y="43030"/>
                  </a:cubicBezTo>
                  <a:cubicBezTo>
                    <a:pt x="5966" y="41780"/>
                    <a:pt x="4608" y="40946"/>
                    <a:pt x="3144" y="40899"/>
                  </a:cubicBezTo>
                  <a:lnTo>
                    <a:pt x="3132" y="39518"/>
                  </a:lnTo>
                  <a:cubicBezTo>
                    <a:pt x="3239" y="39434"/>
                    <a:pt x="3311" y="39315"/>
                    <a:pt x="3334" y="39196"/>
                  </a:cubicBezTo>
                  <a:cubicBezTo>
                    <a:pt x="3406" y="38946"/>
                    <a:pt x="3322" y="38696"/>
                    <a:pt x="3132" y="38530"/>
                  </a:cubicBezTo>
                  <a:lnTo>
                    <a:pt x="3120" y="36839"/>
                  </a:lnTo>
                  <a:lnTo>
                    <a:pt x="3120" y="36839"/>
                  </a:lnTo>
                  <a:cubicBezTo>
                    <a:pt x="4084" y="36898"/>
                    <a:pt x="5001" y="37458"/>
                    <a:pt x="5418" y="38268"/>
                  </a:cubicBezTo>
                  <a:cubicBezTo>
                    <a:pt x="5501" y="38422"/>
                    <a:pt x="5632" y="38530"/>
                    <a:pt x="5799" y="38589"/>
                  </a:cubicBezTo>
                  <a:cubicBezTo>
                    <a:pt x="5863" y="38607"/>
                    <a:pt x="5929" y="38617"/>
                    <a:pt x="5995" y="38617"/>
                  </a:cubicBezTo>
                  <a:cubicBezTo>
                    <a:pt x="6100" y="38617"/>
                    <a:pt x="6204" y="38593"/>
                    <a:pt x="6299" y="38541"/>
                  </a:cubicBezTo>
                  <a:cubicBezTo>
                    <a:pt x="6609" y="38375"/>
                    <a:pt x="6740" y="37982"/>
                    <a:pt x="6573" y="37672"/>
                  </a:cubicBezTo>
                  <a:cubicBezTo>
                    <a:pt x="5930" y="36422"/>
                    <a:pt x="4573" y="35589"/>
                    <a:pt x="3108" y="35541"/>
                  </a:cubicBezTo>
                  <a:lnTo>
                    <a:pt x="3096" y="34160"/>
                  </a:lnTo>
                  <a:cubicBezTo>
                    <a:pt x="3203" y="34077"/>
                    <a:pt x="3275" y="33969"/>
                    <a:pt x="3299" y="33838"/>
                  </a:cubicBezTo>
                  <a:cubicBezTo>
                    <a:pt x="3370" y="33588"/>
                    <a:pt x="3287" y="33338"/>
                    <a:pt x="3096" y="33172"/>
                  </a:cubicBezTo>
                  <a:lnTo>
                    <a:pt x="3084" y="31481"/>
                  </a:lnTo>
                  <a:lnTo>
                    <a:pt x="3084" y="31481"/>
                  </a:lnTo>
                  <a:cubicBezTo>
                    <a:pt x="4049" y="31541"/>
                    <a:pt x="4965" y="32100"/>
                    <a:pt x="5382" y="32910"/>
                  </a:cubicBezTo>
                  <a:cubicBezTo>
                    <a:pt x="5466" y="33065"/>
                    <a:pt x="5597" y="33172"/>
                    <a:pt x="5763" y="33231"/>
                  </a:cubicBezTo>
                  <a:cubicBezTo>
                    <a:pt x="5827" y="33250"/>
                    <a:pt x="5893" y="33259"/>
                    <a:pt x="5959" y="33259"/>
                  </a:cubicBezTo>
                  <a:cubicBezTo>
                    <a:pt x="6064" y="33259"/>
                    <a:pt x="6168" y="33235"/>
                    <a:pt x="6263" y="33184"/>
                  </a:cubicBezTo>
                  <a:cubicBezTo>
                    <a:pt x="6573" y="33017"/>
                    <a:pt x="6704" y="32624"/>
                    <a:pt x="6537" y="32314"/>
                  </a:cubicBezTo>
                  <a:cubicBezTo>
                    <a:pt x="5894" y="31064"/>
                    <a:pt x="4537" y="30231"/>
                    <a:pt x="3072" y="30183"/>
                  </a:cubicBezTo>
                  <a:lnTo>
                    <a:pt x="3060" y="28802"/>
                  </a:lnTo>
                  <a:cubicBezTo>
                    <a:pt x="3168" y="28719"/>
                    <a:pt x="3239" y="28612"/>
                    <a:pt x="3263" y="28481"/>
                  </a:cubicBezTo>
                  <a:cubicBezTo>
                    <a:pt x="3334" y="28243"/>
                    <a:pt x="3251" y="27981"/>
                    <a:pt x="3060" y="27814"/>
                  </a:cubicBezTo>
                  <a:lnTo>
                    <a:pt x="3049" y="26123"/>
                  </a:lnTo>
                  <a:lnTo>
                    <a:pt x="3049" y="26123"/>
                  </a:lnTo>
                  <a:cubicBezTo>
                    <a:pt x="4013" y="26183"/>
                    <a:pt x="4930" y="26742"/>
                    <a:pt x="5346" y="27552"/>
                  </a:cubicBezTo>
                  <a:cubicBezTo>
                    <a:pt x="5462" y="27775"/>
                    <a:pt x="5687" y="27901"/>
                    <a:pt x="5922" y="27901"/>
                  </a:cubicBezTo>
                  <a:cubicBezTo>
                    <a:pt x="6025" y="27901"/>
                    <a:pt x="6129" y="27877"/>
                    <a:pt x="6228" y="27826"/>
                  </a:cubicBezTo>
                  <a:cubicBezTo>
                    <a:pt x="6382" y="27754"/>
                    <a:pt x="6489" y="27612"/>
                    <a:pt x="6549" y="27445"/>
                  </a:cubicBezTo>
                  <a:cubicBezTo>
                    <a:pt x="6597" y="27290"/>
                    <a:pt x="6585" y="27111"/>
                    <a:pt x="6501" y="26957"/>
                  </a:cubicBezTo>
                  <a:cubicBezTo>
                    <a:pt x="5858" y="25707"/>
                    <a:pt x="4501" y="24873"/>
                    <a:pt x="3037" y="24825"/>
                  </a:cubicBezTo>
                  <a:lnTo>
                    <a:pt x="3025" y="23444"/>
                  </a:lnTo>
                  <a:cubicBezTo>
                    <a:pt x="3132" y="23361"/>
                    <a:pt x="3203" y="23254"/>
                    <a:pt x="3227" y="23123"/>
                  </a:cubicBezTo>
                  <a:cubicBezTo>
                    <a:pt x="3299" y="22885"/>
                    <a:pt x="3215" y="22623"/>
                    <a:pt x="3025" y="22456"/>
                  </a:cubicBezTo>
                  <a:lnTo>
                    <a:pt x="3013" y="20765"/>
                  </a:lnTo>
                  <a:lnTo>
                    <a:pt x="3013" y="20765"/>
                  </a:lnTo>
                  <a:cubicBezTo>
                    <a:pt x="3977" y="20825"/>
                    <a:pt x="4894" y="21396"/>
                    <a:pt x="5311" y="22194"/>
                  </a:cubicBezTo>
                  <a:cubicBezTo>
                    <a:pt x="5394" y="22349"/>
                    <a:pt x="5525" y="22468"/>
                    <a:pt x="5692" y="22516"/>
                  </a:cubicBezTo>
                  <a:cubicBezTo>
                    <a:pt x="5756" y="22534"/>
                    <a:pt x="5822" y="22544"/>
                    <a:pt x="5888" y="22544"/>
                  </a:cubicBezTo>
                  <a:cubicBezTo>
                    <a:pt x="5992" y="22544"/>
                    <a:pt x="6097" y="22519"/>
                    <a:pt x="6192" y="22468"/>
                  </a:cubicBezTo>
                  <a:cubicBezTo>
                    <a:pt x="6347" y="22397"/>
                    <a:pt x="6454" y="22254"/>
                    <a:pt x="6513" y="22087"/>
                  </a:cubicBezTo>
                  <a:cubicBezTo>
                    <a:pt x="6561" y="21932"/>
                    <a:pt x="6549" y="21754"/>
                    <a:pt x="6466" y="21599"/>
                  </a:cubicBezTo>
                  <a:cubicBezTo>
                    <a:pt x="5823" y="20349"/>
                    <a:pt x="4465" y="19515"/>
                    <a:pt x="3001" y="19468"/>
                  </a:cubicBezTo>
                  <a:lnTo>
                    <a:pt x="2989" y="18087"/>
                  </a:lnTo>
                  <a:cubicBezTo>
                    <a:pt x="3096" y="18003"/>
                    <a:pt x="3156" y="17896"/>
                    <a:pt x="3191" y="17765"/>
                  </a:cubicBezTo>
                  <a:cubicBezTo>
                    <a:pt x="3263" y="17527"/>
                    <a:pt x="3180" y="17265"/>
                    <a:pt x="2989" y="17098"/>
                  </a:cubicBezTo>
                  <a:lnTo>
                    <a:pt x="2977" y="15408"/>
                  </a:lnTo>
                  <a:lnTo>
                    <a:pt x="2977" y="15408"/>
                  </a:lnTo>
                  <a:cubicBezTo>
                    <a:pt x="3942" y="15467"/>
                    <a:pt x="4858" y="16039"/>
                    <a:pt x="5275" y="16836"/>
                  </a:cubicBezTo>
                  <a:cubicBezTo>
                    <a:pt x="5358" y="16991"/>
                    <a:pt x="5489" y="17110"/>
                    <a:pt x="5656" y="17158"/>
                  </a:cubicBezTo>
                  <a:cubicBezTo>
                    <a:pt x="5720" y="17176"/>
                    <a:pt x="5786" y="17186"/>
                    <a:pt x="5852" y="17186"/>
                  </a:cubicBezTo>
                  <a:cubicBezTo>
                    <a:pt x="5957" y="17186"/>
                    <a:pt x="6061" y="17161"/>
                    <a:pt x="6156" y="17110"/>
                  </a:cubicBezTo>
                  <a:cubicBezTo>
                    <a:pt x="6311" y="17039"/>
                    <a:pt x="6418" y="16896"/>
                    <a:pt x="6478" y="16729"/>
                  </a:cubicBezTo>
                  <a:cubicBezTo>
                    <a:pt x="6525" y="16574"/>
                    <a:pt x="6513" y="16396"/>
                    <a:pt x="6430" y="16241"/>
                  </a:cubicBezTo>
                  <a:cubicBezTo>
                    <a:pt x="5787" y="14991"/>
                    <a:pt x="4430" y="14157"/>
                    <a:pt x="2965" y="14110"/>
                  </a:cubicBezTo>
                  <a:lnTo>
                    <a:pt x="2953" y="12729"/>
                  </a:lnTo>
                  <a:cubicBezTo>
                    <a:pt x="3060" y="12645"/>
                    <a:pt x="3120" y="12538"/>
                    <a:pt x="3156" y="12407"/>
                  </a:cubicBezTo>
                  <a:cubicBezTo>
                    <a:pt x="3227" y="12169"/>
                    <a:pt x="3144" y="11907"/>
                    <a:pt x="2953" y="11741"/>
                  </a:cubicBezTo>
                  <a:lnTo>
                    <a:pt x="2941" y="10050"/>
                  </a:lnTo>
                  <a:lnTo>
                    <a:pt x="2941" y="10050"/>
                  </a:lnTo>
                  <a:cubicBezTo>
                    <a:pt x="3906" y="10109"/>
                    <a:pt x="4823" y="10681"/>
                    <a:pt x="5239" y="11479"/>
                  </a:cubicBezTo>
                  <a:cubicBezTo>
                    <a:pt x="5355" y="11702"/>
                    <a:pt x="5580" y="11828"/>
                    <a:pt x="5814" y="11828"/>
                  </a:cubicBezTo>
                  <a:cubicBezTo>
                    <a:pt x="5917" y="11828"/>
                    <a:pt x="6022" y="11803"/>
                    <a:pt x="6120" y="11752"/>
                  </a:cubicBezTo>
                  <a:cubicBezTo>
                    <a:pt x="6430" y="11586"/>
                    <a:pt x="6561" y="11193"/>
                    <a:pt x="6394" y="10883"/>
                  </a:cubicBezTo>
                  <a:cubicBezTo>
                    <a:pt x="5751" y="9633"/>
                    <a:pt x="4394" y="8800"/>
                    <a:pt x="2930" y="8752"/>
                  </a:cubicBezTo>
                  <a:lnTo>
                    <a:pt x="2918" y="7371"/>
                  </a:lnTo>
                  <a:cubicBezTo>
                    <a:pt x="3025" y="7288"/>
                    <a:pt x="3084" y="7180"/>
                    <a:pt x="3120" y="7049"/>
                  </a:cubicBezTo>
                  <a:cubicBezTo>
                    <a:pt x="3191" y="6811"/>
                    <a:pt x="3108" y="6549"/>
                    <a:pt x="2918" y="6383"/>
                  </a:cubicBezTo>
                  <a:lnTo>
                    <a:pt x="2906" y="4692"/>
                  </a:lnTo>
                  <a:lnTo>
                    <a:pt x="2906" y="4692"/>
                  </a:lnTo>
                  <a:cubicBezTo>
                    <a:pt x="3870" y="4752"/>
                    <a:pt x="4787" y="5323"/>
                    <a:pt x="5204" y="6121"/>
                  </a:cubicBezTo>
                  <a:cubicBezTo>
                    <a:pt x="5287" y="6276"/>
                    <a:pt x="5418" y="6395"/>
                    <a:pt x="5585" y="6442"/>
                  </a:cubicBezTo>
                  <a:cubicBezTo>
                    <a:pt x="5649" y="6461"/>
                    <a:pt x="5715" y="6470"/>
                    <a:pt x="5780" y="6470"/>
                  </a:cubicBezTo>
                  <a:cubicBezTo>
                    <a:pt x="5885" y="6470"/>
                    <a:pt x="5989" y="6446"/>
                    <a:pt x="6085" y="6395"/>
                  </a:cubicBezTo>
                  <a:cubicBezTo>
                    <a:pt x="6394" y="6228"/>
                    <a:pt x="6525" y="5835"/>
                    <a:pt x="6359" y="5525"/>
                  </a:cubicBezTo>
                  <a:cubicBezTo>
                    <a:pt x="5716" y="4287"/>
                    <a:pt x="4323" y="3442"/>
                    <a:pt x="2882" y="3394"/>
                  </a:cubicBezTo>
                  <a:lnTo>
                    <a:pt x="2882" y="2656"/>
                  </a:lnTo>
                  <a:cubicBezTo>
                    <a:pt x="2882" y="2227"/>
                    <a:pt x="3049" y="1823"/>
                    <a:pt x="3346" y="1513"/>
                  </a:cubicBezTo>
                  <a:cubicBezTo>
                    <a:pt x="3656" y="1204"/>
                    <a:pt x="4061" y="1025"/>
                    <a:pt x="4489" y="1025"/>
                  </a:cubicBezTo>
                  <a:lnTo>
                    <a:pt x="35291" y="823"/>
                  </a:lnTo>
                  <a:cubicBezTo>
                    <a:pt x="35305" y="822"/>
                    <a:pt x="35320" y="822"/>
                    <a:pt x="35335" y="822"/>
                  </a:cubicBezTo>
                  <a:close/>
                  <a:moveTo>
                    <a:pt x="40839" y="4597"/>
                  </a:moveTo>
                  <a:lnTo>
                    <a:pt x="40839" y="4597"/>
                  </a:lnTo>
                  <a:cubicBezTo>
                    <a:pt x="41458" y="5430"/>
                    <a:pt x="41792" y="6442"/>
                    <a:pt x="41803" y="7490"/>
                  </a:cubicBezTo>
                  <a:lnTo>
                    <a:pt x="42089" y="49912"/>
                  </a:lnTo>
                  <a:cubicBezTo>
                    <a:pt x="42101" y="51210"/>
                    <a:pt x="41601" y="52436"/>
                    <a:pt x="40684" y="53365"/>
                  </a:cubicBezTo>
                  <a:cubicBezTo>
                    <a:pt x="39767" y="54293"/>
                    <a:pt x="38541" y="54817"/>
                    <a:pt x="37243" y="54817"/>
                  </a:cubicBezTo>
                  <a:lnTo>
                    <a:pt x="4906" y="55043"/>
                  </a:lnTo>
                  <a:cubicBezTo>
                    <a:pt x="4017" y="55043"/>
                    <a:pt x="3293" y="54359"/>
                    <a:pt x="3240" y="53483"/>
                  </a:cubicBezTo>
                  <a:lnTo>
                    <a:pt x="3240" y="53483"/>
                  </a:lnTo>
                  <a:cubicBezTo>
                    <a:pt x="3690" y="53868"/>
                    <a:pt x="4257" y="54067"/>
                    <a:pt x="4846" y="54067"/>
                  </a:cubicBezTo>
                  <a:lnTo>
                    <a:pt x="35648" y="53853"/>
                  </a:lnTo>
                  <a:cubicBezTo>
                    <a:pt x="36327" y="53853"/>
                    <a:pt x="36958" y="53734"/>
                    <a:pt x="37553" y="53508"/>
                  </a:cubicBezTo>
                  <a:cubicBezTo>
                    <a:pt x="39708" y="52710"/>
                    <a:pt x="41232" y="50638"/>
                    <a:pt x="41220" y="48221"/>
                  </a:cubicBezTo>
                  <a:lnTo>
                    <a:pt x="40922" y="5561"/>
                  </a:lnTo>
                  <a:cubicBezTo>
                    <a:pt x="40922" y="5240"/>
                    <a:pt x="40899" y="4918"/>
                    <a:pt x="40839" y="4597"/>
                  </a:cubicBezTo>
                  <a:close/>
                  <a:moveTo>
                    <a:pt x="35323" y="1"/>
                  </a:moveTo>
                  <a:cubicBezTo>
                    <a:pt x="35312" y="1"/>
                    <a:pt x="35301" y="1"/>
                    <a:pt x="35291" y="1"/>
                  </a:cubicBezTo>
                  <a:lnTo>
                    <a:pt x="4477" y="215"/>
                  </a:lnTo>
                  <a:cubicBezTo>
                    <a:pt x="3822" y="215"/>
                    <a:pt x="3215" y="477"/>
                    <a:pt x="2751" y="942"/>
                  </a:cubicBezTo>
                  <a:cubicBezTo>
                    <a:pt x="2298" y="1406"/>
                    <a:pt x="2037" y="2025"/>
                    <a:pt x="2048" y="2680"/>
                  </a:cubicBezTo>
                  <a:lnTo>
                    <a:pt x="2048" y="3466"/>
                  </a:lnTo>
                  <a:cubicBezTo>
                    <a:pt x="1941" y="3478"/>
                    <a:pt x="1834" y="3501"/>
                    <a:pt x="1739" y="3537"/>
                  </a:cubicBezTo>
                  <a:cubicBezTo>
                    <a:pt x="1013" y="3740"/>
                    <a:pt x="203" y="4275"/>
                    <a:pt x="84" y="5168"/>
                  </a:cubicBezTo>
                  <a:cubicBezTo>
                    <a:pt x="1" y="5799"/>
                    <a:pt x="310" y="6466"/>
                    <a:pt x="894" y="6895"/>
                  </a:cubicBezTo>
                  <a:cubicBezTo>
                    <a:pt x="1275" y="7180"/>
                    <a:pt x="1715" y="7335"/>
                    <a:pt x="2072" y="7442"/>
                  </a:cubicBezTo>
                  <a:lnTo>
                    <a:pt x="2084" y="8824"/>
                  </a:lnTo>
                  <a:cubicBezTo>
                    <a:pt x="1977" y="8835"/>
                    <a:pt x="1870" y="8859"/>
                    <a:pt x="1775" y="8895"/>
                  </a:cubicBezTo>
                  <a:cubicBezTo>
                    <a:pt x="1048" y="9097"/>
                    <a:pt x="239" y="9633"/>
                    <a:pt x="120" y="10514"/>
                  </a:cubicBezTo>
                  <a:cubicBezTo>
                    <a:pt x="36" y="11157"/>
                    <a:pt x="346" y="11824"/>
                    <a:pt x="929" y="12252"/>
                  </a:cubicBezTo>
                  <a:cubicBezTo>
                    <a:pt x="1310" y="12538"/>
                    <a:pt x="1751" y="12693"/>
                    <a:pt x="2108" y="12800"/>
                  </a:cubicBezTo>
                  <a:lnTo>
                    <a:pt x="2120" y="14181"/>
                  </a:lnTo>
                  <a:cubicBezTo>
                    <a:pt x="2025" y="14193"/>
                    <a:pt x="1917" y="14217"/>
                    <a:pt x="1810" y="14253"/>
                  </a:cubicBezTo>
                  <a:cubicBezTo>
                    <a:pt x="1084" y="14455"/>
                    <a:pt x="274" y="14979"/>
                    <a:pt x="155" y="15872"/>
                  </a:cubicBezTo>
                  <a:cubicBezTo>
                    <a:pt x="72" y="16503"/>
                    <a:pt x="382" y="17170"/>
                    <a:pt x="965" y="17610"/>
                  </a:cubicBezTo>
                  <a:cubicBezTo>
                    <a:pt x="1346" y="17896"/>
                    <a:pt x="1787" y="18051"/>
                    <a:pt x="2144" y="18158"/>
                  </a:cubicBezTo>
                  <a:lnTo>
                    <a:pt x="2156" y="19527"/>
                  </a:lnTo>
                  <a:cubicBezTo>
                    <a:pt x="2037" y="19551"/>
                    <a:pt x="1941" y="19575"/>
                    <a:pt x="1846" y="19599"/>
                  </a:cubicBezTo>
                  <a:cubicBezTo>
                    <a:pt x="1120" y="19801"/>
                    <a:pt x="310" y="20337"/>
                    <a:pt x="191" y="21230"/>
                  </a:cubicBezTo>
                  <a:cubicBezTo>
                    <a:pt x="108" y="21861"/>
                    <a:pt x="417" y="22528"/>
                    <a:pt x="1001" y="22968"/>
                  </a:cubicBezTo>
                  <a:cubicBezTo>
                    <a:pt x="1370" y="23242"/>
                    <a:pt x="1810" y="23397"/>
                    <a:pt x="2179" y="23516"/>
                  </a:cubicBezTo>
                  <a:lnTo>
                    <a:pt x="2191" y="24885"/>
                  </a:lnTo>
                  <a:cubicBezTo>
                    <a:pt x="2084" y="24909"/>
                    <a:pt x="1977" y="24933"/>
                    <a:pt x="1882" y="24956"/>
                  </a:cubicBezTo>
                  <a:cubicBezTo>
                    <a:pt x="1155" y="25159"/>
                    <a:pt x="346" y="25695"/>
                    <a:pt x="227" y="26588"/>
                  </a:cubicBezTo>
                  <a:cubicBezTo>
                    <a:pt x="143" y="27219"/>
                    <a:pt x="453" y="27885"/>
                    <a:pt x="1036" y="28326"/>
                  </a:cubicBezTo>
                  <a:cubicBezTo>
                    <a:pt x="1406" y="28600"/>
                    <a:pt x="1846" y="28755"/>
                    <a:pt x="2215" y="28874"/>
                  </a:cubicBezTo>
                  <a:lnTo>
                    <a:pt x="2227" y="30243"/>
                  </a:lnTo>
                  <a:cubicBezTo>
                    <a:pt x="2120" y="30267"/>
                    <a:pt x="2013" y="30290"/>
                    <a:pt x="1917" y="30314"/>
                  </a:cubicBezTo>
                  <a:cubicBezTo>
                    <a:pt x="1191" y="30517"/>
                    <a:pt x="382" y="31052"/>
                    <a:pt x="263" y="31945"/>
                  </a:cubicBezTo>
                  <a:cubicBezTo>
                    <a:pt x="179" y="32576"/>
                    <a:pt x="489" y="33243"/>
                    <a:pt x="1072" y="33684"/>
                  </a:cubicBezTo>
                  <a:cubicBezTo>
                    <a:pt x="1441" y="33958"/>
                    <a:pt x="1882" y="34112"/>
                    <a:pt x="2251" y="34231"/>
                  </a:cubicBezTo>
                  <a:lnTo>
                    <a:pt x="2263" y="35601"/>
                  </a:lnTo>
                  <a:cubicBezTo>
                    <a:pt x="2144" y="35624"/>
                    <a:pt x="2048" y="35648"/>
                    <a:pt x="1953" y="35672"/>
                  </a:cubicBezTo>
                  <a:cubicBezTo>
                    <a:pt x="1227" y="35874"/>
                    <a:pt x="417" y="36410"/>
                    <a:pt x="298" y="37303"/>
                  </a:cubicBezTo>
                  <a:cubicBezTo>
                    <a:pt x="215" y="37934"/>
                    <a:pt x="524" y="38601"/>
                    <a:pt x="1108" y="39042"/>
                  </a:cubicBezTo>
                  <a:cubicBezTo>
                    <a:pt x="1477" y="39315"/>
                    <a:pt x="1917" y="39470"/>
                    <a:pt x="2287" y="39589"/>
                  </a:cubicBezTo>
                  <a:lnTo>
                    <a:pt x="2298" y="40958"/>
                  </a:lnTo>
                  <a:cubicBezTo>
                    <a:pt x="2179" y="40982"/>
                    <a:pt x="2084" y="41006"/>
                    <a:pt x="1989" y="41030"/>
                  </a:cubicBezTo>
                  <a:cubicBezTo>
                    <a:pt x="1263" y="41232"/>
                    <a:pt x="453" y="41768"/>
                    <a:pt x="334" y="42661"/>
                  </a:cubicBezTo>
                  <a:cubicBezTo>
                    <a:pt x="251" y="43292"/>
                    <a:pt x="560" y="43959"/>
                    <a:pt x="1144" y="44399"/>
                  </a:cubicBezTo>
                  <a:cubicBezTo>
                    <a:pt x="1525" y="44673"/>
                    <a:pt x="1965" y="44828"/>
                    <a:pt x="2322" y="44935"/>
                  </a:cubicBezTo>
                  <a:lnTo>
                    <a:pt x="2334" y="46316"/>
                  </a:lnTo>
                  <a:cubicBezTo>
                    <a:pt x="2227" y="46340"/>
                    <a:pt x="2120" y="46364"/>
                    <a:pt x="2025" y="46388"/>
                  </a:cubicBezTo>
                  <a:cubicBezTo>
                    <a:pt x="1298" y="46590"/>
                    <a:pt x="489" y="47126"/>
                    <a:pt x="370" y="48019"/>
                  </a:cubicBezTo>
                  <a:cubicBezTo>
                    <a:pt x="286" y="48650"/>
                    <a:pt x="596" y="49317"/>
                    <a:pt x="1179" y="49745"/>
                  </a:cubicBezTo>
                  <a:cubicBezTo>
                    <a:pt x="1560" y="50031"/>
                    <a:pt x="1989" y="50186"/>
                    <a:pt x="2358" y="50293"/>
                  </a:cubicBezTo>
                  <a:lnTo>
                    <a:pt x="2382" y="53400"/>
                  </a:lnTo>
                  <a:cubicBezTo>
                    <a:pt x="2394" y="54774"/>
                    <a:pt x="3513" y="55889"/>
                    <a:pt x="4884" y="55889"/>
                  </a:cubicBezTo>
                  <a:cubicBezTo>
                    <a:pt x="4891" y="55889"/>
                    <a:pt x="4899" y="55889"/>
                    <a:pt x="4906" y="55889"/>
                  </a:cubicBezTo>
                  <a:lnTo>
                    <a:pt x="37243" y="55663"/>
                  </a:lnTo>
                  <a:cubicBezTo>
                    <a:pt x="37922" y="55663"/>
                    <a:pt x="38577" y="55544"/>
                    <a:pt x="39184" y="55317"/>
                  </a:cubicBezTo>
                  <a:cubicBezTo>
                    <a:pt x="41387" y="54496"/>
                    <a:pt x="42946" y="52376"/>
                    <a:pt x="42923" y="49900"/>
                  </a:cubicBezTo>
                  <a:lnTo>
                    <a:pt x="42637" y="7478"/>
                  </a:lnTo>
                  <a:cubicBezTo>
                    <a:pt x="42625" y="5740"/>
                    <a:pt x="41839" y="4121"/>
                    <a:pt x="40470" y="3037"/>
                  </a:cubicBezTo>
                  <a:lnTo>
                    <a:pt x="40482" y="3037"/>
                  </a:lnTo>
                  <a:cubicBezTo>
                    <a:pt x="40410" y="2989"/>
                    <a:pt x="40339" y="2954"/>
                    <a:pt x="40256" y="2942"/>
                  </a:cubicBezTo>
                  <a:cubicBezTo>
                    <a:pt x="39273" y="1130"/>
                    <a:pt x="37382" y="1"/>
                    <a:pt x="35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40"/>
            <p:cNvSpPr/>
            <p:nvPr/>
          </p:nvSpPr>
          <p:spPr>
            <a:xfrm rot="-1669840">
              <a:off x="1014145" y="1451262"/>
              <a:ext cx="606153" cy="788950"/>
            </a:xfrm>
            <a:custGeom>
              <a:rect b="b" l="l" r="r" t="t"/>
              <a:pathLst>
                <a:path extrusionOk="0" h="50769" w="39006">
                  <a:moveTo>
                    <a:pt x="37553" y="1"/>
                  </a:moveTo>
                  <a:cubicBezTo>
                    <a:pt x="37636" y="394"/>
                    <a:pt x="37696" y="798"/>
                    <a:pt x="37696" y="1215"/>
                  </a:cubicBezTo>
                  <a:lnTo>
                    <a:pt x="37982" y="43875"/>
                  </a:lnTo>
                  <a:cubicBezTo>
                    <a:pt x="38005" y="46923"/>
                    <a:pt x="35541" y="49424"/>
                    <a:pt x="32481" y="49447"/>
                  </a:cubicBezTo>
                  <a:lnTo>
                    <a:pt x="1679" y="49662"/>
                  </a:lnTo>
                  <a:cubicBezTo>
                    <a:pt x="1025" y="49662"/>
                    <a:pt x="429" y="49400"/>
                    <a:pt x="1" y="48983"/>
                  </a:cubicBezTo>
                  <a:lnTo>
                    <a:pt x="1" y="49054"/>
                  </a:lnTo>
                  <a:cubicBezTo>
                    <a:pt x="1" y="50007"/>
                    <a:pt x="786" y="50769"/>
                    <a:pt x="1739" y="50769"/>
                  </a:cubicBezTo>
                  <a:lnTo>
                    <a:pt x="34076" y="50543"/>
                  </a:lnTo>
                  <a:cubicBezTo>
                    <a:pt x="36803" y="50531"/>
                    <a:pt x="39006" y="48292"/>
                    <a:pt x="38982" y="45566"/>
                  </a:cubicBezTo>
                  <a:lnTo>
                    <a:pt x="38696" y="3144"/>
                  </a:lnTo>
                  <a:cubicBezTo>
                    <a:pt x="38684" y="1977"/>
                    <a:pt x="38279" y="882"/>
                    <a:pt x="375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40"/>
            <p:cNvSpPr/>
            <p:nvPr/>
          </p:nvSpPr>
          <p:spPr>
            <a:xfrm rot="-1669840">
              <a:off x="985863" y="1525718"/>
              <a:ext cx="366728" cy="99176"/>
            </a:xfrm>
            <a:custGeom>
              <a:rect b="b" l="l" r="r" t="t"/>
              <a:pathLst>
                <a:path extrusionOk="0" h="6382" w="23599">
                  <a:moveTo>
                    <a:pt x="23551" y="0"/>
                  </a:moveTo>
                  <a:lnTo>
                    <a:pt x="0" y="155"/>
                  </a:lnTo>
                  <a:lnTo>
                    <a:pt x="48" y="6382"/>
                  </a:lnTo>
                  <a:lnTo>
                    <a:pt x="23599" y="6215"/>
                  </a:lnTo>
                  <a:lnTo>
                    <a:pt x="235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1" name="Google Shape;1111;p40"/>
          <p:cNvGrpSpPr/>
          <p:nvPr/>
        </p:nvGrpSpPr>
        <p:grpSpPr>
          <a:xfrm>
            <a:off x="8182874" y="2117588"/>
            <a:ext cx="320297" cy="1198277"/>
            <a:chOff x="8182874" y="2117588"/>
            <a:chExt cx="320297" cy="1198277"/>
          </a:xfrm>
        </p:grpSpPr>
        <p:sp>
          <p:nvSpPr>
            <p:cNvPr id="1112" name="Google Shape;1112;p40"/>
            <p:cNvSpPr/>
            <p:nvPr/>
          </p:nvSpPr>
          <p:spPr>
            <a:xfrm>
              <a:off x="8209739" y="2494127"/>
              <a:ext cx="208975" cy="804175"/>
            </a:xfrm>
            <a:custGeom>
              <a:rect b="b" l="l" r="r" t="t"/>
              <a:pathLst>
                <a:path extrusionOk="0" h="32167" w="8359">
                  <a:moveTo>
                    <a:pt x="5489" y="0"/>
                  </a:moveTo>
                  <a:cubicBezTo>
                    <a:pt x="4608" y="36"/>
                    <a:pt x="3739" y="703"/>
                    <a:pt x="3263" y="1703"/>
                  </a:cubicBezTo>
                  <a:cubicBezTo>
                    <a:pt x="2941" y="2381"/>
                    <a:pt x="2810" y="3131"/>
                    <a:pt x="2727" y="3882"/>
                  </a:cubicBezTo>
                  <a:cubicBezTo>
                    <a:pt x="2691" y="4191"/>
                    <a:pt x="2668" y="4489"/>
                    <a:pt x="2644" y="4786"/>
                  </a:cubicBezTo>
                  <a:cubicBezTo>
                    <a:pt x="2489" y="6787"/>
                    <a:pt x="2179" y="9787"/>
                    <a:pt x="1846" y="12966"/>
                  </a:cubicBezTo>
                  <a:cubicBezTo>
                    <a:pt x="1108" y="19943"/>
                    <a:pt x="1" y="30492"/>
                    <a:pt x="643" y="31337"/>
                  </a:cubicBezTo>
                  <a:cubicBezTo>
                    <a:pt x="870" y="31623"/>
                    <a:pt x="1084" y="31837"/>
                    <a:pt x="1310" y="31968"/>
                  </a:cubicBezTo>
                  <a:cubicBezTo>
                    <a:pt x="1513" y="32103"/>
                    <a:pt x="1721" y="32167"/>
                    <a:pt x="1931" y="32167"/>
                  </a:cubicBezTo>
                  <a:cubicBezTo>
                    <a:pt x="2018" y="32167"/>
                    <a:pt x="2104" y="32156"/>
                    <a:pt x="2191" y="32135"/>
                  </a:cubicBezTo>
                  <a:cubicBezTo>
                    <a:pt x="3418" y="31825"/>
                    <a:pt x="4489" y="29504"/>
                    <a:pt x="4656" y="28337"/>
                  </a:cubicBezTo>
                  <a:lnTo>
                    <a:pt x="7978" y="5894"/>
                  </a:lnTo>
                  <a:lnTo>
                    <a:pt x="7978" y="5906"/>
                  </a:lnTo>
                  <a:cubicBezTo>
                    <a:pt x="8156" y="4703"/>
                    <a:pt x="8359" y="3346"/>
                    <a:pt x="7990" y="2131"/>
                  </a:cubicBezTo>
                  <a:cubicBezTo>
                    <a:pt x="7716" y="1191"/>
                    <a:pt x="6906" y="214"/>
                    <a:pt x="5882" y="36"/>
                  </a:cubicBezTo>
                  <a:cubicBezTo>
                    <a:pt x="5763" y="12"/>
                    <a:pt x="5632" y="0"/>
                    <a:pt x="5489" y="0"/>
                  </a:cubicBezTo>
                  <a:close/>
                </a:path>
              </a:pathLst>
            </a:custGeom>
            <a:solidFill>
              <a:srgbClr val="FBE4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40"/>
            <p:cNvSpPr/>
            <p:nvPr/>
          </p:nvSpPr>
          <p:spPr>
            <a:xfrm rot="-60166">
              <a:off x="8292624" y="2152246"/>
              <a:ext cx="166692" cy="282487"/>
            </a:xfrm>
            <a:custGeom>
              <a:rect b="b" l="l" r="r" t="t"/>
              <a:pathLst>
                <a:path extrusionOk="0" h="11300" w="6668">
                  <a:moveTo>
                    <a:pt x="4239" y="1"/>
                  </a:moveTo>
                  <a:lnTo>
                    <a:pt x="3905" y="501"/>
                  </a:lnTo>
                  <a:lnTo>
                    <a:pt x="1595" y="3978"/>
                  </a:lnTo>
                  <a:cubicBezTo>
                    <a:pt x="905" y="5025"/>
                    <a:pt x="119" y="6216"/>
                    <a:pt x="60" y="7526"/>
                  </a:cubicBezTo>
                  <a:cubicBezTo>
                    <a:pt x="0" y="8645"/>
                    <a:pt x="452" y="10205"/>
                    <a:pt x="1262" y="10919"/>
                  </a:cubicBezTo>
                  <a:cubicBezTo>
                    <a:pt x="1601" y="10777"/>
                    <a:pt x="1970" y="10715"/>
                    <a:pt x="2341" y="10715"/>
                  </a:cubicBezTo>
                  <a:cubicBezTo>
                    <a:pt x="2374" y="10715"/>
                    <a:pt x="2408" y="10715"/>
                    <a:pt x="2441" y="10716"/>
                  </a:cubicBezTo>
                  <a:cubicBezTo>
                    <a:pt x="3036" y="10740"/>
                    <a:pt x="3643" y="10943"/>
                    <a:pt x="4167" y="11300"/>
                  </a:cubicBezTo>
                  <a:cubicBezTo>
                    <a:pt x="6668" y="7549"/>
                    <a:pt x="5227" y="2501"/>
                    <a:pt x="423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40"/>
            <p:cNvSpPr/>
            <p:nvPr/>
          </p:nvSpPr>
          <p:spPr>
            <a:xfrm rot="-60166">
              <a:off x="8193292" y="2120117"/>
              <a:ext cx="299461" cy="1193219"/>
            </a:xfrm>
            <a:custGeom>
              <a:rect b="b" l="l" r="r" t="t"/>
              <a:pathLst>
                <a:path extrusionOk="0" h="47731" w="11979">
                  <a:moveTo>
                    <a:pt x="8669" y="1275"/>
                  </a:moveTo>
                  <a:cubicBezTo>
                    <a:pt x="9657" y="3775"/>
                    <a:pt x="11098" y="8823"/>
                    <a:pt x="8597" y="12574"/>
                  </a:cubicBezTo>
                  <a:cubicBezTo>
                    <a:pt x="8047" y="12189"/>
                    <a:pt x="7396" y="11991"/>
                    <a:pt x="6760" y="11991"/>
                  </a:cubicBezTo>
                  <a:cubicBezTo>
                    <a:pt x="6392" y="11991"/>
                    <a:pt x="6028" y="12058"/>
                    <a:pt x="5692" y="12193"/>
                  </a:cubicBezTo>
                  <a:cubicBezTo>
                    <a:pt x="4882" y="11479"/>
                    <a:pt x="4430" y="9931"/>
                    <a:pt x="4490" y="8812"/>
                  </a:cubicBezTo>
                  <a:cubicBezTo>
                    <a:pt x="4549" y="7490"/>
                    <a:pt x="5335" y="6299"/>
                    <a:pt x="6025" y="5252"/>
                  </a:cubicBezTo>
                  <a:lnTo>
                    <a:pt x="8669" y="1275"/>
                  </a:lnTo>
                  <a:close/>
                  <a:moveTo>
                    <a:pt x="6754" y="12580"/>
                  </a:moveTo>
                  <a:cubicBezTo>
                    <a:pt x="7323" y="12580"/>
                    <a:pt x="7912" y="12778"/>
                    <a:pt x="8395" y="13157"/>
                  </a:cubicBezTo>
                  <a:cubicBezTo>
                    <a:pt x="8704" y="13431"/>
                    <a:pt x="8847" y="13741"/>
                    <a:pt x="8823" y="14098"/>
                  </a:cubicBezTo>
                  <a:cubicBezTo>
                    <a:pt x="8800" y="14574"/>
                    <a:pt x="8478" y="15062"/>
                    <a:pt x="8181" y="15300"/>
                  </a:cubicBezTo>
                  <a:cubicBezTo>
                    <a:pt x="7637" y="14734"/>
                    <a:pt x="6925" y="14347"/>
                    <a:pt x="6110" y="14347"/>
                  </a:cubicBezTo>
                  <a:cubicBezTo>
                    <a:pt x="6086" y="14347"/>
                    <a:pt x="6062" y="14347"/>
                    <a:pt x="6037" y="14348"/>
                  </a:cubicBezTo>
                  <a:cubicBezTo>
                    <a:pt x="5597" y="14372"/>
                    <a:pt x="5168" y="14503"/>
                    <a:pt x="4763" y="14741"/>
                  </a:cubicBezTo>
                  <a:cubicBezTo>
                    <a:pt x="4632" y="14015"/>
                    <a:pt x="5049" y="13169"/>
                    <a:pt x="5775" y="12800"/>
                  </a:cubicBezTo>
                  <a:cubicBezTo>
                    <a:pt x="6075" y="12652"/>
                    <a:pt x="6411" y="12580"/>
                    <a:pt x="6754" y="12580"/>
                  </a:cubicBezTo>
                  <a:close/>
                  <a:moveTo>
                    <a:pt x="6117" y="14954"/>
                  </a:moveTo>
                  <a:cubicBezTo>
                    <a:pt x="7283" y="14954"/>
                    <a:pt x="8245" y="16043"/>
                    <a:pt x="8550" y="17086"/>
                  </a:cubicBezTo>
                  <a:cubicBezTo>
                    <a:pt x="8919" y="18301"/>
                    <a:pt x="8716" y="19658"/>
                    <a:pt x="8538" y="20849"/>
                  </a:cubicBezTo>
                  <a:lnTo>
                    <a:pt x="5216" y="43292"/>
                  </a:lnTo>
                  <a:cubicBezTo>
                    <a:pt x="5049" y="44459"/>
                    <a:pt x="3978" y="46780"/>
                    <a:pt x="2751" y="47090"/>
                  </a:cubicBezTo>
                  <a:cubicBezTo>
                    <a:pt x="2664" y="47112"/>
                    <a:pt x="2577" y="47123"/>
                    <a:pt x="2491" y="47123"/>
                  </a:cubicBezTo>
                  <a:cubicBezTo>
                    <a:pt x="2057" y="47123"/>
                    <a:pt x="1632" y="46848"/>
                    <a:pt x="1215" y="46292"/>
                  </a:cubicBezTo>
                  <a:cubicBezTo>
                    <a:pt x="572" y="45447"/>
                    <a:pt x="1680" y="34898"/>
                    <a:pt x="2406" y="27921"/>
                  </a:cubicBezTo>
                  <a:cubicBezTo>
                    <a:pt x="2739" y="24742"/>
                    <a:pt x="3049" y="21742"/>
                    <a:pt x="3204" y="19730"/>
                  </a:cubicBezTo>
                  <a:cubicBezTo>
                    <a:pt x="3228" y="19432"/>
                    <a:pt x="3251" y="19134"/>
                    <a:pt x="3287" y="18837"/>
                  </a:cubicBezTo>
                  <a:cubicBezTo>
                    <a:pt x="3370" y="18075"/>
                    <a:pt x="3501" y="17324"/>
                    <a:pt x="3823" y="16646"/>
                  </a:cubicBezTo>
                  <a:cubicBezTo>
                    <a:pt x="4299" y="15658"/>
                    <a:pt x="5168" y="14991"/>
                    <a:pt x="6061" y="14955"/>
                  </a:cubicBezTo>
                  <a:cubicBezTo>
                    <a:pt x="6080" y="14955"/>
                    <a:pt x="6099" y="14954"/>
                    <a:pt x="6117" y="14954"/>
                  </a:cubicBezTo>
                  <a:close/>
                  <a:moveTo>
                    <a:pt x="8800" y="1"/>
                  </a:moveTo>
                  <a:lnTo>
                    <a:pt x="5525" y="4918"/>
                  </a:lnTo>
                  <a:cubicBezTo>
                    <a:pt x="4823" y="5978"/>
                    <a:pt x="3942" y="7299"/>
                    <a:pt x="3882" y="8776"/>
                  </a:cubicBezTo>
                  <a:cubicBezTo>
                    <a:pt x="3823" y="9978"/>
                    <a:pt x="4251" y="11586"/>
                    <a:pt x="5133" y="12491"/>
                  </a:cubicBezTo>
                  <a:cubicBezTo>
                    <a:pt x="4323" y="13110"/>
                    <a:pt x="3942" y="14193"/>
                    <a:pt x="4228" y="15122"/>
                  </a:cubicBezTo>
                  <a:cubicBezTo>
                    <a:pt x="3847" y="15455"/>
                    <a:pt x="3513" y="15884"/>
                    <a:pt x="3275" y="16396"/>
                  </a:cubicBezTo>
                  <a:cubicBezTo>
                    <a:pt x="2787" y="17444"/>
                    <a:pt x="2692" y="18634"/>
                    <a:pt x="2608" y="19694"/>
                  </a:cubicBezTo>
                  <a:cubicBezTo>
                    <a:pt x="2525" y="20682"/>
                    <a:pt x="2418" y="21932"/>
                    <a:pt x="2275" y="23325"/>
                  </a:cubicBezTo>
                  <a:cubicBezTo>
                    <a:pt x="2132" y="24730"/>
                    <a:pt x="1965" y="26266"/>
                    <a:pt x="1799" y="27861"/>
                  </a:cubicBezTo>
                  <a:cubicBezTo>
                    <a:pt x="715" y="38256"/>
                    <a:pt x="1" y="45685"/>
                    <a:pt x="727" y="46649"/>
                  </a:cubicBezTo>
                  <a:cubicBezTo>
                    <a:pt x="1299" y="47400"/>
                    <a:pt x="1846" y="47673"/>
                    <a:pt x="2323" y="47721"/>
                  </a:cubicBezTo>
                  <a:cubicBezTo>
                    <a:pt x="2382" y="47728"/>
                    <a:pt x="2440" y="47731"/>
                    <a:pt x="2497" y="47731"/>
                  </a:cubicBezTo>
                  <a:cubicBezTo>
                    <a:pt x="2641" y="47731"/>
                    <a:pt x="2774" y="47711"/>
                    <a:pt x="2894" y="47685"/>
                  </a:cubicBezTo>
                  <a:cubicBezTo>
                    <a:pt x="4454" y="47281"/>
                    <a:pt x="5621" y="44673"/>
                    <a:pt x="5811" y="43387"/>
                  </a:cubicBezTo>
                  <a:lnTo>
                    <a:pt x="9133" y="20944"/>
                  </a:lnTo>
                  <a:cubicBezTo>
                    <a:pt x="9312" y="19682"/>
                    <a:pt x="9526" y="18253"/>
                    <a:pt x="9133" y="16920"/>
                  </a:cubicBezTo>
                  <a:cubicBezTo>
                    <a:pt x="9014" y="16515"/>
                    <a:pt x="8812" y="16122"/>
                    <a:pt x="8562" y="15765"/>
                  </a:cubicBezTo>
                  <a:cubicBezTo>
                    <a:pt x="8966" y="15431"/>
                    <a:pt x="9395" y="14812"/>
                    <a:pt x="9431" y="14134"/>
                  </a:cubicBezTo>
                  <a:cubicBezTo>
                    <a:pt x="9443" y="13717"/>
                    <a:pt x="9312" y="13324"/>
                    <a:pt x="9050" y="12991"/>
                  </a:cubicBezTo>
                  <a:cubicBezTo>
                    <a:pt x="11979" y="8704"/>
                    <a:pt x="10014" y="2870"/>
                    <a:pt x="9014" y="513"/>
                  </a:cubicBezTo>
                  <a:lnTo>
                    <a:pt x="880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115" name="Google Shape;1115;p40"/>
            <p:cNvSpPr/>
            <p:nvPr/>
          </p:nvSpPr>
          <p:spPr>
            <a:xfrm>
              <a:off x="8309064" y="2434750"/>
              <a:ext cx="105400" cy="67600"/>
            </a:xfrm>
            <a:custGeom>
              <a:rect b="b" l="l" r="r" t="t"/>
              <a:pathLst>
                <a:path extrusionOk="0" h="2704" w="4216">
                  <a:moveTo>
                    <a:pt x="2155" y="1"/>
                  </a:moveTo>
                  <a:cubicBezTo>
                    <a:pt x="1798" y="1"/>
                    <a:pt x="1453" y="72"/>
                    <a:pt x="1143" y="215"/>
                  </a:cubicBezTo>
                  <a:cubicBezTo>
                    <a:pt x="417" y="584"/>
                    <a:pt x="0" y="1430"/>
                    <a:pt x="131" y="2156"/>
                  </a:cubicBezTo>
                  <a:cubicBezTo>
                    <a:pt x="524" y="1918"/>
                    <a:pt x="965" y="1787"/>
                    <a:pt x="1405" y="1763"/>
                  </a:cubicBezTo>
                  <a:cubicBezTo>
                    <a:pt x="1572" y="1763"/>
                    <a:pt x="1739" y="1775"/>
                    <a:pt x="1894" y="1799"/>
                  </a:cubicBezTo>
                  <a:cubicBezTo>
                    <a:pt x="2536" y="1906"/>
                    <a:pt x="3096" y="2251"/>
                    <a:pt x="3549" y="2703"/>
                  </a:cubicBezTo>
                  <a:cubicBezTo>
                    <a:pt x="3846" y="2465"/>
                    <a:pt x="4168" y="1989"/>
                    <a:pt x="4191" y="1513"/>
                  </a:cubicBezTo>
                  <a:cubicBezTo>
                    <a:pt x="4215" y="1156"/>
                    <a:pt x="4060" y="846"/>
                    <a:pt x="3763" y="572"/>
                  </a:cubicBezTo>
                  <a:cubicBezTo>
                    <a:pt x="3287" y="203"/>
                    <a:pt x="2715" y="1"/>
                    <a:pt x="21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grpSp>
        <p:nvGrpSpPr>
          <p:cNvPr id="1116" name="Google Shape;1116;p40"/>
          <p:cNvGrpSpPr/>
          <p:nvPr/>
        </p:nvGrpSpPr>
        <p:grpSpPr>
          <a:xfrm>
            <a:off x="6927198" y="3557779"/>
            <a:ext cx="1116550" cy="1100338"/>
            <a:chOff x="5541075" y="3903350"/>
            <a:chExt cx="823050" cy="811100"/>
          </a:xfrm>
        </p:grpSpPr>
        <p:sp>
          <p:nvSpPr>
            <p:cNvPr id="1117" name="Google Shape;1117;p40"/>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40"/>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40"/>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40"/>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40"/>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40"/>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40"/>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40"/>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40"/>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6" name="Google Shape;1126;p40"/>
          <p:cNvSpPr/>
          <p:nvPr/>
        </p:nvSpPr>
        <p:spPr>
          <a:xfrm>
            <a:off x="1406899" y="3797350"/>
            <a:ext cx="513568" cy="565551"/>
          </a:xfrm>
          <a:custGeom>
            <a:rect b="b" l="l" r="r" t="t"/>
            <a:pathLst>
              <a:path extrusionOk="0" h="18147" w="16479">
                <a:moveTo>
                  <a:pt x="6001" y="1"/>
                </a:moveTo>
                <a:lnTo>
                  <a:pt x="6001" y="6978"/>
                </a:lnTo>
                <a:cubicBezTo>
                  <a:pt x="6001" y="6978"/>
                  <a:pt x="1394" y="9073"/>
                  <a:pt x="703" y="9073"/>
                </a:cubicBezTo>
                <a:cubicBezTo>
                  <a:pt x="1" y="9073"/>
                  <a:pt x="6001" y="11169"/>
                  <a:pt x="6001" y="11169"/>
                </a:cubicBezTo>
                <a:lnTo>
                  <a:pt x="6001" y="18146"/>
                </a:lnTo>
                <a:lnTo>
                  <a:pt x="10192" y="12562"/>
                </a:lnTo>
                <a:lnTo>
                  <a:pt x="16479" y="14229"/>
                </a:lnTo>
                <a:cubicBezTo>
                  <a:pt x="16479" y="14229"/>
                  <a:pt x="13264" y="8931"/>
                  <a:pt x="13264" y="8514"/>
                </a:cubicBezTo>
                <a:cubicBezTo>
                  <a:pt x="13264" y="8097"/>
                  <a:pt x="15502" y="1394"/>
                  <a:pt x="15503" y="1394"/>
                </a:cubicBezTo>
                <a:lnTo>
                  <a:pt x="15503" y="1394"/>
                </a:lnTo>
                <a:lnTo>
                  <a:pt x="10050" y="5025"/>
                </a:lnTo>
                <a:lnTo>
                  <a:pt x="60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7" name="Google Shape;1127;p40"/>
          <p:cNvGrpSpPr/>
          <p:nvPr/>
        </p:nvGrpSpPr>
        <p:grpSpPr>
          <a:xfrm>
            <a:off x="6020931" y="633249"/>
            <a:ext cx="982464" cy="494387"/>
            <a:chOff x="2154725" y="2367075"/>
            <a:chExt cx="787925" cy="396525"/>
          </a:xfrm>
        </p:grpSpPr>
        <p:sp>
          <p:nvSpPr>
            <p:cNvPr id="1128" name="Google Shape;1128;p40"/>
            <p:cNvSpPr/>
            <p:nvPr/>
          </p:nvSpPr>
          <p:spPr>
            <a:xfrm>
              <a:off x="2333325" y="2387025"/>
              <a:ext cx="581050" cy="332800"/>
            </a:xfrm>
            <a:custGeom>
              <a:rect b="b" l="l" r="r" t="t"/>
              <a:pathLst>
                <a:path extrusionOk="0" h="13312" w="23242">
                  <a:moveTo>
                    <a:pt x="23241" y="1"/>
                  </a:moveTo>
                  <a:lnTo>
                    <a:pt x="0" y="8383"/>
                  </a:lnTo>
                  <a:lnTo>
                    <a:pt x="4763" y="10847"/>
                  </a:lnTo>
                  <a:cubicBezTo>
                    <a:pt x="4775" y="10847"/>
                    <a:pt x="4786" y="10859"/>
                    <a:pt x="4798" y="10859"/>
                  </a:cubicBezTo>
                  <a:lnTo>
                    <a:pt x="9525" y="13312"/>
                  </a:lnTo>
                  <a:lnTo>
                    <a:pt x="232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40"/>
            <p:cNvSpPr/>
            <p:nvPr/>
          </p:nvSpPr>
          <p:spPr>
            <a:xfrm>
              <a:off x="2171700" y="2381375"/>
              <a:ext cx="709625" cy="145275"/>
            </a:xfrm>
            <a:custGeom>
              <a:rect b="b" l="l" r="r" t="t"/>
              <a:pathLst>
                <a:path extrusionOk="0" h="5811" w="28385">
                  <a:moveTo>
                    <a:pt x="28385" y="0"/>
                  </a:moveTo>
                  <a:lnTo>
                    <a:pt x="0" y="1179"/>
                  </a:lnTo>
                  <a:lnTo>
                    <a:pt x="4036" y="5799"/>
                  </a:lnTo>
                  <a:lnTo>
                    <a:pt x="4036" y="5811"/>
                  </a:lnTo>
                  <a:lnTo>
                    <a:pt x="4048" y="5799"/>
                  </a:lnTo>
                  <a:lnTo>
                    <a:pt x="2838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40"/>
            <p:cNvSpPr/>
            <p:nvPr/>
          </p:nvSpPr>
          <p:spPr>
            <a:xfrm>
              <a:off x="2264850" y="2527100"/>
              <a:ext cx="191725" cy="235000"/>
            </a:xfrm>
            <a:custGeom>
              <a:rect b="b" l="l" r="r" t="t"/>
              <a:pathLst>
                <a:path extrusionOk="0" h="9400" w="7669">
                  <a:moveTo>
                    <a:pt x="250" y="0"/>
                  </a:moveTo>
                  <a:cubicBezTo>
                    <a:pt x="233" y="0"/>
                    <a:pt x="215" y="6"/>
                    <a:pt x="191" y="6"/>
                  </a:cubicBezTo>
                  <a:cubicBezTo>
                    <a:pt x="84" y="29"/>
                    <a:pt x="1" y="148"/>
                    <a:pt x="36" y="256"/>
                  </a:cubicBezTo>
                  <a:lnTo>
                    <a:pt x="36" y="315"/>
                  </a:lnTo>
                  <a:lnTo>
                    <a:pt x="1977" y="9233"/>
                  </a:lnTo>
                  <a:cubicBezTo>
                    <a:pt x="1989" y="9245"/>
                    <a:pt x="1989" y="9257"/>
                    <a:pt x="1989" y="9269"/>
                  </a:cubicBezTo>
                  <a:cubicBezTo>
                    <a:pt x="2001" y="9280"/>
                    <a:pt x="2001" y="9292"/>
                    <a:pt x="2013" y="9304"/>
                  </a:cubicBezTo>
                  <a:cubicBezTo>
                    <a:pt x="2025" y="9328"/>
                    <a:pt x="2049" y="9340"/>
                    <a:pt x="2072" y="9364"/>
                  </a:cubicBezTo>
                  <a:cubicBezTo>
                    <a:pt x="2084" y="9364"/>
                    <a:pt x="2096" y="9376"/>
                    <a:pt x="2108" y="9376"/>
                  </a:cubicBezTo>
                  <a:cubicBezTo>
                    <a:pt x="2108" y="9388"/>
                    <a:pt x="2108" y="9388"/>
                    <a:pt x="2120" y="9388"/>
                  </a:cubicBezTo>
                  <a:cubicBezTo>
                    <a:pt x="2132" y="9400"/>
                    <a:pt x="2168" y="9400"/>
                    <a:pt x="2191" y="9400"/>
                  </a:cubicBezTo>
                  <a:lnTo>
                    <a:pt x="2227" y="9400"/>
                  </a:lnTo>
                  <a:cubicBezTo>
                    <a:pt x="2227" y="9400"/>
                    <a:pt x="2239" y="9400"/>
                    <a:pt x="2251" y="9388"/>
                  </a:cubicBezTo>
                  <a:cubicBezTo>
                    <a:pt x="2263" y="9388"/>
                    <a:pt x="2275" y="9376"/>
                    <a:pt x="2287" y="9376"/>
                  </a:cubicBezTo>
                  <a:cubicBezTo>
                    <a:pt x="2299" y="9376"/>
                    <a:pt x="2299" y="9364"/>
                    <a:pt x="2310" y="9364"/>
                  </a:cubicBezTo>
                  <a:lnTo>
                    <a:pt x="7454" y="5697"/>
                  </a:lnTo>
                  <a:lnTo>
                    <a:pt x="7561" y="5613"/>
                  </a:lnTo>
                  <a:cubicBezTo>
                    <a:pt x="7656" y="5542"/>
                    <a:pt x="7668" y="5411"/>
                    <a:pt x="7609" y="5316"/>
                  </a:cubicBezTo>
                  <a:cubicBezTo>
                    <a:pt x="7585" y="5292"/>
                    <a:pt x="7561" y="5268"/>
                    <a:pt x="7537" y="5256"/>
                  </a:cubicBezTo>
                  <a:cubicBezTo>
                    <a:pt x="7525" y="5256"/>
                    <a:pt x="7514" y="5244"/>
                    <a:pt x="7502" y="5244"/>
                  </a:cubicBezTo>
                  <a:cubicBezTo>
                    <a:pt x="7481" y="5236"/>
                    <a:pt x="7458" y="5232"/>
                    <a:pt x="7435" y="5232"/>
                  </a:cubicBezTo>
                  <a:cubicBezTo>
                    <a:pt x="7393" y="5232"/>
                    <a:pt x="7350" y="5245"/>
                    <a:pt x="7311" y="5268"/>
                  </a:cubicBezTo>
                  <a:lnTo>
                    <a:pt x="7025" y="5471"/>
                  </a:lnTo>
                  <a:lnTo>
                    <a:pt x="2406" y="8769"/>
                  </a:lnTo>
                  <a:lnTo>
                    <a:pt x="2334" y="8828"/>
                  </a:lnTo>
                  <a:lnTo>
                    <a:pt x="1989" y="7245"/>
                  </a:lnTo>
                  <a:lnTo>
                    <a:pt x="489" y="375"/>
                  </a:lnTo>
                  <a:lnTo>
                    <a:pt x="441" y="172"/>
                  </a:lnTo>
                  <a:cubicBezTo>
                    <a:pt x="429" y="89"/>
                    <a:pt x="370" y="41"/>
                    <a:pt x="310" y="17"/>
                  </a:cubicBezTo>
                  <a:cubicBezTo>
                    <a:pt x="298" y="6"/>
                    <a:pt x="286" y="6"/>
                    <a:pt x="275" y="6"/>
                  </a:cubicBezTo>
                  <a:cubicBezTo>
                    <a:pt x="267" y="2"/>
                    <a:pt x="259" y="0"/>
                    <a:pt x="250" y="0"/>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40"/>
            <p:cNvSpPr/>
            <p:nvPr/>
          </p:nvSpPr>
          <p:spPr>
            <a:xfrm>
              <a:off x="2277050" y="2401025"/>
              <a:ext cx="567675" cy="307200"/>
            </a:xfrm>
            <a:custGeom>
              <a:rect b="b" l="l" r="r" t="t"/>
              <a:pathLst>
                <a:path extrusionOk="0" h="12288" w="22707">
                  <a:moveTo>
                    <a:pt x="22706" y="0"/>
                  </a:moveTo>
                  <a:lnTo>
                    <a:pt x="1" y="5418"/>
                  </a:lnTo>
                  <a:lnTo>
                    <a:pt x="1501" y="12288"/>
                  </a:lnTo>
                  <a:lnTo>
                    <a:pt x="1513" y="7775"/>
                  </a:lnTo>
                  <a:cubicBezTo>
                    <a:pt x="1513" y="7763"/>
                    <a:pt x="1513" y="7751"/>
                    <a:pt x="1513" y="7739"/>
                  </a:cubicBezTo>
                  <a:cubicBezTo>
                    <a:pt x="1513" y="7727"/>
                    <a:pt x="1525" y="7716"/>
                    <a:pt x="1525" y="7704"/>
                  </a:cubicBezTo>
                  <a:cubicBezTo>
                    <a:pt x="1537" y="7692"/>
                    <a:pt x="1537" y="7680"/>
                    <a:pt x="1549" y="7668"/>
                  </a:cubicBezTo>
                  <a:cubicBezTo>
                    <a:pt x="1561" y="7644"/>
                    <a:pt x="1584" y="7620"/>
                    <a:pt x="1608" y="7608"/>
                  </a:cubicBezTo>
                  <a:cubicBezTo>
                    <a:pt x="1620" y="7596"/>
                    <a:pt x="1632" y="7596"/>
                    <a:pt x="1644" y="7585"/>
                  </a:cubicBezTo>
                  <a:lnTo>
                    <a:pt x="1656" y="7585"/>
                  </a:lnTo>
                  <a:lnTo>
                    <a:pt x="2270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40"/>
            <p:cNvSpPr/>
            <p:nvPr/>
          </p:nvSpPr>
          <p:spPr>
            <a:xfrm>
              <a:off x="2324975" y="2604325"/>
              <a:ext cx="115525" cy="142000"/>
            </a:xfrm>
            <a:custGeom>
              <a:rect b="b" l="l" r="r" t="t"/>
              <a:pathLst>
                <a:path extrusionOk="0" h="5680" w="4621">
                  <a:moveTo>
                    <a:pt x="25" y="0"/>
                  </a:moveTo>
                  <a:lnTo>
                    <a:pt x="1" y="5680"/>
                  </a:lnTo>
                  <a:lnTo>
                    <a:pt x="4620" y="2382"/>
                  </a:lnTo>
                  <a:lnTo>
                    <a:pt x="2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40"/>
            <p:cNvSpPr/>
            <p:nvPr/>
          </p:nvSpPr>
          <p:spPr>
            <a:xfrm>
              <a:off x="2314275" y="2590325"/>
              <a:ext cx="11325" cy="171775"/>
            </a:xfrm>
            <a:custGeom>
              <a:rect b="b" l="l" r="r" t="t"/>
              <a:pathLst>
                <a:path extrusionOk="0" h="6871" w="453">
                  <a:moveTo>
                    <a:pt x="238" y="1"/>
                  </a:moveTo>
                  <a:cubicBezTo>
                    <a:pt x="214" y="1"/>
                    <a:pt x="179" y="1"/>
                    <a:pt x="155" y="13"/>
                  </a:cubicBezTo>
                  <a:cubicBezTo>
                    <a:pt x="143" y="24"/>
                    <a:pt x="131" y="24"/>
                    <a:pt x="119" y="36"/>
                  </a:cubicBezTo>
                  <a:cubicBezTo>
                    <a:pt x="95" y="48"/>
                    <a:pt x="83" y="72"/>
                    <a:pt x="60" y="96"/>
                  </a:cubicBezTo>
                  <a:cubicBezTo>
                    <a:pt x="60" y="108"/>
                    <a:pt x="48" y="120"/>
                    <a:pt x="48" y="132"/>
                  </a:cubicBezTo>
                  <a:cubicBezTo>
                    <a:pt x="36" y="144"/>
                    <a:pt x="36" y="155"/>
                    <a:pt x="36" y="167"/>
                  </a:cubicBezTo>
                  <a:cubicBezTo>
                    <a:pt x="24" y="179"/>
                    <a:pt x="24" y="191"/>
                    <a:pt x="24" y="215"/>
                  </a:cubicBezTo>
                  <a:lnTo>
                    <a:pt x="0" y="6656"/>
                  </a:lnTo>
                  <a:cubicBezTo>
                    <a:pt x="0" y="6668"/>
                    <a:pt x="0" y="6680"/>
                    <a:pt x="12" y="6704"/>
                  </a:cubicBezTo>
                  <a:cubicBezTo>
                    <a:pt x="12" y="6716"/>
                    <a:pt x="12" y="6728"/>
                    <a:pt x="24" y="6740"/>
                  </a:cubicBezTo>
                  <a:cubicBezTo>
                    <a:pt x="24" y="6751"/>
                    <a:pt x="24" y="6763"/>
                    <a:pt x="36" y="6775"/>
                  </a:cubicBezTo>
                  <a:cubicBezTo>
                    <a:pt x="48" y="6799"/>
                    <a:pt x="72" y="6811"/>
                    <a:pt x="95" y="6835"/>
                  </a:cubicBezTo>
                  <a:cubicBezTo>
                    <a:pt x="107" y="6835"/>
                    <a:pt x="119" y="6847"/>
                    <a:pt x="131" y="6847"/>
                  </a:cubicBezTo>
                  <a:cubicBezTo>
                    <a:pt x="131" y="6859"/>
                    <a:pt x="131" y="6859"/>
                    <a:pt x="143" y="6859"/>
                  </a:cubicBezTo>
                  <a:cubicBezTo>
                    <a:pt x="167" y="6871"/>
                    <a:pt x="191" y="6871"/>
                    <a:pt x="214" y="6871"/>
                  </a:cubicBezTo>
                  <a:lnTo>
                    <a:pt x="250" y="6871"/>
                  </a:lnTo>
                  <a:cubicBezTo>
                    <a:pt x="250" y="6871"/>
                    <a:pt x="262" y="6871"/>
                    <a:pt x="274" y="6859"/>
                  </a:cubicBezTo>
                  <a:cubicBezTo>
                    <a:pt x="286" y="6859"/>
                    <a:pt x="298" y="6847"/>
                    <a:pt x="310" y="6847"/>
                  </a:cubicBezTo>
                  <a:cubicBezTo>
                    <a:pt x="322" y="6847"/>
                    <a:pt x="322" y="6835"/>
                    <a:pt x="333" y="6835"/>
                  </a:cubicBezTo>
                  <a:cubicBezTo>
                    <a:pt x="393" y="6787"/>
                    <a:pt x="429" y="6728"/>
                    <a:pt x="429" y="6656"/>
                  </a:cubicBezTo>
                  <a:lnTo>
                    <a:pt x="453" y="215"/>
                  </a:lnTo>
                  <a:cubicBezTo>
                    <a:pt x="453" y="96"/>
                    <a:pt x="357" y="1"/>
                    <a:pt x="238"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40"/>
            <p:cNvSpPr/>
            <p:nvPr/>
          </p:nvSpPr>
          <p:spPr>
            <a:xfrm>
              <a:off x="2154725" y="2367075"/>
              <a:ext cx="787925" cy="396525"/>
            </a:xfrm>
            <a:custGeom>
              <a:rect b="b" l="l" r="r" t="t"/>
              <a:pathLst>
                <a:path extrusionOk="0" h="15861" w="31517">
                  <a:moveTo>
                    <a:pt x="29064" y="572"/>
                  </a:moveTo>
                  <a:lnTo>
                    <a:pt x="4751" y="6371"/>
                  </a:lnTo>
                  <a:lnTo>
                    <a:pt x="4739" y="6359"/>
                  </a:lnTo>
                  <a:cubicBezTo>
                    <a:pt x="4715" y="6359"/>
                    <a:pt x="4703" y="6347"/>
                    <a:pt x="4691" y="6347"/>
                  </a:cubicBezTo>
                  <a:lnTo>
                    <a:pt x="679" y="1751"/>
                  </a:lnTo>
                  <a:lnTo>
                    <a:pt x="29064" y="572"/>
                  </a:lnTo>
                  <a:close/>
                  <a:moveTo>
                    <a:pt x="27099" y="1477"/>
                  </a:moveTo>
                  <a:lnTo>
                    <a:pt x="6513" y="8895"/>
                  </a:lnTo>
                  <a:cubicBezTo>
                    <a:pt x="6501" y="8907"/>
                    <a:pt x="6477" y="8907"/>
                    <a:pt x="6465" y="8919"/>
                  </a:cubicBezTo>
                  <a:cubicBezTo>
                    <a:pt x="6442" y="8943"/>
                    <a:pt x="6418" y="8966"/>
                    <a:pt x="6394" y="8990"/>
                  </a:cubicBezTo>
                  <a:cubicBezTo>
                    <a:pt x="6382" y="9002"/>
                    <a:pt x="6382" y="9026"/>
                    <a:pt x="6370" y="9038"/>
                  </a:cubicBezTo>
                  <a:cubicBezTo>
                    <a:pt x="6358" y="9050"/>
                    <a:pt x="6358" y="9074"/>
                    <a:pt x="6358" y="9085"/>
                  </a:cubicBezTo>
                  <a:cubicBezTo>
                    <a:pt x="6346" y="9097"/>
                    <a:pt x="6346" y="9121"/>
                    <a:pt x="6346" y="9145"/>
                  </a:cubicBezTo>
                  <a:lnTo>
                    <a:pt x="6334" y="13122"/>
                  </a:lnTo>
                  <a:lnTo>
                    <a:pt x="4953" y="6764"/>
                  </a:lnTo>
                  <a:lnTo>
                    <a:pt x="27099" y="1477"/>
                  </a:lnTo>
                  <a:close/>
                  <a:moveTo>
                    <a:pt x="30588" y="715"/>
                  </a:moveTo>
                  <a:lnTo>
                    <a:pt x="16669" y="14038"/>
                  </a:lnTo>
                  <a:lnTo>
                    <a:pt x="11966" y="11610"/>
                  </a:lnTo>
                  <a:cubicBezTo>
                    <a:pt x="11954" y="11610"/>
                    <a:pt x="11942" y="11598"/>
                    <a:pt x="11942" y="11598"/>
                  </a:cubicBezTo>
                  <a:lnTo>
                    <a:pt x="7120" y="9169"/>
                  </a:lnTo>
                  <a:lnTo>
                    <a:pt x="30588" y="715"/>
                  </a:lnTo>
                  <a:close/>
                  <a:moveTo>
                    <a:pt x="6465" y="9359"/>
                  </a:moveTo>
                  <a:cubicBezTo>
                    <a:pt x="6477" y="9371"/>
                    <a:pt x="6477" y="9383"/>
                    <a:pt x="6489" y="9383"/>
                  </a:cubicBezTo>
                  <a:lnTo>
                    <a:pt x="6775" y="9526"/>
                  </a:lnTo>
                  <a:lnTo>
                    <a:pt x="6751" y="15039"/>
                  </a:lnTo>
                  <a:lnTo>
                    <a:pt x="6442" y="13646"/>
                  </a:lnTo>
                  <a:lnTo>
                    <a:pt x="6465" y="9359"/>
                  </a:lnTo>
                  <a:close/>
                  <a:moveTo>
                    <a:pt x="6882" y="9586"/>
                  </a:moveTo>
                  <a:lnTo>
                    <a:pt x="11323" y="11883"/>
                  </a:lnTo>
                  <a:lnTo>
                    <a:pt x="6870" y="15062"/>
                  </a:lnTo>
                  <a:lnTo>
                    <a:pt x="6870" y="15062"/>
                  </a:lnTo>
                  <a:lnTo>
                    <a:pt x="6882" y="9586"/>
                  </a:lnTo>
                  <a:close/>
                  <a:moveTo>
                    <a:pt x="4834" y="6788"/>
                  </a:moveTo>
                  <a:lnTo>
                    <a:pt x="6334" y="13657"/>
                  </a:lnTo>
                  <a:lnTo>
                    <a:pt x="6323" y="15086"/>
                  </a:lnTo>
                  <a:lnTo>
                    <a:pt x="4525" y="6788"/>
                  </a:lnTo>
                  <a:lnTo>
                    <a:pt x="4525" y="6788"/>
                  </a:lnTo>
                  <a:cubicBezTo>
                    <a:pt x="4560" y="6811"/>
                    <a:pt x="4596" y="6823"/>
                    <a:pt x="4644" y="6823"/>
                  </a:cubicBezTo>
                  <a:lnTo>
                    <a:pt x="4691" y="6823"/>
                  </a:lnTo>
                  <a:lnTo>
                    <a:pt x="4834" y="6788"/>
                  </a:lnTo>
                  <a:close/>
                  <a:moveTo>
                    <a:pt x="11442" y="11943"/>
                  </a:moveTo>
                  <a:lnTo>
                    <a:pt x="11752" y="12098"/>
                  </a:lnTo>
                  <a:lnTo>
                    <a:pt x="6870" y="15586"/>
                  </a:lnTo>
                  <a:lnTo>
                    <a:pt x="6870" y="15205"/>
                  </a:lnTo>
                  <a:lnTo>
                    <a:pt x="11442" y="11943"/>
                  </a:lnTo>
                  <a:close/>
                  <a:moveTo>
                    <a:pt x="6442" y="14169"/>
                  </a:moveTo>
                  <a:lnTo>
                    <a:pt x="6692" y="15324"/>
                  </a:lnTo>
                  <a:lnTo>
                    <a:pt x="6751" y="15289"/>
                  </a:lnTo>
                  <a:lnTo>
                    <a:pt x="6751" y="15586"/>
                  </a:lnTo>
                  <a:cubicBezTo>
                    <a:pt x="6751" y="15634"/>
                    <a:pt x="6727" y="15681"/>
                    <a:pt x="6692" y="15705"/>
                  </a:cubicBezTo>
                  <a:lnTo>
                    <a:pt x="6668" y="15729"/>
                  </a:lnTo>
                  <a:cubicBezTo>
                    <a:pt x="6668" y="15729"/>
                    <a:pt x="6644" y="15729"/>
                    <a:pt x="6632" y="15741"/>
                  </a:cubicBezTo>
                  <a:lnTo>
                    <a:pt x="6549" y="15741"/>
                  </a:lnTo>
                  <a:lnTo>
                    <a:pt x="6537" y="15729"/>
                  </a:lnTo>
                  <a:cubicBezTo>
                    <a:pt x="6525" y="15729"/>
                    <a:pt x="6513" y="15729"/>
                    <a:pt x="6513" y="15717"/>
                  </a:cubicBezTo>
                  <a:cubicBezTo>
                    <a:pt x="6489" y="15705"/>
                    <a:pt x="6477" y="15693"/>
                    <a:pt x="6465" y="15681"/>
                  </a:cubicBezTo>
                  <a:cubicBezTo>
                    <a:pt x="6465" y="15670"/>
                    <a:pt x="6454" y="15658"/>
                    <a:pt x="6454" y="15646"/>
                  </a:cubicBezTo>
                  <a:cubicBezTo>
                    <a:pt x="6454" y="15646"/>
                    <a:pt x="6454" y="15646"/>
                    <a:pt x="6454" y="15634"/>
                  </a:cubicBezTo>
                  <a:cubicBezTo>
                    <a:pt x="6454" y="15634"/>
                    <a:pt x="6442" y="15622"/>
                    <a:pt x="6442" y="15622"/>
                  </a:cubicBezTo>
                  <a:cubicBezTo>
                    <a:pt x="6442" y="15610"/>
                    <a:pt x="6442" y="15598"/>
                    <a:pt x="6442" y="15586"/>
                  </a:cubicBezTo>
                  <a:lnTo>
                    <a:pt x="6442" y="14169"/>
                  </a:lnTo>
                  <a:close/>
                  <a:moveTo>
                    <a:pt x="31242" y="1"/>
                  </a:moveTo>
                  <a:cubicBezTo>
                    <a:pt x="31219" y="1"/>
                    <a:pt x="31183" y="1"/>
                    <a:pt x="31159" y="13"/>
                  </a:cubicBezTo>
                  <a:lnTo>
                    <a:pt x="31016" y="61"/>
                  </a:lnTo>
                  <a:lnTo>
                    <a:pt x="215" y="1346"/>
                  </a:lnTo>
                  <a:cubicBezTo>
                    <a:pt x="131" y="1346"/>
                    <a:pt x="60" y="1394"/>
                    <a:pt x="24" y="1465"/>
                  </a:cubicBezTo>
                  <a:cubicBezTo>
                    <a:pt x="0" y="1549"/>
                    <a:pt x="12" y="1632"/>
                    <a:pt x="60" y="1692"/>
                  </a:cubicBezTo>
                  <a:lnTo>
                    <a:pt x="4370" y="6633"/>
                  </a:lnTo>
                  <a:cubicBezTo>
                    <a:pt x="4370" y="6645"/>
                    <a:pt x="4370" y="6657"/>
                    <a:pt x="4382" y="6668"/>
                  </a:cubicBezTo>
                  <a:lnTo>
                    <a:pt x="6334" y="15646"/>
                  </a:lnTo>
                  <a:cubicBezTo>
                    <a:pt x="6334" y="15658"/>
                    <a:pt x="6334" y="15670"/>
                    <a:pt x="6346" y="15681"/>
                  </a:cubicBezTo>
                  <a:cubicBezTo>
                    <a:pt x="6346" y="15705"/>
                    <a:pt x="6358" y="15717"/>
                    <a:pt x="6370" y="15741"/>
                  </a:cubicBezTo>
                  <a:cubicBezTo>
                    <a:pt x="6394" y="15765"/>
                    <a:pt x="6418" y="15789"/>
                    <a:pt x="6442" y="15812"/>
                  </a:cubicBezTo>
                  <a:cubicBezTo>
                    <a:pt x="6454" y="15824"/>
                    <a:pt x="6465" y="15824"/>
                    <a:pt x="6477" y="15836"/>
                  </a:cubicBezTo>
                  <a:lnTo>
                    <a:pt x="6489" y="15848"/>
                  </a:lnTo>
                  <a:lnTo>
                    <a:pt x="6501" y="15848"/>
                  </a:lnTo>
                  <a:cubicBezTo>
                    <a:pt x="6537" y="15848"/>
                    <a:pt x="6561" y="15860"/>
                    <a:pt x="6596" y="15860"/>
                  </a:cubicBezTo>
                  <a:lnTo>
                    <a:pt x="6632" y="15860"/>
                  </a:lnTo>
                  <a:cubicBezTo>
                    <a:pt x="6644" y="15848"/>
                    <a:pt x="6656" y="15848"/>
                    <a:pt x="6668" y="15848"/>
                  </a:cubicBezTo>
                  <a:cubicBezTo>
                    <a:pt x="6680" y="15836"/>
                    <a:pt x="6704" y="15836"/>
                    <a:pt x="6715" y="15824"/>
                  </a:cubicBezTo>
                  <a:lnTo>
                    <a:pt x="6727" y="15824"/>
                  </a:lnTo>
                  <a:lnTo>
                    <a:pt x="6751" y="15812"/>
                  </a:lnTo>
                  <a:cubicBezTo>
                    <a:pt x="6751" y="15812"/>
                    <a:pt x="6751" y="15801"/>
                    <a:pt x="6763" y="15801"/>
                  </a:cubicBezTo>
                  <a:lnTo>
                    <a:pt x="11859" y="12157"/>
                  </a:lnTo>
                  <a:lnTo>
                    <a:pt x="16586" y="14610"/>
                  </a:lnTo>
                  <a:cubicBezTo>
                    <a:pt x="16610" y="14610"/>
                    <a:pt x="16633" y="14622"/>
                    <a:pt x="16657" y="14634"/>
                  </a:cubicBezTo>
                  <a:lnTo>
                    <a:pt x="16705" y="14634"/>
                  </a:lnTo>
                  <a:cubicBezTo>
                    <a:pt x="16776" y="14634"/>
                    <a:pt x="16848" y="14610"/>
                    <a:pt x="16895" y="14562"/>
                  </a:cubicBezTo>
                  <a:lnTo>
                    <a:pt x="31421" y="465"/>
                  </a:lnTo>
                  <a:lnTo>
                    <a:pt x="31433" y="453"/>
                  </a:lnTo>
                  <a:cubicBezTo>
                    <a:pt x="31492" y="394"/>
                    <a:pt x="31516" y="311"/>
                    <a:pt x="31516" y="227"/>
                  </a:cubicBezTo>
                  <a:cubicBezTo>
                    <a:pt x="31516" y="215"/>
                    <a:pt x="31504" y="191"/>
                    <a:pt x="31504" y="191"/>
                  </a:cubicBezTo>
                  <a:cubicBezTo>
                    <a:pt x="31504" y="168"/>
                    <a:pt x="31492" y="144"/>
                    <a:pt x="31480" y="144"/>
                  </a:cubicBezTo>
                  <a:cubicBezTo>
                    <a:pt x="31480" y="120"/>
                    <a:pt x="31469" y="108"/>
                    <a:pt x="31457" y="96"/>
                  </a:cubicBezTo>
                  <a:cubicBezTo>
                    <a:pt x="31445" y="84"/>
                    <a:pt x="31433" y="72"/>
                    <a:pt x="31421" y="61"/>
                  </a:cubicBezTo>
                  <a:cubicBezTo>
                    <a:pt x="31409" y="49"/>
                    <a:pt x="31397" y="37"/>
                    <a:pt x="31397" y="37"/>
                  </a:cubicBezTo>
                  <a:lnTo>
                    <a:pt x="31373" y="25"/>
                  </a:lnTo>
                  <a:cubicBezTo>
                    <a:pt x="31361" y="25"/>
                    <a:pt x="31350" y="13"/>
                    <a:pt x="31338" y="13"/>
                  </a:cubicBezTo>
                  <a:cubicBezTo>
                    <a:pt x="31326" y="13"/>
                    <a:pt x="31314" y="1"/>
                    <a:pt x="313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5" name="Google Shape;1135;p40"/>
          <p:cNvSpPr txBox="1"/>
          <p:nvPr/>
        </p:nvSpPr>
        <p:spPr>
          <a:xfrm>
            <a:off x="2512625" y="746175"/>
            <a:ext cx="3819900" cy="794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200">
                <a:solidFill>
                  <a:srgbClr val="500000"/>
                </a:solidFill>
                <a:latin typeface="Manrope Light"/>
                <a:ea typeface="Manrope Light"/>
                <a:cs typeface="Manrope Light"/>
                <a:sym typeface="Manrope Light"/>
              </a:rPr>
              <a:t>TRƯỜNG ĐH KHOA HỌC TỰ NHIÊN - ĐHQG TPHCM</a:t>
            </a:r>
            <a:endParaRPr sz="1200">
              <a:solidFill>
                <a:srgbClr val="500000"/>
              </a:solidFill>
              <a:latin typeface="Manrope Light"/>
              <a:ea typeface="Manrope Light"/>
              <a:cs typeface="Manrope Light"/>
              <a:sym typeface="Manrope Light"/>
            </a:endParaRPr>
          </a:p>
          <a:p>
            <a:pPr indent="0" lvl="0" marL="0" rtl="0" algn="ctr">
              <a:lnSpc>
                <a:spcPct val="115000"/>
              </a:lnSpc>
              <a:spcBef>
                <a:spcPts val="0"/>
              </a:spcBef>
              <a:spcAft>
                <a:spcPts val="0"/>
              </a:spcAft>
              <a:buNone/>
            </a:pPr>
            <a:r>
              <a:rPr lang="en" sz="1200">
                <a:solidFill>
                  <a:srgbClr val="500000"/>
                </a:solidFill>
                <a:latin typeface="Manrope Light"/>
                <a:ea typeface="Manrope Light"/>
                <a:cs typeface="Manrope Light"/>
                <a:sym typeface="Manrope Light"/>
              </a:rPr>
              <a:t>KHOA TOÁN - TIN HỌC</a:t>
            </a:r>
            <a:endParaRPr sz="1200">
              <a:solidFill>
                <a:srgbClr val="500000"/>
              </a:solidFill>
              <a:latin typeface="Manrope Light"/>
              <a:ea typeface="Manrope Light"/>
              <a:cs typeface="Manrope Light"/>
              <a:sym typeface="Manrope Light"/>
            </a:endParaRPr>
          </a:p>
          <a:p>
            <a:pPr indent="0" lvl="0" marL="0" rtl="0" algn="ctr">
              <a:lnSpc>
                <a:spcPct val="115000"/>
              </a:lnSpc>
              <a:spcBef>
                <a:spcPts val="0"/>
              </a:spcBef>
              <a:spcAft>
                <a:spcPts val="0"/>
              </a:spcAft>
              <a:buNone/>
            </a:pPr>
            <a:r>
              <a:rPr lang="en" sz="1200">
                <a:solidFill>
                  <a:srgbClr val="500000"/>
                </a:solidFill>
                <a:latin typeface="Manrope Light"/>
                <a:ea typeface="Manrope Light"/>
                <a:cs typeface="Manrope Light"/>
                <a:sym typeface="Manrope Light"/>
              </a:rPr>
              <a:t>BỘ MÔN ỨNG DỤNG TIN HỌC</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41"/>
          <p:cNvSpPr txBox="1"/>
          <p:nvPr>
            <p:ph type="title"/>
          </p:nvPr>
        </p:nvSpPr>
        <p:spPr>
          <a:xfrm>
            <a:off x="1188924" y="1271075"/>
            <a:ext cx="882600" cy="88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01</a:t>
            </a:r>
            <a:endParaRPr>
              <a:solidFill>
                <a:schemeClr val="dk2"/>
              </a:solidFill>
            </a:endParaRPr>
          </a:p>
        </p:txBody>
      </p:sp>
      <p:sp>
        <p:nvSpPr>
          <p:cNvPr id="1141" name="Google Shape;1141;p41"/>
          <p:cNvSpPr txBox="1"/>
          <p:nvPr>
            <p:ph idx="2" type="title"/>
          </p:nvPr>
        </p:nvSpPr>
        <p:spPr>
          <a:xfrm>
            <a:off x="729150" y="217625"/>
            <a:ext cx="7685700" cy="105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500"/>
              <a:t>NỘI</a:t>
            </a:r>
            <a:r>
              <a:rPr b="0" lang="en" sz="4500"/>
              <a:t> </a:t>
            </a:r>
            <a:r>
              <a:rPr lang="en" sz="4500">
                <a:highlight>
                  <a:schemeClr val="lt2"/>
                </a:highlight>
              </a:rPr>
              <a:t>DUNG</a:t>
            </a:r>
            <a:endParaRPr b="0" sz="4500">
              <a:highlight>
                <a:schemeClr val="lt2"/>
              </a:highlight>
            </a:endParaRPr>
          </a:p>
        </p:txBody>
      </p:sp>
      <p:sp>
        <p:nvSpPr>
          <p:cNvPr id="1142" name="Google Shape;1142;p41"/>
          <p:cNvSpPr txBox="1"/>
          <p:nvPr>
            <p:ph idx="1" type="subTitle"/>
          </p:nvPr>
        </p:nvSpPr>
        <p:spPr>
          <a:xfrm>
            <a:off x="1921116" y="1652075"/>
            <a:ext cx="2401200" cy="3924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a:t>GIỚI </a:t>
            </a:r>
            <a:r>
              <a:rPr lang="en">
                <a:highlight>
                  <a:srgbClr val="E8724A"/>
                </a:highlight>
              </a:rPr>
              <a:t>THIỆU</a:t>
            </a:r>
            <a:endParaRPr>
              <a:highlight>
                <a:srgbClr val="E8724A"/>
              </a:highlight>
            </a:endParaRPr>
          </a:p>
        </p:txBody>
      </p:sp>
      <p:sp>
        <p:nvSpPr>
          <p:cNvPr id="1143" name="Google Shape;1143;p41"/>
          <p:cNvSpPr txBox="1"/>
          <p:nvPr>
            <p:ph idx="3" type="subTitle"/>
          </p:nvPr>
        </p:nvSpPr>
        <p:spPr>
          <a:xfrm>
            <a:off x="1921125" y="1962758"/>
            <a:ext cx="2401200" cy="585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BUBBLE SORT</a:t>
            </a:r>
            <a:endParaRPr/>
          </a:p>
        </p:txBody>
      </p:sp>
      <p:sp>
        <p:nvSpPr>
          <p:cNvPr id="1144" name="Google Shape;1144;p41"/>
          <p:cNvSpPr txBox="1"/>
          <p:nvPr>
            <p:ph idx="4" type="subTitle"/>
          </p:nvPr>
        </p:nvSpPr>
        <p:spPr>
          <a:xfrm>
            <a:off x="3597516" y="3052675"/>
            <a:ext cx="2401200" cy="3972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a:t>BÀI TẬP </a:t>
            </a:r>
            <a:r>
              <a:rPr lang="en">
                <a:highlight>
                  <a:srgbClr val="51B4AF"/>
                </a:highlight>
              </a:rPr>
              <a:t>VỀ NHÀ</a:t>
            </a:r>
            <a:endParaRPr>
              <a:highlight>
                <a:srgbClr val="51B4AF"/>
              </a:highlight>
            </a:endParaRPr>
          </a:p>
        </p:txBody>
      </p:sp>
      <p:sp>
        <p:nvSpPr>
          <p:cNvPr id="1145" name="Google Shape;1145;p41"/>
          <p:cNvSpPr txBox="1"/>
          <p:nvPr>
            <p:ph idx="5" type="subTitle"/>
          </p:nvPr>
        </p:nvSpPr>
        <p:spPr>
          <a:xfrm>
            <a:off x="3597525" y="3361525"/>
            <a:ext cx="2401200" cy="585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Scenarios</a:t>
            </a:r>
            <a:endParaRPr/>
          </a:p>
        </p:txBody>
      </p:sp>
      <p:sp>
        <p:nvSpPr>
          <p:cNvPr id="1146" name="Google Shape;1146;p41"/>
          <p:cNvSpPr txBox="1"/>
          <p:nvPr>
            <p:ph idx="6" type="subTitle"/>
          </p:nvPr>
        </p:nvSpPr>
        <p:spPr>
          <a:xfrm>
            <a:off x="5771545" y="1652075"/>
            <a:ext cx="2401200" cy="3924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a:t>BÀI TẬP </a:t>
            </a:r>
            <a:r>
              <a:rPr lang="en">
                <a:highlight>
                  <a:schemeClr val="accent2"/>
                </a:highlight>
              </a:rPr>
              <a:t>TẠI LỚP</a:t>
            </a:r>
            <a:endParaRPr>
              <a:highlight>
                <a:schemeClr val="accent2"/>
              </a:highlight>
            </a:endParaRPr>
          </a:p>
        </p:txBody>
      </p:sp>
      <p:sp>
        <p:nvSpPr>
          <p:cNvPr id="1147" name="Google Shape;1147;p41"/>
          <p:cNvSpPr txBox="1"/>
          <p:nvPr>
            <p:ph idx="7" type="subTitle"/>
          </p:nvPr>
        </p:nvSpPr>
        <p:spPr>
          <a:xfrm>
            <a:off x="5771550" y="1962800"/>
            <a:ext cx="2707200" cy="82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Algorithm building</a:t>
            </a:r>
            <a:endParaRPr/>
          </a:p>
          <a:p>
            <a:pPr indent="0" lvl="0" marL="0" rtl="0" algn="l">
              <a:spcBef>
                <a:spcPts val="0"/>
              </a:spcBef>
              <a:spcAft>
                <a:spcPts val="1200"/>
              </a:spcAft>
              <a:buNone/>
            </a:pPr>
            <a:r>
              <a:rPr lang="en"/>
              <a:t>Counting swaps and comps </a:t>
            </a:r>
            <a:endParaRPr/>
          </a:p>
        </p:txBody>
      </p:sp>
      <p:sp>
        <p:nvSpPr>
          <p:cNvPr id="1148" name="Google Shape;1148;p41"/>
          <p:cNvSpPr txBox="1"/>
          <p:nvPr>
            <p:ph idx="13" type="title"/>
          </p:nvPr>
        </p:nvSpPr>
        <p:spPr>
          <a:xfrm>
            <a:off x="2865324" y="2678425"/>
            <a:ext cx="882600" cy="88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3"/>
                </a:solidFill>
              </a:rPr>
              <a:t>03</a:t>
            </a:r>
            <a:endParaRPr>
              <a:solidFill>
                <a:schemeClr val="accent3"/>
              </a:solidFill>
            </a:endParaRPr>
          </a:p>
        </p:txBody>
      </p:sp>
      <p:sp>
        <p:nvSpPr>
          <p:cNvPr id="1149" name="Google Shape;1149;p41"/>
          <p:cNvSpPr txBox="1"/>
          <p:nvPr>
            <p:ph idx="14" type="title"/>
          </p:nvPr>
        </p:nvSpPr>
        <p:spPr>
          <a:xfrm>
            <a:off x="4954337" y="1271075"/>
            <a:ext cx="882600" cy="88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1"/>
                </a:solidFill>
              </a:rPr>
              <a:t>02</a:t>
            </a:r>
            <a:endParaRPr>
              <a:solidFill>
                <a:schemeClr val="accent1"/>
              </a:solidFill>
            </a:endParaRPr>
          </a:p>
        </p:txBody>
      </p:sp>
      <p:sp>
        <p:nvSpPr>
          <p:cNvPr id="1150" name="Google Shape;1150;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42"/>
          <p:cNvSpPr txBox="1"/>
          <p:nvPr>
            <p:ph type="title"/>
          </p:nvPr>
        </p:nvSpPr>
        <p:spPr>
          <a:xfrm>
            <a:off x="2986450" y="293463"/>
            <a:ext cx="3973200" cy="891900"/>
          </a:xfrm>
          <a:prstGeom prst="rect">
            <a:avLst/>
          </a:prstGeom>
        </p:spPr>
        <p:txBody>
          <a:bodyPr anchorCtr="0" anchor="b" bIns="91425" lIns="91425" spcFirstLastPara="1" rIns="91425" wrap="square" tIns="91425">
            <a:noAutofit/>
          </a:bodyPr>
          <a:lstStyle/>
          <a:p>
            <a:pPr indent="-495300" lvl="0" marL="457200" rtl="0" algn="ctr">
              <a:spcBef>
                <a:spcPts val="0"/>
              </a:spcBef>
              <a:spcAft>
                <a:spcPts val="0"/>
              </a:spcAft>
              <a:buSzPts val="4200"/>
              <a:buAutoNum type="arabicPeriod"/>
            </a:pPr>
            <a:r>
              <a:rPr lang="en"/>
              <a:t>GIỚI </a:t>
            </a:r>
            <a:r>
              <a:rPr lang="en"/>
              <a:t>THIỆU</a:t>
            </a:r>
            <a:endParaRPr/>
          </a:p>
        </p:txBody>
      </p:sp>
      <p:sp>
        <p:nvSpPr>
          <p:cNvPr id="1156" name="Google Shape;1156;p42"/>
          <p:cNvSpPr/>
          <p:nvPr/>
        </p:nvSpPr>
        <p:spPr>
          <a:xfrm>
            <a:off x="6069925" y="3821547"/>
            <a:ext cx="1925375" cy="1321950"/>
          </a:xfrm>
          <a:custGeom>
            <a:rect b="b" l="l" r="r" t="t"/>
            <a:pathLst>
              <a:path extrusionOk="0" h="52878" w="77015">
                <a:moveTo>
                  <a:pt x="0" y="7549"/>
                </a:moveTo>
                <a:cubicBezTo>
                  <a:pt x="8770" y="11058"/>
                  <a:pt x="28135" y="13608"/>
                  <a:pt x="28135" y="4162"/>
                </a:cubicBezTo>
                <a:cubicBezTo>
                  <a:pt x="28135" y="-664"/>
                  <a:pt x="17515" y="-1011"/>
                  <a:pt x="13807" y="2078"/>
                </a:cubicBezTo>
                <a:cubicBezTo>
                  <a:pt x="9798" y="5417"/>
                  <a:pt x="6803" y="12131"/>
                  <a:pt x="8857" y="16927"/>
                </a:cubicBezTo>
                <a:cubicBezTo>
                  <a:pt x="14710" y="30597"/>
                  <a:pt x="58109" y="28688"/>
                  <a:pt x="53405" y="14582"/>
                </a:cubicBezTo>
                <a:cubicBezTo>
                  <a:pt x="49569" y="3078"/>
                  <a:pt x="16597" y="16104"/>
                  <a:pt x="19538" y="27869"/>
                </a:cubicBezTo>
                <a:cubicBezTo>
                  <a:pt x="20969" y="33594"/>
                  <a:pt x="28755" y="35749"/>
                  <a:pt x="34388" y="37508"/>
                </a:cubicBezTo>
                <a:cubicBezTo>
                  <a:pt x="45334" y="40927"/>
                  <a:pt x="57976" y="40324"/>
                  <a:pt x="68775" y="36466"/>
                </a:cubicBezTo>
                <a:cubicBezTo>
                  <a:pt x="72303" y="35206"/>
                  <a:pt x="77927" y="32238"/>
                  <a:pt x="76851" y="28650"/>
                </a:cubicBezTo>
                <a:cubicBezTo>
                  <a:pt x="73764" y="18353"/>
                  <a:pt x="52149" y="26032"/>
                  <a:pt x="45069" y="34121"/>
                </a:cubicBezTo>
                <a:cubicBezTo>
                  <a:pt x="40926" y="38855"/>
                  <a:pt x="42240" y="48949"/>
                  <a:pt x="47153" y="52878"/>
                </a:cubicBezTo>
              </a:path>
            </a:pathLst>
          </a:custGeom>
          <a:noFill/>
          <a:ln cap="flat" cmpd="sng" w="19050">
            <a:solidFill>
              <a:schemeClr val="lt2"/>
            </a:solidFill>
            <a:prstDash val="solid"/>
            <a:round/>
            <a:headEnd len="med" w="med" type="none"/>
            <a:tailEnd len="med" w="med" type="none"/>
          </a:ln>
        </p:spPr>
      </p:sp>
      <p:grpSp>
        <p:nvGrpSpPr>
          <p:cNvPr id="1157" name="Google Shape;1157;p42"/>
          <p:cNvGrpSpPr/>
          <p:nvPr/>
        </p:nvGrpSpPr>
        <p:grpSpPr>
          <a:xfrm>
            <a:off x="445482" y="2480528"/>
            <a:ext cx="1180159" cy="1442960"/>
            <a:chOff x="445482" y="2480528"/>
            <a:chExt cx="1180159" cy="1442960"/>
          </a:xfrm>
        </p:grpSpPr>
        <p:sp>
          <p:nvSpPr>
            <p:cNvPr id="1158" name="Google Shape;1158;p42"/>
            <p:cNvSpPr/>
            <p:nvPr/>
          </p:nvSpPr>
          <p:spPr>
            <a:xfrm rot="1610950">
              <a:off x="898356" y="3027584"/>
              <a:ext cx="142101" cy="696679"/>
            </a:xfrm>
            <a:custGeom>
              <a:rect b="b" l="l" r="r" t="t"/>
              <a:pathLst>
                <a:path extrusionOk="0" h="23587" w="4811">
                  <a:moveTo>
                    <a:pt x="2310" y="0"/>
                  </a:moveTo>
                  <a:lnTo>
                    <a:pt x="0" y="524"/>
                  </a:lnTo>
                  <a:lnTo>
                    <a:pt x="2643" y="23575"/>
                  </a:lnTo>
                  <a:lnTo>
                    <a:pt x="2643" y="23586"/>
                  </a:lnTo>
                  <a:lnTo>
                    <a:pt x="2715" y="3429"/>
                  </a:lnTo>
                  <a:cubicBezTo>
                    <a:pt x="2596" y="3417"/>
                    <a:pt x="2465" y="3382"/>
                    <a:pt x="2346" y="3334"/>
                  </a:cubicBezTo>
                  <a:cubicBezTo>
                    <a:pt x="2286" y="3310"/>
                    <a:pt x="2227" y="3286"/>
                    <a:pt x="2179" y="3263"/>
                  </a:cubicBezTo>
                  <a:cubicBezTo>
                    <a:pt x="1810" y="3084"/>
                    <a:pt x="1548" y="2762"/>
                    <a:pt x="1429" y="2405"/>
                  </a:cubicBezTo>
                  <a:cubicBezTo>
                    <a:pt x="1310" y="2036"/>
                    <a:pt x="1357" y="1619"/>
                    <a:pt x="1536" y="1250"/>
                  </a:cubicBezTo>
                  <a:cubicBezTo>
                    <a:pt x="1631" y="1072"/>
                    <a:pt x="1762" y="905"/>
                    <a:pt x="1905" y="774"/>
                  </a:cubicBezTo>
                  <a:cubicBezTo>
                    <a:pt x="2048" y="643"/>
                    <a:pt x="2215" y="548"/>
                    <a:pt x="2393" y="476"/>
                  </a:cubicBezTo>
                  <a:cubicBezTo>
                    <a:pt x="2532" y="430"/>
                    <a:pt x="2676" y="408"/>
                    <a:pt x="2820" y="408"/>
                  </a:cubicBezTo>
                  <a:cubicBezTo>
                    <a:pt x="3452" y="408"/>
                    <a:pt x="4080" y="830"/>
                    <a:pt x="4274" y="1441"/>
                  </a:cubicBezTo>
                  <a:cubicBezTo>
                    <a:pt x="4334" y="1608"/>
                    <a:pt x="4346" y="1762"/>
                    <a:pt x="4334" y="1929"/>
                  </a:cubicBezTo>
                  <a:lnTo>
                    <a:pt x="4667" y="1953"/>
                  </a:lnTo>
                  <a:lnTo>
                    <a:pt x="4810" y="274"/>
                  </a:lnTo>
                  <a:lnTo>
                    <a:pt x="2310" y="0"/>
                  </a:lnTo>
                  <a:close/>
                </a:path>
              </a:pathLst>
            </a:custGeom>
            <a:solidFill>
              <a:srgbClr val="FFFFFF"/>
            </a:solidFill>
            <a:ln cap="flat" cmpd="sng" w="3275">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42"/>
            <p:cNvSpPr/>
            <p:nvPr/>
          </p:nvSpPr>
          <p:spPr>
            <a:xfrm rot="1610950">
              <a:off x="899118" y="2567751"/>
              <a:ext cx="331991" cy="447095"/>
            </a:xfrm>
            <a:custGeom>
              <a:rect b="b" l="l" r="r" t="t"/>
              <a:pathLst>
                <a:path extrusionOk="0" h="15137" w="11240">
                  <a:moveTo>
                    <a:pt x="4755" y="1802"/>
                  </a:moveTo>
                  <a:cubicBezTo>
                    <a:pt x="5656" y="1802"/>
                    <a:pt x="6447" y="2103"/>
                    <a:pt x="7132" y="2706"/>
                  </a:cubicBezTo>
                  <a:cubicBezTo>
                    <a:pt x="8751" y="4159"/>
                    <a:pt x="9358" y="7088"/>
                    <a:pt x="9227" y="9350"/>
                  </a:cubicBezTo>
                  <a:cubicBezTo>
                    <a:pt x="9192" y="10041"/>
                    <a:pt x="8894" y="10862"/>
                    <a:pt x="8180" y="10898"/>
                  </a:cubicBezTo>
                  <a:cubicBezTo>
                    <a:pt x="8157" y="10900"/>
                    <a:pt x="8135" y="10901"/>
                    <a:pt x="8113" y="10901"/>
                  </a:cubicBezTo>
                  <a:cubicBezTo>
                    <a:pt x="8008" y="10901"/>
                    <a:pt x="7911" y="10878"/>
                    <a:pt x="7822" y="10838"/>
                  </a:cubicBezTo>
                  <a:cubicBezTo>
                    <a:pt x="7596" y="10755"/>
                    <a:pt x="7394" y="10600"/>
                    <a:pt x="7215" y="10433"/>
                  </a:cubicBezTo>
                  <a:lnTo>
                    <a:pt x="6465" y="9779"/>
                  </a:lnTo>
                  <a:lnTo>
                    <a:pt x="3286" y="6969"/>
                  </a:lnTo>
                  <a:cubicBezTo>
                    <a:pt x="2477" y="6266"/>
                    <a:pt x="1691" y="5480"/>
                    <a:pt x="1643" y="4421"/>
                  </a:cubicBezTo>
                  <a:cubicBezTo>
                    <a:pt x="1631" y="4135"/>
                    <a:pt x="1679" y="3861"/>
                    <a:pt x="1774" y="3599"/>
                  </a:cubicBezTo>
                  <a:cubicBezTo>
                    <a:pt x="2048" y="2861"/>
                    <a:pt x="2727" y="2278"/>
                    <a:pt x="3477" y="2016"/>
                  </a:cubicBezTo>
                  <a:cubicBezTo>
                    <a:pt x="3620" y="1956"/>
                    <a:pt x="3762" y="1920"/>
                    <a:pt x="3905" y="1885"/>
                  </a:cubicBezTo>
                  <a:cubicBezTo>
                    <a:pt x="4199" y="1829"/>
                    <a:pt x="4482" y="1802"/>
                    <a:pt x="4755" y="1802"/>
                  </a:cubicBezTo>
                  <a:close/>
                  <a:moveTo>
                    <a:pt x="4999" y="1"/>
                  </a:moveTo>
                  <a:cubicBezTo>
                    <a:pt x="4451" y="1"/>
                    <a:pt x="3903" y="96"/>
                    <a:pt x="3393" y="289"/>
                  </a:cubicBezTo>
                  <a:cubicBezTo>
                    <a:pt x="3119" y="385"/>
                    <a:pt x="2869" y="516"/>
                    <a:pt x="2631" y="658"/>
                  </a:cubicBezTo>
                  <a:cubicBezTo>
                    <a:pt x="822" y="1813"/>
                    <a:pt x="0" y="4361"/>
                    <a:pt x="798" y="6338"/>
                  </a:cubicBezTo>
                  <a:cubicBezTo>
                    <a:pt x="1465" y="8016"/>
                    <a:pt x="3036" y="9124"/>
                    <a:pt x="4548" y="10183"/>
                  </a:cubicBezTo>
                  <a:lnTo>
                    <a:pt x="4810" y="10362"/>
                  </a:lnTo>
                  <a:cubicBezTo>
                    <a:pt x="6048" y="11243"/>
                    <a:pt x="8156" y="13005"/>
                    <a:pt x="8644" y="15136"/>
                  </a:cubicBezTo>
                  <a:lnTo>
                    <a:pt x="11240" y="14541"/>
                  </a:lnTo>
                  <a:cubicBezTo>
                    <a:pt x="11204" y="14303"/>
                    <a:pt x="11168" y="14065"/>
                    <a:pt x="11144" y="13827"/>
                  </a:cubicBezTo>
                  <a:cubicBezTo>
                    <a:pt x="11001" y="12791"/>
                    <a:pt x="10835" y="11731"/>
                    <a:pt x="10692" y="10695"/>
                  </a:cubicBezTo>
                  <a:cubicBezTo>
                    <a:pt x="10489" y="9362"/>
                    <a:pt x="10275" y="7981"/>
                    <a:pt x="10108" y="6647"/>
                  </a:cubicBezTo>
                  <a:cubicBezTo>
                    <a:pt x="9894" y="4980"/>
                    <a:pt x="9644" y="2909"/>
                    <a:pt x="8418" y="1504"/>
                  </a:cubicBezTo>
                  <a:cubicBezTo>
                    <a:pt x="7953" y="956"/>
                    <a:pt x="7334" y="551"/>
                    <a:pt x="6656" y="301"/>
                  </a:cubicBezTo>
                  <a:cubicBezTo>
                    <a:pt x="6130" y="102"/>
                    <a:pt x="5564" y="1"/>
                    <a:pt x="4999" y="1"/>
                  </a:cubicBezTo>
                  <a:close/>
                </a:path>
              </a:pathLst>
            </a:custGeom>
            <a:solidFill>
              <a:srgbClr val="E872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42"/>
            <p:cNvSpPr/>
            <p:nvPr/>
          </p:nvSpPr>
          <p:spPr>
            <a:xfrm rot="1610950">
              <a:off x="896855" y="2575746"/>
              <a:ext cx="332346" cy="438559"/>
            </a:xfrm>
            <a:custGeom>
              <a:rect b="b" l="l" r="r" t="t"/>
              <a:pathLst>
                <a:path extrusionOk="0" h="14848" w="11252">
                  <a:moveTo>
                    <a:pt x="3393" y="0"/>
                  </a:moveTo>
                  <a:cubicBezTo>
                    <a:pt x="3131" y="96"/>
                    <a:pt x="2881" y="227"/>
                    <a:pt x="2631" y="369"/>
                  </a:cubicBezTo>
                  <a:cubicBezTo>
                    <a:pt x="822" y="1524"/>
                    <a:pt x="0" y="4072"/>
                    <a:pt x="798" y="6049"/>
                  </a:cubicBezTo>
                  <a:cubicBezTo>
                    <a:pt x="1477" y="7727"/>
                    <a:pt x="3036" y="8835"/>
                    <a:pt x="4548" y="9894"/>
                  </a:cubicBezTo>
                  <a:lnTo>
                    <a:pt x="4810" y="10073"/>
                  </a:lnTo>
                  <a:cubicBezTo>
                    <a:pt x="6049" y="10954"/>
                    <a:pt x="8156" y="12716"/>
                    <a:pt x="8656" y="14847"/>
                  </a:cubicBezTo>
                  <a:lnTo>
                    <a:pt x="11252" y="14252"/>
                  </a:lnTo>
                  <a:cubicBezTo>
                    <a:pt x="11216" y="14014"/>
                    <a:pt x="11180" y="13776"/>
                    <a:pt x="11156" y="13538"/>
                  </a:cubicBezTo>
                  <a:cubicBezTo>
                    <a:pt x="10763" y="12561"/>
                    <a:pt x="9716" y="12037"/>
                    <a:pt x="8835" y="11478"/>
                  </a:cubicBezTo>
                  <a:cubicBezTo>
                    <a:pt x="7954" y="10930"/>
                    <a:pt x="7168" y="10263"/>
                    <a:pt x="6477" y="9490"/>
                  </a:cubicBezTo>
                  <a:lnTo>
                    <a:pt x="3298" y="6680"/>
                  </a:lnTo>
                  <a:cubicBezTo>
                    <a:pt x="2489" y="5977"/>
                    <a:pt x="1691" y="5191"/>
                    <a:pt x="1655" y="4120"/>
                  </a:cubicBezTo>
                  <a:cubicBezTo>
                    <a:pt x="1643" y="3834"/>
                    <a:pt x="1691" y="3572"/>
                    <a:pt x="1786" y="3310"/>
                  </a:cubicBezTo>
                  <a:cubicBezTo>
                    <a:pt x="2060" y="2572"/>
                    <a:pt x="2739" y="1989"/>
                    <a:pt x="3477" y="1727"/>
                  </a:cubicBezTo>
                  <a:cubicBezTo>
                    <a:pt x="3477" y="1131"/>
                    <a:pt x="3465" y="488"/>
                    <a:pt x="33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42"/>
            <p:cNvSpPr/>
            <p:nvPr/>
          </p:nvSpPr>
          <p:spPr>
            <a:xfrm rot="1610950">
              <a:off x="1216196" y="2698071"/>
              <a:ext cx="304581" cy="457876"/>
            </a:xfrm>
            <a:custGeom>
              <a:rect b="b" l="l" r="r" t="t"/>
              <a:pathLst>
                <a:path extrusionOk="0" h="15502" w="10312">
                  <a:moveTo>
                    <a:pt x="5850" y="1771"/>
                  </a:moveTo>
                  <a:cubicBezTo>
                    <a:pt x="5970" y="1771"/>
                    <a:pt x="6092" y="1776"/>
                    <a:pt x="6216" y="1785"/>
                  </a:cubicBezTo>
                  <a:cubicBezTo>
                    <a:pt x="7371" y="1869"/>
                    <a:pt x="8621" y="2738"/>
                    <a:pt x="8681" y="4035"/>
                  </a:cubicBezTo>
                  <a:cubicBezTo>
                    <a:pt x="8728" y="5107"/>
                    <a:pt x="8014" y="5976"/>
                    <a:pt x="7264" y="6774"/>
                  </a:cubicBezTo>
                  <a:lnTo>
                    <a:pt x="3656" y="10667"/>
                  </a:lnTo>
                  <a:cubicBezTo>
                    <a:pt x="3394" y="10941"/>
                    <a:pt x="3120" y="11215"/>
                    <a:pt x="2727" y="11239"/>
                  </a:cubicBezTo>
                  <a:cubicBezTo>
                    <a:pt x="2644" y="11239"/>
                    <a:pt x="2561" y="11239"/>
                    <a:pt x="2489" y="11215"/>
                  </a:cubicBezTo>
                  <a:cubicBezTo>
                    <a:pt x="2454" y="11203"/>
                    <a:pt x="2418" y="11203"/>
                    <a:pt x="2394" y="11191"/>
                  </a:cubicBezTo>
                  <a:cubicBezTo>
                    <a:pt x="1906" y="11001"/>
                    <a:pt x="1644" y="10370"/>
                    <a:pt x="1561" y="9810"/>
                  </a:cubicBezTo>
                  <a:cubicBezTo>
                    <a:pt x="1239" y="7584"/>
                    <a:pt x="1584" y="4595"/>
                    <a:pt x="3073" y="2964"/>
                  </a:cubicBezTo>
                  <a:cubicBezTo>
                    <a:pt x="3097" y="2940"/>
                    <a:pt x="3120" y="2928"/>
                    <a:pt x="3144" y="2904"/>
                  </a:cubicBezTo>
                  <a:cubicBezTo>
                    <a:pt x="3862" y="2155"/>
                    <a:pt x="4772" y="1771"/>
                    <a:pt x="5850" y="1771"/>
                  </a:cubicBezTo>
                  <a:close/>
                  <a:moveTo>
                    <a:pt x="5510" y="0"/>
                  </a:moveTo>
                  <a:cubicBezTo>
                    <a:pt x="5262" y="0"/>
                    <a:pt x="5012" y="20"/>
                    <a:pt x="4763" y="59"/>
                  </a:cubicBezTo>
                  <a:cubicBezTo>
                    <a:pt x="3549" y="249"/>
                    <a:pt x="2406" y="892"/>
                    <a:pt x="1692" y="1904"/>
                  </a:cubicBezTo>
                  <a:cubicBezTo>
                    <a:pt x="596" y="3452"/>
                    <a:pt x="513" y="5548"/>
                    <a:pt x="453" y="7226"/>
                  </a:cubicBezTo>
                  <a:cubicBezTo>
                    <a:pt x="394" y="8572"/>
                    <a:pt x="310" y="9965"/>
                    <a:pt x="215" y="11322"/>
                  </a:cubicBezTo>
                  <a:cubicBezTo>
                    <a:pt x="168" y="12215"/>
                    <a:pt x="108" y="13120"/>
                    <a:pt x="60" y="14025"/>
                  </a:cubicBezTo>
                  <a:cubicBezTo>
                    <a:pt x="37" y="14418"/>
                    <a:pt x="25" y="14823"/>
                    <a:pt x="1" y="15215"/>
                  </a:cubicBezTo>
                  <a:lnTo>
                    <a:pt x="549" y="15275"/>
                  </a:lnTo>
                  <a:lnTo>
                    <a:pt x="2632" y="15501"/>
                  </a:lnTo>
                  <a:cubicBezTo>
                    <a:pt x="2727" y="14823"/>
                    <a:pt x="2989" y="14156"/>
                    <a:pt x="3323" y="13537"/>
                  </a:cubicBezTo>
                  <a:cubicBezTo>
                    <a:pt x="4085" y="12179"/>
                    <a:pt x="5252" y="11024"/>
                    <a:pt x="6049" y="10322"/>
                  </a:cubicBezTo>
                  <a:lnTo>
                    <a:pt x="6287" y="10108"/>
                  </a:lnTo>
                  <a:cubicBezTo>
                    <a:pt x="7704" y="8881"/>
                    <a:pt x="9169" y="7607"/>
                    <a:pt x="9693" y="5857"/>
                  </a:cubicBezTo>
                  <a:cubicBezTo>
                    <a:pt x="10312" y="3797"/>
                    <a:pt x="9276" y="1357"/>
                    <a:pt x="7383" y="416"/>
                  </a:cubicBezTo>
                  <a:cubicBezTo>
                    <a:pt x="7264" y="356"/>
                    <a:pt x="7133" y="309"/>
                    <a:pt x="7002" y="261"/>
                  </a:cubicBezTo>
                  <a:cubicBezTo>
                    <a:pt x="6528" y="85"/>
                    <a:pt x="6023" y="0"/>
                    <a:pt x="5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42"/>
            <p:cNvSpPr/>
            <p:nvPr/>
          </p:nvSpPr>
          <p:spPr>
            <a:xfrm rot="1610950">
              <a:off x="963932" y="2623155"/>
              <a:ext cx="228259" cy="268783"/>
            </a:xfrm>
            <a:custGeom>
              <a:rect b="b" l="l" r="r" t="t"/>
              <a:pathLst>
                <a:path extrusionOk="0" h="9100" w="7728">
                  <a:moveTo>
                    <a:pt x="3112" y="424"/>
                  </a:moveTo>
                  <a:cubicBezTo>
                    <a:pt x="3503" y="424"/>
                    <a:pt x="3872" y="488"/>
                    <a:pt x="4215" y="620"/>
                  </a:cubicBezTo>
                  <a:cubicBezTo>
                    <a:pt x="4572" y="750"/>
                    <a:pt x="4906" y="953"/>
                    <a:pt x="5215" y="1227"/>
                  </a:cubicBezTo>
                  <a:cubicBezTo>
                    <a:pt x="6739" y="2584"/>
                    <a:pt x="7299" y="5442"/>
                    <a:pt x="7180" y="7537"/>
                  </a:cubicBezTo>
                  <a:cubicBezTo>
                    <a:pt x="7156" y="7942"/>
                    <a:pt x="6989" y="8656"/>
                    <a:pt x="6537" y="8680"/>
                  </a:cubicBezTo>
                  <a:cubicBezTo>
                    <a:pt x="6529" y="8680"/>
                    <a:pt x="6522" y="8681"/>
                    <a:pt x="6514" y="8681"/>
                  </a:cubicBezTo>
                  <a:cubicBezTo>
                    <a:pt x="6284" y="8681"/>
                    <a:pt x="6066" y="8507"/>
                    <a:pt x="5858" y="8311"/>
                  </a:cubicBezTo>
                  <a:lnTo>
                    <a:pt x="1929" y="4858"/>
                  </a:lnTo>
                  <a:cubicBezTo>
                    <a:pt x="1191" y="4203"/>
                    <a:pt x="465" y="3489"/>
                    <a:pt x="429" y="2596"/>
                  </a:cubicBezTo>
                  <a:cubicBezTo>
                    <a:pt x="393" y="1536"/>
                    <a:pt x="1393" y="691"/>
                    <a:pt x="2346" y="500"/>
                  </a:cubicBezTo>
                  <a:cubicBezTo>
                    <a:pt x="2609" y="450"/>
                    <a:pt x="2865" y="424"/>
                    <a:pt x="3112" y="424"/>
                  </a:cubicBezTo>
                  <a:close/>
                  <a:moveTo>
                    <a:pt x="3124" y="1"/>
                  </a:moveTo>
                  <a:cubicBezTo>
                    <a:pt x="2851" y="1"/>
                    <a:pt x="2568" y="28"/>
                    <a:pt x="2274" y="84"/>
                  </a:cubicBezTo>
                  <a:cubicBezTo>
                    <a:pt x="1381" y="262"/>
                    <a:pt x="476" y="905"/>
                    <a:pt x="143" y="1798"/>
                  </a:cubicBezTo>
                  <a:cubicBezTo>
                    <a:pt x="48" y="2060"/>
                    <a:pt x="0" y="2334"/>
                    <a:pt x="12" y="2620"/>
                  </a:cubicBezTo>
                  <a:cubicBezTo>
                    <a:pt x="60" y="3679"/>
                    <a:pt x="846" y="4465"/>
                    <a:pt x="1655" y="5168"/>
                  </a:cubicBezTo>
                  <a:lnTo>
                    <a:pt x="5584" y="8632"/>
                  </a:lnTo>
                  <a:cubicBezTo>
                    <a:pt x="5763" y="8799"/>
                    <a:pt x="5965" y="8954"/>
                    <a:pt x="6191" y="9037"/>
                  </a:cubicBezTo>
                  <a:cubicBezTo>
                    <a:pt x="6280" y="9077"/>
                    <a:pt x="6377" y="9100"/>
                    <a:pt x="6482" y="9100"/>
                  </a:cubicBezTo>
                  <a:cubicBezTo>
                    <a:pt x="6504" y="9100"/>
                    <a:pt x="6526" y="9099"/>
                    <a:pt x="6549" y="9097"/>
                  </a:cubicBezTo>
                  <a:cubicBezTo>
                    <a:pt x="7251" y="9061"/>
                    <a:pt x="7549" y="8240"/>
                    <a:pt x="7596" y="7549"/>
                  </a:cubicBezTo>
                  <a:cubicBezTo>
                    <a:pt x="7727" y="5287"/>
                    <a:pt x="7120" y="2358"/>
                    <a:pt x="5501" y="905"/>
                  </a:cubicBezTo>
                  <a:cubicBezTo>
                    <a:pt x="4816" y="302"/>
                    <a:pt x="4025" y="1"/>
                    <a:pt x="3124"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2"/>
            <p:cNvSpPr/>
            <p:nvPr/>
          </p:nvSpPr>
          <p:spPr>
            <a:xfrm rot="1610950">
              <a:off x="1269941" y="2752049"/>
              <a:ext cx="221229" cy="279741"/>
            </a:xfrm>
            <a:custGeom>
              <a:rect b="b" l="l" r="r" t="t"/>
              <a:pathLst>
                <a:path extrusionOk="0" h="9471" w="7490">
                  <a:moveTo>
                    <a:pt x="4622" y="419"/>
                  </a:moveTo>
                  <a:cubicBezTo>
                    <a:pt x="4726" y="419"/>
                    <a:pt x="4833" y="423"/>
                    <a:pt x="4941" y="431"/>
                  </a:cubicBezTo>
                  <a:cubicBezTo>
                    <a:pt x="5156" y="455"/>
                    <a:pt x="5382" y="502"/>
                    <a:pt x="5596" y="586"/>
                  </a:cubicBezTo>
                  <a:cubicBezTo>
                    <a:pt x="6334" y="860"/>
                    <a:pt x="6989" y="1479"/>
                    <a:pt x="7025" y="2300"/>
                  </a:cubicBezTo>
                  <a:cubicBezTo>
                    <a:pt x="7072" y="3193"/>
                    <a:pt x="6406" y="3979"/>
                    <a:pt x="5727" y="4717"/>
                  </a:cubicBezTo>
                  <a:lnTo>
                    <a:pt x="2119" y="8611"/>
                  </a:lnTo>
                  <a:cubicBezTo>
                    <a:pt x="1905" y="8825"/>
                    <a:pt x="1703" y="9027"/>
                    <a:pt x="1477" y="9039"/>
                  </a:cubicBezTo>
                  <a:cubicBezTo>
                    <a:pt x="1465" y="9040"/>
                    <a:pt x="1453" y="9040"/>
                    <a:pt x="1442" y="9040"/>
                  </a:cubicBezTo>
                  <a:cubicBezTo>
                    <a:pt x="1002" y="9040"/>
                    <a:pt x="796" y="8374"/>
                    <a:pt x="738" y="7979"/>
                  </a:cubicBezTo>
                  <a:cubicBezTo>
                    <a:pt x="429" y="5908"/>
                    <a:pt x="750" y="3003"/>
                    <a:pt x="2143" y="1479"/>
                  </a:cubicBezTo>
                  <a:cubicBezTo>
                    <a:pt x="2790" y="778"/>
                    <a:pt x="3622" y="419"/>
                    <a:pt x="4622" y="419"/>
                  </a:cubicBezTo>
                  <a:close/>
                  <a:moveTo>
                    <a:pt x="4611" y="0"/>
                  </a:moveTo>
                  <a:cubicBezTo>
                    <a:pt x="3501" y="0"/>
                    <a:pt x="2576" y="398"/>
                    <a:pt x="1846" y="1193"/>
                  </a:cubicBezTo>
                  <a:cubicBezTo>
                    <a:pt x="345" y="2824"/>
                    <a:pt x="0" y="5813"/>
                    <a:pt x="322" y="8039"/>
                  </a:cubicBezTo>
                  <a:cubicBezTo>
                    <a:pt x="405" y="8611"/>
                    <a:pt x="667" y="9242"/>
                    <a:pt x="1155" y="9420"/>
                  </a:cubicBezTo>
                  <a:cubicBezTo>
                    <a:pt x="1233" y="9450"/>
                    <a:pt x="1328" y="9471"/>
                    <a:pt x="1425" y="9471"/>
                  </a:cubicBezTo>
                  <a:cubicBezTo>
                    <a:pt x="1446" y="9471"/>
                    <a:pt x="1467" y="9470"/>
                    <a:pt x="1488" y="9468"/>
                  </a:cubicBezTo>
                  <a:cubicBezTo>
                    <a:pt x="1881" y="9444"/>
                    <a:pt x="2167" y="9170"/>
                    <a:pt x="2417" y="8896"/>
                  </a:cubicBezTo>
                  <a:lnTo>
                    <a:pt x="6025" y="5003"/>
                  </a:lnTo>
                  <a:cubicBezTo>
                    <a:pt x="6775" y="4205"/>
                    <a:pt x="7489" y="3336"/>
                    <a:pt x="7442" y="2276"/>
                  </a:cubicBezTo>
                  <a:cubicBezTo>
                    <a:pt x="7382" y="967"/>
                    <a:pt x="6132" y="109"/>
                    <a:pt x="4977" y="14"/>
                  </a:cubicBezTo>
                  <a:cubicBezTo>
                    <a:pt x="4853" y="5"/>
                    <a:pt x="4731" y="0"/>
                    <a:pt x="4611" y="0"/>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2"/>
            <p:cNvSpPr/>
            <p:nvPr/>
          </p:nvSpPr>
          <p:spPr>
            <a:xfrm rot="1610950">
              <a:off x="696703" y="2564889"/>
              <a:ext cx="677717" cy="1274238"/>
            </a:xfrm>
            <a:custGeom>
              <a:rect b="b" l="l" r="r" t="t"/>
              <a:pathLst>
                <a:path extrusionOk="0" h="43141" w="22945">
                  <a:moveTo>
                    <a:pt x="17671" y="417"/>
                  </a:moveTo>
                  <a:cubicBezTo>
                    <a:pt x="18188" y="417"/>
                    <a:pt x="18701" y="503"/>
                    <a:pt x="19182" y="683"/>
                  </a:cubicBezTo>
                  <a:cubicBezTo>
                    <a:pt x="19301" y="731"/>
                    <a:pt x="19432" y="778"/>
                    <a:pt x="19551" y="838"/>
                  </a:cubicBezTo>
                  <a:cubicBezTo>
                    <a:pt x="21456" y="1779"/>
                    <a:pt x="22492" y="4219"/>
                    <a:pt x="21861" y="6279"/>
                  </a:cubicBezTo>
                  <a:cubicBezTo>
                    <a:pt x="21337" y="8029"/>
                    <a:pt x="19872" y="9303"/>
                    <a:pt x="18467" y="10530"/>
                  </a:cubicBezTo>
                  <a:lnTo>
                    <a:pt x="18217" y="10744"/>
                  </a:lnTo>
                  <a:cubicBezTo>
                    <a:pt x="17062" y="11756"/>
                    <a:pt x="15122" y="13744"/>
                    <a:pt x="14800" y="15923"/>
                  </a:cubicBezTo>
                  <a:lnTo>
                    <a:pt x="12169" y="15637"/>
                  </a:lnTo>
                  <a:cubicBezTo>
                    <a:pt x="12228" y="14352"/>
                    <a:pt x="12312" y="13030"/>
                    <a:pt x="12395" y="11744"/>
                  </a:cubicBezTo>
                  <a:cubicBezTo>
                    <a:pt x="12478" y="10387"/>
                    <a:pt x="12562" y="8994"/>
                    <a:pt x="12621" y="7648"/>
                  </a:cubicBezTo>
                  <a:cubicBezTo>
                    <a:pt x="12681" y="5970"/>
                    <a:pt x="12764" y="3874"/>
                    <a:pt x="13860" y="2326"/>
                  </a:cubicBezTo>
                  <a:cubicBezTo>
                    <a:pt x="14714" y="1111"/>
                    <a:pt x="16206" y="417"/>
                    <a:pt x="17671" y="417"/>
                  </a:cubicBezTo>
                  <a:close/>
                  <a:moveTo>
                    <a:pt x="5448" y="1144"/>
                  </a:moveTo>
                  <a:cubicBezTo>
                    <a:pt x="6020" y="1144"/>
                    <a:pt x="6591" y="1246"/>
                    <a:pt x="7121" y="1445"/>
                  </a:cubicBezTo>
                  <a:cubicBezTo>
                    <a:pt x="7799" y="1695"/>
                    <a:pt x="8418" y="2100"/>
                    <a:pt x="8883" y="2648"/>
                  </a:cubicBezTo>
                  <a:cubicBezTo>
                    <a:pt x="10109" y="4053"/>
                    <a:pt x="10359" y="6124"/>
                    <a:pt x="10573" y="7791"/>
                  </a:cubicBezTo>
                  <a:cubicBezTo>
                    <a:pt x="10740" y="9125"/>
                    <a:pt x="10954" y="10506"/>
                    <a:pt x="11145" y="11839"/>
                  </a:cubicBezTo>
                  <a:cubicBezTo>
                    <a:pt x="11335" y="13113"/>
                    <a:pt x="11538" y="14423"/>
                    <a:pt x="11705" y="15685"/>
                  </a:cubicBezTo>
                  <a:lnTo>
                    <a:pt x="9109" y="16280"/>
                  </a:lnTo>
                  <a:cubicBezTo>
                    <a:pt x="8609" y="14149"/>
                    <a:pt x="6502" y="12387"/>
                    <a:pt x="5275" y="11506"/>
                  </a:cubicBezTo>
                  <a:lnTo>
                    <a:pt x="5013" y="11327"/>
                  </a:lnTo>
                  <a:cubicBezTo>
                    <a:pt x="3489" y="10268"/>
                    <a:pt x="1930" y="9160"/>
                    <a:pt x="1251" y="7482"/>
                  </a:cubicBezTo>
                  <a:cubicBezTo>
                    <a:pt x="453" y="5505"/>
                    <a:pt x="1275" y="2957"/>
                    <a:pt x="3084" y="1802"/>
                  </a:cubicBezTo>
                  <a:cubicBezTo>
                    <a:pt x="3789" y="1358"/>
                    <a:pt x="4619" y="1144"/>
                    <a:pt x="5448" y="1144"/>
                  </a:cubicBezTo>
                  <a:close/>
                  <a:moveTo>
                    <a:pt x="12552" y="16876"/>
                  </a:moveTo>
                  <a:cubicBezTo>
                    <a:pt x="13009" y="16876"/>
                    <a:pt x="13473" y="17185"/>
                    <a:pt x="13610" y="17614"/>
                  </a:cubicBezTo>
                  <a:cubicBezTo>
                    <a:pt x="13776" y="18150"/>
                    <a:pt x="13431" y="18828"/>
                    <a:pt x="12907" y="19007"/>
                  </a:cubicBezTo>
                  <a:cubicBezTo>
                    <a:pt x="12812" y="19039"/>
                    <a:pt x="12710" y="19055"/>
                    <a:pt x="12605" y="19055"/>
                  </a:cubicBezTo>
                  <a:cubicBezTo>
                    <a:pt x="12436" y="19055"/>
                    <a:pt x="12260" y="19012"/>
                    <a:pt x="12097" y="18924"/>
                  </a:cubicBezTo>
                  <a:cubicBezTo>
                    <a:pt x="11836" y="18793"/>
                    <a:pt x="11633" y="18566"/>
                    <a:pt x="11550" y="18316"/>
                  </a:cubicBezTo>
                  <a:cubicBezTo>
                    <a:pt x="11478" y="18054"/>
                    <a:pt x="11502" y="17757"/>
                    <a:pt x="11645" y="17483"/>
                  </a:cubicBezTo>
                  <a:cubicBezTo>
                    <a:pt x="11776" y="17221"/>
                    <a:pt x="12002" y="17019"/>
                    <a:pt x="12252" y="16923"/>
                  </a:cubicBezTo>
                  <a:cubicBezTo>
                    <a:pt x="12349" y="16891"/>
                    <a:pt x="12450" y="16876"/>
                    <a:pt x="12552" y="16876"/>
                  </a:cubicBezTo>
                  <a:close/>
                  <a:moveTo>
                    <a:pt x="12038" y="16042"/>
                  </a:moveTo>
                  <a:lnTo>
                    <a:pt x="14538" y="16316"/>
                  </a:lnTo>
                  <a:lnTo>
                    <a:pt x="14395" y="17995"/>
                  </a:lnTo>
                  <a:lnTo>
                    <a:pt x="12800" y="37557"/>
                  </a:lnTo>
                  <a:lnTo>
                    <a:pt x="12859" y="19447"/>
                  </a:lnTo>
                  <a:cubicBezTo>
                    <a:pt x="12919" y="19436"/>
                    <a:pt x="12979" y="19424"/>
                    <a:pt x="13038" y="19412"/>
                  </a:cubicBezTo>
                  <a:cubicBezTo>
                    <a:pt x="13621" y="19209"/>
                    <a:pt x="14038" y="18590"/>
                    <a:pt x="14074" y="17971"/>
                  </a:cubicBezTo>
                  <a:cubicBezTo>
                    <a:pt x="14074" y="17804"/>
                    <a:pt x="14062" y="17650"/>
                    <a:pt x="14002" y="17483"/>
                  </a:cubicBezTo>
                  <a:cubicBezTo>
                    <a:pt x="13809" y="16874"/>
                    <a:pt x="13184" y="16461"/>
                    <a:pt x="12561" y="16461"/>
                  </a:cubicBezTo>
                  <a:cubicBezTo>
                    <a:pt x="12416" y="16461"/>
                    <a:pt x="12272" y="16483"/>
                    <a:pt x="12133" y="16530"/>
                  </a:cubicBezTo>
                  <a:cubicBezTo>
                    <a:pt x="11943" y="16590"/>
                    <a:pt x="11776" y="16685"/>
                    <a:pt x="11633" y="16816"/>
                  </a:cubicBezTo>
                  <a:cubicBezTo>
                    <a:pt x="11490" y="16947"/>
                    <a:pt x="11359" y="17114"/>
                    <a:pt x="11276" y="17292"/>
                  </a:cubicBezTo>
                  <a:cubicBezTo>
                    <a:pt x="11085" y="17661"/>
                    <a:pt x="11038" y="18078"/>
                    <a:pt x="11157" y="18447"/>
                  </a:cubicBezTo>
                  <a:cubicBezTo>
                    <a:pt x="11276" y="18804"/>
                    <a:pt x="11550" y="19126"/>
                    <a:pt x="11907" y="19305"/>
                  </a:cubicBezTo>
                  <a:cubicBezTo>
                    <a:pt x="11966" y="19328"/>
                    <a:pt x="12014" y="19352"/>
                    <a:pt x="12074" y="19376"/>
                  </a:cubicBezTo>
                  <a:cubicBezTo>
                    <a:pt x="12193" y="19424"/>
                    <a:pt x="12324" y="19459"/>
                    <a:pt x="12443" y="19471"/>
                  </a:cubicBezTo>
                  <a:lnTo>
                    <a:pt x="12371" y="39628"/>
                  </a:lnTo>
                  <a:lnTo>
                    <a:pt x="9728" y="16566"/>
                  </a:lnTo>
                  <a:lnTo>
                    <a:pt x="12038" y="16042"/>
                  </a:lnTo>
                  <a:close/>
                  <a:moveTo>
                    <a:pt x="12562" y="40379"/>
                  </a:moveTo>
                  <a:lnTo>
                    <a:pt x="12514" y="40914"/>
                  </a:lnTo>
                  <a:lnTo>
                    <a:pt x="12455" y="40379"/>
                  </a:lnTo>
                  <a:close/>
                  <a:moveTo>
                    <a:pt x="17699" y="1"/>
                  </a:moveTo>
                  <a:cubicBezTo>
                    <a:pt x="16093" y="1"/>
                    <a:pt x="14456" y="757"/>
                    <a:pt x="13514" y="2088"/>
                  </a:cubicBezTo>
                  <a:cubicBezTo>
                    <a:pt x="12347" y="3731"/>
                    <a:pt x="12264" y="5898"/>
                    <a:pt x="12205" y="7636"/>
                  </a:cubicBezTo>
                  <a:cubicBezTo>
                    <a:pt x="12145" y="8982"/>
                    <a:pt x="12062" y="10375"/>
                    <a:pt x="11978" y="11720"/>
                  </a:cubicBezTo>
                  <a:cubicBezTo>
                    <a:pt x="11931" y="12387"/>
                    <a:pt x="11895" y="13054"/>
                    <a:pt x="11847" y="13721"/>
                  </a:cubicBezTo>
                  <a:cubicBezTo>
                    <a:pt x="11752" y="13066"/>
                    <a:pt x="11657" y="12423"/>
                    <a:pt x="11562" y="11780"/>
                  </a:cubicBezTo>
                  <a:cubicBezTo>
                    <a:pt x="11359" y="10446"/>
                    <a:pt x="11157" y="9065"/>
                    <a:pt x="10990" y="7732"/>
                  </a:cubicBezTo>
                  <a:cubicBezTo>
                    <a:pt x="10776" y="6005"/>
                    <a:pt x="10502" y="3862"/>
                    <a:pt x="9204" y="2362"/>
                  </a:cubicBezTo>
                  <a:cubicBezTo>
                    <a:pt x="8275" y="1295"/>
                    <a:pt x="6859" y="723"/>
                    <a:pt x="5447" y="723"/>
                  </a:cubicBezTo>
                  <a:cubicBezTo>
                    <a:pt x="4543" y="723"/>
                    <a:pt x="3641" y="957"/>
                    <a:pt x="2870" y="1445"/>
                  </a:cubicBezTo>
                  <a:cubicBezTo>
                    <a:pt x="894" y="2707"/>
                    <a:pt x="1" y="5481"/>
                    <a:pt x="870" y="7648"/>
                  </a:cubicBezTo>
                  <a:cubicBezTo>
                    <a:pt x="1596" y="9434"/>
                    <a:pt x="3203" y="10577"/>
                    <a:pt x="4763" y="11673"/>
                  </a:cubicBezTo>
                  <a:lnTo>
                    <a:pt x="5025" y="11863"/>
                  </a:lnTo>
                  <a:cubicBezTo>
                    <a:pt x="6251" y="12720"/>
                    <a:pt x="8371" y="14494"/>
                    <a:pt x="8752" y="16566"/>
                  </a:cubicBezTo>
                  <a:lnTo>
                    <a:pt x="8788" y="16780"/>
                  </a:lnTo>
                  <a:lnTo>
                    <a:pt x="9311" y="16661"/>
                  </a:lnTo>
                  <a:lnTo>
                    <a:pt x="12336" y="43141"/>
                  </a:lnTo>
                  <a:lnTo>
                    <a:pt x="12776" y="43141"/>
                  </a:lnTo>
                  <a:lnTo>
                    <a:pt x="14967" y="16376"/>
                  </a:lnTo>
                  <a:lnTo>
                    <a:pt x="14967" y="16364"/>
                  </a:lnTo>
                  <a:lnTo>
                    <a:pt x="15169" y="16388"/>
                  </a:lnTo>
                  <a:lnTo>
                    <a:pt x="15193" y="16173"/>
                  </a:lnTo>
                  <a:cubicBezTo>
                    <a:pt x="15384" y="14066"/>
                    <a:pt x="17336" y="12066"/>
                    <a:pt x="18479" y="11065"/>
                  </a:cubicBezTo>
                  <a:lnTo>
                    <a:pt x="18729" y="10851"/>
                  </a:lnTo>
                  <a:cubicBezTo>
                    <a:pt x="20182" y="9577"/>
                    <a:pt x="21694" y="8267"/>
                    <a:pt x="22253" y="6398"/>
                  </a:cubicBezTo>
                  <a:cubicBezTo>
                    <a:pt x="22944" y="4148"/>
                    <a:pt x="21813" y="1481"/>
                    <a:pt x="19741" y="457"/>
                  </a:cubicBezTo>
                  <a:cubicBezTo>
                    <a:pt x="19108" y="147"/>
                    <a:pt x="18406" y="1"/>
                    <a:pt x="176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42"/>
            <p:cNvSpPr/>
            <p:nvPr/>
          </p:nvSpPr>
          <p:spPr>
            <a:xfrm rot="1610950">
              <a:off x="985435" y="3104337"/>
              <a:ext cx="47170" cy="578149"/>
            </a:xfrm>
            <a:custGeom>
              <a:rect b="b" l="l" r="r" t="t"/>
              <a:pathLst>
                <a:path extrusionOk="0" h="19574" w="1597">
                  <a:moveTo>
                    <a:pt x="1275" y="0"/>
                  </a:moveTo>
                  <a:cubicBezTo>
                    <a:pt x="1239" y="619"/>
                    <a:pt x="822" y="1238"/>
                    <a:pt x="239" y="1429"/>
                  </a:cubicBezTo>
                  <a:cubicBezTo>
                    <a:pt x="180" y="1453"/>
                    <a:pt x="120" y="1465"/>
                    <a:pt x="60" y="1476"/>
                  </a:cubicBezTo>
                  <a:lnTo>
                    <a:pt x="1" y="19574"/>
                  </a:lnTo>
                  <a:lnTo>
                    <a:pt x="1596" y="24"/>
                  </a:lnTo>
                  <a:lnTo>
                    <a:pt x="127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42"/>
            <p:cNvSpPr/>
            <p:nvPr/>
          </p:nvSpPr>
          <p:spPr>
            <a:xfrm rot="1610950">
              <a:off x="1080144" y="3090207"/>
              <a:ext cx="67905" cy="64390"/>
            </a:xfrm>
            <a:custGeom>
              <a:rect b="b" l="l" r="r" t="t"/>
              <a:pathLst>
                <a:path extrusionOk="0" h="2180" w="2299">
                  <a:moveTo>
                    <a:pt x="1069" y="1"/>
                  </a:moveTo>
                  <a:cubicBezTo>
                    <a:pt x="969" y="1"/>
                    <a:pt x="869" y="16"/>
                    <a:pt x="774" y="48"/>
                  </a:cubicBezTo>
                  <a:cubicBezTo>
                    <a:pt x="524" y="144"/>
                    <a:pt x="298" y="346"/>
                    <a:pt x="167" y="608"/>
                  </a:cubicBezTo>
                  <a:cubicBezTo>
                    <a:pt x="24" y="882"/>
                    <a:pt x="0" y="1179"/>
                    <a:pt x="72" y="1441"/>
                  </a:cubicBezTo>
                  <a:cubicBezTo>
                    <a:pt x="155" y="1691"/>
                    <a:pt x="358" y="1918"/>
                    <a:pt x="619" y="2049"/>
                  </a:cubicBezTo>
                  <a:cubicBezTo>
                    <a:pt x="782" y="2137"/>
                    <a:pt x="958" y="2180"/>
                    <a:pt x="1127" y="2180"/>
                  </a:cubicBezTo>
                  <a:cubicBezTo>
                    <a:pt x="1232" y="2180"/>
                    <a:pt x="1334" y="2164"/>
                    <a:pt x="1429" y="2132"/>
                  </a:cubicBezTo>
                  <a:cubicBezTo>
                    <a:pt x="1953" y="1953"/>
                    <a:pt x="2298" y="1275"/>
                    <a:pt x="2132" y="739"/>
                  </a:cubicBezTo>
                  <a:cubicBezTo>
                    <a:pt x="1995" y="310"/>
                    <a:pt x="1523" y="1"/>
                    <a:pt x="10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42"/>
            <p:cNvSpPr/>
            <p:nvPr/>
          </p:nvSpPr>
          <p:spPr>
            <a:xfrm rot="1610950">
              <a:off x="1224641" y="2662687"/>
              <a:ext cx="140712" cy="456163"/>
            </a:xfrm>
            <a:custGeom>
              <a:rect b="b" l="l" r="r" t="t"/>
              <a:pathLst>
                <a:path extrusionOk="0" h="15444" w="4764">
                  <a:moveTo>
                    <a:pt x="4763" y="1"/>
                  </a:moveTo>
                  <a:cubicBezTo>
                    <a:pt x="3549" y="191"/>
                    <a:pt x="2406" y="834"/>
                    <a:pt x="1692" y="1846"/>
                  </a:cubicBezTo>
                  <a:cubicBezTo>
                    <a:pt x="596" y="3394"/>
                    <a:pt x="513" y="5478"/>
                    <a:pt x="453" y="7168"/>
                  </a:cubicBezTo>
                  <a:cubicBezTo>
                    <a:pt x="394" y="8514"/>
                    <a:pt x="310" y="9907"/>
                    <a:pt x="215" y="11264"/>
                  </a:cubicBezTo>
                  <a:cubicBezTo>
                    <a:pt x="168" y="12157"/>
                    <a:pt x="108" y="13062"/>
                    <a:pt x="60" y="13955"/>
                  </a:cubicBezTo>
                  <a:cubicBezTo>
                    <a:pt x="37" y="14360"/>
                    <a:pt x="25" y="14765"/>
                    <a:pt x="1" y="15157"/>
                  </a:cubicBezTo>
                  <a:lnTo>
                    <a:pt x="549" y="15217"/>
                  </a:lnTo>
                  <a:lnTo>
                    <a:pt x="2632" y="15443"/>
                  </a:lnTo>
                  <a:cubicBezTo>
                    <a:pt x="2727" y="14765"/>
                    <a:pt x="2989" y="14098"/>
                    <a:pt x="3323" y="13479"/>
                  </a:cubicBezTo>
                  <a:cubicBezTo>
                    <a:pt x="3251" y="13300"/>
                    <a:pt x="3180" y="13133"/>
                    <a:pt x="3108" y="12967"/>
                  </a:cubicBezTo>
                  <a:cubicBezTo>
                    <a:pt x="2846" y="12383"/>
                    <a:pt x="2644" y="11776"/>
                    <a:pt x="2489" y="11157"/>
                  </a:cubicBezTo>
                  <a:cubicBezTo>
                    <a:pt x="2454" y="11157"/>
                    <a:pt x="2418" y="11145"/>
                    <a:pt x="2382" y="11133"/>
                  </a:cubicBezTo>
                  <a:cubicBezTo>
                    <a:pt x="1906" y="10955"/>
                    <a:pt x="1644" y="10324"/>
                    <a:pt x="1561" y="9752"/>
                  </a:cubicBezTo>
                  <a:cubicBezTo>
                    <a:pt x="1239" y="7526"/>
                    <a:pt x="1584" y="4537"/>
                    <a:pt x="3073" y="2906"/>
                  </a:cubicBezTo>
                  <a:cubicBezTo>
                    <a:pt x="3097" y="2894"/>
                    <a:pt x="3120" y="2870"/>
                    <a:pt x="3144" y="2846"/>
                  </a:cubicBezTo>
                  <a:cubicBezTo>
                    <a:pt x="3561" y="1834"/>
                    <a:pt x="4109" y="870"/>
                    <a:pt x="47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8" name="Google Shape;1168;p42"/>
          <p:cNvGrpSpPr/>
          <p:nvPr/>
        </p:nvGrpSpPr>
        <p:grpSpPr>
          <a:xfrm>
            <a:off x="1482853" y="3421091"/>
            <a:ext cx="995011" cy="910757"/>
            <a:chOff x="1482853" y="3421091"/>
            <a:chExt cx="995011" cy="910757"/>
          </a:xfrm>
        </p:grpSpPr>
        <p:sp>
          <p:nvSpPr>
            <p:cNvPr id="1169" name="Google Shape;1169;p42"/>
            <p:cNvSpPr/>
            <p:nvPr/>
          </p:nvSpPr>
          <p:spPr>
            <a:xfrm rot="-2055728">
              <a:off x="1569185" y="3625325"/>
              <a:ext cx="821879" cy="502668"/>
            </a:xfrm>
            <a:custGeom>
              <a:rect b="b" l="l" r="r" t="t"/>
              <a:pathLst>
                <a:path extrusionOk="0" h="20106" w="32874">
                  <a:moveTo>
                    <a:pt x="16773" y="5897"/>
                  </a:moveTo>
                  <a:cubicBezTo>
                    <a:pt x="18847" y="5897"/>
                    <a:pt x="20752" y="6858"/>
                    <a:pt x="22349" y="8735"/>
                  </a:cubicBezTo>
                  <a:cubicBezTo>
                    <a:pt x="23873" y="10521"/>
                    <a:pt x="24563" y="12486"/>
                    <a:pt x="24599" y="12557"/>
                  </a:cubicBezTo>
                  <a:cubicBezTo>
                    <a:pt x="24611" y="12617"/>
                    <a:pt x="24611" y="12688"/>
                    <a:pt x="24575" y="12736"/>
                  </a:cubicBezTo>
                  <a:cubicBezTo>
                    <a:pt x="24551" y="12771"/>
                    <a:pt x="24527" y="12783"/>
                    <a:pt x="24504" y="12807"/>
                  </a:cubicBezTo>
                  <a:cubicBezTo>
                    <a:pt x="24480" y="12819"/>
                    <a:pt x="24444" y="12819"/>
                    <a:pt x="24420" y="12831"/>
                  </a:cubicBezTo>
                  <a:lnTo>
                    <a:pt x="17217" y="13188"/>
                  </a:lnTo>
                  <a:lnTo>
                    <a:pt x="8395" y="13641"/>
                  </a:lnTo>
                  <a:cubicBezTo>
                    <a:pt x="8384" y="13643"/>
                    <a:pt x="8374" y="13644"/>
                    <a:pt x="8364" y="13644"/>
                  </a:cubicBezTo>
                  <a:cubicBezTo>
                    <a:pt x="8318" y="13644"/>
                    <a:pt x="8281" y="13622"/>
                    <a:pt x="8252" y="13593"/>
                  </a:cubicBezTo>
                  <a:cubicBezTo>
                    <a:pt x="8204" y="13545"/>
                    <a:pt x="8192" y="13498"/>
                    <a:pt x="8192" y="13438"/>
                  </a:cubicBezTo>
                  <a:cubicBezTo>
                    <a:pt x="8192" y="13379"/>
                    <a:pt x="8240" y="11997"/>
                    <a:pt x="9097" y="10390"/>
                  </a:cubicBezTo>
                  <a:cubicBezTo>
                    <a:pt x="9538" y="9569"/>
                    <a:pt x="10252" y="8604"/>
                    <a:pt x="11383" y="7771"/>
                  </a:cubicBezTo>
                  <a:cubicBezTo>
                    <a:pt x="12300" y="7092"/>
                    <a:pt x="13478" y="6497"/>
                    <a:pt x="15026" y="6116"/>
                  </a:cubicBezTo>
                  <a:cubicBezTo>
                    <a:pt x="15619" y="5969"/>
                    <a:pt x="16203" y="5897"/>
                    <a:pt x="16773" y="5897"/>
                  </a:cubicBezTo>
                  <a:close/>
                  <a:moveTo>
                    <a:pt x="30457" y="17177"/>
                  </a:moveTo>
                  <a:cubicBezTo>
                    <a:pt x="30564" y="17189"/>
                    <a:pt x="30659" y="17272"/>
                    <a:pt x="30659" y="17379"/>
                  </a:cubicBezTo>
                  <a:lnTo>
                    <a:pt x="30659" y="19367"/>
                  </a:lnTo>
                  <a:cubicBezTo>
                    <a:pt x="30659" y="19439"/>
                    <a:pt x="30612" y="19510"/>
                    <a:pt x="30552" y="19534"/>
                  </a:cubicBezTo>
                  <a:lnTo>
                    <a:pt x="30552" y="19546"/>
                  </a:lnTo>
                  <a:cubicBezTo>
                    <a:pt x="30528" y="19558"/>
                    <a:pt x="30493" y="19570"/>
                    <a:pt x="30457" y="19570"/>
                  </a:cubicBezTo>
                  <a:cubicBezTo>
                    <a:pt x="30350" y="19570"/>
                    <a:pt x="30266" y="19475"/>
                    <a:pt x="30266" y="19367"/>
                  </a:cubicBezTo>
                  <a:lnTo>
                    <a:pt x="30254" y="17379"/>
                  </a:lnTo>
                  <a:cubicBezTo>
                    <a:pt x="30254" y="17272"/>
                    <a:pt x="30350" y="17177"/>
                    <a:pt x="30457" y="17177"/>
                  </a:cubicBezTo>
                  <a:close/>
                  <a:moveTo>
                    <a:pt x="16961" y="0"/>
                  </a:moveTo>
                  <a:cubicBezTo>
                    <a:pt x="16310" y="0"/>
                    <a:pt x="15638" y="35"/>
                    <a:pt x="14943" y="103"/>
                  </a:cubicBezTo>
                  <a:cubicBezTo>
                    <a:pt x="13086" y="282"/>
                    <a:pt x="11419" y="746"/>
                    <a:pt x="9954" y="1484"/>
                  </a:cubicBezTo>
                  <a:cubicBezTo>
                    <a:pt x="7382" y="2782"/>
                    <a:pt x="5406" y="4913"/>
                    <a:pt x="4061" y="7890"/>
                  </a:cubicBezTo>
                  <a:cubicBezTo>
                    <a:pt x="2477" y="11390"/>
                    <a:pt x="2394" y="14772"/>
                    <a:pt x="2394" y="14807"/>
                  </a:cubicBezTo>
                  <a:cubicBezTo>
                    <a:pt x="2394" y="14903"/>
                    <a:pt x="2310" y="14986"/>
                    <a:pt x="2203" y="14998"/>
                  </a:cubicBezTo>
                  <a:lnTo>
                    <a:pt x="143" y="15093"/>
                  </a:lnTo>
                  <a:lnTo>
                    <a:pt x="1" y="20106"/>
                  </a:lnTo>
                  <a:lnTo>
                    <a:pt x="2691" y="20058"/>
                  </a:lnTo>
                  <a:lnTo>
                    <a:pt x="2691" y="18284"/>
                  </a:lnTo>
                  <a:cubicBezTo>
                    <a:pt x="2691" y="18177"/>
                    <a:pt x="2775" y="18082"/>
                    <a:pt x="2894" y="18082"/>
                  </a:cubicBezTo>
                  <a:cubicBezTo>
                    <a:pt x="3001" y="18082"/>
                    <a:pt x="3084" y="18177"/>
                    <a:pt x="3084" y="18284"/>
                  </a:cubicBezTo>
                  <a:lnTo>
                    <a:pt x="3096" y="20058"/>
                  </a:lnTo>
                  <a:lnTo>
                    <a:pt x="5525" y="20010"/>
                  </a:lnTo>
                  <a:lnTo>
                    <a:pt x="5525" y="18224"/>
                  </a:lnTo>
                  <a:cubicBezTo>
                    <a:pt x="5525" y="18105"/>
                    <a:pt x="5608" y="18022"/>
                    <a:pt x="5728" y="18022"/>
                  </a:cubicBezTo>
                  <a:cubicBezTo>
                    <a:pt x="5835" y="18022"/>
                    <a:pt x="5918" y="18105"/>
                    <a:pt x="5918" y="18213"/>
                  </a:cubicBezTo>
                  <a:lnTo>
                    <a:pt x="5918" y="19998"/>
                  </a:lnTo>
                  <a:lnTo>
                    <a:pt x="8133" y="19963"/>
                  </a:lnTo>
                  <a:lnTo>
                    <a:pt x="8133" y="18010"/>
                  </a:lnTo>
                  <a:cubicBezTo>
                    <a:pt x="8133" y="17903"/>
                    <a:pt x="8216" y="17820"/>
                    <a:pt x="8335" y="17820"/>
                  </a:cubicBezTo>
                  <a:cubicBezTo>
                    <a:pt x="8442" y="17820"/>
                    <a:pt x="8525" y="17903"/>
                    <a:pt x="8525" y="18022"/>
                  </a:cubicBezTo>
                  <a:lnTo>
                    <a:pt x="8537" y="19963"/>
                  </a:lnTo>
                  <a:lnTo>
                    <a:pt x="10966" y="19927"/>
                  </a:lnTo>
                  <a:lnTo>
                    <a:pt x="10966" y="17951"/>
                  </a:lnTo>
                  <a:cubicBezTo>
                    <a:pt x="10966" y="17843"/>
                    <a:pt x="11050" y="17760"/>
                    <a:pt x="11169" y="17748"/>
                  </a:cubicBezTo>
                  <a:cubicBezTo>
                    <a:pt x="11276" y="17748"/>
                    <a:pt x="11359" y="17843"/>
                    <a:pt x="11359" y="17951"/>
                  </a:cubicBezTo>
                  <a:lnTo>
                    <a:pt x="11359" y="19915"/>
                  </a:lnTo>
                  <a:lnTo>
                    <a:pt x="13609" y="19879"/>
                  </a:lnTo>
                  <a:lnTo>
                    <a:pt x="13609" y="17951"/>
                  </a:lnTo>
                  <a:cubicBezTo>
                    <a:pt x="13609" y="17843"/>
                    <a:pt x="13693" y="17760"/>
                    <a:pt x="13812" y="17760"/>
                  </a:cubicBezTo>
                  <a:cubicBezTo>
                    <a:pt x="13919" y="17760"/>
                    <a:pt x="14002" y="17843"/>
                    <a:pt x="14002" y="17951"/>
                  </a:cubicBezTo>
                  <a:lnTo>
                    <a:pt x="14014" y="19868"/>
                  </a:lnTo>
                  <a:lnTo>
                    <a:pt x="16503" y="19832"/>
                  </a:lnTo>
                  <a:lnTo>
                    <a:pt x="16503" y="17963"/>
                  </a:lnTo>
                  <a:cubicBezTo>
                    <a:pt x="16503" y="17855"/>
                    <a:pt x="16586" y="17760"/>
                    <a:pt x="16693" y="17760"/>
                  </a:cubicBezTo>
                  <a:cubicBezTo>
                    <a:pt x="16800" y="17760"/>
                    <a:pt x="16896" y="17855"/>
                    <a:pt x="16896" y="17963"/>
                  </a:cubicBezTo>
                  <a:lnTo>
                    <a:pt x="16896" y="19820"/>
                  </a:lnTo>
                  <a:lnTo>
                    <a:pt x="19277" y="19772"/>
                  </a:lnTo>
                  <a:lnTo>
                    <a:pt x="19277" y="17808"/>
                  </a:lnTo>
                  <a:cubicBezTo>
                    <a:pt x="19277" y="17701"/>
                    <a:pt x="19360" y="17617"/>
                    <a:pt x="19479" y="17617"/>
                  </a:cubicBezTo>
                  <a:cubicBezTo>
                    <a:pt x="19586" y="17617"/>
                    <a:pt x="19670" y="17701"/>
                    <a:pt x="19670" y="17808"/>
                  </a:cubicBezTo>
                  <a:lnTo>
                    <a:pt x="19670" y="19772"/>
                  </a:lnTo>
                  <a:lnTo>
                    <a:pt x="22099" y="19725"/>
                  </a:lnTo>
                  <a:lnTo>
                    <a:pt x="22099" y="19713"/>
                  </a:lnTo>
                  <a:lnTo>
                    <a:pt x="22099" y="17724"/>
                  </a:lnTo>
                  <a:cubicBezTo>
                    <a:pt x="22099" y="17617"/>
                    <a:pt x="22182" y="17534"/>
                    <a:pt x="22289" y="17522"/>
                  </a:cubicBezTo>
                  <a:cubicBezTo>
                    <a:pt x="22408" y="17522"/>
                    <a:pt x="22492" y="17617"/>
                    <a:pt x="22492" y="17724"/>
                  </a:cubicBezTo>
                  <a:lnTo>
                    <a:pt x="22492" y="19713"/>
                  </a:lnTo>
                  <a:lnTo>
                    <a:pt x="22492" y="19725"/>
                  </a:lnTo>
                  <a:lnTo>
                    <a:pt x="24670" y="19689"/>
                  </a:lnTo>
                  <a:cubicBezTo>
                    <a:pt x="24658" y="19665"/>
                    <a:pt x="24658" y="19629"/>
                    <a:pt x="24658" y="19606"/>
                  </a:cubicBezTo>
                  <a:lnTo>
                    <a:pt x="24658" y="17617"/>
                  </a:lnTo>
                  <a:cubicBezTo>
                    <a:pt x="24658" y="17510"/>
                    <a:pt x="24742" y="17427"/>
                    <a:pt x="24849" y="17427"/>
                  </a:cubicBezTo>
                  <a:cubicBezTo>
                    <a:pt x="24956" y="17427"/>
                    <a:pt x="25051" y="17510"/>
                    <a:pt x="25051" y="17617"/>
                  </a:cubicBezTo>
                  <a:lnTo>
                    <a:pt x="25051" y="19606"/>
                  </a:lnTo>
                  <a:cubicBezTo>
                    <a:pt x="25051" y="19629"/>
                    <a:pt x="25051" y="19653"/>
                    <a:pt x="25039" y="19677"/>
                  </a:cubicBezTo>
                  <a:lnTo>
                    <a:pt x="27552" y="19629"/>
                  </a:lnTo>
                  <a:lnTo>
                    <a:pt x="27552" y="17701"/>
                  </a:lnTo>
                  <a:cubicBezTo>
                    <a:pt x="27552" y="17593"/>
                    <a:pt x="27635" y="17498"/>
                    <a:pt x="27754" y="17498"/>
                  </a:cubicBezTo>
                  <a:cubicBezTo>
                    <a:pt x="27861" y="17498"/>
                    <a:pt x="27956" y="17582"/>
                    <a:pt x="27956" y="17689"/>
                  </a:cubicBezTo>
                  <a:lnTo>
                    <a:pt x="27956" y="19629"/>
                  </a:lnTo>
                  <a:lnTo>
                    <a:pt x="32874" y="19534"/>
                  </a:lnTo>
                  <a:lnTo>
                    <a:pt x="32481" y="15522"/>
                  </a:lnTo>
                  <a:lnTo>
                    <a:pt x="32374" y="14462"/>
                  </a:lnTo>
                  <a:lnTo>
                    <a:pt x="30195" y="14510"/>
                  </a:lnTo>
                  <a:cubicBezTo>
                    <a:pt x="30147" y="14510"/>
                    <a:pt x="30088" y="14486"/>
                    <a:pt x="30052" y="14450"/>
                  </a:cubicBezTo>
                  <a:cubicBezTo>
                    <a:pt x="30016" y="14414"/>
                    <a:pt x="29992" y="14367"/>
                    <a:pt x="29992" y="14307"/>
                  </a:cubicBezTo>
                  <a:cubicBezTo>
                    <a:pt x="29992" y="14236"/>
                    <a:pt x="30052" y="7164"/>
                    <a:pt x="25551" y="3020"/>
                  </a:cubicBezTo>
                  <a:cubicBezTo>
                    <a:pt x="23370" y="1009"/>
                    <a:pt x="20492" y="0"/>
                    <a:pt x="1696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2"/>
            <p:cNvSpPr/>
            <p:nvPr/>
          </p:nvSpPr>
          <p:spPr>
            <a:xfrm rot="-2055728">
              <a:off x="1579877" y="3659039"/>
              <a:ext cx="821879" cy="465567"/>
            </a:xfrm>
            <a:custGeom>
              <a:rect b="b" l="l" r="r" t="t"/>
              <a:pathLst>
                <a:path extrusionOk="0" h="18622" w="32874">
                  <a:moveTo>
                    <a:pt x="9954" y="0"/>
                  </a:moveTo>
                  <a:cubicBezTo>
                    <a:pt x="7382" y="1286"/>
                    <a:pt x="5406" y="3429"/>
                    <a:pt x="4061" y="6406"/>
                  </a:cubicBezTo>
                  <a:cubicBezTo>
                    <a:pt x="2465" y="9894"/>
                    <a:pt x="2382" y="13276"/>
                    <a:pt x="2382" y="13311"/>
                  </a:cubicBezTo>
                  <a:cubicBezTo>
                    <a:pt x="2382" y="13419"/>
                    <a:pt x="2298" y="13502"/>
                    <a:pt x="2203" y="13514"/>
                  </a:cubicBezTo>
                  <a:lnTo>
                    <a:pt x="143" y="13609"/>
                  </a:lnTo>
                  <a:lnTo>
                    <a:pt x="1" y="18622"/>
                  </a:lnTo>
                  <a:lnTo>
                    <a:pt x="2691" y="18574"/>
                  </a:lnTo>
                  <a:lnTo>
                    <a:pt x="2691" y="16800"/>
                  </a:lnTo>
                  <a:cubicBezTo>
                    <a:pt x="2691" y="16693"/>
                    <a:pt x="2775" y="16598"/>
                    <a:pt x="2882" y="16598"/>
                  </a:cubicBezTo>
                  <a:cubicBezTo>
                    <a:pt x="3001" y="16598"/>
                    <a:pt x="3084" y="16693"/>
                    <a:pt x="3084" y="16800"/>
                  </a:cubicBezTo>
                  <a:lnTo>
                    <a:pt x="3084" y="18562"/>
                  </a:lnTo>
                  <a:lnTo>
                    <a:pt x="5525" y="18526"/>
                  </a:lnTo>
                  <a:lnTo>
                    <a:pt x="5525" y="16729"/>
                  </a:lnTo>
                  <a:cubicBezTo>
                    <a:pt x="5525" y="16621"/>
                    <a:pt x="5608" y="16538"/>
                    <a:pt x="5716" y="16538"/>
                  </a:cubicBezTo>
                  <a:cubicBezTo>
                    <a:pt x="5823" y="16538"/>
                    <a:pt x="5918" y="16621"/>
                    <a:pt x="5918" y="16729"/>
                  </a:cubicBezTo>
                  <a:lnTo>
                    <a:pt x="5918" y="18514"/>
                  </a:lnTo>
                  <a:lnTo>
                    <a:pt x="8132" y="18479"/>
                  </a:lnTo>
                  <a:lnTo>
                    <a:pt x="8132" y="16526"/>
                  </a:lnTo>
                  <a:cubicBezTo>
                    <a:pt x="8132" y="16419"/>
                    <a:pt x="8216" y="16336"/>
                    <a:pt x="8323" y="16336"/>
                  </a:cubicBezTo>
                  <a:cubicBezTo>
                    <a:pt x="8430" y="16336"/>
                    <a:pt x="8525" y="16419"/>
                    <a:pt x="8525" y="16526"/>
                  </a:cubicBezTo>
                  <a:lnTo>
                    <a:pt x="8525" y="18479"/>
                  </a:lnTo>
                  <a:lnTo>
                    <a:pt x="10966" y="18431"/>
                  </a:lnTo>
                  <a:lnTo>
                    <a:pt x="10966" y="16467"/>
                  </a:lnTo>
                  <a:cubicBezTo>
                    <a:pt x="10966" y="16359"/>
                    <a:pt x="11050" y="16264"/>
                    <a:pt x="11157" y="16264"/>
                  </a:cubicBezTo>
                  <a:cubicBezTo>
                    <a:pt x="11264" y="16264"/>
                    <a:pt x="11359" y="16359"/>
                    <a:pt x="11359" y="16467"/>
                  </a:cubicBezTo>
                  <a:lnTo>
                    <a:pt x="11359" y="18431"/>
                  </a:lnTo>
                  <a:lnTo>
                    <a:pt x="13609" y="18384"/>
                  </a:lnTo>
                  <a:lnTo>
                    <a:pt x="13609" y="16467"/>
                  </a:lnTo>
                  <a:cubicBezTo>
                    <a:pt x="13609" y="16359"/>
                    <a:pt x="13693" y="16264"/>
                    <a:pt x="13800" y="16264"/>
                  </a:cubicBezTo>
                  <a:cubicBezTo>
                    <a:pt x="13919" y="16264"/>
                    <a:pt x="14002" y="16359"/>
                    <a:pt x="14002" y="16467"/>
                  </a:cubicBezTo>
                  <a:lnTo>
                    <a:pt x="14002" y="18384"/>
                  </a:lnTo>
                  <a:lnTo>
                    <a:pt x="16503" y="18336"/>
                  </a:lnTo>
                  <a:lnTo>
                    <a:pt x="16491" y="16479"/>
                  </a:lnTo>
                  <a:cubicBezTo>
                    <a:pt x="16491" y="16359"/>
                    <a:pt x="16586" y="16276"/>
                    <a:pt x="16693" y="16276"/>
                  </a:cubicBezTo>
                  <a:cubicBezTo>
                    <a:pt x="16800" y="16276"/>
                    <a:pt x="16895" y="16359"/>
                    <a:pt x="16895" y="16479"/>
                  </a:cubicBezTo>
                  <a:lnTo>
                    <a:pt x="16895" y="18336"/>
                  </a:lnTo>
                  <a:lnTo>
                    <a:pt x="19277" y="18288"/>
                  </a:lnTo>
                  <a:lnTo>
                    <a:pt x="19277" y="16324"/>
                  </a:lnTo>
                  <a:cubicBezTo>
                    <a:pt x="19277" y="16217"/>
                    <a:pt x="19360" y="16121"/>
                    <a:pt x="19467" y="16121"/>
                  </a:cubicBezTo>
                  <a:cubicBezTo>
                    <a:pt x="19574" y="16121"/>
                    <a:pt x="19670" y="16217"/>
                    <a:pt x="19670" y="16324"/>
                  </a:cubicBezTo>
                  <a:lnTo>
                    <a:pt x="19670" y="18288"/>
                  </a:lnTo>
                  <a:lnTo>
                    <a:pt x="22099" y="18241"/>
                  </a:lnTo>
                  <a:cubicBezTo>
                    <a:pt x="22099" y="18241"/>
                    <a:pt x="22099" y="18229"/>
                    <a:pt x="22099" y="18229"/>
                  </a:cubicBezTo>
                  <a:lnTo>
                    <a:pt x="22099" y="16240"/>
                  </a:lnTo>
                  <a:cubicBezTo>
                    <a:pt x="22099" y="16133"/>
                    <a:pt x="22182" y="16038"/>
                    <a:pt x="22289" y="16038"/>
                  </a:cubicBezTo>
                  <a:cubicBezTo>
                    <a:pt x="22396" y="16038"/>
                    <a:pt x="22491" y="16121"/>
                    <a:pt x="22491" y="16240"/>
                  </a:cubicBezTo>
                  <a:lnTo>
                    <a:pt x="22491" y="18217"/>
                  </a:lnTo>
                  <a:lnTo>
                    <a:pt x="22491" y="18229"/>
                  </a:lnTo>
                  <a:lnTo>
                    <a:pt x="24670" y="18193"/>
                  </a:lnTo>
                  <a:cubicBezTo>
                    <a:pt x="24658" y="18169"/>
                    <a:pt x="24658" y="18145"/>
                    <a:pt x="24658" y="18122"/>
                  </a:cubicBezTo>
                  <a:lnTo>
                    <a:pt x="24646" y="16133"/>
                  </a:lnTo>
                  <a:cubicBezTo>
                    <a:pt x="24646" y="16026"/>
                    <a:pt x="24742" y="15931"/>
                    <a:pt x="24849" y="15931"/>
                  </a:cubicBezTo>
                  <a:cubicBezTo>
                    <a:pt x="24956" y="15931"/>
                    <a:pt x="25039" y="16026"/>
                    <a:pt x="25039" y="16133"/>
                  </a:cubicBezTo>
                  <a:lnTo>
                    <a:pt x="25051" y="18122"/>
                  </a:lnTo>
                  <a:cubicBezTo>
                    <a:pt x="25051" y="18145"/>
                    <a:pt x="25039" y="18169"/>
                    <a:pt x="25039" y="18193"/>
                  </a:cubicBezTo>
                  <a:lnTo>
                    <a:pt x="27552" y="18145"/>
                  </a:lnTo>
                  <a:lnTo>
                    <a:pt x="27552" y="16217"/>
                  </a:lnTo>
                  <a:lnTo>
                    <a:pt x="27552" y="16205"/>
                  </a:lnTo>
                  <a:cubicBezTo>
                    <a:pt x="27552" y="16098"/>
                    <a:pt x="27647" y="16014"/>
                    <a:pt x="27754" y="16014"/>
                  </a:cubicBezTo>
                  <a:cubicBezTo>
                    <a:pt x="27861" y="16014"/>
                    <a:pt x="27944" y="16098"/>
                    <a:pt x="27944" y="16205"/>
                  </a:cubicBezTo>
                  <a:lnTo>
                    <a:pt x="27956" y="18133"/>
                  </a:lnTo>
                  <a:lnTo>
                    <a:pt x="32874" y="18050"/>
                  </a:lnTo>
                  <a:lnTo>
                    <a:pt x="32481" y="14038"/>
                  </a:lnTo>
                  <a:cubicBezTo>
                    <a:pt x="30956" y="14413"/>
                    <a:pt x="29390" y="14594"/>
                    <a:pt x="27823" y="14594"/>
                  </a:cubicBezTo>
                  <a:cubicBezTo>
                    <a:pt x="24116" y="14594"/>
                    <a:pt x="20402" y="13579"/>
                    <a:pt x="17205" y="11704"/>
                  </a:cubicBezTo>
                  <a:lnTo>
                    <a:pt x="8394" y="12157"/>
                  </a:lnTo>
                  <a:cubicBezTo>
                    <a:pt x="8335" y="12157"/>
                    <a:pt x="8275" y="12145"/>
                    <a:pt x="8240" y="12097"/>
                  </a:cubicBezTo>
                  <a:cubicBezTo>
                    <a:pt x="8204" y="12061"/>
                    <a:pt x="8180" y="12014"/>
                    <a:pt x="8180" y="11954"/>
                  </a:cubicBezTo>
                  <a:cubicBezTo>
                    <a:pt x="8180" y="11895"/>
                    <a:pt x="8228" y="10513"/>
                    <a:pt x="9097" y="8906"/>
                  </a:cubicBezTo>
                  <a:cubicBezTo>
                    <a:pt x="9537" y="8085"/>
                    <a:pt x="10240" y="7120"/>
                    <a:pt x="11371" y="6287"/>
                  </a:cubicBezTo>
                  <a:cubicBezTo>
                    <a:pt x="10633" y="4941"/>
                    <a:pt x="10359" y="3525"/>
                    <a:pt x="10216" y="1727"/>
                  </a:cubicBezTo>
                  <a:cubicBezTo>
                    <a:pt x="10168" y="1072"/>
                    <a:pt x="10085" y="488"/>
                    <a:pt x="9954" y="0"/>
                  </a:cubicBezTo>
                  <a:close/>
                </a:path>
              </a:pathLst>
            </a:custGeom>
            <a:solidFill>
              <a:srgbClr val="51B4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2"/>
            <p:cNvSpPr/>
            <p:nvPr/>
          </p:nvSpPr>
          <p:spPr>
            <a:xfrm rot="-2055728">
              <a:off x="1769952" y="3774523"/>
              <a:ext cx="410790" cy="193932"/>
            </a:xfrm>
            <a:custGeom>
              <a:rect b="b" l="l" r="r" t="t"/>
              <a:pathLst>
                <a:path extrusionOk="0" h="7757" w="16431">
                  <a:moveTo>
                    <a:pt x="8627" y="386"/>
                  </a:moveTo>
                  <a:cubicBezTo>
                    <a:pt x="10577" y="386"/>
                    <a:pt x="12334" y="1295"/>
                    <a:pt x="13859" y="3089"/>
                  </a:cubicBezTo>
                  <a:cubicBezTo>
                    <a:pt x="15026" y="4458"/>
                    <a:pt x="15705" y="5971"/>
                    <a:pt x="15943" y="6554"/>
                  </a:cubicBezTo>
                  <a:lnTo>
                    <a:pt x="417" y="7340"/>
                  </a:lnTo>
                  <a:cubicBezTo>
                    <a:pt x="465" y="6899"/>
                    <a:pt x="643" y="5851"/>
                    <a:pt x="1262" y="4685"/>
                  </a:cubicBezTo>
                  <a:cubicBezTo>
                    <a:pt x="2024" y="3268"/>
                    <a:pt x="3620" y="1422"/>
                    <a:pt x="6942" y="601"/>
                  </a:cubicBezTo>
                  <a:cubicBezTo>
                    <a:pt x="7518" y="457"/>
                    <a:pt x="8080" y="386"/>
                    <a:pt x="8627" y="386"/>
                  </a:cubicBezTo>
                  <a:close/>
                  <a:moveTo>
                    <a:pt x="8593" y="1"/>
                  </a:moveTo>
                  <a:cubicBezTo>
                    <a:pt x="8023" y="1"/>
                    <a:pt x="7439" y="73"/>
                    <a:pt x="6846" y="220"/>
                  </a:cubicBezTo>
                  <a:cubicBezTo>
                    <a:pt x="3393" y="1077"/>
                    <a:pt x="1715" y="3018"/>
                    <a:pt x="917" y="4494"/>
                  </a:cubicBezTo>
                  <a:cubicBezTo>
                    <a:pt x="48" y="6101"/>
                    <a:pt x="0" y="7483"/>
                    <a:pt x="0" y="7542"/>
                  </a:cubicBezTo>
                  <a:cubicBezTo>
                    <a:pt x="0" y="7602"/>
                    <a:pt x="24" y="7661"/>
                    <a:pt x="60" y="7697"/>
                  </a:cubicBezTo>
                  <a:cubicBezTo>
                    <a:pt x="107" y="7733"/>
                    <a:pt x="155" y="7756"/>
                    <a:pt x="215" y="7756"/>
                  </a:cubicBezTo>
                  <a:lnTo>
                    <a:pt x="16240" y="6935"/>
                  </a:lnTo>
                  <a:cubicBezTo>
                    <a:pt x="16264" y="6935"/>
                    <a:pt x="16300" y="6923"/>
                    <a:pt x="16324" y="6911"/>
                  </a:cubicBezTo>
                  <a:cubicBezTo>
                    <a:pt x="16347" y="6899"/>
                    <a:pt x="16371" y="6875"/>
                    <a:pt x="16395" y="6852"/>
                  </a:cubicBezTo>
                  <a:cubicBezTo>
                    <a:pt x="16431" y="6792"/>
                    <a:pt x="16431" y="6733"/>
                    <a:pt x="16419" y="6673"/>
                  </a:cubicBezTo>
                  <a:cubicBezTo>
                    <a:pt x="16383" y="6590"/>
                    <a:pt x="15693" y="4625"/>
                    <a:pt x="14169" y="2839"/>
                  </a:cubicBezTo>
                  <a:cubicBezTo>
                    <a:pt x="12572" y="962"/>
                    <a:pt x="10667" y="1"/>
                    <a:pt x="8593" y="1"/>
                  </a:cubicBezTo>
                  <a:close/>
                </a:path>
              </a:pathLst>
            </a:custGeom>
            <a:solidFill>
              <a:srgbClr val="222020"/>
            </a:solidFill>
            <a:ln cap="flat" cmpd="sng" w="1200">
              <a:solidFill>
                <a:srgbClr val="22202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2"/>
            <p:cNvSpPr/>
            <p:nvPr/>
          </p:nvSpPr>
          <p:spPr>
            <a:xfrm rot="-2055728">
              <a:off x="2381757" y="3821340"/>
              <a:ext cx="10150" cy="59552"/>
            </a:xfrm>
            <a:custGeom>
              <a:rect b="b" l="l" r="r" t="t"/>
              <a:pathLst>
                <a:path extrusionOk="0" h="2382" w="406">
                  <a:moveTo>
                    <a:pt x="203" y="1"/>
                  </a:moveTo>
                  <a:cubicBezTo>
                    <a:pt x="96" y="1"/>
                    <a:pt x="0" y="96"/>
                    <a:pt x="0" y="203"/>
                  </a:cubicBezTo>
                  <a:lnTo>
                    <a:pt x="12" y="2191"/>
                  </a:lnTo>
                  <a:cubicBezTo>
                    <a:pt x="12" y="2299"/>
                    <a:pt x="96" y="2382"/>
                    <a:pt x="203" y="2382"/>
                  </a:cubicBezTo>
                  <a:cubicBezTo>
                    <a:pt x="239" y="2382"/>
                    <a:pt x="274" y="2382"/>
                    <a:pt x="298" y="2358"/>
                  </a:cubicBezTo>
                  <a:cubicBezTo>
                    <a:pt x="358" y="2334"/>
                    <a:pt x="405" y="2263"/>
                    <a:pt x="405" y="2191"/>
                  </a:cubicBezTo>
                  <a:lnTo>
                    <a:pt x="405" y="203"/>
                  </a:lnTo>
                  <a:cubicBezTo>
                    <a:pt x="405" y="96"/>
                    <a:pt x="310" y="1"/>
                    <a:pt x="203"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2"/>
            <p:cNvSpPr/>
            <p:nvPr/>
          </p:nvSpPr>
          <p:spPr>
            <a:xfrm rot="-2055728">
              <a:off x="1557518" y="3613510"/>
              <a:ext cx="845680" cy="525919"/>
            </a:xfrm>
            <a:custGeom>
              <a:rect b="b" l="l" r="r" t="t"/>
              <a:pathLst>
                <a:path extrusionOk="0" h="21036" w="33826">
                  <a:moveTo>
                    <a:pt x="17429" y="526"/>
                  </a:moveTo>
                  <a:cubicBezTo>
                    <a:pt x="20941" y="526"/>
                    <a:pt x="23807" y="1532"/>
                    <a:pt x="25968" y="3522"/>
                  </a:cubicBezTo>
                  <a:cubicBezTo>
                    <a:pt x="30433" y="7630"/>
                    <a:pt x="30397" y="14702"/>
                    <a:pt x="30397" y="14773"/>
                  </a:cubicBezTo>
                  <a:cubicBezTo>
                    <a:pt x="30397" y="14845"/>
                    <a:pt x="30421" y="14916"/>
                    <a:pt x="30468" y="14964"/>
                  </a:cubicBezTo>
                  <a:cubicBezTo>
                    <a:pt x="30528" y="15011"/>
                    <a:pt x="30587" y="15035"/>
                    <a:pt x="30659" y="15035"/>
                  </a:cubicBezTo>
                  <a:lnTo>
                    <a:pt x="32778" y="15000"/>
                  </a:lnTo>
                  <a:lnTo>
                    <a:pt x="33266" y="19941"/>
                  </a:lnTo>
                  <a:lnTo>
                    <a:pt x="28420" y="20024"/>
                  </a:lnTo>
                  <a:lnTo>
                    <a:pt x="28420" y="18155"/>
                  </a:lnTo>
                  <a:cubicBezTo>
                    <a:pt x="28420" y="18048"/>
                    <a:pt x="28325" y="17964"/>
                    <a:pt x="28218" y="17964"/>
                  </a:cubicBezTo>
                  <a:cubicBezTo>
                    <a:pt x="28111" y="17964"/>
                    <a:pt x="28028" y="18048"/>
                    <a:pt x="28028" y="18155"/>
                  </a:cubicBezTo>
                  <a:lnTo>
                    <a:pt x="28028" y="20036"/>
                  </a:lnTo>
                  <a:lnTo>
                    <a:pt x="25515" y="20072"/>
                  </a:lnTo>
                  <a:lnTo>
                    <a:pt x="25515" y="18083"/>
                  </a:lnTo>
                  <a:cubicBezTo>
                    <a:pt x="25515" y="17976"/>
                    <a:pt x="25432" y="17881"/>
                    <a:pt x="25313" y="17881"/>
                  </a:cubicBezTo>
                  <a:cubicBezTo>
                    <a:pt x="25206" y="17881"/>
                    <a:pt x="25122" y="17976"/>
                    <a:pt x="25122" y="18083"/>
                  </a:cubicBezTo>
                  <a:lnTo>
                    <a:pt x="25122" y="20072"/>
                  </a:lnTo>
                  <a:cubicBezTo>
                    <a:pt x="25122" y="20072"/>
                    <a:pt x="25122" y="20083"/>
                    <a:pt x="25122" y="20083"/>
                  </a:cubicBezTo>
                  <a:lnTo>
                    <a:pt x="22967" y="20119"/>
                  </a:lnTo>
                  <a:lnTo>
                    <a:pt x="22967" y="18190"/>
                  </a:lnTo>
                  <a:cubicBezTo>
                    <a:pt x="22967" y="18083"/>
                    <a:pt x="22872" y="17988"/>
                    <a:pt x="22765" y="17988"/>
                  </a:cubicBezTo>
                  <a:cubicBezTo>
                    <a:pt x="22658" y="17988"/>
                    <a:pt x="22563" y="18083"/>
                    <a:pt x="22563" y="18190"/>
                  </a:cubicBezTo>
                  <a:lnTo>
                    <a:pt x="22575" y="20131"/>
                  </a:lnTo>
                  <a:lnTo>
                    <a:pt x="20146" y="20167"/>
                  </a:lnTo>
                  <a:lnTo>
                    <a:pt x="20134" y="18274"/>
                  </a:lnTo>
                  <a:cubicBezTo>
                    <a:pt x="20134" y="18155"/>
                    <a:pt x="20050" y="18071"/>
                    <a:pt x="19943" y="18071"/>
                  </a:cubicBezTo>
                  <a:cubicBezTo>
                    <a:pt x="19836" y="18071"/>
                    <a:pt x="19741" y="18167"/>
                    <a:pt x="19741" y="18274"/>
                  </a:cubicBezTo>
                  <a:lnTo>
                    <a:pt x="19741" y="20179"/>
                  </a:lnTo>
                  <a:lnTo>
                    <a:pt x="17360" y="20214"/>
                  </a:lnTo>
                  <a:lnTo>
                    <a:pt x="17360" y="18417"/>
                  </a:lnTo>
                  <a:cubicBezTo>
                    <a:pt x="17360" y="18309"/>
                    <a:pt x="17276" y="18226"/>
                    <a:pt x="17157" y="18226"/>
                  </a:cubicBezTo>
                  <a:cubicBezTo>
                    <a:pt x="17050" y="18226"/>
                    <a:pt x="16967" y="18309"/>
                    <a:pt x="16967" y="18417"/>
                  </a:cubicBezTo>
                  <a:lnTo>
                    <a:pt x="16967" y="20226"/>
                  </a:lnTo>
                  <a:lnTo>
                    <a:pt x="14478" y="20262"/>
                  </a:lnTo>
                  <a:lnTo>
                    <a:pt x="14466" y="18417"/>
                  </a:lnTo>
                  <a:cubicBezTo>
                    <a:pt x="14466" y="18298"/>
                    <a:pt x="14383" y="18214"/>
                    <a:pt x="14276" y="18214"/>
                  </a:cubicBezTo>
                  <a:cubicBezTo>
                    <a:pt x="14157" y="18214"/>
                    <a:pt x="14073" y="18298"/>
                    <a:pt x="14073" y="18417"/>
                  </a:cubicBezTo>
                  <a:lnTo>
                    <a:pt x="14073" y="20274"/>
                  </a:lnTo>
                  <a:lnTo>
                    <a:pt x="11823" y="20310"/>
                  </a:lnTo>
                  <a:lnTo>
                    <a:pt x="11823" y="18417"/>
                  </a:lnTo>
                  <a:cubicBezTo>
                    <a:pt x="11823" y="18298"/>
                    <a:pt x="11728" y="18214"/>
                    <a:pt x="11621" y="18214"/>
                  </a:cubicBezTo>
                  <a:cubicBezTo>
                    <a:pt x="11514" y="18214"/>
                    <a:pt x="11430" y="18298"/>
                    <a:pt x="11430" y="18417"/>
                  </a:cubicBezTo>
                  <a:lnTo>
                    <a:pt x="11430" y="20322"/>
                  </a:lnTo>
                  <a:lnTo>
                    <a:pt x="8989" y="20357"/>
                  </a:lnTo>
                  <a:lnTo>
                    <a:pt x="8989" y="18476"/>
                  </a:lnTo>
                  <a:cubicBezTo>
                    <a:pt x="8989" y="18369"/>
                    <a:pt x="8894" y="18274"/>
                    <a:pt x="8787" y="18274"/>
                  </a:cubicBezTo>
                  <a:cubicBezTo>
                    <a:pt x="8680" y="18274"/>
                    <a:pt x="8597" y="18369"/>
                    <a:pt x="8597" y="18476"/>
                  </a:cubicBezTo>
                  <a:lnTo>
                    <a:pt x="8597" y="20369"/>
                  </a:lnTo>
                  <a:lnTo>
                    <a:pt x="6382" y="20405"/>
                  </a:lnTo>
                  <a:lnTo>
                    <a:pt x="6382" y="18679"/>
                  </a:lnTo>
                  <a:cubicBezTo>
                    <a:pt x="6382" y="18571"/>
                    <a:pt x="6287" y="18476"/>
                    <a:pt x="6180" y="18476"/>
                  </a:cubicBezTo>
                  <a:cubicBezTo>
                    <a:pt x="6072" y="18476"/>
                    <a:pt x="5989" y="18571"/>
                    <a:pt x="5989" y="18679"/>
                  </a:cubicBezTo>
                  <a:lnTo>
                    <a:pt x="5989" y="20405"/>
                  </a:lnTo>
                  <a:lnTo>
                    <a:pt x="3548" y="20453"/>
                  </a:lnTo>
                  <a:lnTo>
                    <a:pt x="3548" y="18738"/>
                  </a:lnTo>
                  <a:cubicBezTo>
                    <a:pt x="3548" y="18631"/>
                    <a:pt x="3465" y="18548"/>
                    <a:pt x="3346" y="18548"/>
                  </a:cubicBezTo>
                  <a:cubicBezTo>
                    <a:pt x="3239" y="18548"/>
                    <a:pt x="3155" y="18631"/>
                    <a:pt x="3155" y="18738"/>
                  </a:cubicBezTo>
                  <a:lnTo>
                    <a:pt x="3155" y="20453"/>
                  </a:lnTo>
                  <a:lnTo>
                    <a:pt x="524" y="20500"/>
                  </a:lnTo>
                  <a:lnTo>
                    <a:pt x="667" y="15607"/>
                  </a:lnTo>
                  <a:lnTo>
                    <a:pt x="667" y="15619"/>
                  </a:lnTo>
                  <a:lnTo>
                    <a:pt x="2667" y="15523"/>
                  </a:lnTo>
                  <a:cubicBezTo>
                    <a:pt x="2810" y="15511"/>
                    <a:pt x="2917" y="15404"/>
                    <a:pt x="2917" y="15261"/>
                  </a:cubicBezTo>
                  <a:cubicBezTo>
                    <a:pt x="2917" y="15130"/>
                    <a:pt x="3024" y="11809"/>
                    <a:pt x="4584" y="8380"/>
                  </a:cubicBezTo>
                  <a:cubicBezTo>
                    <a:pt x="6692" y="3736"/>
                    <a:pt x="10335" y="1129"/>
                    <a:pt x="15419" y="629"/>
                  </a:cubicBezTo>
                  <a:cubicBezTo>
                    <a:pt x="16111" y="560"/>
                    <a:pt x="16781" y="526"/>
                    <a:pt x="17429" y="526"/>
                  </a:cubicBezTo>
                  <a:close/>
                  <a:moveTo>
                    <a:pt x="17423" y="1"/>
                  </a:moveTo>
                  <a:cubicBezTo>
                    <a:pt x="16761" y="1"/>
                    <a:pt x="16077" y="35"/>
                    <a:pt x="15371" y="105"/>
                  </a:cubicBezTo>
                  <a:cubicBezTo>
                    <a:pt x="12466" y="391"/>
                    <a:pt x="9978" y="1367"/>
                    <a:pt x="7977" y="3010"/>
                  </a:cubicBezTo>
                  <a:cubicBezTo>
                    <a:pt x="6370" y="4320"/>
                    <a:pt x="5072" y="6046"/>
                    <a:pt x="4108" y="8165"/>
                  </a:cubicBezTo>
                  <a:cubicBezTo>
                    <a:pt x="2739" y="11178"/>
                    <a:pt x="2465" y="14095"/>
                    <a:pt x="2405" y="15011"/>
                  </a:cubicBezTo>
                  <a:lnTo>
                    <a:pt x="405" y="15107"/>
                  </a:lnTo>
                  <a:cubicBezTo>
                    <a:pt x="262" y="15107"/>
                    <a:pt x="155" y="15226"/>
                    <a:pt x="155" y="15357"/>
                  </a:cubicBezTo>
                  <a:lnTo>
                    <a:pt x="0" y="20762"/>
                  </a:lnTo>
                  <a:cubicBezTo>
                    <a:pt x="0" y="20834"/>
                    <a:pt x="24" y="20905"/>
                    <a:pt x="84" y="20953"/>
                  </a:cubicBezTo>
                  <a:cubicBezTo>
                    <a:pt x="107" y="20976"/>
                    <a:pt x="143" y="21000"/>
                    <a:pt x="167" y="21012"/>
                  </a:cubicBezTo>
                  <a:cubicBezTo>
                    <a:pt x="203" y="21024"/>
                    <a:pt x="238" y="21036"/>
                    <a:pt x="274" y="21036"/>
                  </a:cubicBezTo>
                  <a:lnTo>
                    <a:pt x="33564" y="20464"/>
                  </a:lnTo>
                  <a:cubicBezTo>
                    <a:pt x="33600" y="20464"/>
                    <a:pt x="33647" y="20453"/>
                    <a:pt x="33683" y="20429"/>
                  </a:cubicBezTo>
                  <a:cubicBezTo>
                    <a:pt x="33707" y="20417"/>
                    <a:pt x="33731" y="20393"/>
                    <a:pt x="33754" y="20369"/>
                  </a:cubicBezTo>
                  <a:cubicBezTo>
                    <a:pt x="33802" y="20322"/>
                    <a:pt x="33826" y="20250"/>
                    <a:pt x="33814" y="20167"/>
                  </a:cubicBezTo>
                  <a:lnTo>
                    <a:pt x="33278" y="14702"/>
                  </a:lnTo>
                  <a:cubicBezTo>
                    <a:pt x="33266" y="14559"/>
                    <a:pt x="33147" y="14464"/>
                    <a:pt x="33016" y="14464"/>
                  </a:cubicBezTo>
                  <a:lnTo>
                    <a:pt x="30921" y="14511"/>
                  </a:lnTo>
                  <a:cubicBezTo>
                    <a:pt x="30909" y="13904"/>
                    <a:pt x="30826" y="12416"/>
                    <a:pt x="30385" y="10594"/>
                  </a:cubicBezTo>
                  <a:cubicBezTo>
                    <a:pt x="29885" y="8427"/>
                    <a:pt x="28766" y="5391"/>
                    <a:pt x="26325" y="3141"/>
                  </a:cubicBezTo>
                  <a:cubicBezTo>
                    <a:pt x="24057" y="1055"/>
                    <a:pt x="21073" y="1"/>
                    <a:pt x="174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4" name="Google Shape;1174;p42"/>
          <p:cNvGrpSpPr/>
          <p:nvPr/>
        </p:nvGrpSpPr>
        <p:grpSpPr>
          <a:xfrm>
            <a:off x="553520" y="432110"/>
            <a:ext cx="1504864" cy="1667242"/>
            <a:chOff x="553520" y="432110"/>
            <a:chExt cx="1504864" cy="1667242"/>
          </a:xfrm>
        </p:grpSpPr>
        <p:sp>
          <p:nvSpPr>
            <p:cNvPr id="1175" name="Google Shape;1175;p42"/>
            <p:cNvSpPr/>
            <p:nvPr/>
          </p:nvSpPr>
          <p:spPr>
            <a:xfrm flipH="1" rot="-1474120">
              <a:off x="1111241" y="585910"/>
              <a:ext cx="189933" cy="165832"/>
            </a:xfrm>
            <a:custGeom>
              <a:rect b="b" l="l" r="r" t="t"/>
              <a:pathLst>
                <a:path extrusionOk="0" h="6633" w="7597">
                  <a:moveTo>
                    <a:pt x="2667" y="1"/>
                  </a:moveTo>
                  <a:cubicBezTo>
                    <a:pt x="1191" y="1"/>
                    <a:pt x="0" y="1203"/>
                    <a:pt x="0" y="2668"/>
                  </a:cubicBezTo>
                  <a:lnTo>
                    <a:pt x="191" y="6633"/>
                  </a:lnTo>
                  <a:lnTo>
                    <a:pt x="1143" y="6514"/>
                  </a:lnTo>
                  <a:cubicBezTo>
                    <a:pt x="2263" y="6192"/>
                    <a:pt x="3441" y="6014"/>
                    <a:pt x="4668" y="5990"/>
                  </a:cubicBezTo>
                  <a:lnTo>
                    <a:pt x="5572" y="5990"/>
                  </a:lnTo>
                  <a:lnTo>
                    <a:pt x="7597" y="5740"/>
                  </a:lnTo>
                  <a:lnTo>
                    <a:pt x="7597" y="2668"/>
                  </a:lnTo>
                  <a:cubicBezTo>
                    <a:pt x="7597" y="1227"/>
                    <a:pt x="6442" y="37"/>
                    <a:pt x="5001" y="13"/>
                  </a:cubicBezTo>
                  <a:cubicBezTo>
                    <a:pt x="4989" y="1"/>
                    <a:pt x="4953" y="1"/>
                    <a:pt x="49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42"/>
            <p:cNvSpPr/>
            <p:nvPr/>
          </p:nvSpPr>
          <p:spPr>
            <a:xfrm flipH="1" rot="-1474120">
              <a:off x="751940" y="751196"/>
              <a:ext cx="189933" cy="186382"/>
            </a:xfrm>
            <a:custGeom>
              <a:rect b="b" l="l" r="r" t="t"/>
              <a:pathLst>
                <a:path extrusionOk="0" h="7455" w="7597">
                  <a:moveTo>
                    <a:pt x="2656" y="1"/>
                  </a:moveTo>
                  <a:cubicBezTo>
                    <a:pt x="1191" y="1"/>
                    <a:pt x="0" y="1192"/>
                    <a:pt x="0" y="2656"/>
                  </a:cubicBezTo>
                  <a:lnTo>
                    <a:pt x="0" y="5775"/>
                  </a:lnTo>
                  <a:lnTo>
                    <a:pt x="977" y="5990"/>
                  </a:lnTo>
                  <a:lnTo>
                    <a:pt x="1108" y="5990"/>
                  </a:lnTo>
                  <a:cubicBezTo>
                    <a:pt x="2501" y="5990"/>
                    <a:pt x="3834" y="6192"/>
                    <a:pt x="5096" y="6585"/>
                  </a:cubicBezTo>
                  <a:cubicBezTo>
                    <a:pt x="5751" y="6787"/>
                    <a:pt x="6370" y="7026"/>
                    <a:pt x="6966" y="7311"/>
                  </a:cubicBezTo>
                  <a:lnTo>
                    <a:pt x="7597" y="7454"/>
                  </a:lnTo>
                  <a:lnTo>
                    <a:pt x="7597" y="2668"/>
                  </a:lnTo>
                  <a:lnTo>
                    <a:pt x="7597" y="2656"/>
                  </a:lnTo>
                  <a:cubicBezTo>
                    <a:pt x="7597" y="1311"/>
                    <a:pt x="6585" y="191"/>
                    <a:pt x="5263" y="25"/>
                  </a:cubicBezTo>
                  <a:cubicBezTo>
                    <a:pt x="5156" y="13"/>
                    <a:pt x="5049" y="1"/>
                    <a:pt x="49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42"/>
            <p:cNvSpPr/>
            <p:nvPr/>
          </p:nvSpPr>
          <p:spPr>
            <a:xfrm flipH="1" rot="-1474120">
              <a:off x="1015290" y="1572598"/>
              <a:ext cx="233684" cy="482244"/>
            </a:xfrm>
            <a:custGeom>
              <a:rect b="b" l="l" r="r" t="t"/>
              <a:pathLst>
                <a:path extrusionOk="0" h="19289" w="9347">
                  <a:moveTo>
                    <a:pt x="9346" y="0"/>
                  </a:moveTo>
                  <a:cubicBezTo>
                    <a:pt x="8668" y="465"/>
                    <a:pt x="7834" y="703"/>
                    <a:pt x="7013" y="703"/>
                  </a:cubicBezTo>
                  <a:cubicBezTo>
                    <a:pt x="6382" y="703"/>
                    <a:pt x="5739" y="560"/>
                    <a:pt x="5179" y="274"/>
                  </a:cubicBezTo>
                  <a:lnTo>
                    <a:pt x="5179" y="11740"/>
                  </a:lnTo>
                  <a:cubicBezTo>
                    <a:pt x="5179" y="15169"/>
                    <a:pt x="3024" y="18122"/>
                    <a:pt x="0" y="19289"/>
                  </a:cubicBezTo>
                  <a:lnTo>
                    <a:pt x="1798" y="19289"/>
                  </a:lnTo>
                  <a:cubicBezTo>
                    <a:pt x="5953" y="19289"/>
                    <a:pt x="9346" y="15895"/>
                    <a:pt x="9346" y="11740"/>
                  </a:cubicBezTo>
                  <a:lnTo>
                    <a:pt x="93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2"/>
            <p:cNvSpPr/>
            <p:nvPr/>
          </p:nvSpPr>
          <p:spPr>
            <a:xfrm flipH="1" rot="-1474120">
              <a:off x="762983" y="913088"/>
              <a:ext cx="350089" cy="672152"/>
            </a:xfrm>
            <a:custGeom>
              <a:rect b="b" l="l" r="r" t="t"/>
              <a:pathLst>
                <a:path extrusionOk="0" h="26885" w="14003">
                  <a:moveTo>
                    <a:pt x="1" y="1"/>
                  </a:moveTo>
                  <a:cubicBezTo>
                    <a:pt x="5680" y="1655"/>
                    <a:pt x="9835" y="6906"/>
                    <a:pt x="9835" y="13109"/>
                  </a:cubicBezTo>
                  <a:lnTo>
                    <a:pt x="9835" y="26420"/>
                  </a:lnTo>
                  <a:cubicBezTo>
                    <a:pt x="10381" y="26734"/>
                    <a:pt x="11004" y="26884"/>
                    <a:pt x="11630" y="26884"/>
                  </a:cubicBezTo>
                  <a:cubicBezTo>
                    <a:pt x="12478" y="26884"/>
                    <a:pt x="13331" y="26608"/>
                    <a:pt x="14002" y="26087"/>
                  </a:cubicBezTo>
                  <a:lnTo>
                    <a:pt x="14002" y="13109"/>
                  </a:lnTo>
                  <a:cubicBezTo>
                    <a:pt x="14002" y="7918"/>
                    <a:pt x="10966" y="3430"/>
                    <a:pt x="6585" y="1298"/>
                  </a:cubicBezTo>
                  <a:cubicBezTo>
                    <a:pt x="4858" y="477"/>
                    <a:pt x="2930" y="1"/>
                    <a:pt x="8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42"/>
            <p:cNvSpPr/>
            <p:nvPr/>
          </p:nvSpPr>
          <p:spPr>
            <a:xfrm flipH="1" rot="-1474120">
              <a:off x="1094340" y="1350478"/>
              <a:ext cx="788832" cy="110454"/>
            </a:xfrm>
            <a:custGeom>
              <a:rect b="b" l="l" r="r" t="t"/>
              <a:pathLst>
                <a:path extrusionOk="0" h="4418" w="31552">
                  <a:moveTo>
                    <a:pt x="4584" y="0"/>
                  </a:moveTo>
                  <a:cubicBezTo>
                    <a:pt x="3536" y="0"/>
                    <a:pt x="2572" y="357"/>
                    <a:pt x="1810" y="953"/>
                  </a:cubicBezTo>
                  <a:cubicBezTo>
                    <a:pt x="1607" y="1095"/>
                    <a:pt x="1429" y="1250"/>
                    <a:pt x="1262" y="1429"/>
                  </a:cubicBezTo>
                  <a:cubicBezTo>
                    <a:pt x="512" y="2215"/>
                    <a:pt x="48" y="3262"/>
                    <a:pt x="0" y="4417"/>
                  </a:cubicBezTo>
                  <a:lnTo>
                    <a:pt x="31552" y="4417"/>
                  </a:lnTo>
                  <a:cubicBezTo>
                    <a:pt x="31456" y="1965"/>
                    <a:pt x="29444" y="0"/>
                    <a:pt x="269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42"/>
            <p:cNvSpPr/>
            <p:nvPr/>
          </p:nvSpPr>
          <p:spPr>
            <a:xfrm flipH="1" rot="-1474120">
              <a:off x="1208270" y="1466385"/>
              <a:ext cx="789432" cy="378365"/>
            </a:xfrm>
            <a:custGeom>
              <a:rect b="b" l="l" r="r" t="t"/>
              <a:pathLst>
                <a:path extrusionOk="0" h="15134" w="31576">
                  <a:moveTo>
                    <a:pt x="0" y="1"/>
                  </a:moveTo>
                  <a:lnTo>
                    <a:pt x="0" y="10538"/>
                  </a:lnTo>
                  <a:cubicBezTo>
                    <a:pt x="0" y="13062"/>
                    <a:pt x="2060" y="15134"/>
                    <a:pt x="4596" y="15134"/>
                  </a:cubicBezTo>
                  <a:lnTo>
                    <a:pt x="26980" y="15134"/>
                  </a:lnTo>
                  <a:cubicBezTo>
                    <a:pt x="29516" y="15134"/>
                    <a:pt x="31576" y="13062"/>
                    <a:pt x="31576" y="10538"/>
                  </a:cubicBezTo>
                  <a:lnTo>
                    <a:pt x="3157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42"/>
            <p:cNvSpPr/>
            <p:nvPr/>
          </p:nvSpPr>
          <p:spPr>
            <a:xfrm flipH="1" rot="-1474120">
              <a:off x="950407" y="739401"/>
              <a:ext cx="842734" cy="1166597"/>
            </a:xfrm>
            <a:custGeom>
              <a:rect b="b" l="l" r="r" t="t"/>
              <a:pathLst>
                <a:path extrusionOk="0" h="46662" w="33708">
                  <a:moveTo>
                    <a:pt x="15048" y="3769"/>
                  </a:moveTo>
                  <a:cubicBezTo>
                    <a:pt x="15720" y="3769"/>
                    <a:pt x="16362" y="4015"/>
                    <a:pt x="16813" y="4465"/>
                  </a:cubicBezTo>
                  <a:cubicBezTo>
                    <a:pt x="17253" y="4906"/>
                    <a:pt x="17420" y="5442"/>
                    <a:pt x="17515" y="5823"/>
                  </a:cubicBezTo>
                  <a:lnTo>
                    <a:pt x="20503" y="4251"/>
                  </a:lnTo>
                  <a:cubicBezTo>
                    <a:pt x="20719" y="4134"/>
                    <a:pt x="20952" y="4079"/>
                    <a:pt x="21181" y="4079"/>
                  </a:cubicBezTo>
                  <a:cubicBezTo>
                    <a:pt x="21699" y="4079"/>
                    <a:pt x="22200" y="4360"/>
                    <a:pt x="22456" y="4846"/>
                  </a:cubicBezTo>
                  <a:cubicBezTo>
                    <a:pt x="22635" y="5192"/>
                    <a:pt x="22670" y="5585"/>
                    <a:pt x="22551" y="5954"/>
                  </a:cubicBezTo>
                  <a:cubicBezTo>
                    <a:pt x="22444" y="6323"/>
                    <a:pt x="22194" y="6620"/>
                    <a:pt x="21849" y="6799"/>
                  </a:cubicBezTo>
                  <a:lnTo>
                    <a:pt x="18587" y="8525"/>
                  </a:lnTo>
                  <a:cubicBezTo>
                    <a:pt x="18313" y="8668"/>
                    <a:pt x="17729" y="8978"/>
                    <a:pt x="17027" y="8978"/>
                  </a:cubicBezTo>
                  <a:cubicBezTo>
                    <a:pt x="16658" y="8978"/>
                    <a:pt x="16312" y="8894"/>
                    <a:pt x="15991" y="8716"/>
                  </a:cubicBezTo>
                  <a:cubicBezTo>
                    <a:pt x="15098" y="8240"/>
                    <a:pt x="14872" y="7359"/>
                    <a:pt x="14765" y="6811"/>
                  </a:cubicBezTo>
                  <a:cubicBezTo>
                    <a:pt x="14693" y="6859"/>
                    <a:pt x="14610" y="6918"/>
                    <a:pt x="14527" y="6966"/>
                  </a:cubicBezTo>
                  <a:lnTo>
                    <a:pt x="12312" y="8430"/>
                  </a:lnTo>
                  <a:cubicBezTo>
                    <a:pt x="12068" y="8591"/>
                    <a:pt x="11794" y="8668"/>
                    <a:pt x="11524" y="8668"/>
                  </a:cubicBezTo>
                  <a:cubicBezTo>
                    <a:pt x="11053" y="8668"/>
                    <a:pt x="10591" y="8437"/>
                    <a:pt x="10312" y="8013"/>
                  </a:cubicBezTo>
                  <a:cubicBezTo>
                    <a:pt x="9871" y="7347"/>
                    <a:pt x="10050" y="6454"/>
                    <a:pt x="10717" y="6013"/>
                  </a:cubicBezTo>
                  <a:lnTo>
                    <a:pt x="12943" y="4549"/>
                  </a:lnTo>
                  <a:cubicBezTo>
                    <a:pt x="13324" y="4299"/>
                    <a:pt x="13788" y="4001"/>
                    <a:pt x="14396" y="3846"/>
                  </a:cubicBezTo>
                  <a:cubicBezTo>
                    <a:pt x="14613" y="3794"/>
                    <a:pt x="14832" y="3769"/>
                    <a:pt x="15048" y="3769"/>
                  </a:cubicBezTo>
                  <a:close/>
                  <a:moveTo>
                    <a:pt x="13110" y="1"/>
                  </a:moveTo>
                  <a:cubicBezTo>
                    <a:pt x="11836" y="1"/>
                    <a:pt x="10609" y="179"/>
                    <a:pt x="9454" y="524"/>
                  </a:cubicBezTo>
                  <a:cubicBezTo>
                    <a:pt x="4001" y="2108"/>
                    <a:pt x="1" y="7156"/>
                    <a:pt x="1" y="13109"/>
                  </a:cubicBezTo>
                  <a:lnTo>
                    <a:pt x="1" y="26373"/>
                  </a:lnTo>
                  <a:cubicBezTo>
                    <a:pt x="811" y="25849"/>
                    <a:pt x="1763" y="25551"/>
                    <a:pt x="2787" y="25551"/>
                  </a:cubicBezTo>
                  <a:lnTo>
                    <a:pt x="25171" y="25551"/>
                  </a:lnTo>
                  <a:cubicBezTo>
                    <a:pt x="28004" y="25551"/>
                    <a:pt x="30314" y="27849"/>
                    <a:pt x="30314" y="30695"/>
                  </a:cubicBezTo>
                  <a:lnTo>
                    <a:pt x="30314" y="42256"/>
                  </a:lnTo>
                  <a:cubicBezTo>
                    <a:pt x="30314" y="44125"/>
                    <a:pt x="29302" y="45768"/>
                    <a:pt x="27802" y="46661"/>
                  </a:cubicBezTo>
                  <a:cubicBezTo>
                    <a:pt x="31171" y="45911"/>
                    <a:pt x="33708" y="42899"/>
                    <a:pt x="33708" y="39303"/>
                  </a:cubicBezTo>
                  <a:lnTo>
                    <a:pt x="33708" y="13109"/>
                  </a:lnTo>
                  <a:cubicBezTo>
                    <a:pt x="33708" y="5882"/>
                    <a:pt x="27826" y="1"/>
                    <a:pt x="205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42"/>
            <p:cNvSpPr/>
            <p:nvPr/>
          </p:nvSpPr>
          <p:spPr>
            <a:xfrm flipH="1" rot="-1474120">
              <a:off x="789781" y="585104"/>
              <a:ext cx="1032341" cy="1361254"/>
            </a:xfrm>
            <a:custGeom>
              <a:rect b="b" l="l" r="r" t="t"/>
              <a:pathLst>
                <a:path extrusionOk="0" h="54448" w="41292">
                  <a:moveTo>
                    <a:pt x="15479" y="536"/>
                  </a:moveTo>
                  <a:cubicBezTo>
                    <a:pt x="16955" y="536"/>
                    <a:pt x="18146" y="1738"/>
                    <a:pt x="18146" y="3203"/>
                  </a:cubicBezTo>
                  <a:lnTo>
                    <a:pt x="18146" y="6275"/>
                  </a:lnTo>
                  <a:lnTo>
                    <a:pt x="16121" y="6525"/>
                  </a:lnTo>
                  <a:lnTo>
                    <a:pt x="15455" y="6525"/>
                  </a:lnTo>
                  <a:cubicBezTo>
                    <a:pt x="14157" y="6525"/>
                    <a:pt x="12883" y="6703"/>
                    <a:pt x="11692" y="7049"/>
                  </a:cubicBezTo>
                  <a:lnTo>
                    <a:pt x="10728" y="7168"/>
                  </a:lnTo>
                  <a:lnTo>
                    <a:pt x="10549" y="3203"/>
                  </a:lnTo>
                  <a:cubicBezTo>
                    <a:pt x="10549" y="1738"/>
                    <a:pt x="11740" y="536"/>
                    <a:pt x="13216" y="536"/>
                  </a:cubicBezTo>
                  <a:close/>
                  <a:moveTo>
                    <a:pt x="31481" y="536"/>
                  </a:moveTo>
                  <a:cubicBezTo>
                    <a:pt x="32945" y="536"/>
                    <a:pt x="34136" y="1727"/>
                    <a:pt x="34136" y="3191"/>
                  </a:cubicBezTo>
                  <a:lnTo>
                    <a:pt x="34136" y="7989"/>
                  </a:lnTo>
                  <a:lnTo>
                    <a:pt x="33505" y="7846"/>
                  </a:lnTo>
                  <a:cubicBezTo>
                    <a:pt x="31731" y="7001"/>
                    <a:pt x="29742" y="6525"/>
                    <a:pt x="27647" y="6525"/>
                  </a:cubicBezTo>
                  <a:lnTo>
                    <a:pt x="27516" y="6525"/>
                  </a:lnTo>
                  <a:lnTo>
                    <a:pt x="26539" y="6310"/>
                  </a:lnTo>
                  <a:lnTo>
                    <a:pt x="26539" y="3191"/>
                  </a:lnTo>
                  <a:lnTo>
                    <a:pt x="26528" y="3191"/>
                  </a:lnTo>
                  <a:cubicBezTo>
                    <a:pt x="26528" y="1727"/>
                    <a:pt x="27730" y="536"/>
                    <a:pt x="29195" y="536"/>
                  </a:cubicBezTo>
                  <a:close/>
                  <a:moveTo>
                    <a:pt x="27647" y="7061"/>
                  </a:moveTo>
                  <a:cubicBezTo>
                    <a:pt x="29683" y="7061"/>
                    <a:pt x="31611" y="7537"/>
                    <a:pt x="33338" y="8358"/>
                  </a:cubicBezTo>
                  <a:cubicBezTo>
                    <a:pt x="37719" y="10490"/>
                    <a:pt x="40755" y="14978"/>
                    <a:pt x="40755" y="20169"/>
                  </a:cubicBezTo>
                  <a:lnTo>
                    <a:pt x="40755" y="33147"/>
                  </a:lnTo>
                  <a:cubicBezTo>
                    <a:pt x="40084" y="33668"/>
                    <a:pt x="39227" y="33944"/>
                    <a:pt x="38378" y="33944"/>
                  </a:cubicBezTo>
                  <a:cubicBezTo>
                    <a:pt x="37751" y="33944"/>
                    <a:pt x="37129" y="33794"/>
                    <a:pt x="36588" y="33480"/>
                  </a:cubicBezTo>
                  <a:lnTo>
                    <a:pt x="36588" y="20169"/>
                  </a:lnTo>
                  <a:cubicBezTo>
                    <a:pt x="36588" y="13966"/>
                    <a:pt x="32421" y="8715"/>
                    <a:pt x="26754" y="7061"/>
                  </a:cubicBezTo>
                  <a:close/>
                  <a:moveTo>
                    <a:pt x="40755" y="33600"/>
                  </a:moveTo>
                  <a:lnTo>
                    <a:pt x="40755" y="34171"/>
                  </a:lnTo>
                  <a:cubicBezTo>
                    <a:pt x="40093" y="34698"/>
                    <a:pt x="39254" y="34968"/>
                    <a:pt x="38418" y="34968"/>
                  </a:cubicBezTo>
                  <a:cubicBezTo>
                    <a:pt x="37780" y="34968"/>
                    <a:pt x="37144" y="34812"/>
                    <a:pt x="36588" y="34492"/>
                  </a:cubicBezTo>
                  <a:lnTo>
                    <a:pt x="36588" y="33885"/>
                  </a:lnTo>
                  <a:cubicBezTo>
                    <a:pt x="37136" y="34159"/>
                    <a:pt x="37755" y="34302"/>
                    <a:pt x="38374" y="34302"/>
                  </a:cubicBezTo>
                  <a:cubicBezTo>
                    <a:pt x="39220" y="34302"/>
                    <a:pt x="40053" y="34064"/>
                    <a:pt x="40755" y="33600"/>
                  </a:cubicBezTo>
                  <a:close/>
                  <a:moveTo>
                    <a:pt x="27516" y="33147"/>
                  </a:moveTo>
                  <a:cubicBezTo>
                    <a:pt x="29992" y="33147"/>
                    <a:pt x="32004" y="35112"/>
                    <a:pt x="32100" y="37564"/>
                  </a:cubicBezTo>
                  <a:lnTo>
                    <a:pt x="548" y="37564"/>
                  </a:lnTo>
                  <a:cubicBezTo>
                    <a:pt x="596" y="36409"/>
                    <a:pt x="1060" y="35362"/>
                    <a:pt x="1810" y="34576"/>
                  </a:cubicBezTo>
                  <a:cubicBezTo>
                    <a:pt x="1977" y="34397"/>
                    <a:pt x="2155" y="34242"/>
                    <a:pt x="2346" y="34100"/>
                  </a:cubicBezTo>
                  <a:cubicBezTo>
                    <a:pt x="3120" y="33504"/>
                    <a:pt x="4084" y="33147"/>
                    <a:pt x="5132" y="33147"/>
                  </a:cubicBezTo>
                  <a:close/>
                  <a:moveTo>
                    <a:pt x="31933" y="37933"/>
                  </a:moveTo>
                  <a:lnTo>
                    <a:pt x="31933" y="38422"/>
                  </a:lnTo>
                  <a:lnTo>
                    <a:pt x="715" y="38422"/>
                  </a:lnTo>
                  <a:lnTo>
                    <a:pt x="715" y="37933"/>
                  </a:lnTo>
                  <a:close/>
                  <a:moveTo>
                    <a:pt x="22944" y="7061"/>
                  </a:moveTo>
                  <a:cubicBezTo>
                    <a:pt x="30159" y="7061"/>
                    <a:pt x="36041" y="12942"/>
                    <a:pt x="36041" y="20169"/>
                  </a:cubicBezTo>
                  <a:lnTo>
                    <a:pt x="36041" y="46351"/>
                  </a:lnTo>
                  <a:cubicBezTo>
                    <a:pt x="36041" y="49959"/>
                    <a:pt x="33516" y="52971"/>
                    <a:pt x="30147" y="53721"/>
                  </a:cubicBezTo>
                  <a:cubicBezTo>
                    <a:pt x="31647" y="52828"/>
                    <a:pt x="32647" y="51185"/>
                    <a:pt x="32647" y="49316"/>
                  </a:cubicBezTo>
                  <a:lnTo>
                    <a:pt x="32647" y="37755"/>
                  </a:lnTo>
                  <a:cubicBezTo>
                    <a:pt x="32647" y="34909"/>
                    <a:pt x="30349" y="32611"/>
                    <a:pt x="27516" y="32611"/>
                  </a:cubicBezTo>
                  <a:lnTo>
                    <a:pt x="5132" y="32611"/>
                  </a:lnTo>
                  <a:cubicBezTo>
                    <a:pt x="4108" y="32611"/>
                    <a:pt x="3156" y="32909"/>
                    <a:pt x="2346" y="33433"/>
                  </a:cubicBezTo>
                  <a:lnTo>
                    <a:pt x="2346" y="20169"/>
                  </a:lnTo>
                  <a:cubicBezTo>
                    <a:pt x="2346" y="14216"/>
                    <a:pt x="6346" y="9168"/>
                    <a:pt x="11799" y="7584"/>
                  </a:cubicBezTo>
                  <a:cubicBezTo>
                    <a:pt x="12954" y="7239"/>
                    <a:pt x="14181" y="7061"/>
                    <a:pt x="15455" y="7061"/>
                  </a:cubicBezTo>
                  <a:close/>
                  <a:moveTo>
                    <a:pt x="32112" y="38779"/>
                  </a:moveTo>
                  <a:lnTo>
                    <a:pt x="32112" y="49316"/>
                  </a:lnTo>
                  <a:cubicBezTo>
                    <a:pt x="32112" y="51840"/>
                    <a:pt x="30052" y="53912"/>
                    <a:pt x="27516" y="53912"/>
                  </a:cubicBezTo>
                  <a:lnTo>
                    <a:pt x="5132" y="53912"/>
                  </a:lnTo>
                  <a:cubicBezTo>
                    <a:pt x="2596" y="53912"/>
                    <a:pt x="536" y="51840"/>
                    <a:pt x="536" y="49316"/>
                  </a:cubicBezTo>
                  <a:lnTo>
                    <a:pt x="536" y="38779"/>
                  </a:lnTo>
                  <a:close/>
                  <a:moveTo>
                    <a:pt x="40755" y="34623"/>
                  </a:moveTo>
                  <a:lnTo>
                    <a:pt x="40755" y="46363"/>
                  </a:lnTo>
                  <a:cubicBezTo>
                    <a:pt x="40755" y="50518"/>
                    <a:pt x="37362" y="53912"/>
                    <a:pt x="33207" y="53912"/>
                  </a:cubicBezTo>
                  <a:lnTo>
                    <a:pt x="31409" y="53912"/>
                  </a:lnTo>
                  <a:cubicBezTo>
                    <a:pt x="34433" y="52733"/>
                    <a:pt x="36588" y="49792"/>
                    <a:pt x="36588" y="46363"/>
                  </a:cubicBezTo>
                  <a:lnTo>
                    <a:pt x="36588" y="34885"/>
                  </a:lnTo>
                  <a:cubicBezTo>
                    <a:pt x="37148" y="35183"/>
                    <a:pt x="37779" y="35326"/>
                    <a:pt x="38422" y="35326"/>
                  </a:cubicBezTo>
                  <a:cubicBezTo>
                    <a:pt x="39243" y="35326"/>
                    <a:pt x="40065" y="35088"/>
                    <a:pt x="40755" y="34623"/>
                  </a:cubicBezTo>
                  <a:close/>
                  <a:moveTo>
                    <a:pt x="13216" y="0"/>
                  </a:moveTo>
                  <a:cubicBezTo>
                    <a:pt x="11454" y="0"/>
                    <a:pt x="10014" y="1441"/>
                    <a:pt x="10014" y="3215"/>
                  </a:cubicBezTo>
                  <a:lnTo>
                    <a:pt x="10216" y="7572"/>
                  </a:lnTo>
                  <a:cubicBezTo>
                    <a:pt x="5287" y="9632"/>
                    <a:pt x="1810" y="14502"/>
                    <a:pt x="1810" y="20169"/>
                  </a:cubicBezTo>
                  <a:lnTo>
                    <a:pt x="1810" y="33838"/>
                  </a:lnTo>
                  <a:cubicBezTo>
                    <a:pt x="703" y="34778"/>
                    <a:pt x="0" y="36183"/>
                    <a:pt x="0" y="37743"/>
                  </a:cubicBezTo>
                  <a:lnTo>
                    <a:pt x="0" y="49304"/>
                  </a:lnTo>
                  <a:cubicBezTo>
                    <a:pt x="0" y="52137"/>
                    <a:pt x="2298" y="54447"/>
                    <a:pt x="5132" y="54447"/>
                  </a:cubicBezTo>
                  <a:lnTo>
                    <a:pt x="33207" y="54447"/>
                  </a:lnTo>
                  <a:cubicBezTo>
                    <a:pt x="37660" y="54447"/>
                    <a:pt x="41291" y="50816"/>
                    <a:pt x="41291" y="46351"/>
                  </a:cubicBezTo>
                  <a:lnTo>
                    <a:pt x="41291" y="33147"/>
                  </a:lnTo>
                  <a:lnTo>
                    <a:pt x="41291" y="33099"/>
                  </a:lnTo>
                  <a:lnTo>
                    <a:pt x="41291" y="32957"/>
                  </a:lnTo>
                  <a:lnTo>
                    <a:pt x="41291" y="20169"/>
                  </a:lnTo>
                  <a:cubicBezTo>
                    <a:pt x="41291" y="15216"/>
                    <a:pt x="38636" y="10871"/>
                    <a:pt x="34671" y="8477"/>
                  </a:cubicBezTo>
                  <a:lnTo>
                    <a:pt x="34671" y="3191"/>
                  </a:lnTo>
                  <a:cubicBezTo>
                    <a:pt x="34671" y="1429"/>
                    <a:pt x="33243" y="0"/>
                    <a:pt x="31481" y="0"/>
                  </a:cubicBezTo>
                  <a:lnTo>
                    <a:pt x="29195" y="0"/>
                  </a:lnTo>
                  <a:cubicBezTo>
                    <a:pt x="27432" y="0"/>
                    <a:pt x="25992" y="1441"/>
                    <a:pt x="25992" y="3191"/>
                  </a:cubicBezTo>
                  <a:lnTo>
                    <a:pt x="25992" y="6525"/>
                  </a:lnTo>
                  <a:lnTo>
                    <a:pt x="18693" y="6525"/>
                  </a:lnTo>
                  <a:lnTo>
                    <a:pt x="18693" y="3203"/>
                  </a:lnTo>
                  <a:cubicBezTo>
                    <a:pt x="18693" y="1441"/>
                    <a:pt x="17253" y="0"/>
                    <a:pt x="154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42"/>
            <p:cNvSpPr/>
            <p:nvPr/>
          </p:nvSpPr>
          <p:spPr>
            <a:xfrm flipH="1" rot="-1474120">
              <a:off x="1127843" y="1463741"/>
              <a:ext cx="780506" cy="12225"/>
            </a:xfrm>
            <a:custGeom>
              <a:rect b="b" l="l" r="r" t="t"/>
              <a:pathLst>
                <a:path extrusionOk="0" h="489" w="31219">
                  <a:moveTo>
                    <a:pt x="1" y="0"/>
                  </a:moveTo>
                  <a:lnTo>
                    <a:pt x="1" y="489"/>
                  </a:lnTo>
                  <a:lnTo>
                    <a:pt x="31219" y="489"/>
                  </a:lnTo>
                  <a:lnTo>
                    <a:pt x="31219" y="0"/>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42"/>
            <p:cNvSpPr/>
            <p:nvPr/>
          </p:nvSpPr>
          <p:spPr>
            <a:xfrm flipH="1" rot="-1474120">
              <a:off x="917372" y="1596513"/>
              <a:ext cx="104204" cy="34251"/>
            </a:xfrm>
            <a:custGeom>
              <a:rect b="b" l="l" r="r" t="t"/>
              <a:pathLst>
                <a:path extrusionOk="0" h="1370" w="4168">
                  <a:moveTo>
                    <a:pt x="4167" y="1"/>
                  </a:moveTo>
                  <a:cubicBezTo>
                    <a:pt x="3477" y="465"/>
                    <a:pt x="2632" y="703"/>
                    <a:pt x="1798" y="703"/>
                  </a:cubicBezTo>
                  <a:cubicBezTo>
                    <a:pt x="1167" y="703"/>
                    <a:pt x="560" y="560"/>
                    <a:pt x="0" y="286"/>
                  </a:cubicBezTo>
                  <a:lnTo>
                    <a:pt x="0" y="893"/>
                  </a:lnTo>
                  <a:cubicBezTo>
                    <a:pt x="556" y="1213"/>
                    <a:pt x="1192" y="1369"/>
                    <a:pt x="1830" y="1369"/>
                  </a:cubicBezTo>
                  <a:cubicBezTo>
                    <a:pt x="2666" y="1369"/>
                    <a:pt x="3505" y="1099"/>
                    <a:pt x="4167" y="572"/>
                  </a:cubicBezTo>
                  <a:lnTo>
                    <a:pt x="4167"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42"/>
            <p:cNvSpPr/>
            <p:nvPr/>
          </p:nvSpPr>
          <p:spPr>
            <a:xfrm flipH="1" rot="-1474120">
              <a:off x="1058048" y="875208"/>
              <a:ext cx="300662" cy="112229"/>
            </a:xfrm>
            <a:custGeom>
              <a:rect b="b" l="l" r="r" t="t"/>
              <a:pathLst>
                <a:path extrusionOk="0" h="4489" w="12026">
                  <a:moveTo>
                    <a:pt x="4781" y="1"/>
                  </a:moveTo>
                  <a:cubicBezTo>
                    <a:pt x="4590" y="1"/>
                    <a:pt x="4396" y="24"/>
                    <a:pt x="4203" y="71"/>
                  </a:cubicBezTo>
                  <a:cubicBezTo>
                    <a:pt x="3655" y="202"/>
                    <a:pt x="3215" y="488"/>
                    <a:pt x="2869" y="714"/>
                  </a:cubicBezTo>
                  <a:lnTo>
                    <a:pt x="643" y="2191"/>
                  </a:lnTo>
                  <a:cubicBezTo>
                    <a:pt x="143" y="2512"/>
                    <a:pt x="0" y="3191"/>
                    <a:pt x="333" y="3691"/>
                  </a:cubicBezTo>
                  <a:cubicBezTo>
                    <a:pt x="537" y="4007"/>
                    <a:pt x="883" y="4176"/>
                    <a:pt x="1236" y="4176"/>
                  </a:cubicBezTo>
                  <a:cubicBezTo>
                    <a:pt x="1442" y="4176"/>
                    <a:pt x="1650" y="4119"/>
                    <a:pt x="1834" y="4000"/>
                  </a:cubicBezTo>
                  <a:lnTo>
                    <a:pt x="4060" y="2524"/>
                  </a:lnTo>
                  <a:cubicBezTo>
                    <a:pt x="4215" y="2429"/>
                    <a:pt x="4382" y="2310"/>
                    <a:pt x="4548" y="2238"/>
                  </a:cubicBezTo>
                  <a:lnTo>
                    <a:pt x="4751" y="2143"/>
                  </a:lnTo>
                  <a:lnTo>
                    <a:pt x="4822" y="2512"/>
                  </a:lnTo>
                  <a:cubicBezTo>
                    <a:pt x="4929" y="3036"/>
                    <a:pt x="5084" y="3834"/>
                    <a:pt x="5894" y="4274"/>
                  </a:cubicBezTo>
                  <a:cubicBezTo>
                    <a:pt x="6156" y="4405"/>
                    <a:pt x="6441" y="4489"/>
                    <a:pt x="6751" y="4489"/>
                  </a:cubicBezTo>
                  <a:cubicBezTo>
                    <a:pt x="7358" y="4489"/>
                    <a:pt x="7894" y="4203"/>
                    <a:pt x="8144" y="4072"/>
                  </a:cubicBezTo>
                  <a:lnTo>
                    <a:pt x="11406" y="2346"/>
                  </a:lnTo>
                  <a:cubicBezTo>
                    <a:pt x="11656" y="2215"/>
                    <a:pt x="11847" y="1988"/>
                    <a:pt x="11930" y="1714"/>
                  </a:cubicBezTo>
                  <a:cubicBezTo>
                    <a:pt x="12025" y="1441"/>
                    <a:pt x="11990" y="1143"/>
                    <a:pt x="11859" y="881"/>
                  </a:cubicBezTo>
                  <a:cubicBezTo>
                    <a:pt x="11668" y="516"/>
                    <a:pt x="11285" y="307"/>
                    <a:pt x="10894" y="307"/>
                  </a:cubicBezTo>
                  <a:cubicBezTo>
                    <a:pt x="10724" y="307"/>
                    <a:pt x="10553" y="346"/>
                    <a:pt x="10394" y="429"/>
                  </a:cubicBezTo>
                  <a:lnTo>
                    <a:pt x="6977" y="2238"/>
                  </a:lnTo>
                  <a:lnTo>
                    <a:pt x="6929" y="2000"/>
                  </a:lnTo>
                  <a:cubicBezTo>
                    <a:pt x="6846" y="1548"/>
                    <a:pt x="6703" y="1024"/>
                    <a:pt x="6287" y="595"/>
                  </a:cubicBezTo>
                  <a:cubicBezTo>
                    <a:pt x="5902" y="211"/>
                    <a:pt x="5356" y="1"/>
                    <a:pt x="47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42"/>
            <p:cNvSpPr/>
            <p:nvPr/>
          </p:nvSpPr>
          <p:spPr>
            <a:xfrm flipH="1" rot="-1474120">
              <a:off x="1048745" y="865929"/>
              <a:ext cx="320013" cy="130255"/>
            </a:xfrm>
            <a:custGeom>
              <a:rect b="b" l="l" r="r" t="t"/>
              <a:pathLst>
                <a:path extrusionOk="0" h="5210" w="12800">
                  <a:moveTo>
                    <a:pt x="5177" y="1"/>
                  </a:moveTo>
                  <a:cubicBezTo>
                    <a:pt x="4961" y="1"/>
                    <a:pt x="4742" y="26"/>
                    <a:pt x="4525" y="78"/>
                  </a:cubicBezTo>
                  <a:cubicBezTo>
                    <a:pt x="3917" y="233"/>
                    <a:pt x="3453" y="543"/>
                    <a:pt x="3072" y="781"/>
                  </a:cubicBezTo>
                  <a:lnTo>
                    <a:pt x="846" y="2245"/>
                  </a:lnTo>
                  <a:cubicBezTo>
                    <a:pt x="179" y="2686"/>
                    <a:pt x="0" y="3591"/>
                    <a:pt x="441" y="4245"/>
                  </a:cubicBezTo>
                  <a:cubicBezTo>
                    <a:pt x="720" y="4669"/>
                    <a:pt x="1182" y="4900"/>
                    <a:pt x="1653" y="4900"/>
                  </a:cubicBezTo>
                  <a:cubicBezTo>
                    <a:pt x="1923" y="4900"/>
                    <a:pt x="2197" y="4823"/>
                    <a:pt x="2441" y="4662"/>
                  </a:cubicBezTo>
                  <a:lnTo>
                    <a:pt x="4667" y="3198"/>
                  </a:lnTo>
                  <a:cubicBezTo>
                    <a:pt x="4739" y="3150"/>
                    <a:pt x="4822" y="3091"/>
                    <a:pt x="4894" y="3043"/>
                  </a:cubicBezTo>
                  <a:cubicBezTo>
                    <a:pt x="5001" y="3591"/>
                    <a:pt x="5227" y="4472"/>
                    <a:pt x="6120" y="4960"/>
                  </a:cubicBezTo>
                  <a:cubicBezTo>
                    <a:pt x="6441" y="5126"/>
                    <a:pt x="6799" y="5210"/>
                    <a:pt x="7156" y="5210"/>
                  </a:cubicBezTo>
                  <a:cubicBezTo>
                    <a:pt x="7858" y="5210"/>
                    <a:pt x="8442" y="4900"/>
                    <a:pt x="8716" y="4757"/>
                  </a:cubicBezTo>
                  <a:lnTo>
                    <a:pt x="11978" y="3031"/>
                  </a:lnTo>
                  <a:cubicBezTo>
                    <a:pt x="12323" y="2852"/>
                    <a:pt x="12573" y="2555"/>
                    <a:pt x="12680" y="2186"/>
                  </a:cubicBezTo>
                  <a:cubicBezTo>
                    <a:pt x="12799" y="1817"/>
                    <a:pt x="12764" y="1424"/>
                    <a:pt x="12585" y="1078"/>
                  </a:cubicBezTo>
                  <a:cubicBezTo>
                    <a:pt x="12329" y="592"/>
                    <a:pt x="11828" y="311"/>
                    <a:pt x="11310" y="311"/>
                  </a:cubicBezTo>
                  <a:cubicBezTo>
                    <a:pt x="11081" y="311"/>
                    <a:pt x="10848" y="366"/>
                    <a:pt x="10632" y="483"/>
                  </a:cubicBezTo>
                  <a:lnTo>
                    <a:pt x="7644" y="2055"/>
                  </a:lnTo>
                  <a:cubicBezTo>
                    <a:pt x="7549" y="1674"/>
                    <a:pt x="7382" y="1138"/>
                    <a:pt x="6942" y="697"/>
                  </a:cubicBezTo>
                  <a:cubicBezTo>
                    <a:pt x="6491" y="247"/>
                    <a:pt x="5849" y="1"/>
                    <a:pt x="517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87" name="Google Shape;1187;p42"/>
          <p:cNvSpPr txBox="1"/>
          <p:nvPr>
            <p:ph idx="1" type="subTitle"/>
          </p:nvPr>
        </p:nvSpPr>
        <p:spPr>
          <a:xfrm>
            <a:off x="2350175" y="1419900"/>
            <a:ext cx="6269700" cy="31065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Thuật toán </a:t>
            </a:r>
            <a:r>
              <a:rPr b="1" lang="en">
                <a:highlight>
                  <a:schemeClr val="lt2"/>
                </a:highlight>
              </a:rPr>
              <a:t>Bubble sort</a:t>
            </a:r>
            <a:r>
              <a:rPr lang="en"/>
              <a:t> là một thuật toán sắp xếp đơn giản nhưng không hiệu quả cao, được sử dụng để sắp xếp một danh sách các phần tử theo thứ tự tăng dần hoặc giảm dần. </a:t>
            </a:r>
            <a:endParaRPr/>
          </a:p>
          <a:p>
            <a:pPr indent="0" lvl="0" marL="0" rtl="0" algn="just">
              <a:spcBef>
                <a:spcPts val="500"/>
              </a:spcBef>
              <a:spcAft>
                <a:spcPts val="0"/>
              </a:spcAft>
              <a:buNone/>
            </a:pPr>
            <a:r>
              <a:rPr b="1" lang="en">
                <a:highlight>
                  <a:schemeClr val="lt2"/>
                </a:highlight>
              </a:rPr>
              <a:t>Bubble sort</a:t>
            </a:r>
            <a:r>
              <a:rPr lang="en"/>
              <a:t> hoạt động bằng cách so sánh các phần tử liền kề trong danh sách và hoán đổi chúng nếu chúng không theo thứ tự mong muốn. Quá trình này được lặp lại cho đến khi không còn phần tử nào cần hoán đổi, tức là danh sách đã được sắp xếp.</a:t>
            </a:r>
            <a:endParaRPr/>
          </a:p>
          <a:p>
            <a:pPr indent="0" lvl="0" marL="0" rtl="0" algn="just">
              <a:spcBef>
                <a:spcPts val="500"/>
              </a:spcBef>
              <a:spcAft>
                <a:spcPts val="500"/>
              </a:spcAft>
              <a:buNone/>
            </a:pPr>
            <a:r>
              <a:rPr b="1" lang="en">
                <a:highlight>
                  <a:schemeClr val="lt2"/>
                </a:highlight>
              </a:rPr>
              <a:t>Bubble sort</a:t>
            </a:r>
            <a:r>
              <a:rPr lang="en"/>
              <a:t> thường được sử dụng để giới thiệu các khái niệm cơ bản về thuật toán sắp xếp và làm quen với việc thao tác trên mảng. Ngoài ra, nếu danh sách đầu vào đã gần như sắp xếp,</a:t>
            </a:r>
            <a:r>
              <a:rPr b="1" lang="en">
                <a:highlight>
                  <a:schemeClr val="lt2"/>
                </a:highlight>
              </a:rPr>
              <a:t> Bubble sort</a:t>
            </a:r>
            <a:r>
              <a:rPr lang="en"/>
              <a:t> có thể là thuật toán hiệu quả hơn so với các thuật toán sắp xếp khác.</a:t>
            </a:r>
            <a:endParaRPr/>
          </a:p>
        </p:txBody>
      </p:sp>
      <p:sp>
        <p:nvSpPr>
          <p:cNvPr id="1188" name="Google Shape;1188;p42"/>
          <p:cNvSpPr txBox="1"/>
          <p:nvPr>
            <p:ph idx="12" type="sldNum"/>
          </p:nvPr>
        </p:nvSpPr>
        <p:spPr>
          <a:xfrm>
            <a:off x="8556784" y="254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43"/>
          <p:cNvSpPr txBox="1"/>
          <p:nvPr>
            <p:ph type="title"/>
          </p:nvPr>
        </p:nvSpPr>
        <p:spPr>
          <a:xfrm>
            <a:off x="1080149" y="1481968"/>
            <a:ext cx="1074000" cy="705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194" name="Google Shape;1194;p43"/>
          <p:cNvSpPr txBox="1"/>
          <p:nvPr>
            <p:ph idx="2" type="title"/>
          </p:nvPr>
        </p:nvSpPr>
        <p:spPr>
          <a:xfrm>
            <a:off x="1080149" y="2474275"/>
            <a:ext cx="3469800" cy="70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BÀI TẬP </a:t>
            </a:r>
            <a:r>
              <a:rPr lang="en">
                <a:highlight>
                  <a:schemeClr val="lt2"/>
                </a:highlight>
              </a:rPr>
              <a:t>TẠI LỚP</a:t>
            </a:r>
            <a:endParaRPr>
              <a:highlight>
                <a:schemeClr val="lt2"/>
              </a:highlight>
            </a:endParaRPr>
          </a:p>
        </p:txBody>
      </p:sp>
      <p:sp>
        <p:nvSpPr>
          <p:cNvPr id="1195" name="Google Shape;1195;p43"/>
          <p:cNvSpPr txBox="1"/>
          <p:nvPr>
            <p:ph idx="3" type="title"/>
          </p:nvPr>
        </p:nvSpPr>
        <p:spPr>
          <a:xfrm>
            <a:off x="1080125" y="3179300"/>
            <a:ext cx="3469800" cy="6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Làm quen với thuật toán sắp xếp mảng cơ bản nhất</a:t>
            </a:r>
            <a:endParaRPr/>
          </a:p>
        </p:txBody>
      </p:sp>
      <p:sp>
        <p:nvSpPr>
          <p:cNvPr id="1196" name="Google Shape;1196;p43"/>
          <p:cNvSpPr/>
          <p:nvPr/>
        </p:nvSpPr>
        <p:spPr>
          <a:xfrm>
            <a:off x="5719125" y="3490750"/>
            <a:ext cx="960530" cy="1078119"/>
          </a:xfrm>
          <a:custGeom>
            <a:rect b="b" l="l" r="r" t="t"/>
            <a:pathLst>
              <a:path extrusionOk="0" h="32970" w="29374">
                <a:moveTo>
                  <a:pt x="16518" y="0"/>
                </a:moveTo>
                <a:cubicBezTo>
                  <a:pt x="16165" y="0"/>
                  <a:pt x="15808" y="81"/>
                  <a:pt x="15502" y="244"/>
                </a:cubicBezTo>
                <a:cubicBezTo>
                  <a:pt x="14574" y="744"/>
                  <a:pt x="14026" y="1756"/>
                  <a:pt x="13621" y="2732"/>
                </a:cubicBezTo>
                <a:cubicBezTo>
                  <a:pt x="12883" y="4506"/>
                  <a:pt x="12395" y="6375"/>
                  <a:pt x="12169" y="8280"/>
                </a:cubicBezTo>
                <a:cubicBezTo>
                  <a:pt x="11692" y="6328"/>
                  <a:pt x="10942" y="4435"/>
                  <a:pt x="9954" y="2685"/>
                </a:cubicBezTo>
                <a:cubicBezTo>
                  <a:pt x="9560" y="1992"/>
                  <a:pt x="8927" y="1223"/>
                  <a:pt x="8175" y="1223"/>
                </a:cubicBezTo>
                <a:cubicBezTo>
                  <a:pt x="8087" y="1223"/>
                  <a:pt x="7997" y="1233"/>
                  <a:pt x="7906" y="1256"/>
                </a:cubicBezTo>
                <a:cubicBezTo>
                  <a:pt x="6918" y="1506"/>
                  <a:pt x="6775" y="2839"/>
                  <a:pt x="6942" y="3851"/>
                </a:cubicBezTo>
                <a:lnTo>
                  <a:pt x="6942" y="3839"/>
                </a:lnTo>
                <a:cubicBezTo>
                  <a:pt x="7180" y="5280"/>
                  <a:pt x="8537" y="7459"/>
                  <a:pt x="8049" y="8792"/>
                </a:cubicBezTo>
                <a:cubicBezTo>
                  <a:pt x="6287" y="8221"/>
                  <a:pt x="4763" y="7137"/>
                  <a:pt x="2798" y="6828"/>
                </a:cubicBezTo>
                <a:cubicBezTo>
                  <a:pt x="2549" y="6792"/>
                  <a:pt x="2291" y="6764"/>
                  <a:pt x="2037" y="6764"/>
                </a:cubicBezTo>
                <a:cubicBezTo>
                  <a:pt x="1622" y="6764"/>
                  <a:pt x="1216" y="6837"/>
                  <a:pt x="869" y="7066"/>
                </a:cubicBezTo>
                <a:cubicBezTo>
                  <a:pt x="119" y="7578"/>
                  <a:pt x="0" y="8709"/>
                  <a:pt x="393" y="9531"/>
                </a:cubicBezTo>
                <a:cubicBezTo>
                  <a:pt x="774" y="10364"/>
                  <a:pt x="1536" y="10947"/>
                  <a:pt x="2286" y="11447"/>
                </a:cubicBezTo>
                <a:cubicBezTo>
                  <a:pt x="4096" y="12650"/>
                  <a:pt x="6049" y="13603"/>
                  <a:pt x="8108" y="14281"/>
                </a:cubicBezTo>
                <a:cubicBezTo>
                  <a:pt x="6192" y="15198"/>
                  <a:pt x="4334" y="16210"/>
                  <a:pt x="2524" y="17305"/>
                </a:cubicBezTo>
                <a:cubicBezTo>
                  <a:pt x="1489" y="17936"/>
                  <a:pt x="310" y="19008"/>
                  <a:pt x="739" y="20151"/>
                </a:cubicBezTo>
                <a:cubicBezTo>
                  <a:pt x="1048" y="21008"/>
                  <a:pt x="2108" y="21306"/>
                  <a:pt x="3025" y="21353"/>
                </a:cubicBezTo>
                <a:cubicBezTo>
                  <a:pt x="3152" y="21359"/>
                  <a:pt x="3279" y="21362"/>
                  <a:pt x="3407" y="21362"/>
                </a:cubicBezTo>
                <a:cubicBezTo>
                  <a:pt x="5128" y="21362"/>
                  <a:pt x="6858" y="20841"/>
                  <a:pt x="8299" y="19877"/>
                </a:cubicBezTo>
                <a:lnTo>
                  <a:pt x="8299" y="19877"/>
                </a:lnTo>
                <a:cubicBezTo>
                  <a:pt x="7085" y="22068"/>
                  <a:pt x="6299" y="24509"/>
                  <a:pt x="6013" y="26997"/>
                </a:cubicBezTo>
                <a:cubicBezTo>
                  <a:pt x="5942" y="27640"/>
                  <a:pt x="5918" y="28342"/>
                  <a:pt x="6287" y="28878"/>
                </a:cubicBezTo>
                <a:cubicBezTo>
                  <a:pt x="6610" y="29351"/>
                  <a:pt x="7177" y="29573"/>
                  <a:pt x="7759" y="29573"/>
                </a:cubicBezTo>
                <a:cubicBezTo>
                  <a:pt x="8057" y="29573"/>
                  <a:pt x="8358" y="29515"/>
                  <a:pt x="8632" y="29402"/>
                </a:cubicBezTo>
                <a:cubicBezTo>
                  <a:pt x="9430" y="29069"/>
                  <a:pt x="10013" y="28366"/>
                  <a:pt x="10514" y="27652"/>
                </a:cubicBezTo>
                <a:cubicBezTo>
                  <a:pt x="11502" y="26199"/>
                  <a:pt x="12240" y="24568"/>
                  <a:pt x="12669" y="22854"/>
                </a:cubicBezTo>
                <a:cubicBezTo>
                  <a:pt x="12788" y="25152"/>
                  <a:pt x="13002" y="27438"/>
                  <a:pt x="13288" y="29724"/>
                </a:cubicBezTo>
                <a:cubicBezTo>
                  <a:pt x="13431" y="30878"/>
                  <a:pt x="13704" y="32200"/>
                  <a:pt x="14728" y="32748"/>
                </a:cubicBezTo>
                <a:cubicBezTo>
                  <a:pt x="15016" y="32901"/>
                  <a:pt x="15318" y="32969"/>
                  <a:pt x="15623" y="32969"/>
                </a:cubicBezTo>
                <a:cubicBezTo>
                  <a:pt x="16670" y="32969"/>
                  <a:pt x="17743" y="32164"/>
                  <a:pt x="18324" y="31224"/>
                </a:cubicBezTo>
                <a:cubicBezTo>
                  <a:pt x="19896" y="28712"/>
                  <a:pt x="19455" y="25402"/>
                  <a:pt x="18276" y="22675"/>
                </a:cubicBezTo>
                <a:lnTo>
                  <a:pt x="18276" y="22675"/>
                </a:lnTo>
                <a:cubicBezTo>
                  <a:pt x="19669" y="24580"/>
                  <a:pt x="21324" y="26283"/>
                  <a:pt x="23182" y="27747"/>
                </a:cubicBezTo>
                <a:cubicBezTo>
                  <a:pt x="23813" y="28247"/>
                  <a:pt x="24503" y="28735"/>
                  <a:pt x="25289" y="28902"/>
                </a:cubicBezTo>
                <a:cubicBezTo>
                  <a:pt x="25460" y="28938"/>
                  <a:pt x="25636" y="28956"/>
                  <a:pt x="25813" y="28956"/>
                </a:cubicBezTo>
                <a:cubicBezTo>
                  <a:pt x="26462" y="28956"/>
                  <a:pt x="27112" y="28709"/>
                  <a:pt x="27468" y="28176"/>
                </a:cubicBezTo>
                <a:cubicBezTo>
                  <a:pt x="27778" y="27723"/>
                  <a:pt x="27825" y="27152"/>
                  <a:pt x="27813" y="26604"/>
                </a:cubicBezTo>
                <a:cubicBezTo>
                  <a:pt x="27754" y="22782"/>
                  <a:pt x="25015" y="19151"/>
                  <a:pt x="21348" y="18055"/>
                </a:cubicBezTo>
                <a:cubicBezTo>
                  <a:pt x="22682" y="17948"/>
                  <a:pt x="24027" y="17853"/>
                  <a:pt x="25361" y="17746"/>
                </a:cubicBezTo>
                <a:cubicBezTo>
                  <a:pt x="26432" y="17663"/>
                  <a:pt x="27599" y="17543"/>
                  <a:pt x="28361" y="16793"/>
                </a:cubicBezTo>
                <a:cubicBezTo>
                  <a:pt x="29373" y="15805"/>
                  <a:pt x="29218" y="14019"/>
                  <a:pt x="28278" y="12971"/>
                </a:cubicBezTo>
                <a:cubicBezTo>
                  <a:pt x="27447" y="12046"/>
                  <a:pt x="26170" y="11641"/>
                  <a:pt x="24916" y="11641"/>
                </a:cubicBezTo>
                <a:cubicBezTo>
                  <a:pt x="24750" y="11641"/>
                  <a:pt x="24584" y="11648"/>
                  <a:pt x="24420" y="11662"/>
                </a:cubicBezTo>
                <a:cubicBezTo>
                  <a:pt x="23015" y="11769"/>
                  <a:pt x="21694" y="12305"/>
                  <a:pt x="20384" y="12829"/>
                </a:cubicBezTo>
                <a:cubicBezTo>
                  <a:pt x="22372" y="11293"/>
                  <a:pt x="24218" y="9566"/>
                  <a:pt x="25896" y="7697"/>
                </a:cubicBezTo>
                <a:cubicBezTo>
                  <a:pt x="26647" y="6876"/>
                  <a:pt x="27409" y="5840"/>
                  <a:pt x="27158" y="4744"/>
                </a:cubicBezTo>
                <a:cubicBezTo>
                  <a:pt x="26936" y="3708"/>
                  <a:pt x="25796" y="3068"/>
                  <a:pt x="24723" y="3068"/>
                </a:cubicBezTo>
                <a:cubicBezTo>
                  <a:pt x="24650" y="3068"/>
                  <a:pt x="24576" y="3071"/>
                  <a:pt x="24503" y="3077"/>
                </a:cubicBezTo>
                <a:cubicBezTo>
                  <a:pt x="23360" y="3161"/>
                  <a:pt x="22336" y="3792"/>
                  <a:pt x="21396" y="4447"/>
                </a:cubicBezTo>
                <a:cubicBezTo>
                  <a:pt x="19550" y="5721"/>
                  <a:pt x="17812" y="7161"/>
                  <a:pt x="16205" y="8733"/>
                </a:cubicBezTo>
                <a:cubicBezTo>
                  <a:pt x="16812" y="6733"/>
                  <a:pt x="17431" y="4732"/>
                  <a:pt x="18038" y="2744"/>
                </a:cubicBezTo>
                <a:cubicBezTo>
                  <a:pt x="18205" y="2184"/>
                  <a:pt x="18372" y="1577"/>
                  <a:pt x="18193" y="1030"/>
                </a:cubicBezTo>
                <a:cubicBezTo>
                  <a:pt x="17968" y="347"/>
                  <a:pt x="17250" y="0"/>
                  <a:pt x="165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43"/>
          <p:cNvSpPr/>
          <p:nvPr/>
        </p:nvSpPr>
        <p:spPr>
          <a:xfrm>
            <a:off x="4549950" y="1573203"/>
            <a:ext cx="2253450" cy="769750"/>
          </a:xfrm>
          <a:custGeom>
            <a:rect b="b" l="l" r="r" t="t"/>
            <a:pathLst>
              <a:path extrusionOk="0" h="30790" w="90138">
                <a:moveTo>
                  <a:pt x="90138" y="7932"/>
                </a:moveTo>
                <a:cubicBezTo>
                  <a:pt x="86375" y="15458"/>
                  <a:pt x="81013" y="24976"/>
                  <a:pt x="72683" y="26168"/>
                </a:cubicBezTo>
                <a:cubicBezTo>
                  <a:pt x="64963" y="27273"/>
                  <a:pt x="52902" y="19532"/>
                  <a:pt x="54187" y="11840"/>
                </a:cubicBezTo>
                <a:cubicBezTo>
                  <a:pt x="54744" y="8504"/>
                  <a:pt x="59679" y="6554"/>
                  <a:pt x="63044" y="6890"/>
                </a:cubicBezTo>
                <a:cubicBezTo>
                  <a:pt x="66283" y="7213"/>
                  <a:pt x="69289" y="10505"/>
                  <a:pt x="70078" y="13663"/>
                </a:cubicBezTo>
                <a:cubicBezTo>
                  <a:pt x="71828" y="20663"/>
                  <a:pt x="63389" y="29152"/>
                  <a:pt x="56271" y="30336"/>
                </a:cubicBezTo>
                <a:cubicBezTo>
                  <a:pt x="48517" y="31626"/>
                  <a:pt x="38638" y="29862"/>
                  <a:pt x="33607" y="23823"/>
                </a:cubicBezTo>
                <a:cubicBezTo>
                  <a:pt x="30583" y="20193"/>
                  <a:pt x="27824" y="14717"/>
                  <a:pt x="29438" y="10277"/>
                </a:cubicBezTo>
                <a:cubicBezTo>
                  <a:pt x="30459" y="7469"/>
                  <a:pt x="33816" y="5714"/>
                  <a:pt x="36733" y="5066"/>
                </a:cubicBezTo>
                <a:cubicBezTo>
                  <a:pt x="41328" y="4045"/>
                  <a:pt x="46190" y="13275"/>
                  <a:pt x="43767" y="17310"/>
                </a:cubicBezTo>
                <a:cubicBezTo>
                  <a:pt x="40070" y="23468"/>
                  <a:pt x="29805" y="24845"/>
                  <a:pt x="22926" y="22781"/>
                </a:cubicBezTo>
                <a:cubicBezTo>
                  <a:pt x="17926" y="21281"/>
                  <a:pt x="12841" y="16728"/>
                  <a:pt x="11984" y="11579"/>
                </a:cubicBezTo>
                <a:cubicBezTo>
                  <a:pt x="11277" y="7326"/>
                  <a:pt x="13767" y="-818"/>
                  <a:pt x="17976" y="117"/>
                </a:cubicBezTo>
                <a:cubicBezTo>
                  <a:pt x="22172" y="1049"/>
                  <a:pt x="20103" y="11190"/>
                  <a:pt x="16152" y="12882"/>
                </a:cubicBezTo>
                <a:cubicBezTo>
                  <a:pt x="11139" y="15029"/>
                  <a:pt x="4878" y="12715"/>
                  <a:pt x="0" y="10277"/>
                </a:cubicBezTo>
              </a:path>
            </a:pathLst>
          </a:custGeom>
          <a:noFill/>
          <a:ln cap="flat" cmpd="sng" w="19050">
            <a:solidFill>
              <a:schemeClr val="lt2"/>
            </a:solidFill>
            <a:prstDash val="solid"/>
            <a:round/>
            <a:headEnd len="med" w="med" type="none"/>
            <a:tailEnd len="med" w="med" type="none"/>
          </a:ln>
        </p:spPr>
      </p:sp>
      <p:grpSp>
        <p:nvGrpSpPr>
          <p:cNvPr id="1198" name="Google Shape;1198;p43"/>
          <p:cNvGrpSpPr/>
          <p:nvPr/>
        </p:nvGrpSpPr>
        <p:grpSpPr>
          <a:xfrm>
            <a:off x="6591252" y="1298122"/>
            <a:ext cx="982464" cy="494387"/>
            <a:chOff x="2154725" y="2367075"/>
            <a:chExt cx="787925" cy="396525"/>
          </a:xfrm>
        </p:grpSpPr>
        <p:sp>
          <p:nvSpPr>
            <p:cNvPr id="1199" name="Google Shape;1199;p43"/>
            <p:cNvSpPr/>
            <p:nvPr/>
          </p:nvSpPr>
          <p:spPr>
            <a:xfrm>
              <a:off x="2333325" y="2387025"/>
              <a:ext cx="581050" cy="332800"/>
            </a:xfrm>
            <a:custGeom>
              <a:rect b="b" l="l" r="r" t="t"/>
              <a:pathLst>
                <a:path extrusionOk="0" h="13312" w="23242">
                  <a:moveTo>
                    <a:pt x="23241" y="1"/>
                  </a:moveTo>
                  <a:lnTo>
                    <a:pt x="0" y="8383"/>
                  </a:lnTo>
                  <a:lnTo>
                    <a:pt x="4763" y="10847"/>
                  </a:lnTo>
                  <a:cubicBezTo>
                    <a:pt x="4775" y="10847"/>
                    <a:pt x="4786" y="10859"/>
                    <a:pt x="4798" y="10859"/>
                  </a:cubicBezTo>
                  <a:lnTo>
                    <a:pt x="9525" y="13312"/>
                  </a:lnTo>
                  <a:lnTo>
                    <a:pt x="232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43"/>
            <p:cNvSpPr/>
            <p:nvPr/>
          </p:nvSpPr>
          <p:spPr>
            <a:xfrm>
              <a:off x="2171700" y="2381375"/>
              <a:ext cx="709625" cy="145275"/>
            </a:xfrm>
            <a:custGeom>
              <a:rect b="b" l="l" r="r" t="t"/>
              <a:pathLst>
                <a:path extrusionOk="0" h="5811" w="28385">
                  <a:moveTo>
                    <a:pt x="28385" y="0"/>
                  </a:moveTo>
                  <a:lnTo>
                    <a:pt x="0" y="1179"/>
                  </a:lnTo>
                  <a:lnTo>
                    <a:pt x="4036" y="5799"/>
                  </a:lnTo>
                  <a:lnTo>
                    <a:pt x="4036" y="5811"/>
                  </a:lnTo>
                  <a:lnTo>
                    <a:pt x="4048" y="5799"/>
                  </a:lnTo>
                  <a:lnTo>
                    <a:pt x="2838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43"/>
            <p:cNvSpPr/>
            <p:nvPr/>
          </p:nvSpPr>
          <p:spPr>
            <a:xfrm>
              <a:off x="2264850" y="2527100"/>
              <a:ext cx="191725" cy="235000"/>
            </a:xfrm>
            <a:custGeom>
              <a:rect b="b" l="l" r="r" t="t"/>
              <a:pathLst>
                <a:path extrusionOk="0" h="9400" w="7669">
                  <a:moveTo>
                    <a:pt x="250" y="0"/>
                  </a:moveTo>
                  <a:cubicBezTo>
                    <a:pt x="233" y="0"/>
                    <a:pt x="215" y="6"/>
                    <a:pt x="191" y="6"/>
                  </a:cubicBezTo>
                  <a:cubicBezTo>
                    <a:pt x="84" y="29"/>
                    <a:pt x="1" y="148"/>
                    <a:pt x="36" y="256"/>
                  </a:cubicBezTo>
                  <a:lnTo>
                    <a:pt x="36" y="315"/>
                  </a:lnTo>
                  <a:lnTo>
                    <a:pt x="1977" y="9233"/>
                  </a:lnTo>
                  <a:cubicBezTo>
                    <a:pt x="1989" y="9245"/>
                    <a:pt x="1989" y="9257"/>
                    <a:pt x="1989" y="9269"/>
                  </a:cubicBezTo>
                  <a:cubicBezTo>
                    <a:pt x="2001" y="9280"/>
                    <a:pt x="2001" y="9292"/>
                    <a:pt x="2013" y="9304"/>
                  </a:cubicBezTo>
                  <a:cubicBezTo>
                    <a:pt x="2025" y="9328"/>
                    <a:pt x="2049" y="9340"/>
                    <a:pt x="2072" y="9364"/>
                  </a:cubicBezTo>
                  <a:cubicBezTo>
                    <a:pt x="2084" y="9364"/>
                    <a:pt x="2096" y="9376"/>
                    <a:pt x="2108" y="9376"/>
                  </a:cubicBezTo>
                  <a:cubicBezTo>
                    <a:pt x="2108" y="9388"/>
                    <a:pt x="2108" y="9388"/>
                    <a:pt x="2120" y="9388"/>
                  </a:cubicBezTo>
                  <a:cubicBezTo>
                    <a:pt x="2132" y="9400"/>
                    <a:pt x="2168" y="9400"/>
                    <a:pt x="2191" y="9400"/>
                  </a:cubicBezTo>
                  <a:lnTo>
                    <a:pt x="2227" y="9400"/>
                  </a:lnTo>
                  <a:cubicBezTo>
                    <a:pt x="2227" y="9400"/>
                    <a:pt x="2239" y="9400"/>
                    <a:pt x="2251" y="9388"/>
                  </a:cubicBezTo>
                  <a:cubicBezTo>
                    <a:pt x="2263" y="9388"/>
                    <a:pt x="2275" y="9376"/>
                    <a:pt x="2287" y="9376"/>
                  </a:cubicBezTo>
                  <a:cubicBezTo>
                    <a:pt x="2299" y="9376"/>
                    <a:pt x="2299" y="9364"/>
                    <a:pt x="2310" y="9364"/>
                  </a:cubicBezTo>
                  <a:lnTo>
                    <a:pt x="7454" y="5697"/>
                  </a:lnTo>
                  <a:lnTo>
                    <a:pt x="7561" y="5613"/>
                  </a:lnTo>
                  <a:cubicBezTo>
                    <a:pt x="7656" y="5542"/>
                    <a:pt x="7668" y="5411"/>
                    <a:pt x="7609" y="5316"/>
                  </a:cubicBezTo>
                  <a:cubicBezTo>
                    <a:pt x="7585" y="5292"/>
                    <a:pt x="7561" y="5268"/>
                    <a:pt x="7537" y="5256"/>
                  </a:cubicBezTo>
                  <a:cubicBezTo>
                    <a:pt x="7525" y="5256"/>
                    <a:pt x="7514" y="5244"/>
                    <a:pt x="7502" y="5244"/>
                  </a:cubicBezTo>
                  <a:cubicBezTo>
                    <a:pt x="7481" y="5236"/>
                    <a:pt x="7458" y="5232"/>
                    <a:pt x="7435" y="5232"/>
                  </a:cubicBezTo>
                  <a:cubicBezTo>
                    <a:pt x="7393" y="5232"/>
                    <a:pt x="7350" y="5245"/>
                    <a:pt x="7311" y="5268"/>
                  </a:cubicBezTo>
                  <a:lnTo>
                    <a:pt x="7025" y="5471"/>
                  </a:lnTo>
                  <a:lnTo>
                    <a:pt x="2406" y="8769"/>
                  </a:lnTo>
                  <a:lnTo>
                    <a:pt x="2334" y="8828"/>
                  </a:lnTo>
                  <a:lnTo>
                    <a:pt x="1989" y="7245"/>
                  </a:lnTo>
                  <a:lnTo>
                    <a:pt x="489" y="375"/>
                  </a:lnTo>
                  <a:lnTo>
                    <a:pt x="441" y="172"/>
                  </a:lnTo>
                  <a:cubicBezTo>
                    <a:pt x="429" y="89"/>
                    <a:pt x="370" y="41"/>
                    <a:pt x="310" y="17"/>
                  </a:cubicBezTo>
                  <a:cubicBezTo>
                    <a:pt x="298" y="6"/>
                    <a:pt x="286" y="6"/>
                    <a:pt x="275" y="6"/>
                  </a:cubicBezTo>
                  <a:cubicBezTo>
                    <a:pt x="267" y="2"/>
                    <a:pt x="259" y="0"/>
                    <a:pt x="250" y="0"/>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43"/>
            <p:cNvSpPr/>
            <p:nvPr/>
          </p:nvSpPr>
          <p:spPr>
            <a:xfrm>
              <a:off x="2277050" y="2401025"/>
              <a:ext cx="567675" cy="307200"/>
            </a:xfrm>
            <a:custGeom>
              <a:rect b="b" l="l" r="r" t="t"/>
              <a:pathLst>
                <a:path extrusionOk="0" h="12288" w="22707">
                  <a:moveTo>
                    <a:pt x="22706" y="0"/>
                  </a:moveTo>
                  <a:lnTo>
                    <a:pt x="1" y="5418"/>
                  </a:lnTo>
                  <a:lnTo>
                    <a:pt x="1501" y="12288"/>
                  </a:lnTo>
                  <a:lnTo>
                    <a:pt x="1513" y="7775"/>
                  </a:lnTo>
                  <a:cubicBezTo>
                    <a:pt x="1513" y="7763"/>
                    <a:pt x="1513" y="7751"/>
                    <a:pt x="1513" y="7739"/>
                  </a:cubicBezTo>
                  <a:cubicBezTo>
                    <a:pt x="1513" y="7727"/>
                    <a:pt x="1525" y="7716"/>
                    <a:pt x="1525" y="7704"/>
                  </a:cubicBezTo>
                  <a:cubicBezTo>
                    <a:pt x="1537" y="7692"/>
                    <a:pt x="1537" y="7680"/>
                    <a:pt x="1549" y="7668"/>
                  </a:cubicBezTo>
                  <a:cubicBezTo>
                    <a:pt x="1561" y="7644"/>
                    <a:pt x="1584" y="7620"/>
                    <a:pt x="1608" y="7608"/>
                  </a:cubicBezTo>
                  <a:cubicBezTo>
                    <a:pt x="1620" y="7596"/>
                    <a:pt x="1632" y="7596"/>
                    <a:pt x="1644" y="7585"/>
                  </a:cubicBezTo>
                  <a:lnTo>
                    <a:pt x="1656" y="7585"/>
                  </a:lnTo>
                  <a:lnTo>
                    <a:pt x="2270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43"/>
            <p:cNvSpPr/>
            <p:nvPr/>
          </p:nvSpPr>
          <p:spPr>
            <a:xfrm>
              <a:off x="2324975" y="2604325"/>
              <a:ext cx="115525" cy="142000"/>
            </a:xfrm>
            <a:custGeom>
              <a:rect b="b" l="l" r="r" t="t"/>
              <a:pathLst>
                <a:path extrusionOk="0" h="5680" w="4621">
                  <a:moveTo>
                    <a:pt x="25" y="0"/>
                  </a:moveTo>
                  <a:lnTo>
                    <a:pt x="1" y="5680"/>
                  </a:lnTo>
                  <a:lnTo>
                    <a:pt x="4620" y="2382"/>
                  </a:lnTo>
                  <a:lnTo>
                    <a:pt x="2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43"/>
            <p:cNvSpPr/>
            <p:nvPr/>
          </p:nvSpPr>
          <p:spPr>
            <a:xfrm>
              <a:off x="2314275" y="2590325"/>
              <a:ext cx="11325" cy="171775"/>
            </a:xfrm>
            <a:custGeom>
              <a:rect b="b" l="l" r="r" t="t"/>
              <a:pathLst>
                <a:path extrusionOk="0" h="6871" w="453">
                  <a:moveTo>
                    <a:pt x="238" y="1"/>
                  </a:moveTo>
                  <a:cubicBezTo>
                    <a:pt x="214" y="1"/>
                    <a:pt x="179" y="1"/>
                    <a:pt x="155" y="13"/>
                  </a:cubicBezTo>
                  <a:cubicBezTo>
                    <a:pt x="143" y="24"/>
                    <a:pt x="131" y="24"/>
                    <a:pt x="119" y="36"/>
                  </a:cubicBezTo>
                  <a:cubicBezTo>
                    <a:pt x="95" y="48"/>
                    <a:pt x="83" y="72"/>
                    <a:pt x="60" y="96"/>
                  </a:cubicBezTo>
                  <a:cubicBezTo>
                    <a:pt x="60" y="108"/>
                    <a:pt x="48" y="120"/>
                    <a:pt x="48" y="132"/>
                  </a:cubicBezTo>
                  <a:cubicBezTo>
                    <a:pt x="36" y="144"/>
                    <a:pt x="36" y="155"/>
                    <a:pt x="36" y="167"/>
                  </a:cubicBezTo>
                  <a:cubicBezTo>
                    <a:pt x="24" y="179"/>
                    <a:pt x="24" y="191"/>
                    <a:pt x="24" y="215"/>
                  </a:cubicBezTo>
                  <a:lnTo>
                    <a:pt x="0" y="6656"/>
                  </a:lnTo>
                  <a:cubicBezTo>
                    <a:pt x="0" y="6668"/>
                    <a:pt x="0" y="6680"/>
                    <a:pt x="12" y="6704"/>
                  </a:cubicBezTo>
                  <a:cubicBezTo>
                    <a:pt x="12" y="6716"/>
                    <a:pt x="12" y="6728"/>
                    <a:pt x="24" y="6740"/>
                  </a:cubicBezTo>
                  <a:cubicBezTo>
                    <a:pt x="24" y="6751"/>
                    <a:pt x="24" y="6763"/>
                    <a:pt x="36" y="6775"/>
                  </a:cubicBezTo>
                  <a:cubicBezTo>
                    <a:pt x="48" y="6799"/>
                    <a:pt x="72" y="6811"/>
                    <a:pt x="95" y="6835"/>
                  </a:cubicBezTo>
                  <a:cubicBezTo>
                    <a:pt x="107" y="6835"/>
                    <a:pt x="119" y="6847"/>
                    <a:pt x="131" y="6847"/>
                  </a:cubicBezTo>
                  <a:cubicBezTo>
                    <a:pt x="131" y="6859"/>
                    <a:pt x="131" y="6859"/>
                    <a:pt x="143" y="6859"/>
                  </a:cubicBezTo>
                  <a:cubicBezTo>
                    <a:pt x="167" y="6871"/>
                    <a:pt x="191" y="6871"/>
                    <a:pt x="214" y="6871"/>
                  </a:cubicBezTo>
                  <a:lnTo>
                    <a:pt x="250" y="6871"/>
                  </a:lnTo>
                  <a:cubicBezTo>
                    <a:pt x="250" y="6871"/>
                    <a:pt x="262" y="6871"/>
                    <a:pt x="274" y="6859"/>
                  </a:cubicBezTo>
                  <a:cubicBezTo>
                    <a:pt x="286" y="6859"/>
                    <a:pt x="298" y="6847"/>
                    <a:pt x="310" y="6847"/>
                  </a:cubicBezTo>
                  <a:cubicBezTo>
                    <a:pt x="322" y="6847"/>
                    <a:pt x="322" y="6835"/>
                    <a:pt x="333" y="6835"/>
                  </a:cubicBezTo>
                  <a:cubicBezTo>
                    <a:pt x="393" y="6787"/>
                    <a:pt x="429" y="6728"/>
                    <a:pt x="429" y="6656"/>
                  </a:cubicBezTo>
                  <a:lnTo>
                    <a:pt x="453" y="215"/>
                  </a:lnTo>
                  <a:cubicBezTo>
                    <a:pt x="453" y="96"/>
                    <a:pt x="357" y="1"/>
                    <a:pt x="238"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43"/>
            <p:cNvSpPr/>
            <p:nvPr/>
          </p:nvSpPr>
          <p:spPr>
            <a:xfrm>
              <a:off x="2154725" y="2367075"/>
              <a:ext cx="787925" cy="396525"/>
            </a:xfrm>
            <a:custGeom>
              <a:rect b="b" l="l" r="r" t="t"/>
              <a:pathLst>
                <a:path extrusionOk="0" h="15861" w="31517">
                  <a:moveTo>
                    <a:pt x="29064" y="572"/>
                  </a:moveTo>
                  <a:lnTo>
                    <a:pt x="4751" y="6371"/>
                  </a:lnTo>
                  <a:lnTo>
                    <a:pt x="4739" y="6359"/>
                  </a:lnTo>
                  <a:cubicBezTo>
                    <a:pt x="4715" y="6359"/>
                    <a:pt x="4703" y="6347"/>
                    <a:pt x="4691" y="6347"/>
                  </a:cubicBezTo>
                  <a:lnTo>
                    <a:pt x="679" y="1751"/>
                  </a:lnTo>
                  <a:lnTo>
                    <a:pt x="29064" y="572"/>
                  </a:lnTo>
                  <a:close/>
                  <a:moveTo>
                    <a:pt x="27099" y="1477"/>
                  </a:moveTo>
                  <a:lnTo>
                    <a:pt x="6513" y="8895"/>
                  </a:lnTo>
                  <a:cubicBezTo>
                    <a:pt x="6501" y="8907"/>
                    <a:pt x="6477" y="8907"/>
                    <a:pt x="6465" y="8919"/>
                  </a:cubicBezTo>
                  <a:cubicBezTo>
                    <a:pt x="6442" y="8943"/>
                    <a:pt x="6418" y="8966"/>
                    <a:pt x="6394" y="8990"/>
                  </a:cubicBezTo>
                  <a:cubicBezTo>
                    <a:pt x="6382" y="9002"/>
                    <a:pt x="6382" y="9026"/>
                    <a:pt x="6370" y="9038"/>
                  </a:cubicBezTo>
                  <a:cubicBezTo>
                    <a:pt x="6358" y="9050"/>
                    <a:pt x="6358" y="9074"/>
                    <a:pt x="6358" y="9085"/>
                  </a:cubicBezTo>
                  <a:cubicBezTo>
                    <a:pt x="6346" y="9097"/>
                    <a:pt x="6346" y="9121"/>
                    <a:pt x="6346" y="9145"/>
                  </a:cubicBezTo>
                  <a:lnTo>
                    <a:pt x="6334" y="13122"/>
                  </a:lnTo>
                  <a:lnTo>
                    <a:pt x="4953" y="6764"/>
                  </a:lnTo>
                  <a:lnTo>
                    <a:pt x="27099" y="1477"/>
                  </a:lnTo>
                  <a:close/>
                  <a:moveTo>
                    <a:pt x="30588" y="715"/>
                  </a:moveTo>
                  <a:lnTo>
                    <a:pt x="16669" y="14038"/>
                  </a:lnTo>
                  <a:lnTo>
                    <a:pt x="11966" y="11610"/>
                  </a:lnTo>
                  <a:cubicBezTo>
                    <a:pt x="11954" y="11610"/>
                    <a:pt x="11942" y="11598"/>
                    <a:pt x="11942" y="11598"/>
                  </a:cubicBezTo>
                  <a:lnTo>
                    <a:pt x="7120" y="9169"/>
                  </a:lnTo>
                  <a:lnTo>
                    <a:pt x="30588" y="715"/>
                  </a:lnTo>
                  <a:close/>
                  <a:moveTo>
                    <a:pt x="6465" y="9359"/>
                  </a:moveTo>
                  <a:cubicBezTo>
                    <a:pt x="6477" y="9371"/>
                    <a:pt x="6477" y="9383"/>
                    <a:pt x="6489" y="9383"/>
                  </a:cubicBezTo>
                  <a:lnTo>
                    <a:pt x="6775" y="9526"/>
                  </a:lnTo>
                  <a:lnTo>
                    <a:pt x="6751" y="15039"/>
                  </a:lnTo>
                  <a:lnTo>
                    <a:pt x="6442" y="13646"/>
                  </a:lnTo>
                  <a:lnTo>
                    <a:pt x="6465" y="9359"/>
                  </a:lnTo>
                  <a:close/>
                  <a:moveTo>
                    <a:pt x="6882" y="9586"/>
                  </a:moveTo>
                  <a:lnTo>
                    <a:pt x="11323" y="11883"/>
                  </a:lnTo>
                  <a:lnTo>
                    <a:pt x="6870" y="15062"/>
                  </a:lnTo>
                  <a:lnTo>
                    <a:pt x="6870" y="15062"/>
                  </a:lnTo>
                  <a:lnTo>
                    <a:pt x="6882" y="9586"/>
                  </a:lnTo>
                  <a:close/>
                  <a:moveTo>
                    <a:pt x="4834" y="6788"/>
                  </a:moveTo>
                  <a:lnTo>
                    <a:pt x="6334" y="13657"/>
                  </a:lnTo>
                  <a:lnTo>
                    <a:pt x="6323" y="15086"/>
                  </a:lnTo>
                  <a:lnTo>
                    <a:pt x="4525" y="6788"/>
                  </a:lnTo>
                  <a:lnTo>
                    <a:pt x="4525" y="6788"/>
                  </a:lnTo>
                  <a:cubicBezTo>
                    <a:pt x="4560" y="6811"/>
                    <a:pt x="4596" y="6823"/>
                    <a:pt x="4644" y="6823"/>
                  </a:cubicBezTo>
                  <a:lnTo>
                    <a:pt x="4691" y="6823"/>
                  </a:lnTo>
                  <a:lnTo>
                    <a:pt x="4834" y="6788"/>
                  </a:lnTo>
                  <a:close/>
                  <a:moveTo>
                    <a:pt x="11442" y="11943"/>
                  </a:moveTo>
                  <a:lnTo>
                    <a:pt x="11752" y="12098"/>
                  </a:lnTo>
                  <a:lnTo>
                    <a:pt x="6870" y="15586"/>
                  </a:lnTo>
                  <a:lnTo>
                    <a:pt x="6870" y="15205"/>
                  </a:lnTo>
                  <a:lnTo>
                    <a:pt x="11442" y="11943"/>
                  </a:lnTo>
                  <a:close/>
                  <a:moveTo>
                    <a:pt x="6442" y="14169"/>
                  </a:moveTo>
                  <a:lnTo>
                    <a:pt x="6692" y="15324"/>
                  </a:lnTo>
                  <a:lnTo>
                    <a:pt x="6751" y="15289"/>
                  </a:lnTo>
                  <a:lnTo>
                    <a:pt x="6751" y="15586"/>
                  </a:lnTo>
                  <a:cubicBezTo>
                    <a:pt x="6751" y="15634"/>
                    <a:pt x="6727" y="15681"/>
                    <a:pt x="6692" y="15705"/>
                  </a:cubicBezTo>
                  <a:lnTo>
                    <a:pt x="6668" y="15729"/>
                  </a:lnTo>
                  <a:cubicBezTo>
                    <a:pt x="6668" y="15729"/>
                    <a:pt x="6644" y="15729"/>
                    <a:pt x="6632" y="15741"/>
                  </a:cubicBezTo>
                  <a:lnTo>
                    <a:pt x="6549" y="15741"/>
                  </a:lnTo>
                  <a:lnTo>
                    <a:pt x="6537" y="15729"/>
                  </a:lnTo>
                  <a:cubicBezTo>
                    <a:pt x="6525" y="15729"/>
                    <a:pt x="6513" y="15729"/>
                    <a:pt x="6513" y="15717"/>
                  </a:cubicBezTo>
                  <a:cubicBezTo>
                    <a:pt x="6489" y="15705"/>
                    <a:pt x="6477" y="15693"/>
                    <a:pt x="6465" y="15681"/>
                  </a:cubicBezTo>
                  <a:cubicBezTo>
                    <a:pt x="6465" y="15670"/>
                    <a:pt x="6454" y="15658"/>
                    <a:pt x="6454" y="15646"/>
                  </a:cubicBezTo>
                  <a:cubicBezTo>
                    <a:pt x="6454" y="15646"/>
                    <a:pt x="6454" y="15646"/>
                    <a:pt x="6454" y="15634"/>
                  </a:cubicBezTo>
                  <a:cubicBezTo>
                    <a:pt x="6454" y="15634"/>
                    <a:pt x="6442" y="15622"/>
                    <a:pt x="6442" y="15622"/>
                  </a:cubicBezTo>
                  <a:cubicBezTo>
                    <a:pt x="6442" y="15610"/>
                    <a:pt x="6442" y="15598"/>
                    <a:pt x="6442" y="15586"/>
                  </a:cubicBezTo>
                  <a:lnTo>
                    <a:pt x="6442" y="14169"/>
                  </a:lnTo>
                  <a:close/>
                  <a:moveTo>
                    <a:pt x="31242" y="1"/>
                  </a:moveTo>
                  <a:cubicBezTo>
                    <a:pt x="31219" y="1"/>
                    <a:pt x="31183" y="1"/>
                    <a:pt x="31159" y="13"/>
                  </a:cubicBezTo>
                  <a:lnTo>
                    <a:pt x="31016" y="61"/>
                  </a:lnTo>
                  <a:lnTo>
                    <a:pt x="215" y="1346"/>
                  </a:lnTo>
                  <a:cubicBezTo>
                    <a:pt x="131" y="1346"/>
                    <a:pt x="60" y="1394"/>
                    <a:pt x="24" y="1465"/>
                  </a:cubicBezTo>
                  <a:cubicBezTo>
                    <a:pt x="0" y="1549"/>
                    <a:pt x="12" y="1632"/>
                    <a:pt x="60" y="1692"/>
                  </a:cubicBezTo>
                  <a:lnTo>
                    <a:pt x="4370" y="6633"/>
                  </a:lnTo>
                  <a:cubicBezTo>
                    <a:pt x="4370" y="6645"/>
                    <a:pt x="4370" y="6657"/>
                    <a:pt x="4382" y="6668"/>
                  </a:cubicBezTo>
                  <a:lnTo>
                    <a:pt x="6334" y="15646"/>
                  </a:lnTo>
                  <a:cubicBezTo>
                    <a:pt x="6334" y="15658"/>
                    <a:pt x="6334" y="15670"/>
                    <a:pt x="6346" y="15681"/>
                  </a:cubicBezTo>
                  <a:cubicBezTo>
                    <a:pt x="6346" y="15705"/>
                    <a:pt x="6358" y="15717"/>
                    <a:pt x="6370" y="15741"/>
                  </a:cubicBezTo>
                  <a:cubicBezTo>
                    <a:pt x="6394" y="15765"/>
                    <a:pt x="6418" y="15789"/>
                    <a:pt x="6442" y="15812"/>
                  </a:cubicBezTo>
                  <a:cubicBezTo>
                    <a:pt x="6454" y="15824"/>
                    <a:pt x="6465" y="15824"/>
                    <a:pt x="6477" y="15836"/>
                  </a:cubicBezTo>
                  <a:lnTo>
                    <a:pt x="6489" y="15848"/>
                  </a:lnTo>
                  <a:lnTo>
                    <a:pt x="6501" y="15848"/>
                  </a:lnTo>
                  <a:cubicBezTo>
                    <a:pt x="6537" y="15848"/>
                    <a:pt x="6561" y="15860"/>
                    <a:pt x="6596" y="15860"/>
                  </a:cubicBezTo>
                  <a:lnTo>
                    <a:pt x="6632" y="15860"/>
                  </a:lnTo>
                  <a:cubicBezTo>
                    <a:pt x="6644" y="15848"/>
                    <a:pt x="6656" y="15848"/>
                    <a:pt x="6668" y="15848"/>
                  </a:cubicBezTo>
                  <a:cubicBezTo>
                    <a:pt x="6680" y="15836"/>
                    <a:pt x="6704" y="15836"/>
                    <a:pt x="6715" y="15824"/>
                  </a:cubicBezTo>
                  <a:lnTo>
                    <a:pt x="6727" y="15824"/>
                  </a:lnTo>
                  <a:lnTo>
                    <a:pt x="6751" y="15812"/>
                  </a:lnTo>
                  <a:cubicBezTo>
                    <a:pt x="6751" y="15812"/>
                    <a:pt x="6751" y="15801"/>
                    <a:pt x="6763" y="15801"/>
                  </a:cubicBezTo>
                  <a:lnTo>
                    <a:pt x="11859" y="12157"/>
                  </a:lnTo>
                  <a:lnTo>
                    <a:pt x="16586" y="14610"/>
                  </a:lnTo>
                  <a:cubicBezTo>
                    <a:pt x="16610" y="14610"/>
                    <a:pt x="16633" y="14622"/>
                    <a:pt x="16657" y="14634"/>
                  </a:cubicBezTo>
                  <a:lnTo>
                    <a:pt x="16705" y="14634"/>
                  </a:lnTo>
                  <a:cubicBezTo>
                    <a:pt x="16776" y="14634"/>
                    <a:pt x="16848" y="14610"/>
                    <a:pt x="16895" y="14562"/>
                  </a:cubicBezTo>
                  <a:lnTo>
                    <a:pt x="31421" y="465"/>
                  </a:lnTo>
                  <a:lnTo>
                    <a:pt x="31433" y="453"/>
                  </a:lnTo>
                  <a:cubicBezTo>
                    <a:pt x="31492" y="394"/>
                    <a:pt x="31516" y="311"/>
                    <a:pt x="31516" y="227"/>
                  </a:cubicBezTo>
                  <a:cubicBezTo>
                    <a:pt x="31516" y="215"/>
                    <a:pt x="31504" y="191"/>
                    <a:pt x="31504" y="191"/>
                  </a:cubicBezTo>
                  <a:cubicBezTo>
                    <a:pt x="31504" y="168"/>
                    <a:pt x="31492" y="144"/>
                    <a:pt x="31480" y="144"/>
                  </a:cubicBezTo>
                  <a:cubicBezTo>
                    <a:pt x="31480" y="120"/>
                    <a:pt x="31469" y="108"/>
                    <a:pt x="31457" y="96"/>
                  </a:cubicBezTo>
                  <a:cubicBezTo>
                    <a:pt x="31445" y="84"/>
                    <a:pt x="31433" y="72"/>
                    <a:pt x="31421" y="61"/>
                  </a:cubicBezTo>
                  <a:cubicBezTo>
                    <a:pt x="31409" y="49"/>
                    <a:pt x="31397" y="37"/>
                    <a:pt x="31397" y="37"/>
                  </a:cubicBezTo>
                  <a:lnTo>
                    <a:pt x="31373" y="25"/>
                  </a:lnTo>
                  <a:cubicBezTo>
                    <a:pt x="31361" y="25"/>
                    <a:pt x="31350" y="13"/>
                    <a:pt x="31338" y="13"/>
                  </a:cubicBezTo>
                  <a:cubicBezTo>
                    <a:pt x="31326" y="13"/>
                    <a:pt x="31314" y="1"/>
                    <a:pt x="31302"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6" name="Google Shape;1206;p43"/>
          <p:cNvGrpSpPr/>
          <p:nvPr/>
        </p:nvGrpSpPr>
        <p:grpSpPr>
          <a:xfrm rot="1154256">
            <a:off x="7364077" y="2935455"/>
            <a:ext cx="555604" cy="555529"/>
            <a:chOff x="7232275" y="2832350"/>
            <a:chExt cx="555581" cy="555506"/>
          </a:xfrm>
        </p:grpSpPr>
        <p:sp>
          <p:nvSpPr>
            <p:cNvPr id="1207" name="Google Shape;1207;p43"/>
            <p:cNvSpPr/>
            <p:nvPr/>
          </p:nvSpPr>
          <p:spPr>
            <a:xfrm>
              <a:off x="7232275" y="2832350"/>
              <a:ext cx="555581" cy="555506"/>
            </a:xfrm>
            <a:custGeom>
              <a:rect b="b" l="l" r="r" t="t"/>
              <a:pathLst>
                <a:path extrusionOk="0" h="16717" w="16718">
                  <a:moveTo>
                    <a:pt x="8359" y="1"/>
                  </a:moveTo>
                  <a:cubicBezTo>
                    <a:pt x="3739" y="1"/>
                    <a:pt x="1" y="3751"/>
                    <a:pt x="1" y="8371"/>
                  </a:cubicBezTo>
                  <a:cubicBezTo>
                    <a:pt x="1" y="12978"/>
                    <a:pt x="3739" y="16717"/>
                    <a:pt x="8359" y="16717"/>
                  </a:cubicBezTo>
                  <a:cubicBezTo>
                    <a:pt x="12979" y="16717"/>
                    <a:pt x="16717" y="12978"/>
                    <a:pt x="16717" y="8371"/>
                  </a:cubicBezTo>
                  <a:cubicBezTo>
                    <a:pt x="16717" y="3739"/>
                    <a:pt x="12979" y="1"/>
                    <a:pt x="8359" y="1"/>
                  </a:cubicBezTo>
                  <a:close/>
                </a:path>
              </a:pathLst>
            </a:custGeom>
            <a:solidFill>
              <a:schemeClr val="lt2"/>
            </a:solidFill>
            <a:ln cap="flat" cmpd="sng" w="11300">
              <a:solidFill>
                <a:srgbClr val="000000"/>
              </a:solidFill>
              <a:prstDash val="solid"/>
              <a:miter lim="1190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43"/>
            <p:cNvSpPr/>
            <p:nvPr/>
          </p:nvSpPr>
          <p:spPr>
            <a:xfrm>
              <a:off x="7294419" y="2922971"/>
              <a:ext cx="102888" cy="376263"/>
            </a:xfrm>
            <a:custGeom>
              <a:rect b="b" l="l" r="r" t="t"/>
              <a:pathLst>
                <a:path extrusionOk="0" h="11323" w="3096">
                  <a:moveTo>
                    <a:pt x="310" y="0"/>
                  </a:moveTo>
                  <a:lnTo>
                    <a:pt x="0" y="357"/>
                  </a:lnTo>
                  <a:cubicBezTo>
                    <a:pt x="1619" y="1619"/>
                    <a:pt x="2643" y="3584"/>
                    <a:pt x="2643" y="5668"/>
                  </a:cubicBezTo>
                  <a:cubicBezTo>
                    <a:pt x="2643" y="7763"/>
                    <a:pt x="1655" y="9716"/>
                    <a:pt x="48" y="10954"/>
                  </a:cubicBezTo>
                  <a:lnTo>
                    <a:pt x="357" y="11323"/>
                  </a:lnTo>
                  <a:cubicBezTo>
                    <a:pt x="2107" y="10013"/>
                    <a:pt x="3096" y="7942"/>
                    <a:pt x="3096" y="5668"/>
                  </a:cubicBezTo>
                  <a:cubicBezTo>
                    <a:pt x="3096" y="3405"/>
                    <a:pt x="2060" y="1322"/>
                    <a:pt x="310"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43"/>
            <p:cNvSpPr/>
            <p:nvPr/>
          </p:nvSpPr>
          <p:spPr>
            <a:xfrm>
              <a:off x="7623218" y="2922971"/>
              <a:ext cx="102888" cy="376263"/>
            </a:xfrm>
            <a:custGeom>
              <a:rect b="b" l="l" r="r" t="t"/>
              <a:pathLst>
                <a:path extrusionOk="0" h="11323" w="3096">
                  <a:moveTo>
                    <a:pt x="2786" y="0"/>
                  </a:moveTo>
                  <a:cubicBezTo>
                    <a:pt x="1024" y="1322"/>
                    <a:pt x="0" y="3405"/>
                    <a:pt x="0" y="5668"/>
                  </a:cubicBezTo>
                  <a:cubicBezTo>
                    <a:pt x="0" y="7954"/>
                    <a:pt x="976" y="10013"/>
                    <a:pt x="2727" y="11323"/>
                  </a:cubicBezTo>
                  <a:lnTo>
                    <a:pt x="3048" y="10954"/>
                  </a:lnTo>
                  <a:cubicBezTo>
                    <a:pt x="1429" y="9716"/>
                    <a:pt x="441" y="7763"/>
                    <a:pt x="441" y="5668"/>
                  </a:cubicBezTo>
                  <a:cubicBezTo>
                    <a:pt x="441" y="3584"/>
                    <a:pt x="1477" y="1619"/>
                    <a:pt x="3096" y="357"/>
                  </a:cubicBezTo>
                  <a:lnTo>
                    <a:pt x="2786"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0" name="Google Shape;1210;p43"/>
          <p:cNvSpPr txBox="1"/>
          <p:nvPr>
            <p:ph idx="12" type="sldNum"/>
          </p:nvPr>
        </p:nvSpPr>
        <p:spPr>
          <a:xfrm>
            <a:off x="6270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44"/>
          <p:cNvSpPr txBox="1"/>
          <p:nvPr>
            <p:ph type="title"/>
          </p:nvPr>
        </p:nvSpPr>
        <p:spPr>
          <a:xfrm>
            <a:off x="1118975" y="182925"/>
            <a:ext cx="94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B</a:t>
            </a:r>
            <a:r>
              <a:rPr lang="en">
                <a:solidFill>
                  <a:schemeClr val="dk2"/>
                </a:solidFill>
              </a:rPr>
              <a:t>ài 1: </a:t>
            </a:r>
            <a:endParaRPr b="1">
              <a:solidFill>
                <a:schemeClr val="dk2"/>
              </a:solidFill>
              <a:highlight>
                <a:schemeClr val="lt2"/>
              </a:highlight>
            </a:endParaRPr>
          </a:p>
        </p:txBody>
      </p:sp>
      <p:sp>
        <p:nvSpPr>
          <p:cNvPr id="1216" name="Google Shape;1216;p44"/>
          <p:cNvSpPr txBox="1"/>
          <p:nvPr/>
        </p:nvSpPr>
        <p:spPr>
          <a:xfrm>
            <a:off x="1072025" y="789675"/>
            <a:ext cx="7731600" cy="394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800">
                <a:solidFill>
                  <a:schemeClr val="dk1"/>
                </a:solidFill>
                <a:latin typeface="Bangers"/>
                <a:ea typeface="Bangers"/>
                <a:cs typeface="Bangers"/>
                <a:sym typeface="Bangers"/>
              </a:rPr>
              <a:t>Yêu cầu</a:t>
            </a:r>
            <a:r>
              <a:rPr lang="en" sz="1800">
                <a:solidFill>
                  <a:schemeClr val="dk1"/>
                </a:solidFill>
                <a:latin typeface="Bangers"/>
                <a:ea typeface="Bangers"/>
                <a:cs typeface="Bangers"/>
                <a:sym typeface="Bangers"/>
              </a:rPr>
              <a:t>:</a:t>
            </a:r>
            <a:r>
              <a:rPr lang="en" sz="1800">
                <a:solidFill>
                  <a:schemeClr val="dk1"/>
                </a:solidFill>
                <a:latin typeface="Actor"/>
                <a:ea typeface="Actor"/>
                <a:cs typeface="Actor"/>
                <a:sym typeface="Actor"/>
              </a:rPr>
              <a:t> </a:t>
            </a:r>
            <a:endParaRPr sz="1800">
              <a:solidFill>
                <a:schemeClr val="dk1"/>
              </a:solidFill>
              <a:latin typeface="Actor"/>
              <a:ea typeface="Actor"/>
              <a:cs typeface="Actor"/>
              <a:sym typeface="Actor"/>
            </a:endParaRPr>
          </a:p>
          <a:p>
            <a:pPr indent="-342900" lvl="0" marL="457200" rtl="0" algn="just">
              <a:spcBef>
                <a:spcPts val="400"/>
              </a:spcBef>
              <a:spcAft>
                <a:spcPts val="0"/>
              </a:spcAft>
              <a:buClr>
                <a:schemeClr val="dk1"/>
              </a:buClr>
              <a:buSzPts val="1800"/>
              <a:buFont typeface="Actor"/>
              <a:buAutoNum type="arabicPeriod"/>
            </a:pPr>
            <a:r>
              <a:rPr lang="en" sz="1800">
                <a:solidFill>
                  <a:schemeClr val="dk1"/>
                </a:solidFill>
                <a:latin typeface="Actor"/>
                <a:ea typeface="Actor"/>
                <a:cs typeface="Actor"/>
                <a:sym typeface="Actor"/>
              </a:rPr>
              <a:t>Xây dựng hàm </a:t>
            </a:r>
            <a:r>
              <a:rPr lang="en" sz="1800">
                <a:solidFill>
                  <a:schemeClr val="dk1"/>
                </a:solidFill>
                <a:highlight>
                  <a:schemeClr val="lt2"/>
                </a:highlight>
                <a:latin typeface="Consolas"/>
                <a:ea typeface="Consolas"/>
                <a:cs typeface="Consolas"/>
                <a:sym typeface="Consolas"/>
              </a:rPr>
              <a:t>void </a:t>
            </a:r>
            <a:r>
              <a:rPr b="1" lang="en" sz="1800">
                <a:solidFill>
                  <a:schemeClr val="dk1"/>
                </a:solidFill>
                <a:highlight>
                  <a:schemeClr val="lt2"/>
                </a:highlight>
                <a:latin typeface="Consolas"/>
                <a:ea typeface="Consolas"/>
                <a:cs typeface="Consolas"/>
                <a:sym typeface="Consolas"/>
              </a:rPr>
              <a:t>bubbleSort</a:t>
            </a:r>
            <a:r>
              <a:rPr lang="en" sz="1800">
                <a:solidFill>
                  <a:schemeClr val="dk1"/>
                </a:solidFill>
                <a:highlight>
                  <a:schemeClr val="lt2"/>
                </a:highlight>
                <a:latin typeface="Consolas"/>
                <a:ea typeface="Consolas"/>
                <a:cs typeface="Consolas"/>
                <a:sym typeface="Consolas"/>
              </a:rPr>
              <a:t>(int </a:t>
            </a:r>
            <a:r>
              <a:rPr lang="en" sz="1800">
                <a:solidFill>
                  <a:schemeClr val="accent1"/>
                </a:solidFill>
                <a:highlight>
                  <a:schemeClr val="lt2"/>
                </a:highlight>
                <a:latin typeface="Consolas"/>
                <a:ea typeface="Consolas"/>
                <a:cs typeface="Consolas"/>
                <a:sym typeface="Consolas"/>
              </a:rPr>
              <a:t>array</a:t>
            </a:r>
            <a:r>
              <a:rPr lang="en" sz="1800">
                <a:solidFill>
                  <a:schemeClr val="dk1"/>
                </a:solidFill>
                <a:highlight>
                  <a:schemeClr val="lt2"/>
                </a:highlight>
                <a:latin typeface="Consolas"/>
                <a:ea typeface="Consolas"/>
                <a:cs typeface="Consolas"/>
                <a:sym typeface="Consolas"/>
              </a:rPr>
              <a:t>[], int </a:t>
            </a:r>
            <a:r>
              <a:rPr lang="en" sz="1800">
                <a:solidFill>
                  <a:schemeClr val="dk2"/>
                </a:solidFill>
                <a:highlight>
                  <a:schemeClr val="lt2"/>
                </a:highlight>
                <a:latin typeface="Consolas"/>
                <a:ea typeface="Consolas"/>
                <a:cs typeface="Consolas"/>
                <a:sym typeface="Consolas"/>
              </a:rPr>
              <a:t>n</a:t>
            </a:r>
            <a:r>
              <a:rPr lang="en" sz="1800">
                <a:solidFill>
                  <a:schemeClr val="dk1"/>
                </a:solidFill>
                <a:highlight>
                  <a:schemeClr val="lt2"/>
                </a:highlight>
                <a:latin typeface="Consolas"/>
                <a:ea typeface="Consolas"/>
                <a:cs typeface="Consolas"/>
                <a:sym typeface="Consolas"/>
              </a:rPr>
              <a:t>)</a:t>
            </a:r>
            <a:r>
              <a:rPr lang="en" sz="1800">
                <a:solidFill>
                  <a:schemeClr val="dk1"/>
                </a:solidFill>
                <a:latin typeface="Actor"/>
                <a:ea typeface="Actor"/>
                <a:cs typeface="Actor"/>
                <a:sym typeface="Actor"/>
              </a:rPr>
              <a:t> để sắp xếp một mảng số nguyên </a:t>
            </a:r>
            <a:r>
              <a:rPr lang="en" sz="1800">
                <a:solidFill>
                  <a:schemeClr val="accent1"/>
                </a:solidFill>
                <a:latin typeface="Actor"/>
                <a:ea typeface="Actor"/>
                <a:cs typeface="Actor"/>
                <a:sym typeface="Actor"/>
              </a:rPr>
              <a:t>array</a:t>
            </a:r>
            <a:r>
              <a:rPr lang="en" sz="1800">
                <a:solidFill>
                  <a:schemeClr val="dk1"/>
                </a:solidFill>
                <a:latin typeface="Actor"/>
                <a:ea typeface="Actor"/>
                <a:cs typeface="Actor"/>
                <a:sym typeface="Actor"/>
              </a:rPr>
              <a:t> có kích thước là </a:t>
            </a:r>
            <a:r>
              <a:rPr lang="en" sz="1800">
                <a:solidFill>
                  <a:schemeClr val="dk2"/>
                </a:solidFill>
                <a:latin typeface="Actor"/>
                <a:ea typeface="Actor"/>
                <a:cs typeface="Actor"/>
                <a:sym typeface="Actor"/>
              </a:rPr>
              <a:t>n</a:t>
            </a:r>
            <a:r>
              <a:rPr lang="en" sz="1800">
                <a:solidFill>
                  <a:schemeClr val="dk1"/>
                </a:solidFill>
                <a:latin typeface="Actor"/>
                <a:ea typeface="Actor"/>
                <a:cs typeface="Actor"/>
                <a:sym typeface="Actor"/>
              </a:rPr>
              <a:t> theo thứ tự tăng dần.</a:t>
            </a:r>
            <a:endParaRPr sz="1800">
              <a:solidFill>
                <a:schemeClr val="dk1"/>
              </a:solidFill>
              <a:latin typeface="Actor"/>
              <a:ea typeface="Actor"/>
              <a:cs typeface="Actor"/>
              <a:sym typeface="Actor"/>
            </a:endParaRPr>
          </a:p>
          <a:p>
            <a:pPr indent="-342900" lvl="0" marL="457200" rtl="0" algn="just">
              <a:spcBef>
                <a:spcPts val="400"/>
              </a:spcBef>
              <a:spcAft>
                <a:spcPts val="0"/>
              </a:spcAft>
              <a:buClr>
                <a:schemeClr val="dk1"/>
              </a:buClr>
              <a:buSzPts val="1800"/>
              <a:buFont typeface="Actor"/>
              <a:buAutoNum type="arabicPeriod"/>
            </a:pPr>
            <a:r>
              <a:rPr lang="en" sz="1800">
                <a:solidFill>
                  <a:schemeClr val="dk1"/>
                </a:solidFill>
                <a:latin typeface="Actor"/>
                <a:ea typeface="Actor"/>
                <a:cs typeface="Actor"/>
                <a:sym typeface="Actor"/>
              </a:rPr>
              <a:t>Viết chương trình C nhập các mảng từ bàn phím để kiểm tra tính hiệu quả của hàm </a:t>
            </a:r>
            <a:r>
              <a:rPr b="1" lang="en" sz="1800">
                <a:solidFill>
                  <a:schemeClr val="dk1"/>
                </a:solidFill>
                <a:highlight>
                  <a:schemeClr val="lt2"/>
                </a:highlight>
                <a:latin typeface="Consolas"/>
                <a:ea typeface="Consolas"/>
                <a:cs typeface="Consolas"/>
                <a:sym typeface="Consolas"/>
              </a:rPr>
              <a:t>bubbleSort</a:t>
            </a:r>
            <a:r>
              <a:rPr lang="en" sz="1800">
                <a:solidFill>
                  <a:schemeClr val="dk1"/>
                </a:solidFill>
                <a:latin typeface="Actor"/>
                <a:ea typeface="Actor"/>
                <a:cs typeface="Actor"/>
                <a:sym typeface="Actor"/>
              </a:rPr>
              <a:t>.</a:t>
            </a:r>
            <a:endParaRPr sz="1800">
              <a:solidFill>
                <a:schemeClr val="dk1"/>
              </a:solidFill>
              <a:latin typeface="Actor"/>
              <a:ea typeface="Actor"/>
              <a:cs typeface="Actor"/>
              <a:sym typeface="Actor"/>
            </a:endParaRPr>
          </a:p>
          <a:p>
            <a:pPr indent="-342900" lvl="0" marL="457200" rtl="0" algn="just">
              <a:spcBef>
                <a:spcPts val="400"/>
              </a:spcBef>
              <a:spcAft>
                <a:spcPts val="0"/>
              </a:spcAft>
              <a:buClr>
                <a:schemeClr val="dk1"/>
              </a:buClr>
              <a:buSzPts val="1800"/>
              <a:buFont typeface="Actor"/>
              <a:buAutoNum type="arabicPeriod"/>
            </a:pPr>
            <a:r>
              <a:rPr lang="en" sz="1800">
                <a:solidFill>
                  <a:schemeClr val="dk1"/>
                </a:solidFill>
                <a:latin typeface="Actor"/>
                <a:ea typeface="Actor"/>
                <a:cs typeface="Actor"/>
                <a:sym typeface="Actor"/>
              </a:rPr>
              <a:t>Cải tiến đầu vào của chương trình trên bằng một mảng </a:t>
            </a:r>
            <a:r>
              <a:rPr lang="en" sz="1800">
                <a:solidFill>
                  <a:schemeClr val="accent1"/>
                </a:solidFill>
                <a:latin typeface="Actor"/>
                <a:ea typeface="Actor"/>
                <a:cs typeface="Actor"/>
                <a:sym typeface="Actor"/>
              </a:rPr>
              <a:t>array</a:t>
            </a:r>
            <a:r>
              <a:rPr lang="en" sz="1800">
                <a:solidFill>
                  <a:schemeClr val="dk1"/>
                </a:solidFill>
                <a:latin typeface="Actor"/>
                <a:ea typeface="Actor"/>
                <a:cs typeface="Actor"/>
                <a:sym typeface="Actor"/>
              </a:rPr>
              <a:t> có kích thước là </a:t>
            </a:r>
            <a:r>
              <a:rPr lang="en" sz="1800">
                <a:solidFill>
                  <a:schemeClr val="dk2"/>
                </a:solidFill>
                <a:latin typeface="Actor"/>
                <a:ea typeface="Actor"/>
                <a:cs typeface="Actor"/>
                <a:sym typeface="Actor"/>
              </a:rPr>
              <a:t>n</a:t>
            </a:r>
            <a:r>
              <a:rPr lang="en" sz="1800">
                <a:solidFill>
                  <a:schemeClr val="dk1"/>
                </a:solidFill>
                <a:latin typeface="Actor"/>
                <a:ea typeface="Actor"/>
                <a:cs typeface="Actor"/>
                <a:sym typeface="Actor"/>
              </a:rPr>
              <a:t> với giá trị phần tử được sinh ngẫu nhiên. Hãy dùng hàm </a:t>
            </a:r>
            <a:r>
              <a:rPr b="1" lang="en" sz="1800">
                <a:solidFill>
                  <a:schemeClr val="dk1"/>
                </a:solidFill>
                <a:highlight>
                  <a:schemeClr val="lt2"/>
                </a:highlight>
                <a:latin typeface="Consolas"/>
                <a:ea typeface="Consolas"/>
                <a:cs typeface="Consolas"/>
                <a:sym typeface="Consolas"/>
              </a:rPr>
              <a:t>bubbleSort</a:t>
            </a:r>
            <a:r>
              <a:rPr lang="en" sz="1800">
                <a:solidFill>
                  <a:schemeClr val="dk1"/>
                </a:solidFill>
                <a:latin typeface="Actor"/>
                <a:ea typeface="Actor"/>
                <a:cs typeface="Actor"/>
                <a:sym typeface="Actor"/>
              </a:rPr>
              <a:t> để sắp xếp mảng đó theo thứ tự tăng dần.</a:t>
            </a:r>
            <a:endParaRPr sz="1800">
              <a:solidFill>
                <a:schemeClr val="dk1"/>
              </a:solidFill>
              <a:latin typeface="Actor"/>
              <a:ea typeface="Actor"/>
              <a:cs typeface="Actor"/>
              <a:sym typeface="Actor"/>
            </a:endParaRPr>
          </a:p>
          <a:p>
            <a:pPr indent="0" lvl="0" marL="0" rtl="0" algn="just">
              <a:spcBef>
                <a:spcPts val="400"/>
              </a:spcBef>
              <a:spcAft>
                <a:spcPts val="0"/>
              </a:spcAft>
              <a:buNone/>
            </a:pPr>
            <a:r>
              <a:rPr b="1" lang="en" sz="1800">
                <a:solidFill>
                  <a:schemeClr val="dk1"/>
                </a:solidFill>
                <a:latin typeface="Bangers"/>
                <a:ea typeface="Bangers"/>
                <a:cs typeface="Bangers"/>
                <a:sym typeface="Bangers"/>
              </a:rPr>
              <a:t>INPUT:</a:t>
            </a:r>
            <a:endParaRPr b="1" sz="1800">
              <a:solidFill>
                <a:schemeClr val="dk1"/>
              </a:solidFill>
              <a:latin typeface="Bangers"/>
              <a:ea typeface="Bangers"/>
              <a:cs typeface="Bangers"/>
              <a:sym typeface="Bangers"/>
            </a:endParaRPr>
          </a:p>
          <a:p>
            <a:pPr indent="-342900" lvl="0" marL="457200" rtl="0" algn="just">
              <a:spcBef>
                <a:spcPts val="400"/>
              </a:spcBef>
              <a:spcAft>
                <a:spcPts val="0"/>
              </a:spcAft>
              <a:buClr>
                <a:schemeClr val="dk1"/>
              </a:buClr>
              <a:buSzPts val="1800"/>
              <a:buFont typeface="Actor"/>
              <a:buChar char="-"/>
            </a:pPr>
            <a:r>
              <a:rPr lang="en" sz="1800">
                <a:solidFill>
                  <a:schemeClr val="dk1"/>
                </a:solidFill>
                <a:latin typeface="Actor"/>
                <a:ea typeface="Actor"/>
                <a:cs typeface="Actor"/>
                <a:sym typeface="Actor"/>
              </a:rPr>
              <a:t>Dòng đầu tiên là kích thước mảng n</a:t>
            </a:r>
            <a:endParaRPr sz="1800">
              <a:solidFill>
                <a:schemeClr val="dk1"/>
              </a:solidFill>
              <a:latin typeface="Actor"/>
              <a:ea typeface="Actor"/>
              <a:cs typeface="Actor"/>
              <a:sym typeface="Actor"/>
            </a:endParaRPr>
          </a:p>
          <a:p>
            <a:pPr indent="-342900" lvl="0" marL="457200" rtl="0" algn="just">
              <a:spcBef>
                <a:spcPts val="400"/>
              </a:spcBef>
              <a:spcAft>
                <a:spcPts val="0"/>
              </a:spcAft>
              <a:buClr>
                <a:schemeClr val="dk1"/>
              </a:buClr>
              <a:buSzPts val="1800"/>
              <a:buFont typeface="Actor"/>
              <a:buChar char="-"/>
            </a:pPr>
            <a:r>
              <a:rPr lang="en" sz="1800">
                <a:solidFill>
                  <a:schemeClr val="dk1"/>
                </a:solidFill>
                <a:latin typeface="Actor"/>
                <a:ea typeface="Actor"/>
                <a:cs typeface="Actor"/>
                <a:sym typeface="Actor"/>
              </a:rPr>
              <a:t>Dòng thứ hai là mảng array.</a:t>
            </a:r>
            <a:endParaRPr sz="1800">
              <a:solidFill>
                <a:schemeClr val="dk1"/>
              </a:solidFill>
              <a:latin typeface="Actor"/>
              <a:ea typeface="Actor"/>
              <a:cs typeface="Actor"/>
              <a:sym typeface="Actor"/>
            </a:endParaRPr>
          </a:p>
          <a:p>
            <a:pPr indent="0" lvl="0" marL="0" rtl="0" algn="just">
              <a:spcBef>
                <a:spcPts val="400"/>
              </a:spcBef>
              <a:spcAft>
                <a:spcPts val="400"/>
              </a:spcAft>
              <a:buNone/>
            </a:pPr>
            <a:r>
              <a:rPr b="1" lang="en" sz="1800">
                <a:solidFill>
                  <a:schemeClr val="dk1"/>
                </a:solidFill>
                <a:latin typeface="Bangers"/>
                <a:ea typeface="Bangers"/>
                <a:cs typeface="Bangers"/>
                <a:sym typeface="Bangers"/>
              </a:rPr>
              <a:t>OUTPUT:</a:t>
            </a:r>
            <a:r>
              <a:rPr b="1" lang="en" sz="1800">
                <a:solidFill>
                  <a:schemeClr val="dk1"/>
                </a:solidFill>
                <a:latin typeface="Actor"/>
                <a:ea typeface="Actor"/>
                <a:cs typeface="Actor"/>
                <a:sym typeface="Actor"/>
              </a:rPr>
              <a:t> </a:t>
            </a:r>
            <a:r>
              <a:rPr lang="en" sz="1800">
                <a:solidFill>
                  <a:schemeClr val="dk1"/>
                </a:solidFill>
                <a:latin typeface="Actor"/>
                <a:ea typeface="Actor"/>
                <a:cs typeface="Actor"/>
                <a:sym typeface="Actor"/>
              </a:rPr>
              <a:t>Mảng array đã được sắp xếp theo thứ tự tăng dần.</a:t>
            </a:r>
            <a:endParaRPr sz="1800">
              <a:solidFill>
                <a:schemeClr val="dk1"/>
              </a:solidFill>
              <a:latin typeface="Actor"/>
              <a:ea typeface="Actor"/>
              <a:cs typeface="Actor"/>
              <a:sym typeface="Actor"/>
            </a:endParaRPr>
          </a:p>
        </p:txBody>
      </p:sp>
      <p:sp>
        <p:nvSpPr>
          <p:cNvPr id="1217" name="Google Shape;1217;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45"/>
          <p:cNvSpPr txBox="1"/>
          <p:nvPr>
            <p:ph type="title"/>
          </p:nvPr>
        </p:nvSpPr>
        <p:spPr>
          <a:xfrm>
            <a:off x="1064825" y="183350"/>
            <a:ext cx="2367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TEST CASE BÀI 1</a:t>
            </a:r>
            <a:endParaRPr>
              <a:solidFill>
                <a:schemeClr val="dk2"/>
              </a:solidFill>
            </a:endParaRPr>
          </a:p>
        </p:txBody>
      </p:sp>
      <p:graphicFrame>
        <p:nvGraphicFramePr>
          <p:cNvPr id="1223" name="Google Shape;1223;p45"/>
          <p:cNvGraphicFramePr/>
          <p:nvPr/>
        </p:nvGraphicFramePr>
        <p:xfrm>
          <a:off x="952500" y="986375"/>
          <a:ext cx="3000000" cy="3000000"/>
        </p:xfrm>
        <a:graphic>
          <a:graphicData uri="http://schemas.openxmlformats.org/drawingml/2006/table">
            <a:tbl>
              <a:tblPr>
                <a:noFill/>
                <a:tableStyleId>{A87B9132-2666-4BB6-9630-EA7EDC9FD5C9}</a:tableStyleId>
              </a:tblPr>
              <a:tblGrid>
                <a:gridCol w="766775"/>
                <a:gridCol w="3329000"/>
                <a:gridCol w="3690050"/>
              </a:tblGrid>
              <a:tr h="381000">
                <a:tc>
                  <a:txBody>
                    <a:bodyPr/>
                    <a:lstStyle/>
                    <a:p>
                      <a:pPr indent="0" lvl="0" marL="0" rtl="0" algn="ctr">
                        <a:spcBef>
                          <a:spcPts val="0"/>
                        </a:spcBef>
                        <a:spcAft>
                          <a:spcPts val="0"/>
                        </a:spcAft>
                        <a:buNone/>
                      </a:pPr>
                      <a:r>
                        <a:rPr b="1" lang="en">
                          <a:latin typeface="Montserrat"/>
                          <a:ea typeface="Montserrat"/>
                          <a:cs typeface="Montserrat"/>
                          <a:sym typeface="Montserrat"/>
                        </a:rPr>
                        <a:t>CASE</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INPUT</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OUTPUT</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1</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5</a:t>
                      </a:r>
                      <a:endParaRPr sz="1200">
                        <a:latin typeface="Consolas"/>
                        <a:ea typeface="Consolas"/>
                        <a:cs typeface="Consolas"/>
                        <a:sym typeface="Consolas"/>
                      </a:endParaRPr>
                    </a:p>
                    <a:p>
                      <a:pPr indent="0" lvl="0" marL="0" rtl="0" algn="l">
                        <a:spcBef>
                          <a:spcPts val="0"/>
                        </a:spcBef>
                        <a:spcAft>
                          <a:spcPts val="0"/>
                        </a:spcAft>
                        <a:buNone/>
                      </a:pPr>
                      <a:r>
                        <a:rPr lang="en" sz="1200">
                          <a:latin typeface="Consolas"/>
                          <a:ea typeface="Consolas"/>
                          <a:cs typeface="Consolas"/>
                          <a:sym typeface="Consolas"/>
                        </a:rPr>
                        <a:t>6 5 4 3 3</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3 3 4 5 6</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2</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10</a:t>
                      </a:r>
                      <a:endParaRPr sz="1200">
                        <a:latin typeface="Consolas"/>
                        <a:ea typeface="Consolas"/>
                        <a:cs typeface="Consolas"/>
                        <a:sym typeface="Consolas"/>
                      </a:endParaRPr>
                    </a:p>
                    <a:p>
                      <a:pPr indent="0" lvl="0" marL="0" rtl="0" algn="l">
                        <a:spcBef>
                          <a:spcPts val="0"/>
                        </a:spcBef>
                        <a:spcAft>
                          <a:spcPts val="0"/>
                        </a:spcAft>
                        <a:buNone/>
                      </a:pPr>
                      <a:r>
                        <a:rPr lang="en" sz="1200">
                          <a:latin typeface="Consolas"/>
                          <a:ea typeface="Consolas"/>
                          <a:cs typeface="Consolas"/>
                          <a:sym typeface="Consolas"/>
                        </a:rPr>
                        <a:t>58 51 9 68 48 83 74 27 57 18</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9 18 27 48 51 57 58 68 74 83</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3</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20</a:t>
                      </a:r>
                      <a:endParaRPr sz="1200">
                        <a:latin typeface="Consolas"/>
                        <a:ea typeface="Consolas"/>
                        <a:cs typeface="Consolas"/>
                        <a:sym typeface="Consolas"/>
                      </a:endParaRPr>
                    </a:p>
                    <a:p>
                      <a:pPr indent="0" lvl="0" marL="0" rtl="0" algn="l">
                        <a:spcBef>
                          <a:spcPts val="0"/>
                        </a:spcBef>
                        <a:spcAft>
                          <a:spcPts val="0"/>
                        </a:spcAft>
                        <a:buNone/>
                      </a:pPr>
                      <a:r>
                        <a:rPr lang="en" sz="1200">
                          <a:latin typeface="Consolas"/>
                          <a:ea typeface="Consolas"/>
                          <a:cs typeface="Consolas"/>
                          <a:sym typeface="Consolas"/>
                        </a:rPr>
                        <a:t>-50 40 2 10 126 -59 -34 130 -48 -4 64 -51 -36 134 5 105 6 -23 14 72 </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-59 -51 -50 -48 -36 -34 -23 -4 2 5 6 10 14 40 64 72 105 126 130 134</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a:latin typeface="Montserrat"/>
                          <a:ea typeface="Montserrat"/>
                          <a:cs typeface="Montserrat"/>
                          <a:sym typeface="Montserrat"/>
                        </a:rPr>
                        <a:t>4</a:t>
                      </a:r>
                      <a:endParaRPr b="1">
                        <a:latin typeface="Montserrat"/>
                        <a:ea typeface="Montserrat"/>
                        <a:cs typeface="Montserrat"/>
                        <a:sym typeface="Montserra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50</a:t>
                      </a:r>
                      <a:endParaRPr sz="1200">
                        <a:latin typeface="Consolas"/>
                        <a:ea typeface="Consolas"/>
                        <a:cs typeface="Consolas"/>
                        <a:sym typeface="Consolas"/>
                      </a:endParaRPr>
                    </a:p>
                    <a:p>
                      <a:pPr indent="0" lvl="0" marL="0" rtl="0" algn="l">
                        <a:spcBef>
                          <a:spcPts val="0"/>
                        </a:spcBef>
                        <a:spcAft>
                          <a:spcPts val="0"/>
                        </a:spcAft>
                        <a:buNone/>
                      </a:pPr>
                      <a:r>
                        <a:rPr lang="en" sz="1200">
                          <a:latin typeface="Consolas"/>
                          <a:ea typeface="Consolas"/>
                          <a:cs typeface="Consolas"/>
                          <a:sym typeface="Consolas"/>
                        </a:rPr>
                        <a:t>-72 235 264 197 244 174 316 208 64 222 -12 103 100 -138 -146 106 -83 200 205 13 8 317 95 -11 -115 -75 95 -139 179 146 -105 109 31 161 309 -75 337 275 135 -97 148 273 156 250 286 161 6 205 -137 214</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Consolas"/>
                          <a:ea typeface="Consolas"/>
                          <a:cs typeface="Consolas"/>
                          <a:sym typeface="Consolas"/>
                        </a:rPr>
                        <a:t>-146 -139 -138 -137 -115 -105 -97 -83 -75 -75 -72 -12 -11 6 8 13 31 64 95 95 100 103 106 109 135 146 148 156 161 161 174 179 197 200 205 205 208 214 222 235 244 250 264 273 275 286 309 316 317 337</a:t>
                      </a:r>
                      <a:endParaRPr sz="1200">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1224" name="Google Shape;1224;p45"/>
          <p:cNvGrpSpPr/>
          <p:nvPr/>
        </p:nvGrpSpPr>
        <p:grpSpPr>
          <a:xfrm flipH="1">
            <a:off x="8411147" y="495745"/>
            <a:ext cx="723238" cy="801276"/>
            <a:chOff x="553520" y="432110"/>
            <a:chExt cx="1504864" cy="1667242"/>
          </a:xfrm>
        </p:grpSpPr>
        <p:sp>
          <p:nvSpPr>
            <p:cNvPr id="1225" name="Google Shape;1225;p45"/>
            <p:cNvSpPr/>
            <p:nvPr/>
          </p:nvSpPr>
          <p:spPr>
            <a:xfrm flipH="1" rot="-1474120">
              <a:off x="1111241" y="585910"/>
              <a:ext cx="189933" cy="165832"/>
            </a:xfrm>
            <a:custGeom>
              <a:rect b="b" l="l" r="r" t="t"/>
              <a:pathLst>
                <a:path extrusionOk="0" h="6633" w="7597">
                  <a:moveTo>
                    <a:pt x="2667" y="1"/>
                  </a:moveTo>
                  <a:cubicBezTo>
                    <a:pt x="1191" y="1"/>
                    <a:pt x="0" y="1203"/>
                    <a:pt x="0" y="2668"/>
                  </a:cubicBezTo>
                  <a:lnTo>
                    <a:pt x="191" y="6633"/>
                  </a:lnTo>
                  <a:lnTo>
                    <a:pt x="1143" y="6514"/>
                  </a:lnTo>
                  <a:cubicBezTo>
                    <a:pt x="2263" y="6192"/>
                    <a:pt x="3441" y="6014"/>
                    <a:pt x="4668" y="5990"/>
                  </a:cubicBezTo>
                  <a:lnTo>
                    <a:pt x="5572" y="5990"/>
                  </a:lnTo>
                  <a:lnTo>
                    <a:pt x="7597" y="5740"/>
                  </a:lnTo>
                  <a:lnTo>
                    <a:pt x="7597" y="2668"/>
                  </a:lnTo>
                  <a:cubicBezTo>
                    <a:pt x="7597" y="1227"/>
                    <a:pt x="6442" y="37"/>
                    <a:pt x="5001" y="13"/>
                  </a:cubicBezTo>
                  <a:cubicBezTo>
                    <a:pt x="4989" y="1"/>
                    <a:pt x="4953" y="1"/>
                    <a:pt x="49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45"/>
            <p:cNvSpPr/>
            <p:nvPr/>
          </p:nvSpPr>
          <p:spPr>
            <a:xfrm flipH="1" rot="-1474120">
              <a:off x="751940" y="751196"/>
              <a:ext cx="189933" cy="186382"/>
            </a:xfrm>
            <a:custGeom>
              <a:rect b="b" l="l" r="r" t="t"/>
              <a:pathLst>
                <a:path extrusionOk="0" h="7455" w="7597">
                  <a:moveTo>
                    <a:pt x="2656" y="1"/>
                  </a:moveTo>
                  <a:cubicBezTo>
                    <a:pt x="1191" y="1"/>
                    <a:pt x="0" y="1192"/>
                    <a:pt x="0" y="2656"/>
                  </a:cubicBezTo>
                  <a:lnTo>
                    <a:pt x="0" y="5775"/>
                  </a:lnTo>
                  <a:lnTo>
                    <a:pt x="977" y="5990"/>
                  </a:lnTo>
                  <a:lnTo>
                    <a:pt x="1108" y="5990"/>
                  </a:lnTo>
                  <a:cubicBezTo>
                    <a:pt x="2501" y="5990"/>
                    <a:pt x="3834" y="6192"/>
                    <a:pt x="5096" y="6585"/>
                  </a:cubicBezTo>
                  <a:cubicBezTo>
                    <a:pt x="5751" y="6787"/>
                    <a:pt x="6370" y="7026"/>
                    <a:pt x="6966" y="7311"/>
                  </a:cubicBezTo>
                  <a:lnTo>
                    <a:pt x="7597" y="7454"/>
                  </a:lnTo>
                  <a:lnTo>
                    <a:pt x="7597" y="2668"/>
                  </a:lnTo>
                  <a:lnTo>
                    <a:pt x="7597" y="2656"/>
                  </a:lnTo>
                  <a:cubicBezTo>
                    <a:pt x="7597" y="1311"/>
                    <a:pt x="6585" y="191"/>
                    <a:pt x="5263" y="25"/>
                  </a:cubicBezTo>
                  <a:cubicBezTo>
                    <a:pt x="5156" y="13"/>
                    <a:pt x="5049" y="1"/>
                    <a:pt x="49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45"/>
            <p:cNvSpPr/>
            <p:nvPr/>
          </p:nvSpPr>
          <p:spPr>
            <a:xfrm flipH="1" rot="-1474120">
              <a:off x="1015290" y="1572598"/>
              <a:ext cx="233684" cy="482244"/>
            </a:xfrm>
            <a:custGeom>
              <a:rect b="b" l="l" r="r" t="t"/>
              <a:pathLst>
                <a:path extrusionOk="0" h="19289" w="9347">
                  <a:moveTo>
                    <a:pt x="9346" y="0"/>
                  </a:moveTo>
                  <a:cubicBezTo>
                    <a:pt x="8668" y="465"/>
                    <a:pt x="7834" y="703"/>
                    <a:pt x="7013" y="703"/>
                  </a:cubicBezTo>
                  <a:cubicBezTo>
                    <a:pt x="6382" y="703"/>
                    <a:pt x="5739" y="560"/>
                    <a:pt x="5179" y="274"/>
                  </a:cubicBezTo>
                  <a:lnTo>
                    <a:pt x="5179" y="11740"/>
                  </a:lnTo>
                  <a:cubicBezTo>
                    <a:pt x="5179" y="15169"/>
                    <a:pt x="3024" y="18122"/>
                    <a:pt x="0" y="19289"/>
                  </a:cubicBezTo>
                  <a:lnTo>
                    <a:pt x="1798" y="19289"/>
                  </a:lnTo>
                  <a:cubicBezTo>
                    <a:pt x="5953" y="19289"/>
                    <a:pt x="9346" y="15895"/>
                    <a:pt x="9346" y="11740"/>
                  </a:cubicBezTo>
                  <a:lnTo>
                    <a:pt x="934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45"/>
            <p:cNvSpPr/>
            <p:nvPr/>
          </p:nvSpPr>
          <p:spPr>
            <a:xfrm flipH="1" rot="-1474120">
              <a:off x="762983" y="913088"/>
              <a:ext cx="350089" cy="672152"/>
            </a:xfrm>
            <a:custGeom>
              <a:rect b="b" l="l" r="r" t="t"/>
              <a:pathLst>
                <a:path extrusionOk="0" h="26885" w="14003">
                  <a:moveTo>
                    <a:pt x="1" y="1"/>
                  </a:moveTo>
                  <a:cubicBezTo>
                    <a:pt x="5680" y="1655"/>
                    <a:pt x="9835" y="6906"/>
                    <a:pt x="9835" y="13109"/>
                  </a:cubicBezTo>
                  <a:lnTo>
                    <a:pt x="9835" y="26420"/>
                  </a:lnTo>
                  <a:cubicBezTo>
                    <a:pt x="10381" y="26734"/>
                    <a:pt x="11004" y="26884"/>
                    <a:pt x="11630" y="26884"/>
                  </a:cubicBezTo>
                  <a:cubicBezTo>
                    <a:pt x="12478" y="26884"/>
                    <a:pt x="13331" y="26608"/>
                    <a:pt x="14002" y="26087"/>
                  </a:cubicBezTo>
                  <a:lnTo>
                    <a:pt x="14002" y="13109"/>
                  </a:lnTo>
                  <a:cubicBezTo>
                    <a:pt x="14002" y="7918"/>
                    <a:pt x="10966" y="3430"/>
                    <a:pt x="6585" y="1298"/>
                  </a:cubicBezTo>
                  <a:cubicBezTo>
                    <a:pt x="4858" y="477"/>
                    <a:pt x="2930" y="1"/>
                    <a:pt x="8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45"/>
            <p:cNvSpPr/>
            <p:nvPr/>
          </p:nvSpPr>
          <p:spPr>
            <a:xfrm flipH="1" rot="-1474120">
              <a:off x="1094340" y="1350478"/>
              <a:ext cx="788832" cy="110454"/>
            </a:xfrm>
            <a:custGeom>
              <a:rect b="b" l="l" r="r" t="t"/>
              <a:pathLst>
                <a:path extrusionOk="0" h="4418" w="31552">
                  <a:moveTo>
                    <a:pt x="4584" y="0"/>
                  </a:moveTo>
                  <a:cubicBezTo>
                    <a:pt x="3536" y="0"/>
                    <a:pt x="2572" y="357"/>
                    <a:pt x="1810" y="953"/>
                  </a:cubicBezTo>
                  <a:cubicBezTo>
                    <a:pt x="1607" y="1095"/>
                    <a:pt x="1429" y="1250"/>
                    <a:pt x="1262" y="1429"/>
                  </a:cubicBezTo>
                  <a:cubicBezTo>
                    <a:pt x="512" y="2215"/>
                    <a:pt x="48" y="3262"/>
                    <a:pt x="0" y="4417"/>
                  </a:cubicBezTo>
                  <a:lnTo>
                    <a:pt x="31552" y="4417"/>
                  </a:lnTo>
                  <a:cubicBezTo>
                    <a:pt x="31456" y="1965"/>
                    <a:pt x="29444" y="0"/>
                    <a:pt x="2696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45"/>
            <p:cNvSpPr/>
            <p:nvPr/>
          </p:nvSpPr>
          <p:spPr>
            <a:xfrm flipH="1" rot="-1474120">
              <a:off x="1208270" y="1466385"/>
              <a:ext cx="789432" cy="378365"/>
            </a:xfrm>
            <a:custGeom>
              <a:rect b="b" l="l" r="r" t="t"/>
              <a:pathLst>
                <a:path extrusionOk="0" h="15134" w="31576">
                  <a:moveTo>
                    <a:pt x="0" y="1"/>
                  </a:moveTo>
                  <a:lnTo>
                    <a:pt x="0" y="10538"/>
                  </a:lnTo>
                  <a:cubicBezTo>
                    <a:pt x="0" y="13062"/>
                    <a:pt x="2060" y="15134"/>
                    <a:pt x="4596" y="15134"/>
                  </a:cubicBezTo>
                  <a:lnTo>
                    <a:pt x="26980" y="15134"/>
                  </a:lnTo>
                  <a:cubicBezTo>
                    <a:pt x="29516" y="15134"/>
                    <a:pt x="31576" y="13062"/>
                    <a:pt x="31576" y="10538"/>
                  </a:cubicBezTo>
                  <a:lnTo>
                    <a:pt x="3157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45"/>
            <p:cNvSpPr/>
            <p:nvPr/>
          </p:nvSpPr>
          <p:spPr>
            <a:xfrm flipH="1" rot="-1474120">
              <a:off x="950407" y="739401"/>
              <a:ext cx="842734" cy="1166597"/>
            </a:xfrm>
            <a:custGeom>
              <a:rect b="b" l="l" r="r" t="t"/>
              <a:pathLst>
                <a:path extrusionOk="0" h="46662" w="33708">
                  <a:moveTo>
                    <a:pt x="15048" y="3769"/>
                  </a:moveTo>
                  <a:cubicBezTo>
                    <a:pt x="15720" y="3769"/>
                    <a:pt x="16362" y="4015"/>
                    <a:pt x="16813" y="4465"/>
                  </a:cubicBezTo>
                  <a:cubicBezTo>
                    <a:pt x="17253" y="4906"/>
                    <a:pt x="17420" y="5442"/>
                    <a:pt x="17515" y="5823"/>
                  </a:cubicBezTo>
                  <a:lnTo>
                    <a:pt x="20503" y="4251"/>
                  </a:lnTo>
                  <a:cubicBezTo>
                    <a:pt x="20719" y="4134"/>
                    <a:pt x="20952" y="4079"/>
                    <a:pt x="21181" y="4079"/>
                  </a:cubicBezTo>
                  <a:cubicBezTo>
                    <a:pt x="21699" y="4079"/>
                    <a:pt x="22200" y="4360"/>
                    <a:pt x="22456" y="4846"/>
                  </a:cubicBezTo>
                  <a:cubicBezTo>
                    <a:pt x="22635" y="5192"/>
                    <a:pt x="22670" y="5585"/>
                    <a:pt x="22551" y="5954"/>
                  </a:cubicBezTo>
                  <a:cubicBezTo>
                    <a:pt x="22444" y="6323"/>
                    <a:pt x="22194" y="6620"/>
                    <a:pt x="21849" y="6799"/>
                  </a:cubicBezTo>
                  <a:lnTo>
                    <a:pt x="18587" y="8525"/>
                  </a:lnTo>
                  <a:cubicBezTo>
                    <a:pt x="18313" y="8668"/>
                    <a:pt x="17729" y="8978"/>
                    <a:pt x="17027" y="8978"/>
                  </a:cubicBezTo>
                  <a:cubicBezTo>
                    <a:pt x="16658" y="8978"/>
                    <a:pt x="16312" y="8894"/>
                    <a:pt x="15991" y="8716"/>
                  </a:cubicBezTo>
                  <a:cubicBezTo>
                    <a:pt x="15098" y="8240"/>
                    <a:pt x="14872" y="7359"/>
                    <a:pt x="14765" y="6811"/>
                  </a:cubicBezTo>
                  <a:cubicBezTo>
                    <a:pt x="14693" y="6859"/>
                    <a:pt x="14610" y="6918"/>
                    <a:pt x="14527" y="6966"/>
                  </a:cubicBezTo>
                  <a:lnTo>
                    <a:pt x="12312" y="8430"/>
                  </a:lnTo>
                  <a:cubicBezTo>
                    <a:pt x="12068" y="8591"/>
                    <a:pt x="11794" y="8668"/>
                    <a:pt x="11524" y="8668"/>
                  </a:cubicBezTo>
                  <a:cubicBezTo>
                    <a:pt x="11053" y="8668"/>
                    <a:pt x="10591" y="8437"/>
                    <a:pt x="10312" y="8013"/>
                  </a:cubicBezTo>
                  <a:cubicBezTo>
                    <a:pt x="9871" y="7347"/>
                    <a:pt x="10050" y="6454"/>
                    <a:pt x="10717" y="6013"/>
                  </a:cubicBezTo>
                  <a:lnTo>
                    <a:pt x="12943" y="4549"/>
                  </a:lnTo>
                  <a:cubicBezTo>
                    <a:pt x="13324" y="4299"/>
                    <a:pt x="13788" y="4001"/>
                    <a:pt x="14396" y="3846"/>
                  </a:cubicBezTo>
                  <a:cubicBezTo>
                    <a:pt x="14613" y="3794"/>
                    <a:pt x="14832" y="3769"/>
                    <a:pt x="15048" y="3769"/>
                  </a:cubicBezTo>
                  <a:close/>
                  <a:moveTo>
                    <a:pt x="13110" y="1"/>
                  </a:moveTo>
                  <a:cubicBezTo>
                    <a:pt x="11836" y="1"/>
                    <a:pt x="10609" y="179"/>
                    <a:pt x="9454" y="524"/>
                  </a:cubicBezTo>
                  <a:cubicBezTo>
                    <a:pt x="4001" y="2108"/>
                    <a:pt x="1" y="7156"/>
                    <a:pt x="1" y="13109"/>
                  </a:cubicBezTo>
                  <a:lnTo>
                    <a:pt x="1" y="26373"/>
                  </a:lnTo>
                  <a:cubicBezTo>
                    <a:pt x="811" y="25849"/>
                    <a:pt x="1763" y="25551"/>
                    <a:pt x="2787" y="25551"/>
                  </a:cubicBezTo>
                  <a:lnTo>
                    <a:pt x="25171" y="25551"/>
                  </a:lnTo>
                  <a:cubicBezTo>
                    <a:pt x="28004" y="25551"/>
                    <a:pt x="30314" y="27849"/>
                    <a:pt x="30314" y="30695"/>
                  </a:cubicBezTo>
                  <a:lnTo>
                    <a:pt x="30314" y="42256"/>
                  </a:lnTo>
                  <a:cubicBezTo>
                    <a:pt x="30314" y="44125"/>
                    <a:pt x="29302" y="45768"/>
                    <a:pt x="27802" y="46661"/>
                  </a:cubicBezTo>
                  <a:cubicBezTo>
                    <a:pt x="31171" y="45911"/>
                    <a:pt x="33708" y="42899"/>
                    <a:pt x="33708" y="39303"/>
                  </a:cubicBezTo>
                  <a:lnTo>
                    <a:pt x="33708" y="13109"/>
                  </a:lnTo>
                  <a:cubicBezTo>
                    <a:pt x="33708" y="5882"/>
                    <a:pt x="27826" y="1"/>
                    <a:pt x="205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45"/>
            <p:cNvSpPr/>
            <p:nvPr/>
          </p:nvSpPr>
          <p:spPr>
            <a:xfrm flipH="1" rot="-1474120">
              <a:off x="789781" y="585104"/>
              <a:ext cx="1032341" cy="1361254"/>
            </a:xfrm>
            <a:custGeom>
              <a:rect b="b" l="l" r="r" t="t"/>
              <a:pathLst>
                <a:path extrusionOk="0" h="54448" w="41292">
                  <a:moveTo>
                    <a:pt x="15479" y="536"/>
                  </a:moveTo>
                  <a:cubicBezTo>
                    <a:pt x="16955" y="536"/>
                    <a:pt x="18146" y="1738"/>
                    <a:pt x="18146" y="3203"/>
                  </a:cubicBezTo>
                  <a:lnTo>
                    <a:pt x="18146" y="6275"/>
                  </a:lnTo>
                  <a:lnTo>
                    <a:pt x="16121" y="6525"/>
                  </a:lnTo>
                  <a:lnTo>
                    <a:pt x="15455" y="6525"/>
                  </a:lnTo>
                  <a:cubicBezTo>
                    <a:pt x="14157" y="6525"/>
                    <a:pt x="12883" y="6703"/>
                    <a:pt x="11692" y="7049"/>
                  </a:cubicBezTo>
                  <a:lnTo>
                    <a:pt x="10728" y="7168"/>
                  </a:lnTo>
                  <a:lnTo>
                    <a:pt x="10549" y="3203"/>
                  </a:lnTo>
                  <a:cubicBezTo>
                    <a:pt x="10549" y="1738"/>
                    <a:pt x="11740" y="536"/>
                    <a:pt x="13216" y="536"/>
                  </a:cubicBezTo>
                  <a:close/>
                  <a:moveTo>
                    <a:pt x="31481" y="536"/>
                  </a:moveTo>
                  <a:cubicBezTo>
                    <a:pt x="32945" y="536"/>
                    <a:pt x="34136" y="1727"/>
                    <a:pt x="34136" y="3191"/>
                  </a:cubicBezTo>
                  <a:lnTo>
                    <a:pt x="34136" y="7989"/>
                  </a:lnTo>
                  <a:lnTo>
                    <a:pt x="33505" y="7846"/>
                  </a:lnTo>
                  <a:cubicBezTo>
                    <a:pt x="31731" y="7001"/>
                    <a:pt x="29742" y="6525"/>
                    <a:pt x="27647" y="6525"/>
                  </a:cubicBezTo>
                  <a:lnTo>
                    <a:pt x="27516" y="6525"/>
                  </a:lnTo>
                  <a:lnTo>
                    <a:pt x="26539" y="6310"/>
                  </a:lnTo>
                  <a:lnTo>
                    <a:pt x="26539" y="3191"/>
                  </a:lnTo>
                  <a:lnTo>
                    <a:pt x="26528" y="3191"/>
                  </a:lnTo>
                  <a:cubicBezTo>
                    <a:pt x="26528" y="1727"/>
                    <a:pt x="27730" y="536"/>
                    <a:pt x="29195" y="536"/>
                  </a:cubicBezTo>
                  <a:close/>
                  <a:moveTo>
                    <a:pt x="27647" y="7061"/>
                  </a:moveTo>
                  <a:cubicBezTo>
                    <a:pt x="29683" y="7061"/>
                    <a:pt x="31611" y="7537"/>
                    <a:pt x="33338" y="8358"/>
                  </a:cubicBezTo>
                  <a:cubicBezTo>
                    <a:pt x="37719" y="10490"/>
                    <a:pt x="40755" y="14978"/>
                    <a:pt x="40755" y="20169"/>
                  </a:cubicBezTo>
                  <a:lnTo>
                    <a:pt x="40755" y="33147"/>
                  </a:lnTo>
                  <a:cubicBezTo>
                    <a:pt x="40084" y="33668"/>
                    <a:pt x="39227" y="33944"/>
                    <a:pt x="38378" y="33944"/>
                  </a:cubicBezTo>
                  <a:cubicBezTo>
                    <a:pt x="37751" y="33944"/>
                    <a:pt x="37129" y="33794"/>
                    <a:pt x="36588" y="33480"/>
                  </a:cubicBezTo>
                  <a:lnTo>
                    <a:pt x="36588" y="20169"/>
                  </a:lnTo>
                  <a:cubicBezTo>
                    <a:pt x="36588" y="13966"/>
                    <a:pt x="32421" y="8715"/>
                    <a:pt x="26754" y="7061"/>
                  </a:cubicBezTo>
                  <a:close/>
                  <a:moveTo>
                    <a:pt x="40755" y="33600"/>
                  </a:moveTo>
                  <a:lnTo>
                    <a:pt x="40755" y="34171"/>
                  </a:lnTo>
                  <a:cubicBezTo>
                    <a:pt x="40093" y="34698"/>
                    <a:pt x="39254" y="34968"/>
                    <a:pt x="38418" y="34968"/>
                  </a:cubicBezTo>
                  <a:cubicBezTo>
                    <a:pt x="37780" y="34968"/>
                    <a:pt x="37144" y="34812"/>
                    <a:pt x="36588" y="34492"/>
                  </a:cubicBezTo>
                  <a:lnTo>
                    <a:pt x="36588" y="33885"/>
                  </a:lnTo>
                  <a:cubicBezTo>
                    <a:pt x="37136" y="34159"/>
                    <a:pt x="37755" y="34302"/>
                    <a:pt x="38374" y="34302"/>
                  </a:cubicBezTo>
                  <a:cubicBezTo>
                    <a:pt x="39220" y="34302"/>
                    <a:pt x="40053" y="34064"/>
                    <a:pt x="40755" y="33600"/>
                  </a:cubicBezTo>
                  <a:close/>
                  <a:moveTo>
                    <a:pt x="27516" y="33147"/>
                  </a:moveTo>
                  <a:cubicBezTo>
                    <a:pt x="29992" y="33147"/>
                    <a:pt x="32004" y="35112"/>
                    <a:pt x="32100" y="37564"/>
                  </a:cubicBezTo>
                  <a:lnTo>
                    <a:pt x="548" y="37564"/>
                  </a:lnTo>
                  <a:cubicBezTo>
                    <a:pt x="596" y="36409"/>
                    <a:pt x="1060" y="35362"/>
                    <a:pt x="1810" y="34576"/>
                  </a:cubicBezTo>
                  <a:cubicBezTo>
                    <a:pt x="1977" y="34397"/>
                    <a:pt x="2155" y="34242"/>
                    <a:pt x="2346" y="34100"/>
                  </a:cubicBezTo>
                  <a:cubicBezTo>
                    <a:pt x="3120" y="33504"/>
                    <a:pt x="4084" y="33147"/>
                    <a:pt x="5132" y="33147"/>
                  </a:cubicBezTo>
                  <a:close/>
                  <a:moveTo>
                    <a:pt x="31933" y="37933"/>
                  </a:moveTo>
                  <a:lnTo>
                    <a:pt x="31933" y="38422"/>
                  </a:lnTo>
                  <a:lnTo>
                    <a:pt x="715" y="38422"/>
                  </a:lnTo>
                  <a:lnTo>
                    <a:pt x="715" y="37933"/>
                  </a:lnTo>
                  <a:close/>
                  <a:moveTo>
                    <a:pt x="22944" y="7061"/>
                  </a:moveTo>
                  <a:cubicBezTo>
                    <a:pt x="30159" y="7061"/>
                    <a:pt x="36041" y="12942"/>
                    <a:pt x="36041" y="20169"/>
                  </a:cubicBezTo>
                  <a:lnTo>
                    <a:pt x="36041" y="46351"/>
                  </a:lnTo>
                  <a:cubicBezTo>
                    <a:pt x="36041" y="49959"/>
                    <a:pt x="33516" y="52971"/>
                    <a:pt x="30147" y="53721"/>
                  </a:cubicBezTo>
                  <a:cubicBezTo>
                    <a:pt x="31647" y="52828"/>
                    <a:pt x="32647" y="51185"/>
                    <a:pt x="32647" y="49316"/>
                  </a:cubicBezTo>
                  <a:lnTo>
                    <a:pt x="32647" y="37755"/>
                  </a:lnTo>
                  <a:cubicBezTo>
                    <a:pt x="32647" y="34909"/>
                    <a:pt x="30349" y="32611"/>
                    <a:pt x="27516" y="32611"/>
                  </a:cubicBezTo>
                  <a:lnTo>
                    <a:pt x="5132" y="32611"/>
                  </a:lnTo>
                  <a:cubicBezTo>
                    <a:pt x="4108" y="32611"/>
                    <a:pt x="3156" y="32909"/>
                    <a:pt x="2346" y="33433"/>
                  </a:cubicBezTo>
                  <a:lnTo>
                    <a:pt x="2346" y="20169"/>
                  </a:lnTo>
                  <a:cubicBezTo>
                    <a:pt x="2346" y="14216"/>
                    <a:pt x="6346" y="9168"/>
                    <a:pt x="11799" y="7584"/>
                  </a:cubicBezTo>
                  <a:cubicBezTo>
                    <a:pt x="12954" y="7239"/>
                    <a:pt x="14181" y="7061"/>
                    <a:pt x="15455" y="7061"/>
                  </a:cubicBezTo>
                  <a:close/>
                  <a:moveTo>
                    <a:pt x="32112" y="38779"/>
                  </a:moveTo>
                  <a:lnTo>
                    <a:pt x="32112" y="49316"/>
                  </a:lnTo>
                  <a:cubicBezTo>
                    <a:pt x="32112" y="51840"/>
                    <a:pt x="30052" y="53912"/>
                    <a:pt x="27516" y="53912"/>
                  </a:cubicBezTo>
                  <a:lnTo>
                    <a:pt x="5132" y="53912"/>
                  </a:lnTo>
                  <a:cubicBezTo>
                    <a:pt x="2596" y="53912"/>
                    <a:pt x="536" y="51840"/>
                    <a:pt x="536" y="49316"/>
                  </a:cubicBezTo>
                  <a:lnTo>
                    <a:pt x="536" y="38779"/>
                  </a:lnTo>
                  <a:close/>
                  <a:moveTo>
                    <a:pt x="40755" y="34623"/>
                  </a:moveTo>
                  <a:lnTo>
                    <a:pt x="40755" y="46363"/>
                  </a:lnTo>
                  <a:cubicBezTo>
                    <a:pt x="40755" y="50518"/>
                    <a:pt x="37362" y="53912"/>
                    <a:pt x="33207" y="53912"/>
                  </a:cubicBezTo>
                  <a:lnTo>
                    <a:pt x="31409" y="53912"/>
                  </a:lnTo>
                  <a:cubicBezTo>
                    <a:pt x="34433" y="52733"/>
                    <a:pt x="36588" y="49792"/>
                    <a:pt x="36588" y="46363"/>
                  </a:cubicBezTo>
                  <a:lnTo>
                    <a:pt x="36588" y="34885"/>
                  </a:lnTo>
                  <a:cubicBezTo>
                    <a:pt x="37148" y="35183"/>
                    <a:pt x="37779" y="35326"/>
                    <a:pt x="38422" y="35326"/>
                  </a:cubicBezTo>
                  <a:cubicBezTo>
                    <a:pt x="39243" y="35326"/>
                    <a:pt x="40065" y="35088"/>
                    <a:pt x="40755" y="34623"/>
                  </a:cubicBezTo>
                  <a:close/>
                  <a:moveTo>
                    <a:pt x="13216" y="0"/>
                  </a:moveTo>
                  <a:cubicBezTo>
                    <a:pt x="11454" y="0"/>
                    <a:pt x="10014" y="1441"/>
                    <a:pt x="10014" y="3215"/>
                  </a:cubicBezTo>
                  <a:lnTo>
                    <a:pt x="10216" y="7572"/>
                  </a:lnTo>
                  <a:cubicBezTo>
                    <a:pt x="5287" y="9632"/>
                    <a:pt x="1810" y="14502"/>
                    <a:pt x="1810" y="20169"/>
                  </a:cubicBezTo>
                  <a:lnTo>
                    <a:pt x="1810" y="33838"/>
                  </a:lnTo>
                  <a:cubicBezTo>
                    <a:pt x="703" y="34778"/>
                    <a:pt x="0" y="36183"/>
                    <a:pt x="0" y="37743"/>
                  </a:cubicBezTo>
                  <a:lnTo>
                    <a:pt x="0" y="49304"/>
                  </a:lnTo>
                  <a:cubicBezTo>
                    <a:pt x="0" y="52137"/>
                    <a:pt x="2298" y="54447"/>
                    <a:pt x="5132" y="54447"/>
                  </a:cubicBezTo>
                  <a:lnTo>
                    <a:pt x="33207" y="54447"/>
                  </a:lnTo>
                  <a:cubicBezTo>
                    <a:pt x="37660" y="54447"/>
                    <a:pt x="41291" y="50816"/>
                    <a:pt x="41291" y="46351"/>
                  </a:cubicBezTo>
                  <a:lnTo>
                    <a:pt x="41291" y="33147"/>
                  </a:lnTo>
                  <a:lnTo>
                    <a:pt x="41291" y="33099"/>
                  </a:lnTo>
                  <a:lnTo>
                    <a:pt x="41291" y="32957"/>
                  </a:lnTo>
                  <a:lnTo>
                    <a:pt x="41291" y="20169"/>
                  </a:lnTo>
                  <a:cubicBezTo>
                    <a:pt x="41291" y="15216"/>
                    <a:pt x="38636" y="10871"/>
                    <a:pt x="34671" y="8477"/>
                  </a:cubicBezTo>
                  <a:lnTo>
                    <a:pt x="34671" y="3191"/>
                  </a:lnTo>
                  <a:cubicBezTo>
                    <a:pt x="34671" y="1429"/>
                    <a:pt x="33243" y="0"/>
                    <a:pt x="31481" y="0"/>
                  </a:cubicBezTo>
                  <a:lnTo>
                    <a:pt x="29195" y="0"/>
                  </a:lnTo>
                  <a:cubicBezTo>
                    <a:pt x="27432" y="0"/>
                    <a:pt x="25992" y="1441"/>
                    <a:pt x="25992" y="3191"/>
                  </a:cubicBezTo>
                  <a:lnTo>
                    <a:pt x="25992" y="6525"/>
                  </a:lnTo>
                  <a:lnTo>
                    <a:pt x="18693" y="6525"/>
                  </a:lnTo>
                  <a:lnTo>
                    <a:pt x="18693" y="3203"/>
                  </a:lnTo>
                  <a:cubicBezTo>
                    <a:pt x="18693" y="1441"/>
                    <a:pt x="17253" y="0"/>
                    <a:pt x="1549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45"/>
            <p:cNvSpPr/>
            <p:nvPr/>
          </p:nvSpPr>
          <p:spPr>
            <a:xfrm flipH="1" rot="-1474120">
              <a:off x="1127843" y="1463741"/>
              <a:ext cx="780506" cy="12225"/>
            </a:xfrm>
            <a:custGeom>
              <a:rect b="b" l="l" r="r" t="t"/>
              <a:pathLst>
                <a:path extrusionOk="0" h="489" w="31219">
                  <a:moveTo>
                    <a:pt x="1" y="0"/>
                  </a:moveTo>
                  <a:lnTo>
                    <a:pt x="1" y="489"/>
                  </a:lnTo>
                  <a:lnTo>
                    <a:pt x="31219" y="489"/>
                  </a:lnTo>
                  <a:lnTo>
                    <a:pt x="31219" y="0"/>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45"/>
            <p:cNvSpPr/>
            <p:nvPr/>
          </p:nvSpPr>
          <p:spPr>
            <a:xfrm flipH="1" rot="-1474120">
              <a:off x="917372" y="1596513"/>
              <a:ext cx="104204" cy="34251"/>
            </a:xfrm>
            <a:custGeom>
              <a:rect b="b" l="l" r="r" t="t"/>
              <a:pathLst>
                <a:path extrusionOk="0" h="1370" w="4168">
                  <a:moveTo>
                    <a:pt x="4167" y="1"/>
                  </a:moveTo>
                  <a:cubicBezTo>
                    <a:pt x="3477" y="465"/>
                    <a:pt x="2632" y="703"/>
                    <a:pt x="1798" y="703"/>
                  </a:cubicBezTo>
                  <a:cubicBezTo>
                    <a:pt x="1167" y="703"/>
                    <a:pt x="560" y="560"/>
                    <a:pt x="0" y="286"/>
                  </a:cubicBezTo>
                  <a:lnTo>
                    <a:pt x="0" y="893"/>
                  </a:lnTo>
                  <a:cubicBezTo>
                    <a:pt x="556" y="1213"/>
                    <a:pt x="1192" y="1369"/>
                    <a:pt x="1830" y="1369"/>
                  </a:cubicBezTo>
                  <a:cubicBezTo>
                    <a:pt x="2666" y="1369"/>
                    <a:pt x="3505" y="1099"/>
                    <a:pt x="4167" y="572"/>
                  </a:cubicBezTo>
                  <a:lnTo>
                    <a:pt x="4167" y="1"/>
                  </a:lnTo>
                  <a:close/>
                </a:path>
              </a:pathLst>
            </a:custGeom>
            <a:solidFill>
              <a:srgbClr val="377E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45"/>
            <p:cNvSpPr/>
            <p:nvPr/>
          </p:nvSpPr>
          <p:spPr>
            <a:xfrm flipH="1" rot="-1474120">
              <a:off x="1058048" y="875208"/>
              <a:ext cx="300662" cy="112229"/>
            </a:xfrm>
            <a:custGeom>
              <a:rect b="b" l="l" r="r" t="t"/>
              <a:pathLst>
                <a:path extrusionOk="0" h="4489" w="12026">
                  <a:moveTo>
                    <a:pt x="4781" y="1"/>
                  </a:moveTo>
                  <a:cubicBezTo>
                    <a:pt x="4590" y="1"/>
                    <a:pt x="4396" y="24"/>
                    <a:pt x="4203" y="71"/>
                  </a:cubicBezTo>
                  <a:cubicBezTo>
                    <a:pt x="3655" y="202"/>
                    <a:pt x="3215" y="488"/>
                    <a:pt x="2869" y="714"/>
                  </a:cubicBezTo>
                  <a:lnTo>
                    <a:pt x="643" y="2191"/>
                  </a:lnTo>
                  <a:cubicBezTo>
                    <a:pt x="143" y="2512"/>
                    <a:pt x="0" y="3191"/>
                    <a:pt x="333" y="3691"/>
                  </a:cubicBezTo>
                  <a:cubicBezTo>
                    <a:pt x="537" y="4007"/>
                    <a:pt x="883" y="4176"/>
                    <a:pt x="1236" y="4176"/>
                  </a:cubicBezTo>
                  <a:cubicBezTo>
                    <a:pt x="1442" y="4176"/>
                    <a:pt x="1650" y="4119"/>
                    <a:pt x="1834" y="4000"/>
                  </a:cubicBezTo>
                  <a:lnTo>
                    <a:pt x="4060" y="2524"/>
                  </a:lnTo>
                  <a:cubicBezTo>
                    <a:pt x="4215" y="2429"/>
                    <a:pt x="4382" y="2310"/>
                    <a:pt x="4548" y="2238"/>
                  </a:cubicBezTo>
                  <a:lnTo>
                    <a:pt x="4751" y="2143"/>
                  </a:lnTo>
                  <a:lnTo>
                    <a:pt x="4822" y="2512"/>
                  </a:lnTo>
                  <a:cubicBezTo>
                    <a:pt x="4929" y="3036"/>
                    <a:pt x="5084" y="3834"/>
                    <a:pt x="5894" y="4274"/>
                  </a:cubicBezTo>
                  <a:cubicBezTo>
                    <a:pt x="6156" y="4405"/>
                    <a:pt x="6441" y="4489"/>
                    <a:pt x="6751" y="4489"/>
                  </a:cubicBezTo>
                  <a:cubicBezTo>
                    <a:pt x="7358" y="4489"/>
                    <a:pt x="7894" y="4203"/>
                    <a:pt x="8144" y="4072"/>
                  </a:cubicBezTo>
                  <a:lnTo>
                    <a:pt x="11406" y="2346"/>
                  </a:lnTo>
                  <a:cubicBezTo>
                    <a:pt x="11656" y="2215"/>
                    <a:pt x="11847" y="1988"/>
                    <a:pt x="11930" y="1714"/>
                  </a:cubicBezTo>
                  <a:cubicBezTo>
                    <a:pt x="12025" y="1441"/>
                    <a:pt x="11990" y="1143"/>
                    <a:pt x="11859" y="881"/>
                  </a:cubicBezTo>
                  <a:cubicBezTo>
                    <a:pt x="11668" y="516"/>
                    <a:pt x="11285" y="307"/>
                    <a:pt x="10894" y="307"/>
                  </a:cubicBezTo>
                  <a:cubicBezTo>
                    <a:pt x="10724" y="307"/>
                    <a:pt x="10553" y="346"/>
                    <a:pt x="10394" y="429"/>
                  </a:cubicBezTo>
                  <a:lnTo>
                    <a:pt x="6977" y="2238"/>
                  </a:lnTo>
                  <a:lnTo>
                    <a:pt x="6929" y="2000"/>
                  </a:lnTo>
                  <a:cubicBezTo>
                    <a:pt x="6846" y="1548"/>
                    <a:pt x="6703" y="1024"/>
                    <a:pt x="6287" y="595"/>
                  </a:cubicBezTo>
                  <a:cubicBezTo>
                    <a:pt x="5902" y="211"/>
                    <a:pt x="5356" y="1"/>
                    <a:pt x="47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45"/>
            <p:cNvSpPr/>
            <p:nvPr/>
          </p:nvSpPr>
          <p:spPr>
            <a:xfrm flipH="1" rot="-1474120">
              <a:off x="1048745" y="865929"/>
              <a:ext cx="320013" cy="130255"/>
            </a:xfrm>
            <a:custGeom>
              <a:rect b="b" l="l" r="r" t="t"/>
              <a:pathLst>
                <a:path extrusionOk="0" h="5210" w="12800">
                  <a:moveTo>
                    <a:pt x="5177" y="1"/>
                  </a:moveTo>
                  <a:cubicBezTo>
                    <a:pt x="4961" y="1"/>
                    <a:pt x="4742" y="26"/>
                    <a:pt x="4525" y="78"/>
                  </a:cubicBezTo>
                  <a:cubicBezTo>
                    <a:pt x="3917" y="233"/>
                    <a:pt x="3453" y="543"/>
                    <a:pt x="3072" y="781"/>
                  </a:cubicBezTo>
                  <a:lnTo>
                    <a:pt x="846" y="2245"/>
                  </a:lnTo>
                  <a:cubicBezTo>
                    <a:pt x="179" y="2686"/>
                    <a:pt x="0" y="3591"/>
                    <a:pt x="441" y="4245"/>
                  </a:cubicBezTo>
                  <a:cubicBezTo>
                    <a:pt x="720" y="4669"/>
                    <a:pt x="1182" y="4900"/>
                    <a:pt x="1653" y="4900"/>
                  </a:cubicBezTo>
                  <a:cubicBezTo>
                    <a:pt x="1923" y="4900"/>
                    <a:pt x="2197" y="4823"/>
                    <a:pt x="2441" y="4662"/>
                  </a:cubicBezTo>
                  <a:lnTo>
                    <a:pt x="4667" y="3198"/>
                  </a:lnTo>
                  <a:cubicBezTo>
                    <a:pt x="4739" y="3150"/>
                    <a:pt x="4822" y="3091"/>
                    <a:pt x="4894" y="3043"/>
                  </a:cubicBezTo>
                  <a:cubicBezTo>
                    <a:pt x="5001" y="3591"/>
                    <a:pt x="5227" y="4472"/>
                    <a:pt x="6120" y="4960"/>
                  </a:cubicBezTo>
                  <a:cubicBezTo>
                    <a:pt x="6441" y="5126"/>
                    <a:pt x="6799" y="5210"/>
                    <a:pt x="7156" y="5210"/>
                  </a:cubicBezTo>
                  <a:cubicBezTo>
                    <a:pt x="7858" y="5210"/>
                    <a:pt x="8442" y="4900"/>
                    <a:pt x="8716" y="4757"/>
                  </a:cubicBezTo>
                  <a:lnTo>
                    <a:pt x="11978" y="3031"/>
                  </a:lnTo>
                  <a:cubicBezTo>
                    <a:pt x="12323" y="2852"/>
                    <a:pt x="12573" y="2555"/>
                    <a:pt x="12680" y="2186"/>
                  </a:cubicBezTo>
                  <a:cubicBezTo>
                    <a:pt x="12799" y="1817"/>
                    <a:pt x="12764" y="1424"/>
                    <a:pt x="12585" y="1078"/>
                  </a:cubicBezTo>
                  <a:cubicBezTo>
                    <a:pt x="12329" y="592"/>
                    <a:pt x="11828" y="311"/>
                    <a:pt x="11310" y="311"/>
                  </a:cubicBezTo>
                  <a:cubicBezTo>
                    <a:pt x="11081" y="311"/>
                    <a:pt x="10848" y="366"/>
                    <a:pt x="10632" y="483"/>
                  </a:cubicBezTo>
                  <a:lnTo>
                    <a:pt x="7644" y="2055"/>
                  </a:lnTo>
                  <a:cubicBezTo>
                    <a:pt x="7549" y="1674"/>
                    <a:pt x="7382" y="1138"/>
                    <a:pt x="6942" y="697"/>
                  </a:cubicBezTo>
                  <a:cubicBezTo>
                    <a:pt x="6491" y="247"/>
                    <a:pt x="5849" y="1"/>
                    <a:pt x="517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7" name="Google Shape;1237;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46"/>
          <p:cNvSpPr txBox="1"/>
          <p:nvPr>
            <p:ph type="title"/>
          </p:nvPr>
        </p:nvSpPr>
        <p:spPr>
          <a:xfrm>
            <a:off x="1118975" y="30525"/>
            <a:ext cx="94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Bài 2: </a:t>
            </a:r>
            <a:endParaRPr b="1">
              <a:solidFill>
                <a:schemeClr val="accent3"/>
              </a:solidFill>
              <a:highlight>
                <a:schemeClr val="lt2"/>
              </a:highlight>
            </a:endParaRPr>
          </a:p>
        </p:txBody>
      </p:sp>
      <p:sp>
        <p:nvSpPr>
          <p:cNvPr id="1243" name="Google Shape;1243;p46"/>
          <p:cNvSpPr txBox="1"/>
          <p:nvPr/>
        </p:nvSpPr>
        <p:spPr>
          <a:xfrm>
            <a:off x="1072025" y="561075"/>
            <a:ext cx="7731600" cy="394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800">
                <a:solidFill>
                  <a:schemeClr val="dk1"/>
                </a:solidFill>
                <a:latin typeface="Bangers"/>
                <a:ea typeface="Bangers"/>
                <a:cs typeface="Bangers"/>
                <a:sym typeface="Bangers"/>
              </a:rPr>
              <a:t>Yêu cầu</a:t>
            </a:r>
            <a:r>
              <a:rPr lang="en" sz="1800">
                <a:solidFill>
                  <a:schemeClr val="dk1"/>
                </a:solidFill>
                <a:latin typeface="Bangers"/>
                <a:ea typeface="Bangers"/>
                <a:cs typeface="Bangers"/>
                <a:sym typeface="Bangers"/>
              </a:rPr>
              <a:t>:</a:t>
            </a:r>
            <a:r>
              <a:rPr lang="en" sz="1800">
                <a:solidFill>
                  <a:schemeClr val="dk1"/>
                </a:solidFill>
                <a:latin typeface="Actor"/>
                <a:ea typeface="Actor"/>
                <a:cs typeface="Actor"/>
                <a:sym typeface="Actor"/>
              </a:rPr>
              <a:t> </a:t>
            </a:r>
            <a:endParaRPr sz="1800">
              <a:solidFill>
                <a:schemeClr val="dk1"/>
              </a:solidFill>
              <a:latin typeface="Actor"/>
              <a:ea typeface="Actor"/>
              <a:cs typeface="Actor"/>
              <a:sym typeface="Actor"/>
            </a:endParaRPr>
          </a:p>
          <a:p>
            <a:pPr indent="-342900" lvl="0" marL="457200" rtl="0" algn="just">
              <a:spcBef>
                <a:spcPts val="400"/>
              </a:spcBef>
              <a:spcAft>
                <a:spcPts val="0"/>
              </a:spcAft>
              <a:buClr>
                <a:schemeClr val="dk1"/>
              </a:buClr>
              <a:buSzPts val="1800"/>
              <a:buFont typeface="Actor"/>
              <a:buAutoNum type="arabicPeriod"/>
            </a:pPr>
            <a:r>
              <a:rPr lang="en" sz="1800">
                <a:solidFill>
                  <a:schemeClr val="dk1"/>
                </a:solidFill>
                <a:latin typeface="Actor"/>
                <a:ea typeface="Actor"/>
                <a:cs typeface="Actor"/>
                <a:sym typeface="Actor"/>
              </a:rPr>
              <a:t>Sử dụng chương trình của bài 1, cải tiến hàm </a:t>
            </a:r>
            <a:r>
              <a:rPr b="1" lang="en" sz="1800">
                <a:solidFill>
                  <a:schemeClr val="dk1"/>
                </a:solidFill>
                <a:highlight>
                  <a:schemeClr val="lt2"/>
                </a:highlight>
                <a:latin typeface="Actor"/>
                <a:ea typeface="Actor"/>
                <a:cs typeface="Actor"/>
                <a:sym typeface="Actor"/>
              </a:rPr>
              <a:t>bubbleSort</a:t>
            </a:r>
            <a:r>
              <a:rPr lang="en" sz="1800">
                <a:solidFill>
                  <a:schemeClr val="dk1"/>
                </a:solidFill>
                <a:latin typeface="Actor"/>
                <a:ea typeface="Actor"/>
                <a:cs typeface="Actor"/>
                <a:sym typeface="Actor"/>
              </a:rPr>
              <a:t>, thêm biến đếm số lần hoán đổi vị trí của hai phần tử trong mảng </a:t>
            </a:r>
            <a:r>
              <a:rPr lang="en" sz="1800">
                <a:solidFill>
                  <a:schemeClr val="accent5"/>
                </a:solidFill>
                <a:latin typeface="Actor"/>
                <a:ea typeface="Actor"/>
                <a:cs typeface="Actor"/>
                <a:sym typeface="Actor"/>
              </a:rPr>
              <a:t>swaps</a:t>
            </a:r>
            <a:r>
              <a:rPr lang="en" sz="1800">
                <a:solidFill>
                  <a:schemeClr val="dk1"/>
                </a:solidFill>
                <a:latin typeface="Actor"/>
                <a:ea typeface="Actor"/>
                <a:cs typeface="Actor"/>
                <a:sym typeface="Actor"/>
              </a:rPr>
              <a:t> và biến đếm số lần so sánh hai phần tử trong mảng </a:t>
            </a:r>
            <a:r>
              <a:rPr lang="en" sz="1800">
                <a:solidFill>
                  <a:schemeClr val="accent3"/>
                </a:solidFill>
                <a:latin typeface="Actor"/>
                <a:ea typeface="Actor"/>
                <a:cs typeface="Actor"/>
                <a:sym typeface="Actor"/>
              </a:rPr>
              <a:t>comps</a:t>
            </a:r>
            <a:r>
              <a:rPr lang="en" sz="1800">
                <a:solidFill>
                  <a:schemeClr val="dk1"/>
                </a:solidFill>
                <a:latin typeface="Actor"/>
                <a:ea typeface="Actor"/>
                <a:cs typeface="Actor"/>
                <a:sym typeface="Actor"/>
              </a:rPr>
              <a:t>.</a:t>
            </a:r>
            <a:endParaRPr sz="1800">
              <a:solidFill>
                <a:schemeClr val="dk1"/>
              </a:solidFill>
              <a:latin typeface="Actor"/>
              <a:ea typeface="Actor"/>
              <a:cs typeface="Actor"/>
              <a:sym typeface="Actor"/>
            </a:endParaRPr>
          </a:p>
          <a:p>
            <a:pPr indent="0" lvl="0" marL="457200" rtl="0" algn="just">
              <a:spcBef>
                <a:spcPts val="400"/>
              </a:spcBef>
              <a:spcAft>
                <a:spcPts val="0"/>
              </a:spcAft>
              <a:buNone/>
            </a:pPr>
            <a:r>
              <a:rPr lang="en" sz="1600">
                <a:solidFill>
                  <a:schemeClr val="dk1"/>
                </a:solidFill>
                <a:highlight>
                  <a:schemeClr val="lt2"/>
                </a:highlight>
                <a:latin typeface="Consolas"/>
                <a:ea typeface="Consolas"/>
                <a:cs typeface="Consolas"/>
                <a:sym typeface="Consolas"/>
              </a:rPr>
              <a:t>void </a:t>
            </a:r>
            <a:r>
              <a:rPr b="1" lang="en" sz="1600">
                <a:solidFill>
                  <a:schemeClr val="dk1"/>
                </a:solidFill>
                <a:highlight>
                  <a:schemeClr val="lt2"/>
                </a:highlight>
                <a:latin typeface="Consolas"/>
                <a:ea typeface="Consolas"/>
                <a:cs typeface="Consolas"/>
                <a:sym typeface="Consolas"/>
              </a:rPr>
              <a:t>bubbleSort</a:t>
            </a:r>
            <a:r>
              <a:rPr lang="en" sz="1600">
                <a:solidFill>
                  <a:schemeClr val="dk1"/>
                </a:solidFill>
                <a:highlight>
                  <a:schemeClr val="lt2"/>
                </a:highlight>
                <a:latin typeface="Consolas"/>
                <a:ea typeface="Consolas"/>
                <a:cs typeface="Consolas"/>
                <a:sym typeface="Consolas"/>
              </a:rPr>
              <a:t>(int </a:t>
            </a:r>
            <a:r>
              <a:rPr lang="en" sz="1600">
                <a:solidFill>
                  <a:schemeClr val="accent1"/>
                </a:solidFill>
                <a:highlight>
                  <a:schemeClr val="lt2"/>
                </a:highlight>
                <a:latin typeface="Consolas"/>
                <a:ea typeface="Consolas"/>
                <a:cs typeface="Consolas"/>
                <a:sym typeface="Consolas"/>
              </a:rPr>
              <a:t>array</a:t>
            </a:r>
            <a:r>
              <a:rPr lang="en" sz="1600">
                <a:solidFill>
                  <a:schemeClr val="dk1"/>
                </a:solidFill>
                <a:highlight>
                  <a:schemeClr val="lt2"/>
                </a:highlight>
                <a:latin typeface="Consolas"/>
                <a:ea typeface="Consolas"/>
                <a:cs typeface="Consolas"/>
                <a:sym typeface="Consolas"/>
              </a:rPr>
              <a:t>[], int </a:t>
            </a:r>
            <a:r>
              <a:rPr lang="en" sz="1600">
                <a:solidFill>
                  <a:schemeClr val="dk2"/>
                </a:solidFill>
                <a:highlight>
                  <a:schemeClr val="lt2"/>
                </a:highlight>
                <a:latin typeface="Consolas"/>
                <a:ea typeface="Consolas"/>
                <a:cs typeface="Consolas"/>
                <a:sym typeface="Consolas"/>
              </a:rPr>
              <a:t>n</a:t>
            </a:r>
            <a:r>
              <a:rPr lang="en" sz="1600">
                <a:solidFill>
                  <a:schemeClr val="dk1"/>
                </a:solidFill>
                <a:highlight>
                  <a:schemeClr val="lt2"/>
                </a:highlight>
                <a:latin typeface="Consolas"/>
                <a:ea typeface="Consolas"/>
                <a:cs typeface="Consolas"/>
                <a:sym typeface="Consolas"/>
              </a:rPr>
              <a:t>, int* </a:t>
            </a:r>
            <a:r>
              <a:rPr lang="en" sz="1600">
                <a:solidFill>
                  <a:schemeClr val="accent3"/>
                </a:solidFill>
                <a:highlight>
                  <a:schemeClr val="lt2"/>
                </a:highlight>
                <a:latin typeface="Consolas"/>
                <a:ea typeface="Consolas"/>
                <a:cs typeface="Consolas"/>
                <a:sym typeface="Consolas"/>
              </a:rPr>
              <a:t>comps</a:t>
            </a:r>
            <a:r>
              <a:rPr lang="en" sz="1600">
                <a:solidFill>
                  <a:schemeClr val="dk1"/>
                </a:solidFill>
                <a:highlight>
                  <a:schemeClr val="lt2"/>
                </a:highlight>
                <a:latin typeface="Consolas"/>
                <a:ea typeface="Consolas"/>
                <a:cs typeface="Consolas"/>
                <a:sym typeface="Consolas"/>
              </a:rPr>
              <a:t>, int* </a:t>
            </a:r>
            <a:r>
              <a:rPr lang="en" sz="1600">
                <a:solidFill>
                  <a:schemeClr val="accent5"/>
                </a:solidFill>
                <a:highlight>
                  <a:schemeClr val="lt2"/>
                </a:highlight>
                <a:latin typeface="Consolas"/>
                <a:ea typeface="Consolas"/>
                <a:cs typeface="Consolas"/>
                <a:sym typeface="Consolas"/>
              </a:rPr>
              <a:t>swaps</a:t>
            </a:r>
            <a:r>
              <a:rPr lang="en" sz="1600">
                <a:solidFill>
                  <a:schemeClr val="dk1"/>
                </a:solidFill>
                <a:highlight>
                  <a:schemeClr val="lt2"/>
                </a:highlight>
                <a:latin typeface="Consolas"/>
                <a:ea typeface="Consolas"/>
                <a:cs typeface="Consolas"/>
                <a:sym typeface="Consolas"/>
              </a:rPr>
              <a:t>)</a:t>
            </a:r>
            <a:endParaRPr sz="1600">
              <a:solidFill>
                <a:schemeClr val="dk1"/>
              </a:solidFill>
              <a:highlight>
                <a:schemeClr val="lt2"/>
              </a:highlight>
              <a:latin typeface="Consolas"/>
              <a:ea typeface="Consolas"/>
              <a:cs typeface="Consolas"/>
              <a:sym typeface="Consolas"/>
            </a:endParaRPr>
          </a:p>
          <a:p>
            <a:pPr indent="0" lvl="0" marL="457200" rtl="0" algn="just">
              <a:spcBef>
                <a:spcPts val="400"/>
              </a:spcBef>
              <a:spcAft>
                <a:spcPts val="0"/>
              </a:spcAft>
              <a:buNone/>
            </a:pPr>
            <a:r>
              <a:rPr lang="en" sz="1800">
                <a:solidFill>
                  <a:schemeClr val="dk1"/>
                </a:solidFill>
                <a:latin typeface="Actor"/>
                <a:ea typeface="Actor"/>
                <a:cs typeface="Actor"/>
                <a:sym typeface="Actor"/>
              </a:rPr>
              <a:t>Thao tác trên các mảng được sinh ngẫu nhiên.</a:t>
            </a:r>
            <a:endParaRPr sz="1800">
              <a:solidFill>
                <a:schemeClr val="dk1"/>
              </a:solidFill>
              <a:latin typeface="Actor"/>
              <a:ea typeface="Actor"/>
              <a:cs typeface="Actor"/>
              <a:sym typeface="Actor"/>
            </a:endParaRPr>
          </a:p>
          <a:p>
            <a:pPr indent="-342900" lvl="0" marL="457200" rtl="0" algn="just">
              <a:spcBef>
                <a:spcPts val="400"/>
              </a:spcBef>
              <a:spcAft>
                <a:spcPts val="0"/>
              </a:spcAft>
              <a:buClr>
                <a:schemeClr val="dk1"/>
              </a:buClr>
              <a:buSzPts val="1800"/>
              <a:buFont typeface="Actor"/>
              <a:buAutoNum type="arabicPeriod"/>
            </a:pPr>
            <a:r>
              <a:rPr lang="en" sz="1800">
                <a:solidFill>
                  <a:schemeClr val="dk1"/>
                </a:solidFill>
                <a:latin typeface="Actor"/>
                <a:ea typeface="Actor"/>
                <a:cs typeface="Actor"/>
                <a:sym typeface="Actor"/>
              </a:rPr>
              <a:t>Thực hiện sinh mảng ngẫu nhiên với </a:t>
            </a:r>
            <a:r>
              <a:rPr lang="en" sz="1800">
                <a:solidFill>
                  <a:schemeClr val="dk2"/>
                </a:solidFill>
                <a:latin typeface="Actor"/>
                <a:ea typeface="Actor"/>
                <a:cs typeface="Actor"/>
                <a:sym typeface="Actor"/>
              </a:rPr>
              <a:t>n = 10</a:t>
            </a:r>
            <a:r>
              <a:rPr lang="en" sz="1800">
                <a:solidFill>
                  <a:schemeClr val="dk1"/>
                </a:solidFill>
                <a:latin typeface="Actor"/>
                <a:ea typeface="Actor"/>
                <a:cs typeface="Actor"/>
                <a:sym typeface="Actor"/>
              </a:rPr>
              <a:t> và sử dụng hàm </a:t>
            </a:r>
            <a:r>
              <a:rPr b="1" lang="en" sz="1800">
                <a:solidFill>
                  <a:schemeClr val="dk1"/>
                </a:solidFill>
                <a:highlight>
                  <a:schemeClr val="lt2"/>
                </a:highlight>
                <a:latin typeface="Actor"/>
                <a:ea typeface="Actor"/>
                <a:cs typeface="Actor"/>
                <a:sym typeface="Actor"/>
              </a:rPr>
              <a:t>bubbleSort</a:t>
            </a:r>
            <a:r>
              <a:rPr lang="en" sz="1800">
                <a:solidFill>
                  <a:schemeClr val="dk1"/>
                </a:solidFill>
                <a:latin typeface="Actor"/>
                <a:ea typeface="Actor"/>
                <a:cs typeface="Actor"/>
                <a:sym typeface="Actor"/>
              </a:rPr>
              <a:t> ở bài 2.1 trên để lập bảng số liệu và tính </a:t>
            </a:r>
            <a:r>
              <a:rPr b="1" lang="en" sz="1800">
                <a:solidFill>
                  <a:schemeClr val="dk1"/>
                </a:solidFill>
                <a:latin typeface="Actor"/>
                <a:ea typeface="Actor"/>
                <a:cs typeface="Actor"/>
                <a:sym typeface="Actor"/>
              </a:rPr>
              <a:t>số bước trung bình</a:t>
            </a:r>
            <a:r>
              <a:rPr lang="en" sz="1800">
                <a:solidFill>
                  <a:schemeClr val="dk1"/>
                </a:solidFill>
                <a:latin typeface="Actor"/>
                <a:ea typeface="Actor"/>
                <a:cs typeface="Actor"/>
                <a:sym typeface="Actor"/>
              </a:rPr>
              <a:t> sau </a:t>
            </a:r>
            <a:r>
              <a:rPr b="1" lang="en" sz="1800">
                <a:solidFill>
                  <a:schemeClr val="accent1"/>
                </a:solidFill>
                <a:latin typeface="Actor"/>
                <a:ea typeface="Actor"/>
                <a:cs typeface="Actor"/>
                <a:sym typeface="Actor"/>
              </a:rPr>
              <a:t>k lần</a:t>
            </a:r>
            <a:r>
              <a:rPr lang="en" sz="1800">
                <a:solidFill>
                  <a:schemeClr val="dk1"/>
                </a:solidFill>
                <a:latin typeface="Actor"/>
                <a:ea typeface="Actor"/>
                <a:cs typeface="Actor"/>
                <a:sym typeface="Actor"/>
              </a:rPr>
              <a:t> thực nghiệm (</a:t>
            </a:r>
            <a:r>
              <a:rPr lang="en" sz="1800">
                <a:solidFill>
                  <a:schemeClr val="accent1"/>
                </a:solidFill>
                <a:latin typeface="Actor"/>
                <a:ea typeface="Actor"/>
                <a:cs typeface="Actor"/>
                <a:sym typeface="Actor"/>
              </a:rPr>
              <a:t>k = 100, 1000, 10000</a:t>
            </a:r>
            <a:r>
              <a:rPr lang="en" sz="1800">
                <a:solidFill>
                  <a:schemeClr val="dk1"/>
                </a:solidFill>
                <a:latin typeface="Actor"/>
                <a:ea typeface="Actor"/>
                <a:cs typeface="Actor"/>
                <a:sym typeface="Actor"/>
              </a:rPr>
              <a:t>). Mẫu bảng số liệu:</a:t>
            </a:r>
            <a:endParaRPr sz="1800">
              <a:solidFill>
                <a:schemeClr val="dk1"/>
              </a:solidFill>
              <a:latin typeface="Actor"/>
              <a:ea typeface="Actor"/>
              <a:cs typeface="Actor"/>
              <a:sym typeface="Actor"/>
            </a:endParaRPr>
          </a:p>
          <a:p>
            <a:pPr indent="0" lvl="0" marL="0" rtl="0" algn="just">
              <a:spcBef>
                <a:spcPts val="400"/>
              </a:spcBef>
              <a:spcAft>
                <a:spcPts val="400"/>
              </a:spcAft>
              <a:buNone/>
            </a:pPr>
            <a:r>
              <a:t/>
            </a:r>
            <a:endParaRPr sz="1800">
              <a:solidFill>
                <a:schemeClr val="dk1"/>
              </a:solidFill>
              <a:latin typeface="Actor"/>
              <a:ea typeface="Actor"/>
              <a:cs typeface="Actor"/>
              <a:sym typeface="Actor"/>
            </a:endParaRPr>
          </a:p>
        </p:txBody>
      </p:sp>
      <p:graphicFrame>
        <p:nvGraphicFramePr>
          <p:cNvPr id="1244" name="Google Shape;1244;p46"/>
          <p:cNvGraphicFramePr/>
          <p:nvPr/>
        </p:nvGraphicFramePr>
        <p:xfrm>
          <a:off x="1476325" y="3553925"/>
          <a:ext cx="3000000" cy="3000000"/>
        </p:xfrm>
        <a:graphic>
          <a:graphicData uri="http://schemas.openxmlformats.org/drawingml/2006/table">
            <a:tbl>
              <a:tblPr>
                <a:noFill/>
                <a:tableStyleId>{A87B9132-2666-4BB6-9630-EA7EDC9FD5C9}</a:tableStyleId>
              </a:tblPr>
              <a:tblGrid>
                <a:gridCol w="1651375"/>
                <a:gridCol w="931275"/>
                <a:gridCol w="931275"/>
                <a:gridCol w="931275"/>
                <a:gridCol w="931275"/>
                <a:gridCol w="931275"/>
                <a:gridCol w="931275"/>
              </a:tblGrid>
              <a:tr h="335875">
                <a:tc>
                  <a:txBody>
                    <a:bodyPr/>
                    <a:lstStyle/>
                    <a:p>
                      <a:pPr indent="0" lvl="0" marL="0" rtl="0" algn="ctr">
                        <a:spcBef>
                          <a:spcPts val="0"/>
                        </a:spcBef>
                        <a:spcAft>
                          <a:spcPts val="0"/>
                        </a:spcAft>
                        <a:buNone/>
                      </a:pPr>
                      <a:r>
                        <a:rPr b="1" lang="en" sz="1100"/>
                        <a:t>Observation</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c>
                  <a:txBody>
                    <a:bodyPr/>
                    <a:lstStyle/>
                    <a:p>
                      <a:pPr indent="0" lvl="0" marL="0" rtl="0" algn="ctr">
                        <a:spcBef>
                          <a:spcPts val="0"/>
                        </a:spcBef>
                        <a:spcAft>
                          <a:spcPts val="0"/>
                        </a:spcAft>
                        <a:buNone/>
                      </a:pPr>
                      <a:r>
                        <a:rPr b="1" lang="en" sz="1100"/>
                        <a:t>1</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c>
                  <a:txBody>
                    <a:bodyPr/>
                    <a:lstStyle/>
                    <a:p>
                      <a:pPr indent="0" lvl="0" marL="0" rtl="0" algn="ctr">
                        <a:spcBef>
                          <a:spcPts val="0"/>
                        </a:spcBef>
                        <a:spcAft>
                          <a:spcPts val="0"/>
                        </a:spcAft>
                        <a:buNone/>
                      </a:pPr>
                      <a:r>
                        <a:rPr b="1" lang="en" sz="1100"/>
                        <a:t>2</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c>
                  <a:txBody>
                    <a:bodyPr/>
                    <a:lstStyle/>
                    <a:p>
                      <a:pPr indent="0" lvl="0" marL="0" rtl="0" algn="ctr">
                        <a:spcBef>
                          <a:spcPts val="0"/>
                        </a:spcBef>
                        <a:spcAft>
                          <a:spcPts val="0"/>
                        </a:spcAft>
                        <a:buNone/>
                      </a:pPr>
                      <a:r>
                        <a:rPr b="1" lang="en" sz="1100"/>
                        <a:t>3</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c>
                  <a:txBody>
                    <a:bodyPr/>
                    <a:lstStyle/>
                    <a:p>
                      <a:pPr indent="0" lvl="0" marL="0" rtl="0" algn="ctr">
                        <a:spcBef>
                          <a:spcPts val="0"/>
                        </a:spcBef>
                        <a:spcAft>
                          <a:spcPts val="0"/>
                        </a:spcAft>
                        <a:buNone/>
                      </a:pPr>
                      <a:r>
                        <a:rPr b="1" lang="en" sz="1100"/>
                        <a:t>4</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c>
                  <a:txBody>
                    <a:bodyPr/>
                    <a:lstStyle/>
                    <a:p>
                      <a:pPr indent="0" lvl="0" marL="0" rtl="0" algn="ctr">
                        <a:spcBef>
                          <a:spcPts val="0"/>
                        </a:spcBef>
                        <a:spcAft>
                          <a:spcPts val="0"/>
                        </a:spcAft>
                        <a:buNone/>
                      </a:pPr>
                      <a:r>
                        <a:rPr b="1" lang="en" sz="1100"/>
                        <a:t>5</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c>
                  <a:txBody>
                    <a:bodyPr/>
                    <a:lstStyle/>
                    <a:p>
                      <a:pPr indent="0" lvl="0" marL="0" rtl="0" algn="ctr">
                        <a:spcBef>
                          <a:spcPts val="0"/>
                        </a:spcBef>
                        <a:spcAft>
                          <a:spcPts val="0"/>
                        </a:spcAft>
                        <a:buNone/>
                      </a:pPr>
                      <a:r>
                        <a:rPr b="1" lang="en" sz="1100"/>
                        <a: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FCF7BD"/>
                    </a:solidFill>
                  </a:tcPr>
                </a:tc>
              </a:tr>
              <a:tr h="335875">
                <a:tc>
                  <a:txBody>
                    <a:bodyPr/>
                    <a:lstStyle/>
                    <a:p>
                      <a:pPr indent="0" lvl="0" marL="0" rtl="0" algn="ctr">
                        <a:spcBef>
                          <a:spcPts val="0"/>
                        </a:spcBef>
                        <a:spcAft>
                          <a:spcPts val="0"/>
                        </a:spcAft>
                        <a:buNone/>
                      </a:pPr>
                      <a:r>
                        <a:rPr b="1" lang="en" sz="1100"/>
                        <a:t>comps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35875">
                <a:tc>
                  <a:txBody>
                    <a:bodyPr/>
                    <a:lstStyle/>
                    <a:p>
                      <a:pPr indent="0" lvl="0" marL="0" rtl="0" algn="ctr">
                        <a:spcBef>
                          <a:spcPts val="0"/>
                        </a:spcBef>
                        <a:spcAft>
                          <a:spcPts val="0"/>
                        </a:spcAft>
                        <a:buNone/>
                      </a:pPr>
                      <a:r>
                        <a:rPr b="1" lang="en" sz="1100"/>
                        <a:t>swaps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100"/>
                        <a:t>…</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45" name="Google Shape;1245;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47"/>
          <p:cNvSpPr txBox="1"/>
          <p:nvPr>
            <p:ph type="title"/>
          </p:nvPr>
        </p:nvSpPr>
        <p:spPr>
          <a:xfrm>
            <a:off x="2423100" y="2605125"/>
            <a:ext cx="4689900" cy="6480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BÀI TẬP </a:t>
            </a:r>
            <a:r>
              <a:rPr lang="en">
                <a:highlight>
                  <a:schemeClr val="lt2"/>
                </a:highlight>
              </a:rPr>
              <a:t>VỀ NHÀ</a:t>
            </a:r>
            <a:endParaRPr>
              <a:highlight>
                <a:schemeClr val="lt2"/>
              </a:highlight>
            </a:endParaRPr>
          </a:p>
        </p:txBody>
      </p:sp>
      <p:sp>
        <p:nvSpPr>
          <p:cNvPr id="1251" name="Google Shape;1251;p47"/>
          <p:cNvSpPr txBox="1"/>
          <p:nvPr>
            <p:ph idx="2" type="title"/>
          </p:nvPr>
        </p:nvSpPr>
        <p:spPr>
          <a:xfrm>
            <a:off x="6038976" y="1397350"/>
            <a:ext cx="1074000" cy="98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o3</a:t>
            </a:r>
            <a:endParaRPr/>
          </a:p>
        </p:txBody>
      </p:sp>
      <p:sp>
        <p:nvSpPr>
          <p:cNvPr id="1252" name="Google Shape;1252;p47"/>
          <p:cNvSpPr txBox="1"/>
          <p:nvPr>
            <p:ph idx="3" type="title"/>
          </p:nvPr>
        </p:nvSpPr>
        <p:spPr>
          <a:xfrm>
            <a:off x="2423100" y="3176150"/>
            <a:ext cx="4689900" cy="570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Một số bài tập vận dụng cao</a:t>
            </a:r>
            <a:endParaRPr/>
          </a:p>
        </p:txBody>
      </p:sp>
      <p:grpSp>
        <p:nvGrpSpPr>
          <p:cNvPr id="1253" name="Google Shape;1253;p47"/>
          <p:cNvGrpSpPr/>
          <p:nvPr/>
        </p:nvGrpSpPr>
        <p:grpSpPr>
          <a:xfrm>
            <a:off x="1370274" y="3253131"/>
            <a:ext cx="1376222" cy="1356240"/>
            <a:chOff x="5541075" y="3903350"/>
            <a:chExt cx="823050" cy="811100"/>
          </a:xfrm>
        </p:grpSpPr>
        <p:sp>
          <p:nvSpPr>
            <p:cNvPr id="1254" name="Google Shape;1254;p47"/>
            <p:cNvSpPr/>
            <p:nvPr/>
          </p:nvSpPr>
          <p:spPr>
            <a:xfrm>
              <a:off x="6181025" y="4283900"/>
              <a:ext cx="183100" cy="183375"/>
            </a:xfrm>
            <a:custGeom>
              <a:rect b="b" l="l" r="r" t="t"/>
              <a:pathLst>
                <a:path extrusionOk="0" h="7335" w="7324">
                  <a:moveTo>
                    <a:pt x="2926" y="0"/>
                  </a:moveTo>
                  <a:cubicBezTo>
                    <a:pt x="2236" y="0"/>
                    <a:pt x="1535" y="177"/>
                    <a:pt x="1013" y="612"/>
                  </a:cubicBezTo>
                  <a:cubicBezTo>
                    <a:pt x="239" y="1279"/>
                    <a:pt x="1" y="2398"/>
                    <a:pt x="37" y="3422"/>
                  </a:cubicBezTo>
                  <a:cubicBezTo>
                    <a:pt x="84" y="4625"/>
                    <a:pt x="477" y="5863"/>
                    <a:pt x="1382" y="6649"/>
                  </a:cubicBezTo>
                  <a:cubicBezTo>
                    <a:pt x="1885" y="7086"/>
                    <a:pt x="2569" y="7335"/>
                    <a:pt x="3232" y="7335"/>
                  </a:cubicBezTo>
                  <a:cubicBezTo>
                    <a:pt x="3393" y="7335"/>
                    <a:pt x="3552" y="7320"/>
                    <a:pt x="3708" y="7290"/>
                  </a:cubicBezTo>
                  <a:lnTo>
                    <a:pt x="3708" y="7290"/>
                  </a:lnTo>
                  <a:cubicBezTo>
                    <a:pt x="3721" y="7290"/>
                    <a:pt x="3734" y="7290"/>
                    <a:pt x="3748" y="7290"/>
                  </a:cubicBezTo>
                  <a:cubicBezTo>
                    <a:pt x="4531" y="7290"/>
                    <a:pt x="5320" y="7018"/>
                    <a:pt x="5906" y="6494"/>
                  </a:cubicBezTo>
                  <a:cubicBezTo>
                    <a:pt x="7026" y="5482"/>
                    <a:pt x="7323" y="3720"/>
                    <a:pt x="6704" y="2362"/>
                  </a:cubicBezTo>
                  <a:cubicBezTo>
                    <a:pt x="6073" y="993"/>
                    <a:pt x="4621" y="88"/>
                    <a:pt x="3120" y="5"/>
                  </a:cubicBezTo>
                  <a:cubicBezTo>
                    <a:pt x="3056" y="2"/>
                    <a:pt x="2991" y="0"/>
                    <a:pt x="29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47"/>
            <p:cNvSpPr/>
            <p:nvPr/>
          </p:nvSpPr>
          <p:spPr>
            <a:xfrm>
              <a:off x="5995975" y="3903350"/>
              <a:ext cx="110675" cy="98975"/>
            </a:xfrm>
            <a:custGeom>
              <a:rect b="b" l="l" r="r" t="t"/>
              <a:pathLst>
                <a:path extrusionOk="0" h="3959" w="4427">
                  <a:moveTo>
                    <a:pt x="2115" y="1"/>
                  </a:moveTo>
                  <a:cubicBezTo>
                    <a:pt x="1454" y="1"/>
                    <a:pt x="786" y="319"/>
                    <a:pt x="414" y="868"/>
                  </a:cubicBezTo>
                  <a:cubicBezTo>
                    <a:pt x="65" y="1391"/>
                    <a:pt x="0" y="2070"/>
                    <a:pt x="198" y="2659"/>
                  </a:cubicBezTo>
                  <a:lnTo>
                    <a:pt x="198" y="2659"/>
                  </a:lnTo>
                  <a:lnTo>
                    <a:pt x="57" y="2416"/>
                  </a:lnTo>
                  <a:lnTo>
                    <a:pt x="57" y="2416"/>
                  </a:lnTo>
                  <a:cubicBezTo>
                    <a:pt x="132" y="2760"/>
                    <a:pt x="313" y="3061"/>
                    <a:pt x="558" y="3303"/>
                  </a:cubicBezTo>
                  <a:lnTo>
                    <a:pt x="558" y="3303"/>
                  </a:lnTo>
                  <a:cubicBezTo>
                    <a:pt x="573" y="3321"/>
                    <a:pt x="589" y="3339"/>
                    <a:pt x="604" y="3356"/>
                  </a:cubicBezTo>
                  <a:lnTo>
                    <a:pt x="594" y="3338"/>
                  </a:lnTo>
                  <a:lnTo>
                    <a:pt x="594" y="3338"/>
                  </a:lnTo>
                  <a:cubicBezTo>
                    <a:pt x="1009" y="3730"/>
                    <a:pt x="1596" y="3959"/>
                    <a:pt x="2169" y="3959"/>
                  </a:cubicBezTo>
                  <a:cubicBezTo>
                    <a:pt x="2598" y="3959"/>
                    <a:pt x="3018" y="3831"/>
                    <a:pt x="3355" y="3547"/>
                  </a:cubicBezTo>
                  <a:cubicBezTo>
                    <a:pt x="4426" y="2654"/>
                    <a:pt x="4093" y="618"/>
                    <a:pt x="2783" y="118"/>
                  </a:cubicBezTo>
                  <a:cubicBezTo>
                    <a:pt x="2570" y="39"/>
                    <a:pt x="2342" y="1"/>
                    <a:pt x="211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47"/>
            <p:cNvSpPr/>
            <p:nvPr/>
          </p:nvSpPr>
          <p:spPr>
            <a:xfrm>
              <a:off x="5937250" y="4405700"/>
              <a:ext cx="117000" cy="123100"/>
            </a:xfrm>
            <a:custGeom>
              <a:rect b="b" l="l" r="r" t="t"/>
              <a:pathLst>
                <a:path extrusionOk="0" h="4924" w="4680">
                  <a:moveTo>
                    <a:pt x="2575" y="1"/>
                  </a:moveTo>
                  <a:cubicBezTo>
                    <a:pt x="1830" y="1"/>
                    <a:pt x="1063" y="367"/>
                    <a:pt x="679" y="1015"/>
                  </a:cubicBezTo>
                  <a:cubicBezTo>
                    <a:pt x="24" y="2098"/>
                    <a:pt x="1" y="3110"/>
                    <a:pt x="739" y="3932"/>
                  </a:cubicBezTo>
                  <a:cubicBezTo>
                    <a:pt x="1227" y="4587"/>
                    <a:pt x="1596" y="4694"/>
                    <a:pt x="1977" y="4801"/>
                  </a:cubicBezTo>
                  <a:cubicBezTo>
                    <a:pt x="2250" y="4876"/>
                    <a:pt x="2558" y="4924"/>
                    <a:pt x="2863" y="4924"/>
                  </a:cubicBezTo>
                  <a:cubicBezTo>
                    <a:pt x="3423" y="4924"/>
                    <a:pt x="3970" y="4764"/>
                    <a:pt x="4263" y="4325"/>
                  </a:cubicBezTo>
                  <a:cubicBezTo>
                    <a:pt x="4466" y="4027"/>
                    <a:pt x="4525" y="3658"/>
                    <a:pt x="4573" y="3301"/>
                  </a:cubicBezTo>
                  <a:cubicBezTo>
                    <a:pt x="4680" y="2324"/>
                    <a:pt x="4620" y="1217"/>
                    <a:pt x="3930" y="527"/>
                  </a:cubicBezTo>
                  <a:cubicBezTo>
                    <a:pt x="3570" y="167"/>
                    <a:pt x="3078" y="1"/>
                    <a:pt x="257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47"/>
            <p:cNvSpPr/>
            <p:nvPr/>
          </p:nvSpPr>
          <p:spPr>
            <a:xfrm>
              <a:off x="5541075" y="4266875"/>
              <a:ext cx="149150" cy="157075"/>
            </a:xfrm>
            <a:custGeom>
              <a:rect b="b" l="l" r="r" t="t"/>
              <a:pathLst>
                <a:path extrusionOk="0" h="6283" w="5966">
                  <a:moveTo>
                    <a:pt x="3277" y="0"/>
                  </a:moveTo>
                  <a:cubicBezTo>
                    <a:pt x="2327" y="0"/>
                    <a:pt x="1348" y="469"/>
                    <a:pt x="858" y="1293"/>
                  </a:cubicBezTo>
                  <a:cubicBezTo>
                    <a:pt x="24" y="2674"/>
                    <a:pt x="0" y="3960"/>
                    <a:pt x="929" y="5020"/>
                  </a:cubicBezTo>
                  <a:lnTo>
                    <a:pt x="941" y="5020"/>
                  </a:lnTo>
                  <a:cubicBezTo>
                    <a:pt x="1560" y="5841"/>
                    <a:pt x="2025" y="5984"/>
                    <a:pt x="2513" y="6127"/>
                  </a:cubicBezTo>
                  <a:cubicBezTo>
                    <a:pt x="2858" y="6223"/>
                    <a:pt x="3249" y="6282"/>
                    <a:pt x="3636" y="6282"/>
                  </a:cubicBezTo>
                  <a:cubicBezTo>
                    <a:pt x="4354" y="6282"/>
                    <a:pt x="5058" y="6077"/>
                    <a:pt x="5430" y="5520"/>
                  </a:cubicBezTo>
                  <a:cubicBezTo>
                    <a:pt x="5692" y="5139"/>
                    <a:pt x="5775" y="4663"/>
                    <a:pt x="5823" y="4198"/>
                  </a:cubicBezTo>
                  <a:cubicBezTo>
                    <a:pt x="5965" y="2960"/>
                    <a:pt x="5894" y="1555"/>
                    <a:pt x="5001" y="674"/>
                  </a:cubicBezTo>
                  <a:cubicBezTo>
                    <a:pt x="4545" y="214"/>
                    <a:pt x="3918" y="0"/>
                    <a:pt x="32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47"/>
            <p:cNvSpPr/>
            <p:nvPr/>
          </p:nvSpPr>
          <p:spPr>
            <a:xfrm>
              <a:off x="5930725" y="4218425"/>
              <a:ext cx="89000" cy="96875"/>
            </a:xfrm>
            <a:custGeom>
              <a:rect b="b" l="l" r="r" t="t"/>
              <a:pathLst>
                <a:path extrusionOk="0" h="3875" w="3560">
                  <a:moveTo>
                    <a:pt x="1484" y="0"/>
                  </a:moveTo>
                  <a:cubicBezTo>
                    <a:pt x="1442" y="0"/>
                    <a:pt x="1399" y="2"/>
                    <a:pt x="1357" y="5"/>
                  </a:cubicBezTo>
                  <a:cubicBezTo>
                    <a:pt x="1119" y="17"/>
                    <a:pt x="881" y="88"/>
                    <a:pt x="690" y="231"/>
                  </a:cubicBezTo>
                  <a:cubicBezTo>
                    <a:pt x="369" y="481"/>
                    <a:pt x="262" y="909"/>
                    <a:pt x="178" y="1302"/>
                  </a:cubicBezTo>
                  <a:cubicBezTo>
                    <a:pt x="70" y="1856"/>
                    <a:pt x="1" y="2488"/>
                    <a:pt x="287" y="2965"/>
                  </a:cubicBezTo>
                  <a:lnTo>
                    <a:pt x="287" y="2965"/>
                  </a:lnTo>
                  <a:cubicBezTo>
                    <a:pt x="506" y="3495"/>
                    <a:pt x="1086" y="3874"/>
                    <a:pt x="1667" y="3874"/>
                  </a:cubicBezTo>
                  <a:cubicBezTo>
                    <a:pt x="1675" y="3874"/>
                    <a:pt x="1684" y="3874"/>
                    <a:pt x="1693" y="3874"/>
                  </a:cubicBezTo>
                  <a:cubicBezTo>
                    <a:pt x="2361" y="3874"/>
                    <a:pt x="2980" y="3426"/>
                    <a:pt x="3262" y="2826"/>
                  </a:cubicBezTo>
                  <a:cubicBezTo>
                    <a:pt x="3560" y="2207"/>
                    <a:pt x="3500" y="1433"/>
                    <a:pt x="3119" y="874"/>
                  </a:cubicBezTo>
                  <a:cubicBezTo>
                    <a:pt x="2762" y="337"/>
                    <a:pt x="2131" y="0"/>
                    <a:pt x="148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47"/>
            <p:cNvSpPr/>
            <p:nvPr/>
          </p:nvSpPr>
          <p:spPr>
            <a:xfrm>
              <a:off x="5762450" y="4041900"/>
              <a:ext cx="86425" cy="96875"/>
            </a:xfrm>
            <a:custGeom>
              <a:rect b="b" l="l" r="r" t="t"/>
              <a:pathLst>
                <a:path extrusionOk="0" h="3875" w="3457">
                  <a:moveTo>
                    <a:pt x="1448" y="1"/>
                  </a:moveTo>
                  <a:cubicBezTo>
                    <a:pt x="1407" y="1"/>
                    <a:pt x="1366" y="2"/>
                    <a:pt x="1325" y="5"/>
                  </a:cubicBezTo>
                  <a:cubicBezTo>
                    <a:pt x="1099" y="29"/>
                    <a:pt x="861" y="89"/>
                    <a:pt x="670" y="243"/>
                  </a:cubicBezTo>
                  <a:cubicBezTo>
                    <a:pt x="361" y="481"/>
                    <a:pt x="254" y="910"/>
                    <a:pt x="182" y="1303"/>
                  </a:cubicBezTo>
                  <a:cubicBezTo>
                    <a:pt x="71" y="1873"/>
                    <a:pt x="1" y="2527"/>
                    <a:pt x="308" y="3009"/>
                  </a:cubicBezTo>
                  <a:lnTo>
                    <a:pt x="308" y="3009"/>
                  </a:lnTo>
                  <a:cubicBezTo>
                    <a:pt x="534" y="3516"/>
                    <a:pt x="1079" y="3875"/>
                    <a:pt x="1623" y="3875"/>
                  </a:cubicBezTo>
                  <a:cubicBezTo>
                    <a:pt x="2278" y="3875"/>
                    <a:pt x="2897" y="3434"/>
                    <a:pt x="3183" y="2815"/>
                  </a:cubicBezTo>
                  <a:cubicBezTo>
                    <a:pt x="3457" y="2208"/>
                    <a:pt x="3409" y="1434"/>
                    <a:pt x="3040" y="862"/>
                  </a:cubicBezTo>
                  <a:cubicBezTo>
                    <a:pt x="2693" y="337"/>
                    <a:pt x="2074" y="1"/>
                    <a:pt x="14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47"/>
            <p:cNvSpPr/>
            <p:nvPr/>
          </p:nvSpPr>
          <p:spPr>
            <a:xfrm>
              <a:off x="6199500" y="4064225"/>
              <a:ext cx="86625" cy="96875"/>
            </a:xfrm>
            <a:custGeom>
              <a:rect b="b" l="l" r="r" t="t"/>
              <a:pathLst>
                <a:path extrusionOk="0" h="3875" w="3465">
                  <a:moveTo>
                    <a:pt x="1458" y="1"/>
                  </a:moveTo>
                  <a:cubicBezTo>
                    <a:pt x="1416" y="1"/>
                    <a:pt x="1375" y="2"/>
                    <a:pt x="1334" y="5"/>
                  </a:cubicBezTo>
                  <a:cubicBezTo>
                    <a:pt x="1095" y="17"/>
                    <a:pt x="857" y="89"/>
                    <a:pt x="667" y="231"/>
                  </a:cubicBezTo>
                  <a:cubicBezTo>
                    <a:pt x="357" y="481"/>
                    <a:pt x="250" y="898"/>
                    <a:pt x="179" y="1291"/>
                  </a:cubicBezTo>
                  <a:cubicBezTo>
                    <a:pt x="69" y="1860"/>
                    <a:pt x="0" y="2499"/>
                    <a:pt x="294" y="2978"/>
                  </a:cubicBezTo>
                  <a:lnTo>
                    <a:pt x="294" y="2978"/>
                  </a:lnTo>
                  <a:cubicBezTo>
                    <a:pt x="514" y="3502"/>
                    <a:pt x="1068" y="3864"/>
                    <a:pt x="1631" y="3875"/>
                  </a:cubicBezTo>
                  <a:cubicBezTo>
                    <a:pt x="2286" y="3875"/>
                    <a:pt x="2905" y="3422"/>
                    <a:pt x="3179" y="2815"/>
                  </a:cubicBezTo>
                  <a:cubicBezTo>
                    <a:pt x="3465" y="2196"/>
                    <a:pt x="3405" y="1434"/>
                    <a:pt x="3036" y="862"/>
                  </a:cubicBezTo>
                  <a:cubicBezTo>
                    <a:pt x="2690" y="327"/>
                    <a:pt x="2073" y="1"/>
                    <a:pt x="145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47"/>
            <p:cNvSpPr/>
            <p:nvPr/>
          </p:nvSpPr>
          <p:spPr>
            <a:xfrm>
              <a:off x="5686025" y="4568875"/>
              <a:ext cx="98850" cy="95175"/>
            </a:xfrm>
            <a:custGeom>
              <a:rect b="b" l="l" r="r" t="t"/>
              <a:pathLst>
                <a:path extrusionOk="0" h="3807" w="3954">
                  <a:moveTo>
                    <a:pt x="1977" y="0"/>
                  </a:moveTo>
                  <a:cubicBezTo>
                    <a:pt x="1561" y="0"/>
                    <a:pt x="1132" y="143"/>
                    <a:pt x="846" y="441"/>
                  </a:cubicBezTo>
                  <a:cubicBezTo>
                    <a:pt x="572" y="738"/>
                    <a:pt x="275" y="1072"/>
                    <a:pt x="156" y="1465"/>
                  </a:cubicBezTo>
                  <a:cubicBezTo>
                    <a:pt x="84" y="1727"/>
                    <a:pt x="1" y="2346"/>
                    <a:pt x="263" y="2822"/>
                  </a:cubicBezTo>
                  <a:cubicBezTo>
                    <a:pt x="598" y="3427"/>
                    <a:pt x="1297" y="3807"/>
                    <a:pt x="1985" y="3807"/>
                  </a:cubicBezTo>
                  <a:cubicBezTo>
                    <a:pt x="2176" y="3807"/>
                    <a:pt x="2367" y="3777"/>
                    <a:pt x="2549" y="3715"/>
                  </a:cubicBezTo>
                  <a:cubicBezTo>
                    <a:pt x="3394" y="3429"/>
                    <a:pt x="3954" y="2489"/>
                    <a:pt x="3823" y="1619"/>
                  </a:cubicBezTo>
                  <a:cubicBezTo>
                    <a:pt x="3680" y="738"/>
                    <a:pt x="2858" y="24"/>
                    <a:pt x="197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47"/>
            <p:cNvSpPr/>
            <p:nvPr/>
          </p:nvSpPr>
          <p:spPr>
            <a:xfrm>
              <a:off x="5941125" y="4643350"/>
              <a:ext cx="49425" cy="71100"/>
            </a:xfrm>
            <a:custGeom>
              <a:rect b="b" l="l" r="r" t="t"/>
              <a:pathLst>
                <a:path extrusionOk="0" h="2844" w="1977">
                  <a:moveTo>
                    <a:pt x="835" y="0"/>
                  </a:moveTo>
                  <a:cubicBezTo>
                    <a:pt x="681" y="0"/>
                    <a:pt x="532" y="44"/>
                    <a:pt x="405" y="141"/>
                  </a:cubicBezTo>
                  <a:cubicBezTo>
                    <a:pt x="48" y="403"/>
                    <a:pt x="0" y="903"/>
                    <a:pt x="0" y="1331"/>
                  </a:cubicBezTo>
                  <a:cubicBezTo>
                    <a:pt x="0" y="1498"/>
                    <a:pt x="0" y="1450"/>
                    <a:pt x="36" y="1581"/>
                  </a:cubicBezTo>
                  <a:cubicBezTo>
                    <a:pt x="131" y="1998"/>
                    <a:pt x="286" y="2415"/>
                    <a:pt x="620" y="2665"/>
                  </a:cubicBezTo>
                  <a:cubicBezTo>
                    <a:pt x="774" y="2781"/>
                    <a:pt x="975" y="2843"/>
                    <a:pt x="1171" y="2843"/>
                  </a:cubicBezTo>
                  <a:cubicBezTo>
                    <a:pt x="1397" y="2843"/>
                    <a:pt x="1617" y="2760"/>
                    <a:pt x="1751" y="2581"/>
                  </a:cubicBezTo>
                  <a:cubicBezTo>
                    <a:pt x="1870" y="2415"/>
                    <a:pt x="1905" y="2200"/>
                    <a:pt x="1929" y="1998"/>
                  </a:cubicBezTo>
                  <a:cubicBezTo>
                    <a:pt x="1977" y="1486"/>
                    <a:pt x="1977" y="938"/>
                    <a:pt x="1715" y="510"/>
                  </a:cubicBezTo>
                  <a:cubicBezTo>
                    <a:pt x="1527" y="207"/>
                    <a:pt x="1171" y="0"/>
                    <a:pt x="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3" name="Google Shape;1263;p47"/>
          <p:cNvSpPr/>
          <p:nvPr/>
        </p:nvSpPr>
        <p:spPr>
          <a:xfrm>
            <a:off x="-32575" y="1284850"/>
            <a:ext cx="2364150" cy="776025"/>
          </a:xfrm>
          <a:custGeom>
            <a:rect b="b" l="l" r="r" t="t"/>
            <a:pathLst>
              <a:path extrusionOk="0" h="31041" w="94566">
                <a:moveTo>
                  <a:pt x="94566" y="0"/>
                </a:moveTo>
                <a:cubicBezTo>
                  <a:pt x="93005" y="6256"/>
                  <a:pt x="86913" y="11622"/>
                  <a:pt x="80759" y="13546"/>
                </a:cubicBezTo>
                <a:cubicBezTo>
                  <a:pt x="74185" y="15601"/>
                  <a:pt x="59563" y="12004"/>
                  <a:pt x="61741" y="5470"/>
                </a:cubicBezTo>
                <a:cubicBezTo>
                  <a:pt x="63018" y="1638"/>
                  <a:pt x="68675" y="-242"/>
                  <a:pt x="72683" y="260"/>
                </a:cubicBezTo>
                <a:cubicBezTo>
                  <a:pt x="75791" y="649"/>
                  <a:pt x="78720" y="3937"/>
                  <a:pt x="79196" y="7033"/>
                </a:cubicBezTo>
                <a:cubicBezTo>
                  <a:pt x="80616" y="16265"/>
                  <a:pt x="69447" y="26455"/>
                  <a:pt x="60178" y="27614"/>
                </a:cubicBezTo>
                <a:cubicBezTo>
                  <a:pt x="53395" y="28462"/>
                  <a:pt x="44376" y="25040"/>
                  <a:pt x="41682" y="18757"/>
                </a:cubicBezTo>
                <a:cubicBezTo>
                  <a:pt x="40650" y="16351"/>
                  <a:pt x="40492" y="12665"/>
                  <a:pt x="42463" y="10941"/>
                </a:cubicBezTo>
                <a:cubicBezTo>
                  <a:pt x="44098" y="9510"/>
                  <a:pt x="47238" y="9377"/>
                  <a:pt x="48976" y="10681"/>
                </a:cubicBezTo>
                <a:cubicBezTo>
                  <a:pt x="53731" y="14247"/>
                  <a:pt x="50463" y="25140"/>
                  <a:pt x="45329" y="28135"/>
                </a:cubicBezTo>
                <a:cubicBezTo>
                  <a:pt x="37286" y="32828"/>
                  <a:pt x="25201" y="31477"/>
                  <a:pt x="17454" y="26311"/>
                </a:cubicBezTo>
                <a:cubicBezTo>
                  <a:pt x="13056" y="23378"/>
                  <a:pt x="11015" y="15582"/>
                  <a:pt x="13547" y="10941"/>
                </a:cubicBezTo>
                <a:cubicBezTo>
                  <a:pt x="15635" y="7113"/>
                  <a:pt x="25366" y="3819"/>
                  <a:pt x="26312" y="8076"/>
                </a:cubicBezTo>
                <a:cubicBezTo>
                  <a:pt x="28259" y="16839"/>
                  <a:pt x="2832" y="10862"/>
                  <a:pt x="0" y="2344"/>
                </a:cubicBezTo>
              </a:path>
            </a:pathLst>
          </a:custGeom>
          <a:noFill/>
          <a:ln cap="flat" cmpd="sng" w="19050">
            <a:solidFill>
              <a:schemeClr val="dk2"/>
            </a:solidFill>
            <a:prstDash val="solid"/>
            <a:round/>
            <a:headEnd len="med" w="med" type="none"/>
            <a:tailEnd len="med" w="med" type="none"/>
          </a:ln>
        </p:spPr>
      </p:sp>
      <p:sp>
        <p:nvSpPr>
          <p:cNvPr id="1264" name="Google Shape;1264;p47"/>
          <p:cNvSpPr/>
          <p:nvPr/>
        </p:nvSpPr>
        <p:spPr>
          <a:xfrm rot="2255855">
            <a:off x="7127402" y="3866688"/>
            <a:ext cx="801584" cy="789085"/>
          </a:xfrm>
          <a:custGeom>
            <a:rect b="b" l="l" r="r" t="t"/>
            <a:pathLst>
              <a:path extrusionOk="0" h="31564" w="32064">
                <a:moveTo>
                  <a:pt x="5394" y="1"/>
                </a:moveTo>
                <a:cubicBezTo>
                  <a:pt x="5394" y="1"/>
                  <a:pt x="11855" y="11662"/>
                  <a:pt x="12370" y="11880"/>
                </a:cubicBezTo>
                <a:lnTo>
                  <a:pt x="12370" y="11880"/>
                </a:lnTo>
                <a:cubicBezTo>
                  <a:pt x="11794" y="11830"/>
                  <a:pt x="1" y="11192"/>
                  <a:pt x="0" y="11192"/>
                </a:cubicBezTo>
                <a:lnTo>
                  <a:pt x="0" y="11192"/>
                </a:lnTo>
                <a:cubicBezTo>
                  <a:pt x="1" y="11193"/>
                  <a:pt x="9883" y="16681"/>
                  <a:pt x="10180" y="16681"/>
                </a:cubicBezTo>
                <a:cubicBezTo>
                  <a:pt x="10490" y="16681"/>
                  <a:pt x="3096" y="24873"/>
                  <a:pt x="3096" y="24873"/>
                </a:cubicBezTo>
                <a:lnTo>
                  <a:pt x="14586" y="21575"/>
                </a:lnTo>
                <a:lnTo>
                  <a:pt x="17681" y="31564"/>
                </a:lnTo>
                <a:lnTo>
                  <a:pt x="20170" y="22777"/>
                </a:lnTo>
                <a:lnTo>
                  <a:pt x="30766" y="31564"/>
                </a:lnTo>
                <a:lnTo>
                  <a:pt x="23765" y="19979"/>
                </a:lnTo>
                <a:lnTo>
                  <a:pt x="32064" y="20979"/>
                </a:lnTo>
                <a:lnTo>
                  <a:pt x="25063" y="14586"/>
                </a:lnTo>
                <a:cubicBezTo>
                  <a:pt x="25063" y="14586"/>
                  <a:pt x="30957" y="9395"/>
                  <a:pt x="31362" y="9085"/>
                </a:cubicBezTo>
                <a:cubicBezTo>
                  <a:pt x="31395" y="9060"/>
                  <a:pt x="31360" y="9048"/>
                  <a:pt x="31267" y="9048"/>
                </a:cubicBezTo>
                <a:cubicBezTo>
                  <a:pt x="30270" y="9048"/>
                  <a:pt x="22670" y="10383"/>
                  <a:pt x="22670" y="10383"/>
                </a:cubicBezTo>
                <a:lnTo>
                  <a:pt x="20074" y="1"/>
                </a:lnTo>
                <a:lnTo>
                  <a:pt x="17276" y="9490"/>
                </a:lnTo>
                <a:cubicBezTo>
                  <a:pt x="17276" y="9490"/>
                  <a:pt x="5692" y="1"/>
                  <a:pt x="5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5" name="Google Shape;1265;p47"/>
          <p:cNvGrpSpPr/>
          <p:nvPr/>
        </p:nvGrpSpPr>
        <p:grpSpPr>
          <a:xfrm rot="5400000">
            <a:off x="6053927" y="-47753"/>
            <a:ext cx="868249" cy="963755"/>
            <a:chOff x="777100" y="158663"/>
            <a:chExt cx="707850" cy="785712"/>
          </a:xfrm>
        </p:grpSpPr>
        <p:cxnSp>
          <p:nvCxnSpPr>
            <p:cNvPr id="1266" name="Google Shape;1266;p47"/>
            <p:cNvCxnSpPr/>
            <p:nvPr/>
          </p:nvCxnSpPr>
          <p:spPr>
            <a:xfrm flipH="1" rot="10800000">
              <a:off x="777100" y="158675"/>
              <a:ext cx="416700" cy="482100"/>
            </a:xfrm>
            <a:prstGeom prst="straightConnector1">
              <a:avLst/>
            </a:prstGeom>
            <a:noFill/>
            <a:ln cap="flat" cmpd="sng" w="19050">
              <a:solidFill>
                <a:schemeClr val="accent3"/>
              </a:solidFill>
              <a:prstDash val="solid"/>
              <a:round/>
              <a:headEnd len="med" w="med" type="none"/>
              <a:tailEnd len="med" w="med" type="none"/>
            </a:ln>
          </p:spPr>
        </p:cxnSp>
        <p:cxnSp>
          <p:nvCxnSpPr>
            <p:cNvPr id="1267" name="Google Shape;1267;p47"/>
            <p:cNvCxnSpPr/>
            <p:nvPr/>
          </p:nvCxnSpPr>
          <p:spPr>
            <a:xfrm flipH="1">
              <a:off x="809503" y="158663"/>
              <a:ext cx="384300" cy="774900"/>
            </a:xfrm>
            <a:prstGeom prst="straightConnector1">
              <a:avLst/>
            </a:prstGeom>
            <a:noFill/>
            <a:ln cap="flat" cmpd="sng" w="19050">
              <a:solidFill>
                <a:schemeClr val="accent3"/>
              </a:solidFill>
              <a:prstDash val="solid"/>
              <a:round/>
              <a:headEnd len="med" w="med" type="none"/>
              <a:tailEnd len="med" w="med" type="none"/>
            </a:ln>
          </p:spPr>
        </p:cxnSp>
        <p:cxnSp>
          <p:nvCxnSpPr>
            <p:cNvPr id="1268" name="Google Shape;1268;p47"/>
            <p:cNvCxnSpPr/>
            <p:nvPr/>
          </p:nvCxnSpPr>
          <p:spPr>
            <a:xfrm flipH="1" rot="10800000">
              <a:off x="807425" y="293075"/>
              <a:ext cx="527700" cy="651300"/>
            </a:xfrm>
            <a:prstGeom prst="straightConnector1">
              <a:avLst/>
            </a:prstGeom>
            <a:noFill/>
            <a:ln cap="flat" cmpd="sng" w="19050">
              <a:solidFill>
                <a:schemeClr val="accent3"/>
              </a:solidFill>
              <a:prstDash val="solid"/>
              <a:round/>
              <a:headEnd len="med" w="med" type="none"/>
              <a:tailEnd len="med" w="med" type="none"/>
            </a:ln>
          </p:spPr>
        </p:cxnSp>
        <p:cxnSp>
          <p:nvCxnSpPr>
            <p:cNvPr id="1269" name="Google Shape;1269;p47"/>
            <p:cNvCxnSpPr/>
            <p:nvPr/>
          </p:nvCxnSpPr>
          <p:spPr>
            <a:xfrm flipH="1">
              <a:off x="1087625" y="293075"/>
              <a:ext cx="247500" cy="618600"/>
            </a:xfrm>
            <a:prstGeom prst="straightConnector1">
              <a:avLst/>
            </a:prstGeom>
            <a:noFill/>
            <a:ln cap="flat" cmpd="sng" w="19050">
              <a:solidFill>
                <a:schemeClr val="accent3"/>
              </a:solidFill>
              <a:prstDash val="solid"/>
              <a:round/>
              <a:headEnd len="med" w="med" type="none"/>
              <a:tailEnd len="med" w="med" type="none"/>
            </a:ln>
          </p:spPr>
        </p:cxnSp>
        <p:cxnSp>
          <p:nvCxnSpPr>
            <p:cNvPr id="1270" name="Google Shape;1270;p47"/>
            <p:cNvCxnSpPr/>
            <p:nvPr/>
          </p:nvCxnSpPr>
          <p:spPr>
            <a:xfrm flipH="1" rot="10800000">
              <a:off x="1100675" y="547000"/>
              <a:ext cx="312600" cy="364800"/>
            </a:xfrm>
            <a:prstGeom prst="straightConnector1">
              <a:avLst/>
            </a:prstGeom>
            <a:noFill/>
            <a:ln cap="flat" cmpd="sng" w="19050">
              <a:solidFill>
                <a:schemeClr val="accent3"/>
              </a:solidFill>
              <a:prstDash val="solid"/>
              <a:round/>
              <a:headEnd len="med" w="med" type="none"/>
              <a:tailEnd len="med" w="med" type="none"/>
            </a:ln>
          </p:spPr>
        </p:cxnSp>
        <p:cxnSp>
          <p:nvCxnSpPr>
            <p:cNvPr id="1271" name="Google Shape;1271;p47"/>
            <p:cNvCxnSpPr/>
            <p:nvPr/>
          </p:nvCxnSpPr>
          <p:spPr>
            <a:xfrm flipH="1">
              <a:off x="1315750" y="547000"/>
              <a:ext cx="91200" cy="364800"/>
            </a:xfrm>
            <a:prstGeom prst="straightConnector1">
              <a:avLst/>
            </a:prstGeom>
            <a:noFill/>
            <a:ln cap="flat" cmpd="sng" w="19050">
              <a:solidFill>
                <a:schemeClr val="accent3"/>
              </a:solidFill>
              <a:prstDash val="solid"/>
              <a:round/>
              <a:headEnd len="med" w="med" type="none"/>
              <a:tailEnd len="med" w="med" type="none"/>
            </a:ln>
          </p:spPr>
        </p:cxnSp>
        <p:cxnSp>
          <p:nvCxnSpPr>
            <p:cNvPr id="1272" name="Google Shape;1272;p47"/>
            <p:cNvCxnSpPr/>
            <p:nvPr/>
          </p:nvCxnSpPr>
          <p:spPr>
            <a:xfrm flipH="1" rot="10800000">
              <a:off x="1315750" y="703175"/>
              <a:ext cx="169200" cy="208500"/>
            </a:xfrm>
            <a:prstGeom prst="straightConnector1">
              <a:avLst/>
            </a:prstGeom>
            <a:noFill/>
            <a:ln cap="flat" cmpd="sng" w="19050">
              <a:solidFill>
                <a:schemeClr val="accent3"/>
              </a:solidFill>
              <a:prstDash val="solid"/>
              <a:round/>
              <a:headEnd len="med" w="med" type="none"/>
              <a:tailEnd len="med" w="med" type="none"/>
            </a:ln>
          </p:spPr>
        </p:cxnSp>
      </p:grpSp>
      <p:grpSp>
        <p:nvGrpSpPr>
          <p:cNvPr id="1273" name="Google Shape;1273;p47"/>
          <p:cNvGrpSpPr/>
          <p:nvPr/>
        </p:nvGrpSpPr>
        <p:grpSpPr>
          <a:xfrm>
            <a:off x="2110466" y="868249"/>
            <a:ext cx="982464" cy="494387"/>
            <a:chOff x="2110466" y="868249"/>
            <a:chExt cx="982464" cy="494387"/>
          </a:xfrm>
        </p:grpSpPr>
        <p:sp>
          <p:nvSpPr>
            <p:cNvPr id="1274" name="Google Shape;1274;p47"/>
            <p:cNvSpPr/>
            <p:nvPr/>
          </p:nvSpPr>
          <p:spPr>
            <a:xfrm>
              <a:off x="2262993" y="910578"/>
              <a:ext cx="707834" cy="383017"/>
            </a:xfrm>
            <a:custGeom>
              <a:rect b="b" l="l" r="r" t="t"/>
              <a:pathLst>
                <a:path extrusionOk="0" h="12288" w="22707">
                  <a:moveTo>
                    <a:pt x="22706" y="0"/>
                  </a:moveTo>
                  <a:lnTo>
                    <a:pt x="1" y="5418"/>
                  </a:lnTo>
                  <a:lnTo>
                    <a:pt x="1501" y="12288"/>
                  </a:lnTo>
                  <a:lnTo>
                    <a:pt x="1513" y="7775"/>
                  </a:lnTo>
                  <a:cubicBezTo>
                    <a:pt x="1513" y="7763"/>
                    <a:pt x="1513" y="7751"/>
                    <a:pt x="1513" y="7739"/>
                  </a:cubicBezTo>
                  <a:cubicBezTo>
                    <a:pt x="1513" y="7727"/>
                    <a:pt x="1525" y="7716"/>
                    <a:pt x="1525" y="7704"/>
                  </a:cubicBezTo>
                  <a:cubicBezTo>
                    <a:pt x="1537" y="7692"/>
                    <a:pt x="1537" y="7680"/>
                    <a:pt x="1549" y="7668"/>
                  </a:cubicBezTo>
                  <a:cubicBezTo>
                    <a:pt x="1561" y="7644"/>
                    <a:pt x="1584" y="7620"/>
                    <a:pt x="1608" y="7608"/>
                  </a:cubicBezTo>
                  <a:cubicBezTo>
                    <a:pt x="1620" y="7596"/>
                    <a:pt x="1632" y="7596"/>
                    <a:pt x="1644" y="7585"/>
                  </a:cubicBezTo>
                  <a:lnTo>
                    <a:pt x="1656" y="7585"/>
                  </a:lnTo>
                  <a:lnTo>
                    <a:pt x="22706"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47"/>
            <p:cNvSpPr/>
            <p:nvPr/>
          </p:nvSpPr>
          <p:spPr>
            <a:xfrm>
              <a:off x="2131632" y="886078"/>
              <a:ext cx="884831" cy="181129"/>
            </a:xfrm>
            <a:custGeom>
              <a:rect b="b" l="l" r="r" t="t"/>
              <a:pathLst>
                <a:path extrusionOk="0" h="5811" w="28385">
                  <a:moveTo>
                    <a:pt x="28385" y="0"/>
                  </a:moveTo>
                  <a:lnTo>
                    <a:pt x="0" y="1179"/>
                  </a:lnTo>
                  <a:lnTo>
                    <a:pt x="4036" y="5799"/>
                  </a:lnTo>
                  <a:lnTo>
                    <a:pt x="4036" y="5811"/>
                  </a:lnTo>
                  <a:lnTo>
                    <a:pt x="4048" y="5799"/>
                  </a:lnTo>
                  <a:lnTo>
                    <a:pt x="2838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47"/>
            <p:cNvSpPr/>
            <p:nvPr/>
          </p:nvSpPr>
          <p:spPr>
            <a:xfrm>
              <a:off x="2333162" y="893123"/>
              <a:ext cx="724511" cy="414935"/>
            </a:xfrm>
            <a:custGeom>
              <a:rect b="b" l="l" r="r" t="t"/>
              <a:pathLst>
                <a:path extrusionOk="0" h="13312" w="23242">
                  <a:moveTo>
                    <a:pt x="23241" y="1"/>
                  </a:moveTo>
                  <a:lnTo>
                    <a:pt x="0" y="8383"/>
                  </a:lnTo>
                  <a:lnTo>
                    <a:pt x="4763" y="10847"/>
                  </a:lnTo>
                  <a:cubicBezTo>
                    <a:pt x="4775" y="10847"/>
                    <a:pt x="4786" y="10859"/>
                    <a:pt x="4798" y="10859"/>
                  </a:cubicBezTo>
                  <a:lnTo>
                    <a:pt x="9525" y="13312"/>
                  </a:lnTo>
                  <a:lnTo>
                    <a:pt x="2324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47"/>
            <p:cNvSpPr/>
            <p:nvPr/>
          </p:nvSpPr>
          <p:spPr>
            <a:xfrm>
              <a:off x="2110466" y="868249"/>
              <a:ext cx="982464" cy="494387"/>
            </a:xfrm>
            <a:custGeom>
              <a:rect b="b" l="l" r="r" t="t"/>
              <a:pathLst>
                <a:path extrusionOk="0" h="15861" w="31517">
                  <a:moveTo>
                    <a:pt x="29064" y="572"/>
                  </a:moveTo>
                  <a:lnTo>
                    <a:pt x="4751" y="6371"/>
                  </a:lnTo>
                  <a:lnTo>
                    <a:pt x="4739" y="6359"/>
                  </a:lnTo>
                  <a:cubicBezTo>
                    <a:pt x="4715" y="6359"/>
                    <a:pt x="4703" y="6347"/>
                    <a:pt x="4691" y="6347"/>
                  </a:cubicBezTo>
                  <a:lnTo>
                    <a:pt x="679" y="1751"/>
                  </a:lnTo>
                  <a:lnTo>
                    <a:pt x="29064" y="572"/>
                  </a:lnTo>
                  <a:close/>
                  <a:moveTo>
                    <a:pt x="27099" y="1477"/>
                  </a:moveTo>
                  <a:lnTo>
                    <a:pt x="6513" y="8895"/>
                  </a:lnTo>
                  <a:cubicBezTo>
                    <a:pt x="6501" y="8907"/>
                    <a:pt x="6477" y="8907"/>
                    <a:pt x="6465" y="8919"/>
                  </a:cubicBezTo>
                  <a:cubicBezTo>
                    <a:pt x="6442" y="8943"/>
                    <a:pt x="6418" y="8966"/>
                    <a:pt x="6394" y="8990"/>
                  </a:cubicBezTo>
                  <a:cubicBezTo>
                    <a:pt x="6382" y="9002"/>
                    <a:pt x="6382" y="9026"/>
                    <a:pt x="6370" y="9038"/>
                  </a:cubicBezTo>
                  <a:cubicBezTo>
                    <a:pt x="6358" y="9050"/>
                    <a:pt x="6358" y="9074"/>
                    <a:pt x="6358" y="9085"/>
                  </a:cubicBezTo>
                  <a:cubicBezTo>
                    <a:pt x="6346" y="9097"/>
                    <a:pt x="6346" y="9121"/>
                    <a:pt x="6346" y="9145"/>
                  </a:cubicBezTo>
                  <a:lnTo>
                    <a:pt x="6334" y="13122"/>
                  </a:lnTo>
                  <a:lnTo>
                    <a:pt x="4953" y="6764"/>
                  </a:lnTo>
                  <a:lnTo>
                    <a:pt x="27099" y="1477"/>
                  </a:lnTo>
                  <a:close/>
                  <a:moveTo>
                    <a:pt x="30588" y="715"/>
                  </a:moveTo>
                  <a:lnTo>
                    <a:pt x="16669" y="14038"/>
                  </a:lnTo>
                  <a:lnTo>
                    <a:pt x="11966" y="11610"/>
                  </a:lnTo>
                  <a:cubicBezTo>
                    <a:pt x="11954" y="11610"/>
                    <a:pt x="11942" y="11598"/>
                    <a:pt x="11942" y="11598"/>
                  </a:cubicBezTo>
                  <a:lnTo>
                    <a:pt x="7120" y="9169"/>
                  </a:lnTo>
                  <a:lnTo>
                    <a:pt x="30588" y="715"/>
                  </a:lnTo>
                  <a:close/>
                  <a:moveTo>
                    <a:pt x="6465" y="9359"/>
                  </a:moveTo>
                  <a:cubicBezTo>
                    <a:pt x="6477" y="9371"/>
                    <a:pt x="6477" y="9383"/>
                    <a:pt x="6489" y="9383"/>
                  </a:cubicBezTo>
                  <a:lnTo>
                    <a:pt x="6775" y="9526"/>
                  </a:lnTo>
                  <a:lnTo>
                    <a:pt x="6751" y="15039"/>
                  </a:lnTo>
                  <a:lnTo>
                    <a:pt x="6442" y="13646"/>
                  </a:lnTo>
                  <a:lnTo>
                    <a:pt x="6465" y="9359"/>
                  </a:lnTo>
                  <a:close/>
                  <a:moveTo>
                    <a:pt x="6882" y="9586"/>
                  </a:moveTo>
                  <a:lnTo>
                    <a:pt x="11323" y="11883"/>
                  </a:lnTo>
                  <a:lnTo>
                    <a:pt x="6870" y="15062"/>
                  </a:lnTo>
                  <a:lnTo>
                    <a:pt x="6870" y="15062"/>
                  </a:lnTo>
                  <a:lnTo>
                    <a:pt x="6882" y="9586"/>
                  </a:lnTo>
                  <a:close/>
                  <a:moveTo>
                    <a:pt x="4834" y="6788"/>
                  </a:moveTo>
                  <a:lnTo>
                    <a:pt x="6334" y="13657"/>
                  </a:lnTo>
                  <a:lnTo>
                    <a:pt x="6323" y="15086"/>
                  </a:lnTo>
                  <a:lnTo>
                    <a:pt x="4525" y="6788"/>
                  </a:lnTo>
                  <a:lnTo>
                    <a:pt x="4525" y="6788"/>
                  </a:lnTo>
                  <a:cubicBezTo>
                    <a:pt x="4560" y="6811"/>
                    <a:pt x="4596" y="6823"/>
                    <a:pt x="4644" y="6823"/>
                  </a:cubicBezTo>
                  <a:lnTo>
                    <a:pt x="4691" y="6823"/>
                  </a:lnTo>
                  <a:lnTo>
                    <a:pt x="4834" y="6788"/>
                  </a:lnTo>
                  <a:close/>
                  <a:moveTo>
                    <a:pt x="11442" y="11943"/>
                  </a:moveTo>
                  <a:lnTo>
                    <a:pt x="11752" y="12098"/>
                  </a:lnTo>
                  <a:lnTo>
                    <a:pt x="6870" y="15586"/>
                  </a:lnTo>
                  <a:lnTo>
                    <a:pt x="6870" y="15205"/>
                  </a:lnTo>
                  <a:lnTo>
                    <a:pt x="11442" y="11943"/>
                  </a:lnTo>
                  <a:close/>
                  <a:moveTo>
                    <a:pt x="6442" y="14169"/>
                  </a:moveTo>
                  <a:lnTo>
                    <a:pt x="6692" y="15324"/>
                  </a:lnTo>
                  <a:lnTo>
                    <a:pt x="6751" y="15289"/>
                  </a:lnTo>
                  <a:lnTo>
                    <a:pt x="6751" y="15586"/>
                  </a:lnTo>
                  <a:cubicBezTo>
                    <a:pt x="6751" y="15634"/>
                    <a:pt x="6727" y="15681"/>
                    <a:pt x="6692" y="15705"/>
                  </a:cubicBezTo>
                  <a:lnTo>
                    <a:pt x="6668" y="15729"/>
                  </a:lnTo>
                  <a:cubicBezTo>
                    <a:pt x="6668" y="15729"/>
                    <a:pt x="6644" y="15729"/>
                    <a:pt x="6632" y="15741"/>
                  </a:cubicBezTo>
                  <a:lnTo>
                    <a:pt x="6549" y="15741"/>
                  </a:lnTo>
                  <a:lnTo>
                    <a:pt x="6537" y="15729"/>
                  </a:lnTo>
                  <a:cubicBezTo>
                    <a:pt x="6525" y="15729"/>
                    <a:pt x="6513" y="15729"/>
                    <a:pt x="6513" y="15717"/>
                  </a:cubicBezTo>
                  <a:cubicBezTo>
                    <a:pt x="6489" y="15705"/>
                    <a:pt x="6477" y="15693"/>
                    <a:pt x="6465" y="15681"/>
                  </a:cubicBezTo>
                  <a:cubicBezTo>
                    <a:pt x="6465" y="15670"/>
                    <a:pt x="6454" y="15658"/>
                    <a:pt x="6454" y="15646"/>
                  </a:cubicBezTo>
                  <a:cubicBezTo>
                    <a:pt x="6454" y="15646"/>
                    <a:pt x="6454" y="15646"/>
                    <a:pt x="6454" y="15634"/>
                  </a:cubicBezTo>
                  <a:cubicBezTo>
                    <a:pt x="6454" y="15634"/>
                    <a:pt x="6442" y="15622"/>
                    <a:pt x="6442" y="15622"/>
                  </a:cubicBezTo>
                  <a:cubicBezTo>
                    <a:pt x="6442" y="15610"/>
                    <a:pt x="6442" y="15598"/>
                    <a:pt x="6442" y="15586"/>
                  </a:cubicBezTo>
                  <a:lnTo>
                    <a:pt x="6442" y="14169"/>
                  </a:lnTo>
                  <a:close/>
                  <a:moveTo>
                    <a:pt x="31242" y="1"/>
                  </a:moveTo>
                  <a:cubicBezTo>
                    <a:pt x="31219" y="1"/>
                    <a:pt x="31183" y="1"/>
                    <a:pt x="31159" y="13"/>
                  </a:cubicBezTo>
                  <a:lnTo>
                    <a:pt x="31016" y="61"/>
                  </a:lnTo>
                  <a:lnTo>
                    <a:pt x="215" y="1346"/>
                  </a:lnTo>
                  <a:cubicBezTo>
                    <a:pt x="131" y="1346"/>
                    <a:pt x="60" y="1394"/>
                    <a:pt x="24" y="1465"/>
                  </a:cubicBezTo>
                  <a:cubicBezTo>
                    <a:pt x="0" y="1549"/>
                    <a:pt x="12" y="1632"/>
                    <a:pt x="60" y="1692"/>
                  </a:cubicBezTo>
                  <a:lnTo>
                    <a:pt x="4370" y="6633"/>
                  </a:lnTo>
                  <a:cubicBezTo>
                    <a:pt x="4370" y="6645"/>
                    <a:pt x="4370" y="6657"/>
                    <a:pt x="4382" y="6668"/>
                  </a:cubicBezTo>
                  <a:lnTo>
                    <a:pt x="6334" y="15646"/>
                  </a:lnTo>
                  <a:cubicBezTo>
                    <a:pt x="6334" y="15658"/>
                    <a:pt x="6334" y="15670"/>
                    <a:pt x="6346" y="15681"/>
                  </a:cubicBezTo>
                  <a:cubicBezTo>
                    <a:pt x="6346" y="15705"/>
                    <a:pt x="6358" y="15717"/>
                    <a:pt x="6370" y="15741"/>
                  </a:cubicBezTo>
                  <a:cubicBezTo>
                    <a:pt x="6394" y="15765"/>
                    <a:pt x="6418" y="15789"/>
                    <a:pt x="6442" y="15812"/>
                  </a:cubicBezTo>
                  <a:cubicBezTo>
                    <a:pt x="6454" y="15824"/>
                    <a:pt x="6465" y="15824"/>
                    <a:pt x="6477" y="15836"/>
                  </a:cubicBezTo>
                  <a:lnTo>
                    <a:pt x="6489" y="15848"/>
                  </a:lnTo>
                  <a:lnTo>
                    <a:pt x="6501" y="15848"/>
                  </a:lnTo>
                  <a:cubicBezTo>
                    <a:pt x="6537" y="15848"/>
                    <a:pt x="6561" y="15860"/>
                    <a:pt x="6596" y="15860"/>
                  </a:cubicBezTo>
                  <a:lnTo>
                    <a:pt x="6632" y="15860"/>
                  </a:lnTo>
                  <a:cubicBezTo>
                    <a:pt x="6644" y="15848"/>
                    <a:pt x="6656" y="15848"/>
                    <a:pt x="6668" y="15848"/>
                  </a:cubicBezTo>
                  <a:cubicBezTo>
                    <a:pt x="6680" y="15836"/>
                    <a:pt x="6704" y="15836"/>
                    <a:pt x="6715" y="15824"/>
                  </a:cubicBezTo>
                  <a:lnTo>
                    <a:pt x="6727" y="15824"/>
                  </a:lnTo>
                  <a:lnTo>
                    <a:pt x="6751" y="15812"/>
                  </a:lnTo>
                  <a:cubicBezTo>
                    <a:pt x="6751" y="15812"/>
                    <a:pt x="6751" y="15801"/>
                    <a:pt x="6763" y="15801"/>
                  </a:cubicBezTo>
                  <a:lnTo>
                    <a:pt x="11859" y="12157"/>
                  </a:lnTo>
                  <a:lnTo>
                    <a:pt x="16586" y="14610"/>
                  </a:lnTo>
                  <a:cubicBezTo>
                    <a:pt x="16610" y="14610"/>
                    <a:pt x="16633" y="14622"/>
                    <a:pt x="16657" y="14634"/>
                  </a:cubicBezTo>
                  <a:lnTo>
                    <a:pt x="16705" y="14634"/>
                  </a:lnTo>
                  <a:cubicBezTo>
                    <a:pt x="16776" y="14634"/>
                    <a:pt x="16848" y="14610"/>
                    <a:pt x="16895" y="14562"/>
                  </a:cubicBezTo>
                  <a:lnTo>
                    <a:pt x="31421" y="465"/>
                  </a:lnTo>
                  <a:lnTo>
                    <a:pt x="31433" y="453"/>
                  </a:lnTo>
                  <a:cubicBezTo>
                    <a:pt x="31492" y="394"/>
                    <a:pt x="31516" y="311"/>
                    <a:pt x="31516" y="227"/>
                  </a:cubicBezTo>
                  <a:cubicBezTo>
                    <a:pt x="31516" y="215"/>
                    <a:pt x="31504" y="191"/>
                    <a:pt x="31504" y="191"/>
                  </a:cubicBezTo>
                  <a:cubicBezTo>
                    <a:pt x="31504" y="168"/>
                    <a:pt x="31492" y="144"/>
                    <a:pt x="31480" y="144"/>
                  </a:cubicBezTo>
                  <a:cubicBezTo>
                    <a:pt x="31480" y="120"/>
                    <a:pt x="31469" y="108"/>
                    <a:pt x="31457" y="96"/>
                  </a:cubicBezTo>
                  <a:cubicBezTo>
                    <a:pt x="31445" y="84"/>
                    <a:pt x="31433" y="72"/>
                    <a:pt x="31421" y="61"/>
                  </a:cubicBezTo>
                  <a:cubicBezTo>
                    <a:pt x="31409" y="49"/>
                    <a:pt x="31397" y="37"/>
                    <a:pt x="31397" y="37"/>
                  </a:cubicBezTo>
                  <a:lnTo>
                    <a:pt x="31373" y="25"/>
                  </a:lnTo>
                  <a:cubicBezTo>
                    <a:pt x="31361" y="25"/>
                    <a:pt x="31350" y="13"/>
                    <a:pt x="31338" y="13"/>
                  </a:cubicBezTo>
                  <a:cubicBezTo>
                    <a:pt x="31326" y="13"/>
                    <a:pt x="31314" y="1"/>
                    <a:pt x="31302"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47"/>
            <p:cNvSpPr/>
            <p:nvPr/>
          </p:nvSpPr>
          <p:spPr>
            <a:xfrm>
              <a:off x="2247781" y="1067768"/>
              <a:ext cx="239062" cy="292998"/>
            </a:xfrm>
            <a:custGeom>
              <a:rect b="b" l="l" r="r" t="t"/>
              <a:pathLst>
                <a:path extrusionOk="0" h="9400" w="7669">
                  <a:moveTo>
                    <a:pt x="250" y="0"/>
                  </a:moveTo>
                  <a:cubicBezTo>
                    <a:pt x="233" y="0"/>
                    <a:pt x="215" y="6"/>
                    <a:pt x="191" y="6"/>
                  </a:cubicBezTo>
                  <a:cubicBezTo>
                    <a:pt x="84" y="29"/>
                    <a:pt x="1" y="148"/>
                    <a:pt x="36" y="256"/>
                  </a:cubicBezTo>
                  <a:lnTo>
                    <a:pt x="36" y="315"/>
                  </a:lnTo>
                  <a:lnTo>
                    <a:pt x="1977" y="9233"/>
                  </a:lnTo>
                  <a:cubicBezTo>
                    <a:pt x="1989" y="9245"/>
                    <a:pt x="1989" y="9257"/>
                    <a:pt x="1989" y="9269"/>
                  </a:cubicBezTo>
                  <a:cubicBezTo>
                    <a:pt x="2001" y="9280"/>
                    <a:pt x="2001" y="9292"/>
                    <a:pt x="2013" y="9304"/>
                  </a:cubicBezTo>
                  <a:cubicBezTo>
                    <a:pt x="2025" y="9328"/>
                    <a:pt x="2049" y="9340"/>
                    <a:pt x="2072" y="9364"/>
                  </a:cubicBezTo>
                  <a:cubicBezTo>
                    <a:pt x="2084" y="9364"/>
                    <a:pt x="2096" y="9376"/>
                    <a:pt x="2108" y="9376"/>
                  </a:cubicBezTo>
                  <a:cubicBezTo>
                    <a:pt x="2108" y="9388"/>
                    <a:pt x="2108" y="9388"/>
                    <a:pt x="2120" y="9388"/>
                  </a:cubicBezTo>
                  <a:cubicBezTo>
                    <a:pt x="2132" y="9400"/>
                    <a:pt x="2168" y="9400"/>
                    <a:pt x="2191" y="9400"/>
                  </a:cubicBezTo>
                  <a:lnTo>
                    <a:pt x="2227" y="9400"/>
                  </a:lnTo>
                  <a:cubicBezTo>
                    <a:pt x="2227" y="9400"/>
                    <a:pt x="2239" y="9400"/>
                    <a:pt x="2251" y="9388"/>
                  </a:cubicBezTo>
                  <a:cubicBezTo>
                    <a:pt x="2263" y="9388"/>
                    <a:pt x="2275" y="9376"/>
                    <a:pt x="2287" y="9376"/>
                  </a:cubicBezTo>
                  <a:cubicBezTo>
                    <a:pt x="2299" y="9376"/>
                    <a:pt x="2299" y="9364"/>
                    <a:pt x="2310" y="9364"/>
                  </a:cubicBezTo>
                  <a:lnTo>
                    <a:pt x="7454" y="5697"/>
                  </a:lnTo>
                  <a:lnTo>
                    <a:pt x="7561" y="5613"/>
                  </a:lnTo>
                  <a:cubicBezTo>
                    <a:pt x="7656" y="5542"/>
                    <a:pt x="7668" y="5411"/>
                    <a:pt x="7609" y="5316"/>
                  </a:cubicBezTo>
                  <a:cubicBezTo>
                    <a:pt x="7585" y="5292"/>
                    <a:pt x="7561" y="5268"/>
                    <a:pt x="7537" y="5256"/>
                  </a:cubicBezTo>
                  <a:cubicBezTo>
                    <a:pt x="7525" y="5256"/>
                    <a:pt x="7514" y="5244"/>
                    <a:pt x="7502" y="5244"/>
                  </a:cubicBezTo>
                  <a:cubicBezTo>
                    <a:pt x="7481" y="5236"/>
                    <a:pt x="7458" y="5232"/>
                    <a:pt x="7435" y="5232"/>
                  </a:cubicBezTo>
                  <a:cubicBezTo>
                    <a:pt x="7393" y="5232"/>
                    <a:pt x="7350" y="5245"/>
                    <a:pt x="7311" y="5268"/>
                  </a:cubicBezTo>
                  <a:lnTo>
                    <a:pt x="7025" y="5471"/>
                  </a:lnTo>
                  <a:lnTo>
                    <a:pt x="2406" y="8769"/>
                  </a:lnTo>
                  <a:lnTo>
                    <a:pt x="2334" y="8828"/>
                  </a:lnTo>
                  <a:lnTo>
                    <a:pt x="1989" y="7245"/>
                  </a:lnTo>
                  <a:lnTo>
                    <a:pt x="489" y="375"/>
                  </a:lnTo>
                  <a:lnTo>
                    <a:pt x="441" y="172"/>
                  </a:lnTo>
                  <a:cubicBezTo>
                    <a:pt x="429" y="89"/>
                    <a:pt x="370" y="41"/>
                    <a:pt x="310" y="17"/>
                  </a:cubicBezTo>
                  <a:cubicBezTo>
                    <a:pt x="298" y="6"/>
                    <a:pt x="286" y="6"/>
                    <a:pt x="275" y="6"/>
                  </a:cubicBezTo>
                  <a:cubicBezTo>
                    <a:pt x="267" y="2"/>
                    <a:pt x="259" y="0"/>
                    <a:pt x="250" y="0"/>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47"/>
            <p:cNvSpPr/>
            <p:nvPr/>
          </p:nvSpPr>
          <p:spPr>
            <a:xfrm>
              <a:off x="2322751" y="1164052"/>
              <a:ext cx="144048" cy="177046"/>
            </a:xfrm>
            <a:custGeom>
              <a:rect b="b" l="l" r="r" t="t"/>
              <a:pathLst>
                <a:path extrusionOk="0" h="5680" w="4621">
                  <a:moveTo>
                    <a:pt x="25" y="0"/>
                  </a:moveTo>
                  <a:lnTo>
                    <a:pt x="1" y="5680"/>
                  </a:lnTo>
                  <a:lnTo>
                    <a:pt x="4620" y="2382"/>
                  </a:lnTo>
                  <a:lnTo>
                    <a:pt x="2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47"/>
            <p:cNvSpPr/>
            <p:nvPr/>
          </p:nvSpPr>
          <p:spPr>
            <a:xfrm>
              <a:off x="2309409" y="1146597"/>
              <a:ext cx="14121" cy="214169"/>
            </a:xfrm>
            <a:custGeom>
              <a:rect b="b" l="l" r="r" t="t"/>
              <a:pathLst>
                <a:path extrusionOk="0" h="6871" w="453">
                  <a:moveTo>
                    <a:pt x="238" y="1"/>
                  </a:moveTo>
                  <a:cubicBezTo>
                    <a:pt x="214" y="1"/>
                    <a:pt x="179" y="1"/>
                    <a:pt x="155" y="13"/>
                  </a:cubicBezTo>
                  <a:cubicBezTo>
                    <a:pt x="143" y="24"/>
                    <a:pt x="131" y="24"/>
                    <a:pt x="119" y="36"/>
                  </a:cubicBezTo>
                  <a:cubicBezTo>
                    <a:pt x="95" y="48"/>
                    <a:pt x="83" y="72"/>
                    <a:pt x="60" y="96"/>
                  </a:cubicBezTo>
                  <a:cubicBezTo>
                    <a:pt x="60" y="108"/>
                    <a:pt x="48" y="120"/>
                    <a:pt x="48" y="132"/>
                  </a:cubicBezTo>
                  <a:cubicBezTo>
                    <a:pt x="36" y="144"/>
                    <a:pt x="36" y="155"/>
                    <a:pt x="36" y="167"/>
                  </a:cubicBezTo>
                  <a:cubicBezTo>
                    <a:pt x="24" y="179"/>
                    <a:pt x="24" y="191"/>
                    <a:pt x="24" y="215"/>
                  </a:cubicBezTo>
                  <a:lnTo>
                    <a:pt x="0" y="6656"/>
                  </a:lnTo>
                  <a:cubicBezTo>
                    <a:pt x="0" y="6668"/>
                    <a:pt x="0" y="6680"/>
                    <a:pt x="12" y="6704"/>
                  </a:cubicBezTo>
                  <a:cubicBezTo>
                    <a:pt x="12" y="6716"/>
                    <a:pt x="12" y="6728"/>
                    <a:pt x="24" y="6740"/>
                  </a:cubicBezTo>
                  <a:cubicBezTo>
                    <a:pt x="24" y="6751"/>
                    <a:pt x="24" y="6763"/>
                    <a:pt x="36" y="6775"/>
                  </a:cubicBezTo>
                  <a:cubicBezTo>
                    <a:pt x="48" y="6799"/>
                    <a:pt x="72" y="6811"/>
                    <a:pt x="95" y="6835"/>
                  </a:cubicBezTo>
                  <a:cubicBezTo>
                    <a:pt x="107" y="6835"/>
                    <a:pt x="119" y="6847"/>
                    <a:pt x="131" y="6847"/>
                  </a:cubicBezTo>
                  <a:cubicBezTo>
                    <a:pt x="131" y="6859"/>
                    <a:pt x="131" y="6859"/>
                    <a:pt x="143" y="6859"/>
                  </a:cubicBezTo>
                  <a:cubicBezTo>
                    <a:pt x="167" y="6871"/>
                    <a:pt x="191" y="6871"/>
                    <a:pt x="214" y="6871"/>
                  </a:cubicBezTo>
                  <a:lnTo>
                    <a:pt x="250" y="6871"/>
                  </a:lnTo>
                  <a:cubicBezTo>
                    <a:pt x="250" y="6871"/>
                    <a:pt x="262" y="6871"/>
                    <a:pt x="274" y="6859"/>
                  </a:cubicBezTo>
                  <a:cubicBezTo>
                    <a:pt x="286" y="6859"/>
                    <a:pt x="298" y="6847"/>
                    <a:pt x="310" y="6847"/>
                  </a:cubicBezTo>
                  <a:cubicBezTo>
                    <a:pt x="322" y="6847"/>
                    <a:pt x="322" y="6835"/>
                    <a:pt x="333" y="6835"/>
                  </a:cubicBezTo>
                  <a:cubicBezTo>
                    <a:pt x="393" y="6787"/>
                    <a:pt x="429" y="6728"/>
                    <a:pt x="429" y="6656"/>
                  </a:cubicBezTo>
                  <a:lnTo>
                    <a:pt x="453" y="215"/>
                  </a:lnTo>
                  <a:cubicBezTo>
                    <a:pt x="453" y="96"/>
                    <a:pt x="357" y="1"/>
                    <a:pt x="238" y="1"/>
                  </a:cubicBezTo>
                  <a:close/>
                </a:path>
              </a:pathLst>
            </a:custGeom>
            <a:solidFill>
              <a:srgbClr val="22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1" name="Google Shape;1281;p47"/>
          <p:cNvGrpSpPr/>
          <p:nvPr/>
        </p:nvGrpSpPr>
        <p:grpSpPr>
          <a:xfrm rot="159916">
            <a:off x="440871" y="2643976"/>
            <a:ext cx="995656" cy="1079615"/>
            <a:chOff x="789985" y="1290056"/>
            <a:chExt cx="995674" cy="1079635"/>
          </a:xfrm>
        </p:grpSpPr>
        <p:sp>
          <p:nvSpPr>
            <p:cNvPr id="1282" name="Google Shape;1282;p47"/>
            <p:cNvSpPr/>
            <p:nvPr/>
          </p:nvSpPr>
          <p:spPr>
            <a:xfrm rot="-1669840">
              <a:off x="990710" y="1407930"/>
              <a:ext cx="585423" cy="816533"/>
            </a:xfrm>
            <a:custGeom>
              <a:rect b="b" l="l" r="r" t="t"/>
              <a:pathLst>
                <a:path extrusionOk="0" h="52544" w="37672">
                  <a:moveTo>
                    <a:pt x="32525" y="1"/>
                  </a:moveTo>
                  <a:cubicBezTo>
                    <a:pt x="32510" y="1"/>
                    <a:pt x="32495" y="1"/>
                    <a:pt x="32481" y="1"/>
                  </a:cubicBezTo>
                  <a:lnTo>
                    <a:pt x="6906" y="168"/>
                  </a:lnTo>
                  <a:lnTo>
                    <a:pt x="1679" y="203"/>
                  </a:lnTo>
                  <a:cubicBezTo>
                    <a:pt x="751" y="215"/>
                    <a:pt x="1" y="977"/>
                    <a:pt x="1" y="1906"/>
                  </a:cubicBezTo>
                  <a:lnTo>
                    <a:pt x="12" y="2704"/>
                  </a:lnTo>
                  <a:cubicBezTo>
                    <a:pt x="1429" y="2728"/>
                    <a:pt x="2834" y="3525"/>
                    <a:pt x="3489" y="4799"/>
                  </a:cubicBezTo>
                  <a:cubicBezTo>
                    <a:pt x="3644" y="5085"/>
                    <a:pt x="3525" y="5430"/>
                    <a:pt x="3239" y="5585"/>
                  </a:cubicBezTo>
                  <a:cubicBezTo>
                    <a:pt x="3153" y="5631"/>
                    <a:pt x="3061" y="5653"/>
                    <a:pt x="2970" y="5653"/>
                  </a:cubicBezTo>
                  <a:cubicBezTo>
                    <a:pt x="2758" y="5653"/>
                    <a:pt x="2553" y="5535"/>
                    <a:pt x="2453" y="5335"/>
                  </a:cubicBezTo>
                  <a:cubicBezTo>
                    <a:pt x="2001" y="4466"/>
                    <a:pt x="1013" y="3906"/>
                    <a:pt x="24" y="3871"/>
                  </a:cubicBezTo>
                  <a:lnTo>
                    <a:pt x="24" y="3871"/>
                  </a:lnTo>
                  <a:lnTo>
                    <a:pt x="36" y="5656"/>
                  </a:lnTo>
                  <a:cubicBezTo>
                    <a:pt x="227" y="5799"/>
                    <a:pt x="322" y="6037"/>
                    <a:pt x="251" y="6276"/>
                  </a:cubicBezTo>
                  <a:cubicBezTo>
                    <a:pt x="215" y="6407"/>
                    <a:pt x="143" y="6502"/>
                    <a:pt x="48" y="6585"/>
                  </a:cubicBezTo>
                  <a:lnTo>
                    <a:pt x="60" y="8050"/>
                  </a:lnTo>
                  <a:cubicBezTo>
                    <a:pt x="1465" y="8085"/>
                    <a:pt x="2870" y="8883"/>
                    <a:pt x="3525" y="10157"/>
                  </a:cubicBezTo>
                  <a:cubicBezTo>
                    <a:pt x="3680" y="10443"/>
                    <a:pt x="3561" y="10788"/>
                    <a:pt x="3275" y="10943"/>
                  </a:cubicBezTo>
                  <a:cubicBezTo>
                    <a:pt x="3189" y="10985"/>
                    <a:pt x="3099" y="11006"/>
                    <a:pt x="3010" y="11006"/>
                  </a:cubicBezTo>
                  <a:cubicBezTo>
                    <a:pt x="2800" y="11006"/>
                    <a:pt x="2598" y="10893"/>
                    <a:pt x="2489" y="10693"/>
                  </a:cubicBezTo>
                  <a:cubicBezTo>
                    <a:pt x="2037" y="9824"/>
                    <a:pt x="1048" y="9264"/>
                    <a:pt x="60" y="9228"/>
                  </a:cubicBezTo>
                  <a:lnTo>
                    <a:pt x="60" y="9228"/>
                  </a:lnTo>
                  <a:lnTo>
                    <a:pt x="72" y="11014"/>
                  </a:lnTo>
                  <a:cubicBezTo>
                    <a:pt x="262" y="11157"/>
                    <a:pt x="358" y="11395"/>
                    <a:pt x="286" y="11633"/>
                  </a:cubicBezTo>
                  <a:cubicBezTo>
                    <a:pt x="251" y="11764"/>
                    <a:pt x="179" y="11860"/>
                    <a:pt x="84" y="11943"/>
                  </a:cubicBezTo>
                  <a:lnTo>
                    <a:pt x="96" y="13407"/>
                  </a:lnTo>
                  <a:cubicBezTo>
                    <a:pt x="1513" y="13443"/>
                    <a:pt x="2906" y="14241"/>
                    <a:pt x="3561" y="15515"/>
                  </a:cubicBezTo>
                  <a:cubicBezTo>
                    <a:pt x="3715" y="15801"/>
                    <a:pt x="3608" y="16146"/>
                    <a:pt x="3310" y="16301"/>
                  </a:cubicBezTo>
                  <a:cubicBezTo>
                    <a:pt x="3225" y="16343"/>
                    <a:pt x="3135" y="16364"/>
                    <a:pt x="3045" y="16364"/>
                  </a:cubicBezTo>
                  <a:cubicBezTo>
                    <a:pt x="2836" y="16364"/>
                    <a:pt x="2633" y="16251"/>
                    <a:pt x="2525" y="16051"/>
                  </a:cubicBezTo>
                  <a:cubicBezTo>
                    <a:pt x="2072" y="15181"/>
                    <a:pt x="1084" y="14622"/>
                    <a:pt x="108" y="14586"/>
                  </a:cubicBezTo>
                  <a:lnTo>
                    <a:pt x="108" y="14586"/>
                  </a:lnTo>
                  <a:lnTo>
                    <a:pt x="120" y="16372"/>
                  </a:lnTo>
                  <a:cubicBezTo>
                    <a:pt x="298" y="16515"/>
                    <a:pt x="393" y="16753"/>
                    <a:pt x="322" y="16991"/>
                  </a:cubicBezTo>
                  <a:cubicBezTo>
                    <a:pt x="298" y="17122"/>
                    <a:pt x="215" y="17217"/>
                    <a:pt x="120" y="17301"/>
                  </a:cubicBezTo>
                  <a:lnTo>
                    <a:pt x="132" y="18765"/>
                  </a:lnTo>
                  <a:cubicBezTo>
                    <a:pt x="1548" y="18801"/>
                    <a:pt x="2941" y="19599"/>
                    <a:pt x="3608" y="20873"/>
                  </a:cubicBezTo>
                  <a:cubicBezTo>
                    <a:pt x="3751" y="21158"/>
                    <a:pt x="3644" y="21504"/>
                    <a:pt x="3358" y="21658"/>
                  </a:cubicBezTo>
                  <a:cubicBezTo>
                    <a:pt x="3273" y="21701"/>
                    <a:pt x="3181" y="21721"/>
                    <a:pt x="3090" y="21721"/>
                  </a:cubicBezTo>
                  <a:cubicBezTo>
                    <a:pt x="2877" y="21721"/>
                    <a:pt x="2669" y="21609"/>
                    <a:pt x="2560" y="21408"/>
                  </a:cubicBezTo>
                  <a:cubicBezTo>
                    <a:pt x="2120" y="20539"/>
                    <a:pt x="1120" y="19980"/>
                    <a:pt x="143" y="19944"/>
                  </a:cubicBezTo>
                  <a:lnTo>
                    <a:pt x="143" y="19944"/>
                  </a:lnTo>
                  <a:lnTo>
                    <a:pt x="155" y="21730"/>
                  </a:lnTo>
                  <a:cubicBezTo>
                    <a:pt x="346" y="21873"/>
                    <a:pt x="429" y="22111"/>
                    <a:pt x="358" y="22349"/>
                  </a:cubicBezTo>
                  <a:cubicBezTo>
                    <a:pt x="334" y="22480"/>
                    <a:pt x="251" y="22575"/>
                    <a:pt x="155" y="22659"/>
                  </a:cubicBezTo>
                  <a:lnTo>
                    <a:pt x="167" y="24123"/>
                  </a:lnTo>
                  <a:cubicBezTo>
                    <a:pt x="1584" y="24159"/>
                    <a:pt x="2989" y="24956"/>
                    <a:pt x="3644" y="26218"/>
                  </a:cubicBezTo>
                  <a:cubicBezTo>
                    <a:pt x="3787" y="26516"/>
                    <a:pt x="3680" y="26861"/>
                    <a:pt x="3394" y="27016"/>
                  </a:cubicBezTo>
                  <a:cubicBezTo>
                    <a:pt x="3309" y="27059"/>
                    <a:pt x="3217" y="27079"/>
                    <a:pt x="3126" y="27079"/>
                  </a:cubicBezTo>
                  <a:cubicBezTo>
                    <a:pt x="2914" y="27079"/>
                    <a:pt x="2708" y="26967"/>
                    <a:pt x="2608" y="26766"/>
                  </a:cubicBezTo>
                  <a:cubicBezTo>
                    <a:pt x="2156" y="25897"/>
                    <a:pt x="1167" y="25326"/>
                    <a:pt x="179" y="25302"/>
                  </a:cubicBezTo>
                  <a:lnTo>
                    <a:pt x="179" y="25302"/>
                  </a:lnTo>
                  <a:lnTo>
                    <a:pt x="191" y="27088"/>
                  </a:lnTo>
                  <a:cubicBezTo>
                    <a:pt x="382" y="27231"/>
                    <a:pt x="465" y="27469"/>
                    <a:pt x="405" y="27707"/>
                  </a:cubicBezTo>
                  <a:cubicBezTo>
                    <a:pt x="370" y="27838"/>
                    <a:pt x="298" y="27933"/>
                    <a:pt x="203" y="28004"/>
                  </a:cubicBezTo>
                  <a:lnTo>
                    <a:pt x="215" y="29481"/>
                  </a:lnTo>
                  <a:cubicBezTo>
                    <a:pt x="1620" y="29517"/>
                    <a:pt x="3025" y="30314"/>
                    <a:pt x="3680" y="31576"/>
                  </a:cubicBezTo>
                  <a:cubicBezTo>
                    <a:pt x="3822" y="31874"/>
                    <a:pt x="3715" y="32219"/>
                    <a:pt x="3430" y="32374"/>
                  </a:cubicBezTo>
                  <a:cubicBezTo>
                    <a:pt x="3344" y="32417"/>
                    <a:pt x="3253" y="32437"/>
                    <a:pt x="3162" y="32437"/>
                  </a:cubicBezTo>
                  <a:cubicBezTo>
                    <a:pt x="2950" y="32437"/>
                    <a:pt x="2744" y="32324"/>
                    <a:pt x="2644" y="32124"/>
                  </a:cubicBezTo>
                  <a:cubicBezTo>
                    <a:pt x="2191" y="31255"/>
                    <a:pt x="1203" y="30683"/>
                    <a:pt x="215" y="30660"/>
                  </a:cubicBezTo>
                  <a:lnTo>
                    <a:pt x="215" y="30660"/>
                  </a:lnTo>
                  <a:lnTo>
                    <a:pt x="227" y="32445"/>
                  </a:lnTo>
                  <a:cubicBezTo>
                    <a:pt x="417" y="32576"/>
                    <a:pt x="501" y="32826"/>
                    <a:pt x="441" y="33065"/>
                  </a:cubicBezTo>
                  <a:cubicBezTo>
                    <a:pt x="405" y="33184"/>
                    <a:pt x="334" y="33291"/>
                    <a:pt x="239" y="33362"/>
                  </a:cubicBezTo>
                  <a:lnTo>
                    <a:pt x="251" y="34839"/>
                  </a:lnTo>
                  <a:cubicBezTo>
                    <a:pt x="1656" y="34874"/>
                    <a:pt x="3060" y="35672"/>
                    <a:pt x="3715" y="36934"/>
                  </a:cubicBezTo>
                  <a:cubicBezTo>
                    <a:pt x="3870" y="37220"/>
                    <a:pt x="3751" y="37577"/>
                    <a:pt x="3465" y="37720"/>
                  </a:cubicBezTo>
                  <a:cubicBezTo>
                    <a:pt x="3379" y="37766"/>
                    <a:pt x="3287" y="37788"/>
                    <a:pt x="3196" y="37788"/>
                  </a:cubicBezTo>
                  <a:cubicBezTo>
                    <a:pt x="2984" y="37788"/>
                    <a:pt x="2779" y="37670"/>
                    <a:pt x="2679" y="37470"/>
                  </a:cubicBezTo>
                  <a:cubicBezTo>
                    <a:pt x="2227" y="36613"/>
                    <a:pt x="1239" y="36041"/>
                    <a:pt x="251" y="36005"/>
                  </a:cubicBezTo>
                  <a:lnTo>
                    <a:pt x="251" y="36005"/>
                  </a:lnTo>
                  <a:lnTo>
                    <a:pt x="262" y="37791"/>
                  </a:lnTo>
                  <a:cubicBezTo>
                    <a:pt x="453" y="37934"/>
                    <a:pt x="548" y="38184"/>
                    <a:pt x="477" y="38422"/>
                  </a:cubicBezTo>
                  <a:cubicBezTo>
                    <a:pt x="441" y="38541"/>
                    <a:pt x="370" y="38649"/>
                    <a:pt x="274" y="38720"/>
                  </a:cubicBezTo>
                  <a:lnTo>
                    <a:pt x="286" y="40196"/>
                  </a:lnTo>
                  <a:cubicBezTo>
                    <a:pt x="1703" y="40220"/>
                    <a:pt x="3096" y="41030"/>
                    <a:pt x="3751" y="42292"/>
                  </a:cubicBezTo>
                  <a:cubicBezTo>
                    <a:pt x="3906" y="42578"/>
                    <a:pt x="3787" y="42935"/>
                    <a:pt x="3501" y="43078"/>
                  </a:cubicBezTo>
                  <a:cubicBezTo>
                    <a:pt x="3415" y="43124"/>
                    <a:pt x="3324" y="43146"/>
                    <a:pt x="3234" y="43146"/>
                  </a:cubicBezTo>
                  <a:cubicBezTo>
                    <a:pt x="3025" y="43146"/>
                    <a:pt x="2823" y="43028"/>
                    <a:pt x="2715" y="42828"/>
                  </a:cubicBezTo>
                  <a:cubicBezTo>
                    <a:pt x="2263" y="41970"/>
                    <a:pt x="1275" y="41399"/>
                    <a:pt x="286" y="41363"/>
                  </a:cubicBezTo>
                  <a:lnTo>
                    <a:pt x="286" y="41363"/>
                  </a:lnTo>
                  <a:lnTo>
                    <a:pt x="298" y="43149"/>
                  </a:lnTo>
                  <a:cubicBezTo>
                    <a:pt x="489" y="43292"/>
                    <a:pt x="584" y="43542"/>
                    <a:pt x="513" y="43780"/>
                  </a:cubicBezTo>
                  <a:cubicBezTo>
                    <a:pt x="477" y="43899"/>
                    <a:pt x="405" y="44006"/>
                    <a:pt x="310" y="44078"/>
                  </a:cubicBezTo>
                  <a:lnTo>
                    <a:pt x="322" y="45554"/>
                  </a:lnTo>
                  <a:cubicBezTo>
                    <a:pt x="1739" y="45578"/>
                    <a:pt x="3132" y="46388"/>
                    <a:pt x="3787" y="47650"/>
                  </a:cubicBezTo>
                  <a:cubicBezTo>
                    <a:pt x="3942" y="47935"/>
                    <a:pt x="3834" y="48293"/>
                    <a:pt x="3537" y="48436"/>
                  </a:cubicBezTo>
                  <a:cubicBezTo>
                    <a:pt x="3451" y="48482"/>
                    <a:pt x="3360" y="48504"/>
                    <a:pt x="3270" y="48504"/>
                  </a:cubicBezTo>
                  <a:cubicBezTo>
                    <a:pt x="3061" y="48504"/>
                    <a:pt x="2859" y="48385"/>
                    <a:pt x="2751" y="48185"/>
                  </a:cubicBezTo>
                  <a:cubicBezTo>
                    <a:pt x="2298" y="47328"/>
                    <a:pt x="1310" y="46757"/>
                    <a:pt x="334" y="46721"/>
                  </a:cubicBezTo>
                  <a:lnTo>
                    <a:pt x="334" y="46721"/>
                  </a:lnTo>
                  <a:lnTo>
                    <a:pt x="346" y="48507"/>
                  </a:lnTo>
                  <a:cubicBezTo>
                    <a:pt x="524" y="48650"/>
                    <a:pt x="620" y="48900"/>
                    <a:pt x="548" y="49138"/>
                  </a:cubicBezTo>
                  <a:cubicBezTo>
                    <a:pt x="513" y="49257"/>
                    <a:pt x="441" y="49364"/>
                    <a:pt x="346" y="49436"/>
                  </a:cubicBezTo>
                  <a:lnTo>
                    <a:pt x="358" y="51067"/>
                  </a:lnTo>
                  <a:cubicBezTo>
                    <a:pt x="465" y="51900"/>
                    <a:pt x="1179" y="52543"/>
                    <a:pt x="2037" y="52543"/>
                  </a:cubicBezTo>
                  <a:lnTo>
                    <a:pt x="30195" y="52353"/>
                  </a:lnTo>
                  <a:lnTo>
                    <a:pt x="32850" y="52329"/>
                  </a:lnTo>
                  <a:cubicBezTo>
                    <a:pt x="35517" y="52317"/>
                    <a:pt x="37672" y="50126"/>
                    <a:pt x="37660" y="47459"/>
                  </a:cubicBezTo>
                  <a:lnTo>
                    <a:pt x="37362" y="4811"/>
                  </a:lnTo>
                  <a:lnTo>
                    <a:pt x="37362" y="4799"/>
                  </a:lnTo>
                  <a:cubicBezTo>
                    <a:pt x="37339" y="2147"/>
                    <a:pt x="35172" y="1"/>
                    <a:pt x="325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47"/>
            <p:cNvSpPr/>
            <p:nvPr/>
          </p:nvSpPr>
          <p:spPr>
            <a:xfrm rot="-1669840">
              <a:off x="954124" y="1395616"/>
              <a:ext cx="667396" cy="868515"/>
            </a:xfrm>
            <a:custGeom>
              <a:rect b="b" l="l" r="r" t="t"/>
              <a:pathLst>
                <a:path extrusionOk="0" h="55889" w="42947">
                  <a:moveTo>
                    <a:pt x="2060" y="4799"/>
                  </a:moveTo>
                  <a:lnTo>
                    <a:pt x="2060" y="6061"/>
                  </a:lnTo>
                  <a:cubicBezTo>
                    <a:pt x="1906" y="6002"/>
                    <a:pt x="1775" y="5930"/>
                    <a:pt x="1679" y="5859"/>
                  </a:cubicBezTo>
                  <a:cubicBezTo>
                    <a:pt x="1477" y="5716"/>
                    <a:pt x="1358" y="5490"/>
                    <a:pt x="1370" y="5335"/>
                  </a:cubicBezTo>
                  <a:cubicBezTo>
                    <a:pt x="1406" y="5109"/>
                    <a:pt x="1739" y="4894"/>
                    <a:pt x="2060" y="4799"/>
                  </a:cubicBezTo>
                  <a:close/>
                  <a:moveTo>
                    <a:pt x="2096" y="10145"/>
                  </a:moveTo>
                  <a:lnTo>
                    <a:pt x="2108" y="11419"/>
                  </a:lnTo>
                  <a:lnTo>
                    <a:pt x="2096" y="11419"/>
                  </a:lnTo>
                  <a:cubicBezTo>
                    <a:pt x="1941" y="11360"/>
                    <a:pt x="1810" y="11288"/>
                    <a:pt x="1715" y="11217"/>
                  </a:cubicBezTo>
                  <a:cubicBezTo>
                    <a:pt x="1513" y="11074"/>
                    <a:pt x="1394" y="10848"/>
                    <a:pt x="1406" y="10693"/>
                  </a:cubicBezTo>
                  <a:cubicBezTo>
                    <a:pt x="1441" y="10467"/>
                    <a:pt x="1775" y="10252"/>
                    <a:pt x="2096" y="10145"/>
                  </a:cubicBezTo>
                  <a:close/>
                  <a:moveTo>
                    <a:pt x="2132" y="15503"/>
                  </a:moveTo>
                  <a:lnTo>
                    <a:pt x="2132" y="16777"/>
                  </a:lnTo>
                  <a:cubicBezTo>
                    <a:pt x="1977" y="16717"/>
                    <a:pt x="1846" y="16646"/>
                    <a:pt x="1751" y="16574"/>
                  </a:cubicBezTo>
                  <a:cubicBezTo>
                    <a:pt x="1548" y="16420"/>
                    <a:pt x="1429" y="16205"/>
                    <a:pt x="1441" y="16051"/>
                  </a:cubicBezTo>
                  <a:cubicBezTo>
                    <a:pt x="1477" y="15812"/>
                    <a:pt x="1810" y="15598"/>
                    <a:pt x="2132" y="15503"/>
                  </a:cubicBezTo>
                  <a:close/>
                  <a:moveTo>
                    <a:pt x="2168" y="20861"/>
                  </a:moveTo>
                  <a:lnTo>
                    <a:pt x="2179" y="22135"/>
                  </a:lnTo>
                  <a:cubicBezTo>
                    <a:pt x="2013" y="22075"/>
                    <a:pt x="1894" y="22004"/>
                    <a:pt x="1787" y="21932"/>
                  </a:cubicBezTo>
                  <a:cubicBezTo>
                    <a:pt x="1584" y="21777"/>
                    <a:pt x="1465" y="21563"/>
                    <a:pt x="1489" y="21408"/>
                  </a:cubicBezTo>
                  <a:cubicBezTo>
                    <a:pt x="1513" y="21170"/>
                    <a:pt x="1846" y="20956"/>
                    <a:pt x="2168" y="20861"/>
                  </a:cubicBezTo>
                  <a:close/>
                  <a:moveTo>
                    <a:pt x="2203" y="26218"/>
                  </a:moveTo>
                  <a:lnTo>
                    <a:pt x="2215" y="27492"/>
                  </a:lnTo>
                  <a:cubicBezTo>
                    <a:pt x="2048" y="27433"/>
                    <a:pt x="1929" y="27361"/>
                    <a:pt x="1822" y="27278"/>
                  </a:cubicBezTo>
                  <a:cubicBezTo>
                    <a:pt x="1620" y="27135"/>
                    <a:pt x="1501" y="26921"/>
                    <a:pt x="1525" y="26754"/>
                  </a:cubicBezTo>
                  <a:cubicBezTo>
                    <a:pt x="1548" y="26528"/>
                    <a:pt x="1882" y="26314"/>
                    <a:pt x="2203" y="26218"/>
                  </a:cubicBezTo>
                  <a:close/>
                  <a:moveTo>
                    <a:pt x="2239" y="31576"/>
                  </a:moveTo>
                  <a:lnTo>
                    <a:pt x="2251" y="32850"/>
                  </a:lnTo>
                  <a:cubicBezTo>
                    <a:pt x="2084" y="32779"/>
                    <a:pt x="1953" y="32719"/>
                    <a:pt x="1858" y="32636"/>
                  </a:cubicBezTo>
                  <a:cubicBezTo>
                    <a:pt x="1656" y="32493"/>
                    <a:pt x="1536" y="32279"/>
                    <a:pt x="1560" y="32112"/>
                  </a:cubicBezTo>
                  <a:cubicBezTo>
                    <a:pt x="1584" y="31886"/>
                    <a:pt x="1917" y="31672"/>
                    <a:pt x="2239" y="31576"/>
                  </a:cubicBezTo>
                  <a:close/>
                  <a:moveTo>
                    <a:pt x="2275" y="36934"/>
                  </a:moveTo>
                  <a:lnTo>
                    <a:pt x="2287" y="38208"/>
                  </a:lnTo>
                  <a:cubicBezTo>
                    <a:pt x="2120" y="38137"/>
                    <a:pt x="2001" y="38077"/>
                    <a:pt x="1894" y="37994"/>
                  </a:cubicBezTo>
                  <a:cubicBezTo>
                    <a:pt x="1703" y="37851"/>
                    <a:pt x="1572" y="37637"/>
                    <a:pt x="1596" y="37470"/>
                  </a:cubicBezTo>
                  <a:cubicBezTo>
                    <a:pt x="1620" y="37244"/>
                    <a:pt x="1953" y="37029"/>
                    <a:pt x="2275" y="36934"/>
                  </a:cubicBezTo>
                  <a:close/>
                  <a:moveTo>
                    <a:pt x="2310" y="42292"/>
                  </a:moveTo>
                  <a:lnTo>
                    <a:pt x="2322" y="43566"/>
                  </a:lnTo>
                  <a:cubicBezTo>
                    <a:pt x="2156" y="43494"/>
                    <a:pt x="2037" y="43435"/>
                    <a:pt x="1929" y="43352"/>
                  </a:cubicBezTo>
                  <a:cubicBezTo>
                    <a:pt x="1739" y="43209"/>
                    <a:pt x="1608" y="42982"/>
                    <a:pt x="1632" y="42828"/>
                  </a:cubicBezTo>
                  <a:cubicBezTo>
                    <a:pt x="1656" y="42625"/>
                    <a:pt x="1929" y="42435"/>
                    <a:pt x="2215" y="42328"/>
                  </a:cubicBezTo>
                  <a:cubicBezTo>
                    <a:pt x="2251" y="42316"/>
                    <a:pt x="2275" y="42304"/>
                    <a:pt x="2310" y="42292"/>
                  </a:cubicBezTo>
                  <a:close/>
                  <a:moveTo>
                    <a:pt x="2346" y="47638"/>
                  </a:moveTo>
                  <a:lnTo>
                    <a:pt x="2358" y="48912"/>
                  </a:lnTo>
                  <a:cubicBezTo>
                    <a:pt x="2191" y="48852"/>
                    <a:pt x="2072" y="48781"/>
                    <a:pt x="1965" y="48709"/>
                  </a:cubicBezTo>
                  <a:cubicBezTo>
                    <a:pt x="1775" y="48566"/>
                    <a:pt x="1644" y="48340"/>
                    <a:pt x="1667" y="48185"/>
                  </a:cubicBezTo>
                  <a:cubicBezTo>
                    <a:pt x="1691" y="47983"/>
                    <a:pt x="1965" y="47781"/>
                    <a:pt x="2263" y="47674"/>
                  </a:cubicBezTo>
                  <a:cubicBezTo>
                    <a:pt x="2287" y="47662"/>
                    <a:pt x="2322" y="47650"/>
                    <a:pt x="2346" y="47638"/>
                  </a:cubicBezTo>
                  <a:close/>
                  <a:moveTo>
                    <a:pt x="35335" y="822"/>
                  </a:moveTo>
                  <a:cubicBezTo>
                    <a:pt x="37958" y="822"/>
                    <a:pt x="40089" y="2944"/>
                    <a:pt x="40101" y="5561"/>
                  </a:cubicBezTo>
                  <a:lnTo>
                    <a:pt x="40398" y="48209"/>
                  </a:lnTo>
                  <a:cubicBezTo>
                    <a:pt x="40398" y="49483"/>
                    <a:pt x="39910" y="50686"/>
                    <a:pt x="39017" y="51591"/>
                  </a:cubicBezTo>
                  <a:cubicBezTo>
                    <a:pt x="38124" y="52507"/>
                    <a:pt x="36922" y="53008"/>
                    <a:pt x="35648" y="53019"/>
                  </a:cubicBezTo>
                  <a:lnTo>
                    <a:pt x="4846" y="53234"/>
                  </a:lnTo>
                  <a:cubicBezTo>
                    <a:pt x="4025" y="53234"/>
                    <a:pt x="3334" y="52627"/>
                    <a:pt x="3227" y="51817"/>
                  </a:cubicBezTo>
                  <a:lnTo>
                    <a:pt x="3215" y="50221"/>
                  </a:lnTo>
                  <a:cubicBezTo>
                    <a:pt x="3311" y="50138"/>
                    <a:pt x="3382" y="50019"/>
                    <a:pt x="3418" y="49900"/>
                  </a:cubicBezTo>
                  <a:cubicBezTo>
                    <a:pt x="3489" y="49650"/>
                    <a:pt x="3406" y="49400"/>
                    <a:pt x="3203" y="49233"/>
                  </a:cubicBezTo>
                  <a:lnTo>
                    <a:pt x="3191" y="47543"/>
                  </a:lnTo>
                  <a:lnTo>
                    <a:pt x="3191" y="47543"/>
                  </a:lnTo>
                  <a:cubicBezTo>
                    <a:pt x="4156" y="47602"/>
                    <a:pt x="5085" y="48162"/>
                    <a:pt x="5501" y="48971"/>
                  </a:cubicBezTo>
                  <a:lnTo>
                    <a:pt x="5489" y="48983"/>
                  </a:lnTo>
                  <a:cubicBezTo>
                    <a:pt x="5605" y="49207"/>
                    <a:pt x="5830" y="49332"/>
                    <a:pt x="6065" y="49332"/>
                  </a:cubicBezTo>
                  <a:cubicBezTo>
                    <a:pt x="6167" y="49332"/>
                    <a:pt x="6272" y="49308"/>
                    <a:pt x="6370" y="49257"/>
                  </a:cubicBezTo>
                  <a:cubicBezTo>
                    <a:pt x="6525" y="49174"/>
                    <a:pt x="6632" y="49043"/>
                    <a:pt x="6692" y="48876"/>
                  </a:cubicBezTo>
                  <a:cubicBezTo>
                    <a:pt x="6740" y="48709"/>
                    <a:pt x="6728" y="48543"/>
                    <a:pt x="6644" y="48388"/>
                  </a:cubicBezTo>
                  <a:cubicBezTo>
                    <a:pt x="6001" y="47138"/>
                    <a:pt x="4644" y="46304"/>
                    <a:pt x="3180" y="46257"/>
                  </a:cubicBezTo>
                  <a:lnTo>
                    <a:pt x="3168" y="44876"/>
                  </a:lnTo>
                  <a:cubicBezTo>
                    <a:pt x="3275" y="44792"/>
                    <a:pt x="3334" y="44673"/>
                    <a:pt x="3370" y="44554"/>
                  </a:cubicBezTo>
                  <a:cubicBezTo>
                    <a:pt x="3441" y="44304"/>
                    <a:pt x="3358" y="44054"/>
                    <a:pt x="3168" y="43887"/>
                  </a:cubicBezTo>
                  <a:lnTo>
                    <a:pt x="3156" y="42197"/>
                  </a:lnTo>
                  <a:lnTo>
                    <a:pt x="3156" y="42197"/>
                  </a:lnTo>
                  <a:cubicBezTo>
                    <a:pt x="4120" y="42256"/>
                    <a:pt x="5037" y="42816"/>
                    <a:pt x="5454" y="43625"/>
                  </a:cubicBezTo>
                  <a:cubicBezTo>
                    <a:pt x="5537" y="43780"/>
                    <a:pt x="5668" y="43887"/>
                    <a:pt x="5835" y="43947"/>
                  </a:cubicBezTo>
                  <a:cubicBezTo>
                    <a:pt x="5899" y="43965"/>
                    <a:pt x="5965" y="43975"/>
                    <a:pt x="6030" y="43975"/>
                  </a:cubicBezTo>
                  <a:cubicBezTo>
                    <a:pt x="6135" y="43975"/>
                    <a:pt x="6240" y="43950"/>
                    <a:pt x="6335" y="43899"/>
                  </a:cubicBezTo>
                  <a:cubicBezTo>
                    <a:pt x="6644" y="43733"/>
                    <a:pt x="6775" y="43340"/>
                    <a:pt x="6609" y="43030"/>
                  </a:cubicBezTo>
                  <a:cubicBezTo>
                    <a:pt x="5966" y="41780"/>
                    <a:pt x="4608" y="40946"/>
                    <a:pt x="3144" y="40899"/>
                  </a:cubicBezTo>
                  <a:lnTo>
                    <a:pt x="3132" y="39518"/>
                  </a:lnTo>
                  <a:cubicBezTo>
                    <a:pt x="3239" y="39434"/>
                    <a:pt x="3311" y="39315"/>
                    <a:pt x="3334" y="39196"/>
                  </a:cubicBezTo>
                  <a:cubicBezTo>
                    <a:pt x="3406" y="38946"/>
                    <a:pt x="3322" y="38696"/>
                    <a:pt x="3132" y="38530"/>
                  </a:cubicBezTo>
                  <a:lnTo>
                    <a:pt x="3120" y="36839"/>
                  </a:lnTo>
                  <a:lnTo>
                    <a:pt x="3120" y="36839"/>
                  </a:lnTo>
                  <a:cubicBezTo>
                    <a:pt x="4084" y="36898"/>
                    <a:pt x="5001" y="37458"/>
                    <a:pt x="5418" y="38268"/>
                  </a:cubicBezTo>
                  <a:cubicBezTo>
                    <a:pt x="5501" y="38422"/>
                    <a:pt x="5632" y="38530"/>
                    <a:pt x="5799" y="38589"/>
                  </a:cubicBezTo>
                  <a:cubicBezTo>
                    <a:pt x="5863" y="38607"/>
                    <a:pt x="5929" y="38617"/>
                    <a:pt x="5995" y="38617"/>
                  </a:cubicBezTo>
                  <a:cubicBezTo>
                    <a:pt x="6100" y="38617"/>
                    <a:pt x="6204" y="38593"/>
                    <a:pt x="6299" y="38541"/>
                  </a:cubicBezTo>
                  <a:cubicBezTo>
                    <a:pt x="6609" y="38375"/>
                    <a:pt x="6740" y="37982"/>
                    <a:pt x="6573" y="37672"/>
                  </a:cubicBezTo>
                  <a:cubicBezTo>
                    <a:pt x="5930" y="36422"/>
                    <a:pt x="4573" y="35589"/>
                    <a:pt x="3108" y="35541"/>
                  </a:cubicBezTo>
                  <a:lnTo>
                    <a:pt x="3096" y="34160"/>
                  </a:lnTo>
                  <a:cubicBezTo>
                    <a:pt x="3203" y="34077"/>
                    <a:pt x="3275" y="33969"/>
                    <a:pt x="3299" y="33838"/>
                  </a:cubicBezTo>
                  <a:cubicBezTo>
                    <a:pt x="3370" y="33588"/>
                    <a:pt x="3287" y="33338"/>
                    <a:pt x="3096" y="33172"/>
                  </a:cubicBezTo>
                  <a:lnTo>
                    <a:pt x="3084" y="31481"/>
                  </a:lnTo>
                  <a:lnTo>
                    <a:pt x="3084" y="31481"/>
                  </a:lnTo>
                  <a:cubicBezTo>
                    <a:pt x="4049" y="31541"/>
                    <a:pt x="4965" y="32100"/>
                    <a:pt x="5382" y="32910"/>
                  </a:cubicBezTo>
                  <a:cubicBezTo>
                    <a:pt x="5466" y="33065"/>
                    <a:pt x="5597" y="33172"/>
                    <a:pt x="5763" y="33231"/>
                  </a:cubicBezTo>
                  <a:cubicBezTo>
                    <a:pt x="5827" y="33250"/>
                    <a:pt x="5893" y="33259"/>
                    <a:pt x="5959" y="33259"/>
                  </a:cubicBezTo>
                  <a:cubicBezTo>
                    <a:pt x="6064" y="33259"/>
                    <a:pt x="6168" y="33235"/>
                    <a:pt x="6263" y="33184"/>
                  </a:cubicBezTo>
                  <a:cubicBezTo>
                    <a:pt x="6573" y="33017"/>
                    <a:pt x="6704" y="32624"/>
                    <a:pt x="6537" y="32314"/>
                  </a:cubicBezTo>
                  <a:cubicBezTo>
                    <a:pt x="5894" y="31064"/>
                    <a:pt x="4537" y="30231"/>
                    <a:pt x="3072" y="30183"/>
                  </a:cubicBezTo>
                  <a:lnTo>
                    <a:pt x="3060" y="28802"/>
                  </a:lnTo>
                  <a:cubicBezTo>
                    <a:pt x="3168" y="28719"/>
                    <a:pt x="3239" y="28612"/>
                    <a:pt x="3263" y="28481"/>
                  </a:cubicBezTo>
                  <a:cubicBezTo>
                    <a:pt x="3334" y="28243"/>
                    <a:pt x="3251" y="27981"/>
                    <a:pt x="3060" y="27814"/>
                  </a:cubicBezTo>
                  <a:lnTo>
                    <a:pt x="3049" y="26123"/>
                  </a:lnTo>
                  <a:lnTo>
                    <a:pt x="3049" y="26123"/>
                  </a:lnTo>
                  <a:cubicBezTo>
                    <a:pt x="4013" y="26183"/>
                    <a:pt x="4930" y="26742"/>
                    <a:pt x="5346" y="27552"/>
                  </a:cubicBezTo>
                  <a:cubicBezTo>
                    <a:pt x="5462" y="27775"/>
                    <a:pt x="5687" y="27901"/>
                    <a:pt x="5922" y="27901"/>
                  </a:cubicBezTo>
                  <a:cubicBezTo>
                    <a:pt x="6025" y="27901"/>
                    <a:pt x="6129" y="27877"/>
                    <a:pt x="6228" y="27826"/>
                  </a:cubicBezTo>
                  <a:cubicBezTo>
                    <a:pt x="6382" y="27754"/>
                    <a:pt x="6489" y="27612"/>
                    <a:pt x="6549" y="27445"/>
                  </a:cubicBezTo>
                  <a:cubicBezTo>
                    <a:pt x="6597" y="27290"/>
                    <a:pt x="6585" y="27111"/>
                    <a:pt x="6501" y="26957"/>
                  </a:cubicBezTo>
                  <a:cubicBezTo>
                    <a:pt x="5858" y="25707"/>
                    <a:pt x="4501" y="24873"/>
                    <a:pt x="3037" y="24825"/>
                  </a:cubicBezTo>
                  <a:lnTo>
                    <a:pt x="3025" y="23444"/>
                  </a:lnTo>
                  <a:cubicBezTo>
                    <a:pt x="3132" y="23361"/>
                    <a:pt x="3203" y="23254"/>
                    <a:pt x="3227" y="23123"/>
                  </a:cubicBezTo>
                  <a:cubicBezTo>
                    <a:pt x="3299" y="22885"/>
                    <a:pt x="3215" y="22623"/>
                    <a:pt x="3025" y="22456"/>
                  </a:cubicBezTo>
                  <a:lnTo>
                    <a:pt x="3013" y="20765"/>
                  </a:lnTo>
                  <a:lnTo>
                    <a:pt x="3013" y="20765"/>
                  </a:lnTo>
                  <a:cubicBezTo>
                    <a:pt x="3977" y="20825"/>
                    <a:pt x="4894" y="21396"/>
                    <a:pt x="5311" y="22194"/>
                  </a:cubicBezTo>
                  <a:cubicBezTo>
                    <a:pt x="5394" y="22349"/>
                    <a:pt x="5525" y="22468"/>
                    <a:pt x="5692" y="22516"/>
                  </a:cubicBezTo>
                  <a:cubicBezTo>
                    <a:pt x="5756" y="22534"/>
                    <a:pt x="5822" y="22544"/>
                    <a:pt x="5888" y="22544"/>
                  </a:cubicBezTo>
                  <a:cubicBezTo>
                    <a:pt x="5992" y="22544"/>
                    <a:pt x="6097" y="22519"/>
                    <a:pt x="6192" y="22468"/>
                  </a:cubicBezTo>
                  <a:cubicBezTo>
                    <a:pt x="6347" y="22397"/>
                    <a:pt x="6454" y="22254"/>
                    <a:pt x="6513" y="22087"/>
                  </a:cubicBezTo>
                  <a:cubicBezTo>
                    <a:pt x="6561" y="21932"/>
                    <a:pt x="6549" y="21754"/>
                    <a:pt x="6466" y="21599"/>
                  </a:cubicBezTo>
                  <a:cubicBezTo>
                    <a:pt x="5823" y="20349"/>
                    <a:pt x="4465" y="19515"/>
                    <a:pt x="3001" y="19468"/>
                  </a:cubicBezTo>
                  <a:lnTo>
                    <a:pt x="2989" y="18087"/>
                  </a:lnTo>
                  <a:cubicBezTo>
                    <a:pt x="3096" y="18003"/>
                    <a:pt x="3156" y="17896"/>
                    <a:pt x="3191" y="17765"/>
                  </a:cubicBezTo>
                  <a:cubicBezTo>
                    <a:pt x="3263" y="17527"/>
                    <a:pt x="3180" y="17265"/>
                    <a:pt x="2989" y="17098"/>
                  </a:cubicBezTo>
                  <a:lnTo>
                    <a:pt x="2977" y="15408"/>
                  </a:lnTo>
                  <a:lnTo>
                    <a:pt x="2977" y="15408"/>
                  </a:lnTo>
                  <a:cubicBezTo>
                    <a:pt x="3942" y="15467"/>
                    <a:pt x="4858" y="16039"/>
                    <a:pt x="5275" y="16836"/>
                  </a:cubicBezTo>
                  <a:cubicBezTo>
                    <a:pt x="5358" y="16991"/>
                    <a:pt x="5489" y="17110"/>
                    <a:pt x="5656" y="17158"/>
                  </a:cubicBezTo>
                  <a:cubicBezTo>
                    <a:pt x="5720" y="17176"/>
                    <a:pt x="5786" y="17186"/>
                    <a:pt x="5852" y="17186"/>
                  </a:cubicBezTo>
                  <a:cubicBezTo>
                    <a:pt x="5957" y="17186"/>
                    <a:pt x="6061" y="17161"/>
                    <a:pt x="6156" y="17110"/>
                  </a:cubicBezTo>
                  <a:cubicBezTo>
                    <a:pt x="6311" y="17039"/>
                    <a:pt x="6418" y="16896"/>
                    <a:pt x="6478" y="16729"/>
                  </a:cubicBezTo>
                  <a:cubicBezTo>
                    <a:pt x="6525" y="16574"/>
                    <a:pt x="6513" y="16396"/>
                    <a:pt x="6430" y="16241"/>
                  </a:cubicBezTo>
                  <a:cubicBezTo>
                    <a:pt x="5787" y="14991"/>
                    <a:pt x="4430" y="14157"/>
                    <a:pt x="2965" y="14110"/>
                  </a:cubicBezTo>
                  <a:lnTo>
                    <a:pt x="2953" y="12729"/>
                  </a:lnTo>
                  <a:cubicBezTo>
                    <a:pt x="3060" y="12645"/>
                    <a:pt x="3120" y="12538"/>
                    <a:pt x="3156" y="12407"/>
                  </a:cubicBezTo>
                  <a:cubicBezTo>
                    <a:pt x="3227" y="12169"/>
                    <a:pt x="3144" y="11907"/>
                    <a:pt x="2953" y="11741"/>
                  </a:cubicBezTo>
                  <a:lnTo>
                    <a:pt x="2941" y="10050"/>
                  </a:lnTo>
                  <a:lnTo>
                    <a:pt x="2941" y="10050"/>
                  </a:lnTo>
                  <a:cubicBezTo>
                    <a:pt x="3906" y="10109"/>
                    <a:pt x="4823" y="10681"/>
                    <a:pt x="5239" y="11479"/>
                  </a:cubicBezTo>
                  <a:cubicBezTo>
                    <a:pt x="5355" y="11702"/>
                    <a:pt x="5580" y="11828"/>
                    <a:pt x="5814" y="11828"/>
                  </a:cubicBezTo>
                  <a:cubicBezTo>
                    <a:pt x="5917" y="11828"/>
                    <a:pt x="6022" y="11803"/>
                    <a:pt x="6120" y="11752"/>
                  </a:cubicBezTo>
                  <a:cubicBezTo>
                    <a:pt x="6430" y="11586"/>
                    <a:pt x="6561" y="11193"/>
                    <a:pt x="6394" y="10883"/>
                  </a:cubicBezTo>
                  <a:cubicBezTo>
                    <a:pt x="5751" y="9633"/>
                    <a:pt x="4394" y="8800"/>
                    <a:pt x="2930" y="8752"/>
                  </a:cubicBezTo>
                  <a:lnTo>
                    <a:pt x="2918" y="7371"/>
                  </a:lnTo>
                  <a:cubicBezTo>
                    <a:pt x="3025" y="7288"/>
                    <a:pt x="3084" y="7180"/>
                    <a:pt x="3120" y="7049"/>
                  </a:cubicBezTo>
                  <a:cubicBezTo>
                    <a:pt x="3191" y="6811"/>
                    <a:pt x="3108" y="6549"/>
                    <a:pt x="2918" y="6383"/>
                  </a:cubicBezTo>
                  <a:lnTo>
                    <a:pt x="2906" y="4692"/>
                  </a:lnTo>
                  <a:lnTo>
                    <a:pt x="2906" y="4692"/>
                  </a:lnTo>
                  <a:cubicBezTo>
                    <a:pt x="3870" y="4752"/>
                    <a:pt x="4787" y="5323"/>
                    <a:pt x="5204" y="6121"/>
                  </a:cubicBezTo>
                  <a:cubicBezTo>
                    <a:pt x="5287" y="6276"/>
                    <a:pt x="5418" y="6395"/>
                    <a:pt x="5585" y="6442"/>
                  </a:cubicBezTo>
                  <a:cubicBezTo>
                    <a:pt x="5649" y="6461"/>
                    <a:pt x="5715" y="6470"/>
                    <a:pt x="5780" y="6470"/>
                  </a:cubicBezTo>
                  <a:cubicBezTo>
                    <a:pt x="5885" y="6470"/>
                    <a:pt x="5989" y="6446"/>
                    <a:pt x="6085" y="6395"/>
                  </a:cubicBezTo>
                  <a:cubicBezTo>
                    <a:pt x="6394" y="6228"/>
                    <a:pt x="6525" y="5835"/>
                    <a:pt x="6359" y="5525"/>
                  </a:cubicBezTo>
                  <a:cubicBezTo>
                    <a:pt x="5716" y="4287"/>
                    <a:pt x="4323" y="3442"/>
                    <a:pt x="2882" y="3394"/>
                  </a:cubicBezTo>
                  <a:lnTo>
                    <a:pt x="2882" y="2656"/>
                  </a:lnTo>
                  <a:cubicBezTo>
                    <a:pt x="2882" y="2227"/>
                    <a:pt x="3049" y="1823"/>
                    <a:pt x="3346" y="1513"/>
                  </a:cubicBezTo>
                  <a:cubicBezTo>
                    <a:pt x="3656" y="1204"/>
                    <a:pt x="4061" y="1025"/>
                    <a:pt x="4489" y="1025"/>
                  </a:cubicBezTo>
                  <a:lnTo>
                    <a:pt x="35291" y="823"/>
                  </a:lnTo>
                  <a:cubicBezTo>
                    <a:pt x="35305" y="822"/>
                    <a:pt x="35320" y="822"/>
                    <a:pt x="35335" y="822"/>
                  </a:cubicBezTo>
                  <a:close/>
                  <a:moveTo>
                    <a:pt x="40839" y="4597"/>
                  </a:moveTo>
                  <a:lnTo>
                    <a:pt x="40839" y="4597"/>
                  </a:lnTo>
                  <a:cubicBezTo>
                    <a:pt x="41458" y="5430"/>
                    <a:pt x="41792" y="6442"/>
                    <a:pt x="41803" y="7490"/>
                  </a:cubicBezTo>
                  <a:lnTo>
                    <a:pt x="42089" y="49912"/>
                  </a:lnTo>
                  <a:cubicBezTo>
                    <a:pt x="42101" y="51210"/>
                    <a:pt x="41601" y="52436"/>
                    <a:pt x="40684" y="53365"/>
                  </a:cubicBezTo>
                  <a:cubicBezTo>
                    <a:pt x="39767" y="54293"/>
                    <a:pt x="38541" y="54817"/>
                    <a:pt x="37243" y="54817"/>
                  </a:cubicBezTo>
                  <a:lnTo>
                    <a:pt x="4906" y="55043"/>
                  </a:lnTo>
                  <a:cubicBezTo>
                    <a:pt x="4017" y="55043"/>
                    <a:pt x="3293" y="54359"/>
                    <a:pt x="3240" y="53483"/>
                  </a:cubicBezTo>
                  <a:lnTo>
                    <a:pt x="3240" y="53483"/>
                  </a:lnTo>
                  <a:cubicBezTo>
                    <a:pt x="3690" y="53868"/>
                    <a:pt x="4257" y="54067"/>
                    <a:pt x="4846" y="54067"/>
                  </a:cubicBezTo>
                  <a:lnTo>
                    <a:pt x="35648" y="53853"/>
                  </a:lnTo>
                  <a:cubicBezTo>
                    <a:pt x="36327" y="53853"/>
                    <a:pt x="36958" y="53734"/>
                    <a:pt x="37553" y="53508"/>
                  </a:cubicBezTo>
                  <a:cubicBezTo>
                    <a:pt x="39708" y="52710"/>
                    <a:pt x="41232" y="50638"/>
                    <a:pt x="41220" y="48221"/>
                  </a:cubicBezTo>
                  <a:lnTo>
                    <a:pt x="40922" y="5561"/>
                  </a:lnTo>
                  <a:cubicBezTo>
                    <a:pt x="40922" y="5240"/>
                    <a:pt x="40899" y="4918"/>
                    <a:pt x="40839" y="4597"/>
                  </a:cubicBezTo>
                  <a:close/>
                  <a:moveTo>
                    <a:pt x="35323" y="1"/>
                  </a:moveTo>
                  <a:cubicBezTo>
                    <a:pt x="35312" y="1"/>
                    <a:pt x="35301" y="1"/>
                    <a:pt x="35291" y="1"/>
                  </a:cubicBezTo>
                  <a:lnTo>
                    <a:pt x="4477" y="215"/>
                  </a:lnTo>
                  <a:cubicBezTo>
                    <a:pt x="3822" y="215"/>
                    <a:pt x="3215" y="477"/>
                    <a:pt x="2751" y="942"/>
                  </a:cubicBezTo>
                  <a:cubicBezTo>
                    <a:pt x="2298" y="1406"/>
                    <a:pt x="2037" y="2025"/>
                    <a:pt x="2048" y="2680"/>
                  </a:cubicBezTo>
                  <a:lnTo>
                    <a:pt x="2048" y="3466"/>
                  </a:lnTo>
                  <a:cubicBezTo>
                    <a:pt x="1941" y="3478"/>
                    <a:pt x="1834" y="3501"/>
                    <a:pt x="1739" y="3537"/>
                  </a:cubicBezTo>
                  <a:cubicBezTo>
                    <a:pt x="1013" y="3740"/>
                    <a:pt x="203" y="4275"/>
                    <a:pt x="84" y="5168"/>
                  </a:cubicBezTo>
                  <a:cubicBezTo>
                    <a:pt x="1" y="5799"/>
                    <a:pt x="310" y="6466"/>
                    <a:pt x="894" y="6895"/>
                  </a:cubicBezTo>
                  <a:cubicBezTo>
                    <a:pt x="1275" y="7180"/>
                    <a:pt x="1715" y="7335"/>
                    <a:pt x="2072" y="7442"/>
                  </a:cubicBezTo>
                  <a:lnTo>
                    <a:pt x="2084" y="8824"/>
                  </a:lnTo>
                  <a:cubicBezTo>
                    <a:pt x="1977" y="8835"/>
                    <a:pt x="1870" y="8859"/>
                    <a:pt x="1775" y="8895"/>
                  </a:cubicBezTo>
                  <a:cubicBezTo>
                    <a:pt x="1048" y="9097"/>
                    <a:pt x="239" y="9633"/>
                    <a:pt x="120" y="10514"/>
                  </a:cubicBezTo>
                  <a:cubicBezTo>
                    <a:pt x="36" y="11157"/>
                    <a:pt x="346" y="11824"/>
                    <a:pt x="929" y="12252"/>
                  </a:cubicBezTo>
                  <a:cubicBezTo>
                    <a:pt x="1310" y="12538"/>
                    <a:pt x="1751" y="12693"/>
                    <a:pt x="2108" y="12800"/>
                  </a:cubicBezTo>
                  <a:lnTo>
                    <a:pt x="2120" y="14181"/>
                  </a:lnTo>
                  <a:cubicBezTo>
                    <a:pt x="2025" y="14193"/>
                    <a:pt x="1917" y="14217"/>
                    <a:pt x="1810" y="14253"/>
                  </a:cubicBezTo>
                  <a:cubicBezTo>
                    <a:pt x="1084" y="14455"/>
                    <a:pt x="274" y="14979"/>
                    <a:pt x="155" y="15872"/>
                  </a:cubicBezTo>
                  <a:cubicBezTo>
                    <a:pt x="72" y="16503"/>
                    <a:pt x="382" y="17170"/>
                    <a:pt x="965" y="17610"/>
                  </a:cubicBezTo>
                  <a:cubicBezTo>
                    <a:pt x="1346" y="17896"/>
                    <a:pt x="1787" y="18051"/>
                    <a:pt x="2144" y="18158"/>
                  </a:cubicBezTo>
                  <a:lnTo>
                    <a:pt x="2156" y="19527"/>
                  </a:lnTo>
                  <a:cubicBezTo>
                    <a:pt x="2037" y="19551"/>
                    <a:pt x="1941" y="19575"/>
                    <a:pt x="1846" y="19599"/>
                  </a:cubicBezTo>
                  <a:cubicBezTo>
                    <a:pt x="1120" y="19801"/>
                    <a:pt x="310" y="20337"/>
                    <a:pt x="191" y="21230"/>
                  </a:cubicBezTo>
                  <a:cubicBezTo>
                    <a:pt x="108" y="21861"/>
                    <a:pt x="417" y="22528"/>
                    <a:pt x="1001" y="22968"/>
                  </a:cubicBezTo>
                  <a:cubicBezTo>
                    <a:pt x="1370" y="23242"/>
                    <a:pt x="1810" y="23397"/>
                    <a:pt x="2179" y="23516"/>
                  </a:cubicBezTo>
                  <a:lnTo>
                    <a:pt x="2191" y="24885"/>
                  </a:lnTo>
                  <a:cubicBezTo>
                    <a:pt x="2084" y="24909"/>
                    <a:pt x="1977" y="24933"/>
                    <a:pt x="1882" y="24956"/>
                  </a:cubicBezTo>
                  <a:cubicBezTo>
                    <a:pt x="1155" y="25159"/>
                    <a:pt x="346" y="25695"/>
                    <a:pt x="227" y="26588"/>
                  </a:cubicBezTo>
                  <a:cubicBezTo>
                    <a:pt x="143" y="27219"/>
                    <a:pt x="453" y="27885"/>
                    <a:pt x="1036" y="28326"/>
                  </a:cubicBezTo>
                  <a:cubicBezTo>
                    <a:pt x="1406" y="28600"/>
                    <a:pt x="1846" y="28755"/>
                    <a:pt x="2215" y="28874"/>
                  </a:cubicBezTo>
                  <a:lnTo>
                    <a:pt x="2227" y="30243"/>
                  </a:lnTo>
                  <a:cubicBezTo>
                    <a:pt x="2120" y="30267"/>
                    <a:pt x="2013" y="30290"/>
                    <a:pt x="1917" y="30314"/>
                  </a:cubicBezTo>
                  <a:cubicBezTo>
                    <a:pt x="1191" y="30517"/>
                    <a:pt x="382" y="31052"/>
                    <a:pt x="263" y="31945"/>
                  </a:cubicBezTo>
                  <a:cubicBezTo>
                    <a:pt x="179" y="32576"/>
                    <a:pt x="489" y="33243"/>
                    <a:pt x="1072" y="33684"/>
                  </a:cubicBezTo>
                  <a:cubicBezTo>
                    <a:pt x="1441" y="33958"/>
                    <a:pt x="1882" y="34112"/>
                    <a:pt x="2251" y="34231"/>
                  </a:cubicBezTo>
                  <a:lnTo>
                    <a:pt x="2263" y="35601"/>
                  </a:lnTo>
                  <a:cubicBezTo>
                    <a:pt x="2144" y="35624"/>
                    <a:pt x="2048" y="35648"/>
                    <a:pt x="1953" y="35672"/>
                  </a:cubicBezTo>
                  <a:cubicBezTo>
                    <a:pt x="1227" y="35874"/>
                    <a:pt x="417" y="36410"/>
                    <a:pt x="298" y="37303"/>
                  </a:cubicBezTo>
                  <a:cubicBezTo>
                    <a:pt x="215" y="37934"/>
                    <a:pt x="524" y="38601"/>
                    <a:pt x="1108" y="39042"/>
                  </a:cubicBezTo>
                  <a:cubicBezTo>
                    <a:pt x="1477" y="39315"/>
                    <a:pt x="1917" y="39470"/>
                    <a:pt x="2287" y="39589"/>
                  </a:cubicBezTo>
                  <a:lnTo>
                    <a:pt x="2298" y="40958"/>
                  </a:lnTo>
                  <a:cubicBezTo>
                    <a:pt x="2179" y="40982"/>
                    <a:pt x="2084" y="41006"/>
                    <a:pt x="1989" y="41030"/>
                  </a:cubicBezTo>
                  <a:cubicBezTo>
                    <a:pt x="1263" y="41232"/>
                    <a:pt x="453" y="41768"/>
                    <a:pt x="334" y="42661"/>
                  </a:cubicBezTo>
                  <a:cubicBezTo>
                    <a:pt x="251" y="43292"/>
                    <a:pt x="560" y="43959"/>
                    <a:pt x="1144" y="44399"/>
                  </a:cubicBezTo>
                  <a:cubicBezTo>
                    <a:pt x="1525" y="44673"/>
                    <a:pt x="1965" y="44828"/>
                    <a:pt x="2322" y="44935"/>
                  </a:cubicBezTo>
                  <a:lnTo>
                    <a:pt x="2334" y="46316"/>
                  </a:lnTo>
                  <a:cubicBezTo>
                    <a:pt x="2227" y="46340"/>
                    <a:pt x="2120" y="46364"/>
                    <a:pt x="2025" y="46388"/>
                  </a:cubicBezTo>
                  <a:cubicBezTo>
                    <a:pt x="1298" y="46590"/>
                    <a:pt x="489" y="47126"/>
                    <a:pt x="370" y="48019"/>
                  </a:cubicBezTo>
                  <a:cubicBezTo>
                    <a:pt x="286" y="48650"/>
                    <a:pt x="596" y="49317"/>
                    <a:pt x="1179" y="49745"/>
                  </a:cubicBezTo>
                  <a:cubicBezTo>
                    <a:pt x="1560" y="50031"/>
                    <a:pt x="1989" y="50186"/>
                    <a:pt x="2358" y="50293"/>
                  </a:cubicBezTo>
                  <a:lnTo>
                    <a:pt x="2382" y="53400"/>
                  </a:lnTo>
                  <a:cubicBezTo>
                    <a:pt x="2394" y="54774"/>
                    <a:pt x="3513" y="55889"/>
                    <a:pt x="4884" y="55889"/>
                  </a:cubicBezTo>
                  <a:cubicBezTo>
                    <a:pt x="4891" y="55889"/>
                    <a:pt x="4899" y="55889"/>
                    <a:pt x="4906" y="55889"/>
                  </a:cubicBezTo>
                  <a:lnTo>
                    <a:pt x="37243" y="55663"/>
                  </a:lnTo>
                  <a:cubicBezTo>
                    <a:pt x="37922" y="55663"/>
                    <a:pt x="38577" y="55544"/>
                    <a:pt x="39184" y="55317"/>
                  </a:cubicBezTo>
                  <a:cubicBezTo>
                    <a:pt x="41387" y="54496"/>
                    <a:pt x="42946" y="52376"/>
                    <a:pt x="42923" y="49900"/>
                  </a:cubicBezTo>
                  <a:lnTo>
                    <a:pt x="42637" y="7478"/>
                  </a:lnTo>
                  <a:cubicBezTo>
                    <a:pt x="42625" y="5740"/>
                    <a:pt x="41839" y="4121"/>
                    <a:pt x="40470" y="3037"/>
                  </a:cubicBezTo>
                  <a:lnTo>
                    <a:pt x="40482" y="3037"/>
                  </a:lnTo>
                  <a:cubicBezTo>
                    <a:pt x="40410" y="2989"/>
                    <a:pt x="40339" y="2954"/>
                    <a:pt x="40256" y="2942"/>
                  </a:cubicBezTo>
                  <a:cubicBezTo>
                    <a:pt x="39273" y="1130"/>
                    <a:pt x="37382" y="1"/>
                    <a:pt x="3532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47"/>
            <p:cNvSpPr/>
            <p:nvPr/>
          </p:nvSpPr>
          <p:spPr>
            <a:xfrm rot="-1669840">
              <a:off x="1014145" y="1451262"/>
              <a:ext cx="606153" cy="788950"/>
            </a:xfrm>
            <a:custGeom>
              <a:rect b="b" l="l" r="r" t="t"/>
              <a:pathLst>
                <a:path extrusionOk="0" h="50769" w="39006">
                  <a:moveTo>
                    <a:pt x="37553" y="1"/>
                  </a:moveTo>
                  <a:cubicBezTo>
                    <a:pt x="37636" y="394"/>
                    <a:pt x="37696" y="798"/>
                    <a:pt x="37696" y="1215"/>
                  </a:cubicBezTo>
                  <a:lnTo>
                    <a:pt x="37982" y="43875"/>
                  </a:lnTo>
                  <a:cubicBezTo>
                    <a:pt x="38005" y="46923"/>
                    <a:pt x="35541" y="49424"/>
                    <a:pt x="32481" y="49447"/>
                  </a:cubicBezTo>
                  <a:lnTo>
                    <a:pt x="1679" y="49662"/>
                  </a:lnTo>
                  <a:cubicBezTo>
                    <a:pt x="1025" y="49662"/>
                    <a:pt x="429" y="49400"/>
                    <a:pt x="1" y="48983"/>
                  </a:cubicBezTo>
                  <a:lnTo>
                    <a:pt x="1" y="49054"/>
                  </a:lnTo>
                  <a:cubicBezTo>
                    <a:pt x="1" y="50007"/>
                    <a:pt x="786" y="50769"/>
                    <a:pt x="1739" y="50769"/>
                  </a:cubicBezTo>
                  <a:lnTo>
                    <a:pt x="34076" y="50543"/>
                  </a:lnTo>
                  <a:cubicBezTo>
                    <a:pt x="36803" y="50531"/>
                    <a:pt x="39006" y="48292"/>
                    <a:pt x="38982" y="45566"/>
                  </a:cubicBezTo>
                  <a:lnTo>
                    <a:pt x="38696" y="3144"/>
                  </a:lnTo>
                  <a:cubicBezTo>
                    <a:pt x="38684" y="1977"/>
                    <a:pt x="38279" y="882"/>
                    <a:pt x="3755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47"/>
            <p:cNvSpPr/>
            <p:nvPr/>
          </p:nvSpPr>
          <p:spPr>
            <a:xfrm rot="-1669840">
              <a:off x="985863" y="1525718"/>
              <a:ext cx="366728" cy="99176"/>
            </a:xfrm>
            <a:custGeom>
              <a:rect b="b" l="l" r="r" t="t"/>
              <a:pathLst>
                <a:path extrusionOk="0" h="6382" w="23599">
                  <a:moveTo>
                    <a:pt x="23551" y="0"/>
                  </a:moveTo>
                  <a:lnTo>
                    <a:pt x="0" y="155"/>
                  </a:lnTo>
                  <a:lnTo>
                    <a:pt x="48" y="6382"/>
                  </a:lnTo>
                  <a:lnTo>
                    <a:pt x="23599" y="6215"/>
                  </a:lnTo>
                  <a:lnTo>
                    <a:pt x="235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6" name="Google Shape;1286;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7" name="Google Shape;1287;p47"/>
          <p:cNvSpPr txBox="1"/>
          <p:nvPr>
            <p:ph idx="3" type="title"/>
          </p:nvPr>
        </p:nvSpPr>
        <p:spPr>
          <a:xfrm rot="-1547845">
            <a:off x="-115462" y="2963787"/>
            <a:ext cx="1291848" cy="43996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
                <a:latin typeface="Manrope ExtraLight"/>
                <a:ea typeface="Manrope ExtraLight"/>
                <a:cs typeface="Manrope ExtraLight"/>
                <a:sym typeface="Manrope ExtraLight"/>
              </a:rPr>
              <a:t>#</a:t>
            </a:r>
            <a:r>
              <a:rPr lang="en" sz="300">
                <a:latin typeface="Manrope ExtraLight"/>
                <a:ea typeface="Manrope ExtraLight"/>
                <a:cs typeface="Manrope ExtraLight"/>
                <a:sym typeface="Manrope ExtraLight"/>
              </a:rPr>
              <a:t>happyteacherday</a:t>
            </a:r>
            <a:endParaRPr sz="300">
              <a:latin typeface="Manrope ExtraLight"/>
              <a:ea typeface="Manrope ExtraLight"/>
              <a:cs typeface="Manrope ExtraLight"/>
              <a:sym typeface="Manrope Extra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48"/>
          <p:cNvSpPr txBox="1"/>
          <p:nvPr>
            <p:ph type="title"/>
          </p:nvPr>
        </p:nvSpPr>
        <p:spPr>
          <a:xfrm>
            <a:off x="1118975" y="182925"/>
            <a:ext cx="94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Bài 1: </a:t>
            </a:r>
            <a:endParaRPr b="1">
              <a:solidFill>
                <a:schemeClr val="dk2"/>
              </a:solidFill>
              <a:highlight>
                <a:schemeClr val="lt2"/>
              </a:highlight>
            </a:endParaRPr>
          </a:p>
        </p:txBody>
      </p:sp>
      <p:sp>
        <p:nvSpPr>
          <p:cNvPr id="1293" name="Google Shape;1293;p48"/>
          <p:cNvSpPr txBox="1"/>
          <p:nvPr/>
        </p:nvSpPr>
        <p:spPr>
          <a:xfrm>
            <a:off x="1072025" y="789675"/>
            <a:ext cx="7731600" cy="394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 sz="1800">
                <a:solidFill>
                  <a:schemeClr val="dk1"/>
                </a:solidFill>
                <a:latin typeface="Montserrat"/>
                <a:ea typeface="Montserrat"/>
                <a:cs typeface="Montserrat"/>
                <a:sym typeface="Montserrat"/>
              </a:rPr>
              <a:t>Yêu cầu: </a:t>
            </a:r>
            <a:r>
              <a:rPr lang="en" sz="1800">
                <a:solidFill>
                  <a:schemeClr val="dk1"/>
                </a:solidFill>
                <a:latin typeface="Montserrat"/>
                <a:ea typeface="Montserrat"/>
                <a:cs typeface="Montserrat"/>
                <a:sym typeface="Montserrat"/>
              </a:rPr>
              <a:t>Thực hiện các yêu cầu sau sử dụng thuật toán bubble sort để sắp xếp.</a:t>
            </a:r>
            <a:endParaRPr sz="1800">
              <a:solidFill>
                <a:schemeClr val="dk1"/>
              </a:solidFill>
              <a:latin typeface="Montserrat"/>
              <a:ea typeface="Montserrat"/>
              <a:cs typeface="Montserrat"/>
              <a:sym typeface="Montserrat"/>
            </a:endParaRPr>
          </a:p>
          <a:p>
            <a:pPr indent="-342900" lvl="0" marL="457200" rtl="0" algn="just">
              <a:spcBef>
                <a:spcPts val="400"/>
              </a:spcBef>
              <a:spcAft>
                <a:spcPts val="0"/>
              </a:spcAft>
              <a:buClr>
                <a:schemeClr val="accent1"/>
              </a:buClr>
              <a:buSzPts val="1800"/>
              <a:buFont typeface="Montserrat"/>
              <a:buAutoNum type="arabicPeriod"/>
            </a:pPr>
            <a:r>
              <a:rPr lang="en" sz="1800">
                <a:solidFill>
                  <a:schemeClr val="dk1"/>
                </a:solidFill>
                <a:latin typeface="Montserrat"/>
                <a:ea typeface="Montserrat"/>
                <a:cs typeface="Montserrat"/>
                <a:sym typeface="Montserrat"/>
              </a:rPr>
              <a:t>Viết chương trình C sắp xếp một mảng số thực nhập từ bàn phím.</a:t>
            </a:r>
            <a:endParaRPr sz="1800">
              <a:solidFill>
                <a:schemeClr val="dk1"/>
              </a:solidFill>
              <a:latin typeface="Montserrat"/>
              <a:ea typeface="Montserrat"/>
              <a:cs typeface="Montserrat"/>
              <a:sym typeface="Montserrat"/>
            </a:endParaRPr>
          </a:p>
          <a:p>
            <a:pPr indent="-342900" lvl="0" marL="457200" rtl="0" algn="just">
              <a:spcBef>
                <a:spcPts val="0"/>
              </a:spcBef>
              <a:spcAft>
                <a:spcPts val="0"/>
              </a:spcAft>
              <a:buClr>
                <a:schemeClr val="accent1"/>
              </a:buClr>
              <a:buSzPts val="1800"/>
              <a:buFont typeface="Montserrat"/>
              <a:buAutoNum type="arabicPeriod"/>
            </a:pPr>
            <a:r>
              <a:rPr lang="en" sz="1800">
                <a:solidFill>
                  <a:schemeClr val="dk1"/>
                </a:solidFill>
                <a:latin typeface="Montserrat"/>
                <a:ea typeface="Montserrat"/>
                <a:cs typeface="Montserrat"/>
                <a:sym typeface="Montserrat"/>
              </a:rPr>
              <a:t>Viết chương trình C sắp xếp một chuỗi gồm các chữ cái ngẫu nhiên lấy từ bảng chữ cái alphabet (có bao gồm chữ in hoa). </a:t>
            </a:r>
            <a:endParaRPr sz="1800">
              <a:solidFill>
                <a:schemeClr val="dk1"/>
              </a:solidFill>
              <a:latin typeface="Montserrat"/>
              <a:ea typeface="Montserrat"/>
              <a:cs typeface="Montserrat"/>
              <a:sym typeface="Montserrat"/>
            </a:endParaRPr>
          </a:p>
          <a:p>
            <a:pPr indent="-342900" lvl="0" marL="457200" rtl="0" algn="just">
              <a:spcBef>
                <a:spcPts val="0"/>
              </a:spcBef>
              <a:spcAft>
                <a:spcPts val="0"/>
              </a:spcAft>
              <a:buClr>
                <a:schemeClr val="accent1"/>
              </a:buClr>
              <a:buSzPts val="1800"/>
              <a:buFont typeface="Montserrat"/>
              <a:buAutoNum type="arabicPeriod"/>
            </a:pPr>
            <a:r>
              <a:rPr lang="en" sz="1800">
                <a:solidFill>
                  <a:schemeClr val="dk1"/>
                </a:solidFill>
                <a:latin typeface="Montserrat"/>
                <a:ea typeface="Montserrat"/>
                <a:cs typeface="Montserrat"/>
                <a:sym typeface="Montserrat"/>
              </a:rPr>
              <a:t>Cho một mảng </a:t>
            </a:r>
            <a:r>
              <a:rPr lang="en" sz="1800">
                <a:solidFill>
                  <a:schemeClr val="accent1"/>
                </a:solidFill>
                <a:latin typeface="Montserrat"/>
                <a:ea typeface="Montserrat"/>
                <a:cs typeface="Montserrat"/>
                <a:sym typeface="Montserrat"/>
              </a:rPr>
              <a:t>a</a:t>
            </a:r>
            <a:r>
              <a:rPr lang="en" sz="1800">
                <a:solidFill>
                  <a:schemeClr val="dk1"/>
                </a:solidFill>
                <a:latin typeface="Montserrat"/>
                <a:ea typeface="Montserrat"/>
                <a:cs typeface="Montserrat"/>
                <a:sym typeface="Montserrat"/>
              </a:rPr>
              <a:t> có kích thước n mà mỗi phần tử của mảng đó là một bộ ba số thực. Với i, j = 0,1,...,n bất kỳ, ta định nghĩa:</a:t>
            </a:r>
            <a:endParaRPr sz="1800">
              <a:solidFill>
                <a:schemeClr val="dk1"/>
              </a:solidFill>
              <a:latin typeface="Montserrat"/>
              <a:ea typeface="Montserrat"/>
              <a:cs typeface="Montserrat"/>
              <a:sym typeface="Montserrat"/>
            </a:endParaRPr>
          </a:p>
          <a:p>
            <a:pPr indent="0" lvl="0" marL="0" rtl="0" algn="ctr">
              <a:spcBef>
                <a:spcPts val="400"/>
              </a:spcBef>
              <a:spcAft>
                <a:spcPts val="0"/>
              </a:spcAft>
              <a:buNone/>
            </a:pPr>
            <a:r>
              <a:rPr lang="en" sz="1800">
                <a:solidFill>
                  <a:schemeClr val="dk1"/>
                </a:solidFill>
                <a:highlight>
                  <a:schemeClr val="lt2"/>
                </a:highlight>
                <a:latin typeface="Montserrat"/>
                <a:ea typeface="Montserrat"/>
                <a:cs typeface="Montserrat"/>
                <a:sym typeface="Montserrat"/>
              </a:rPr>
              <a:t>a[i] &lt;= a[j] ⇔ F(a[i]) &lt;= F(a[j])</a:t>
            </a:r>
            <a:endParaRPr sz="1800">
              <a:solidFill>
                <a:schemeClr val="dk1"/>
              </a:solidFill>
              <a:highlight>
                <a:schemeClr val="lt2"/>
              </a:highlight>
              <a:latin typeface="Montserrat"/>
              <a:ea typeface="Montserrat"/>
              <a:cs typeface="Montserrat"/>
              <a:sym typeface="Montserrat"/>
            </a:endParaRPr>
          </a:p>
          <a:p>
            <a:pPr indent="0" lvl="0" marL="0" rtl="0" algn="l">
              <a:spcBef>
                <a:spcPts val="400"/>
              </a:spcBef>
              <a:spcAft>
                <a:spcPts val="0"/>
              </a:spcAft>
              <a:buNone/>
            </a:pPr>
            <a:r>
              <a:rPr lang="en" sz="1800">
                <a:solidFill>
                  <a:schemeClr val="dk1"/>
                </a:solidFill>
                <a:latin typeface="Montserrat"/>
                <a:ea typeface="Montserrat"/>
                <a:cs typeface="Montserrat"/>
                <a:sym typeface="Montserrat"/>
              </a:rPr>
              <a:t>v</a:t>
            </a:r>
            <a:r>
              <a:rPr lang="en" sz="1800">
                <a:solidFill>
                  <a:schemeClr val="dk1"/>
                </a:solidFill>
                <a:latin typeface="Montserrat"/>
                <a:ea typeface="Montserrat"/>
                <a:cs typeface="Montserrat"/>
                <a:sym typeface="Montserrat"/>
              </a:rPr>
              <a:t>à nếu a[i] = (a,b,c) thì </a:t>
            </a:r>
            <a:r>
              <a:rPr lang="en" sz="1800">
                <a:solidFill>
                  <a:schemeClr val="dk1"/>
                </a:solidFill>
                <a:highlight>
                  <a:schemeClr val="accent2"/>
                </a:highlight>
                <a:latin typeface="Montserrat"/>
                <a:ea typeface="Montserrat"/>
                <a:cs typeface="Montserrat"/>
                <a:sym typeface="Montserrat"/>
              </a:rPr>
              <a:t>F(a[i]) = a - 2b + 3c</a:t>
            </a:r>
            <a:r>
              <a:rPr lang="en" sz="1800">
                <a:solidFill>
                  <a:schemeClr val="dk1"/>
                </a:solidFill>
                <a:latin typeface="Montserrat"/>
                <a:ea typeface="Montserrat"/>
                <a:cs typeface="Montserrat"/>
                <a:sym typeface="Montserrat"/>
              </a:rPr>
              <a:t> với a, b, c là 3 số thực.</a:t>
            </a:r>
            <a:endParaRPr sz="1800">
              <a:solidFill>
                <a:schemeClr val="dk1"/>
              </a:solidFill>
              <a:latin typeface="Montserrat"/>
              <a:ea typeface="Montserrat"/>
              <a:cs typeface="Montserrat"/>
              <a:sym typeface="Montserrat"/>
            </a:endParaRPr>
          </a:p>
          <a:p>
            <a:pPr indent="0" lvl="0" marL="0" rtl="0" algn="l">
              <a:spcBef>
                <a:spcPts val="400"/>
              </a:spcBef>
              <a:spcAft>
                <a:spcPts val="400"/>
              </a:spcAft>
              <a:buNone/>
            </a:pPr>
            <a:r>
              <a:rPr lang="en" sz="1800">
                <a:solidFill>
                  <a:schemeClr val="dk1"/>
                </a:solidFill>
                <a:latin typeface="Montserrat"/>
                <a:ea typeface="Montserrat"/>
                <a:cs typeface="Montserrat"/>
                <a:sym typeface="Montserrat"/>
              </a:rPr>
              <a:t>Hãy dựa trên định nghĩa quan hệ thứ tự trên, sắp xếp mảng </a:t>
            </a:r>
            <a:r>
              <a:rPr lang="en" sz="1800">
                <a:solidFill>
                  <a:schemeClr val="accent1"/>
                </a:solidFill>
                <a:latin typeface="Montserrat"/>
                <a:ea typeface="Montserrat"/>
                <a:cs typeface="Montserrat"/>
                <a:sym typeface="Montserrat"/>
              </a:rPr>
              <a:t>a</a:t>
            </a:r>
            <a:r>
              <a:rPr lang="en" sz="1800">
                <a:solidFill>
                  <a:schemeClr val="dk1"/>
                </a:solidFill>
                <a:latin typeface="Montserrat"/>
                <a:ea typeface="Montserrat"/>
                <a:cs typeface="Montserrat"/>
                <a:sym typeface="Montserrat"/>
              </a:rPr>
              <a:t> theo thứ tự tăng dần.</a:t>
            </a:r>
            <a:endParaRPr sz="1800">
              <a:solidFill>
                <a:schemeClr val="dk1"/>
              </a:solidFill>
              <a:latin typeface="Montserrat"/>
              <a:ea typeface="Montserrat"/>
              <a:cs typeface="Montserrat"/>
              <a:sym typeface="Montserrat"/>
            </a:endParaRPr>
          </a:p>
        </p:txBody>
      </p:sp>
      <p:sp>
        <p:nvSpPr>
          <p:cNvPr id="1294" name="Google Shape;1294;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49"/>
          <p:cNvSpPr txBox="1"/>
          <p:nvPr>
            <p:ph type="title"/>
          </p:nvPr>
        </p:nvSpPr>
        <p:spPr>
          <a:xfrm>
            <a:off x="1118975" y="182925"/>
            <a:ext cx="3017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Bài 2: (</a:t>
            </a:r>
            <a:r>
              <a:rPr lang="en">
                <a:solidFill>
                  <a:schemeClr val="accent3"/>
                </a:solidFill>
              </a:rPr>
              <a:t>Similarity)</a:t>
            </a:r>
            <a:r>
              <a:rPr lang="en">
                <a:solidFill>
                  <a:schemeClr val="accent3"/>
                </a:solidFill>
              </a:rPr>
              <a:t> </a:t>
            </a:r>
            <a:endParaRPr b="1">
              <a:solidFill>
                <a:schemeClr val="accent3"/>
              </a:solidFill>
              <a:highlight>
                <a:schemeClr val="lt2"/>
              </a:highlight>
            </a:endParaRPr>
          </a:p>
        </p:txBody>
      </p:sp>
      <p:sp>
        <p:nvSpPr>
          <p:cNvPr id="1300" name="Google Shape;1300;p49"/>
          <p:cNvSpPr txBox="1"/>
          <p:nvPr/>
        </p:nvSpPr>
        <p:spPr>
          <a:xfrm>
            <a:off x="1072025" y="713475"/>
            <a:ext cx="7731600" cy="3942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sz="1800">
                <a:solidFill>
                  <a:schemeClr val="dk1"/>
                </a:solidFill>
                <a:latin typeface="Montserrat"/>
                <a:ea typeface="Montserrat"/>
                <a:cs typeface="Montserrat"/>
                <a:sym typeface="Montserrat"/>
              </a:rPr>
              <a:t>Cho một mảng số nguyên </a:t>
            </a:r>
            <a:r>
              <a:rPr lang="en" sz="1800">
                <a:solidFill>
                  <a:schemeClr val="dk2"/>
                </a:solidFill>
                <a:latin typeface="Montserrat"/>
                <a:ea typeface="Montserrat"/>
                <a:cs typeface="Montserrat"/>
                <a:sym typeface="Montserrat"/>
              </a:rPr>
              <a:t>arr </a:t>
            </a:r>
            <a:r>
              <a:rPr lang="en" sz="1800">
                <a:solidFill>
                  <a:schemeClr val="dk1"/>
                </a:solidFill>
                <a:latin typeface="Montserrat"/>
                <a:ea typeface="Montserrat"/>
                <a:cs typeface="Montserrat"/>
                <a:sym typeface="Montserrat"/>
              </a:rPr>
              <a:t>có kích thước </a:t>
            </a:r>
            <a:r>
              <a:rPr lang="en" sz="1800">
                <a:solidFill>
                  <a:schemeClr val="accent1"/>
                </a:solidFill>
                <a:latin typeface="Montserrat"/>
                <a:ea typeface="Montserrat"/>
                <a:cs typeface="Montserrat"/>
                <a:sym typeface="Montserrat"/>
              </a:rPr>
              <a:t>n</a:t>
            </a:r>
            <a:r>
              <a:rPr lang="en" sz="1800">
                <a:solidFill>
                  <a:schemeClr val="dk1"/>
                </a:solidFill>
                <a:latin typeface="Montserrat"/>
                <a:ea typeface="Montserrat"/>
                <a:cs typeface="Montserrat"/>
                <a:sym typeface="Montserrat"/>
              </a:rPr>
              <a:t> và tồn tại ít nhất hai phần tử trùng nhau. Để xoá đi các phần tử trùng nhau, ta có 2 phương án:</a:t>
            </a:r>
            <a:endParaRPr sz="1800">
              <a:solidFill>
                <a:schemeClr val="dk1"/>
              </a:solidFill>
              <a:latin typeface="Montserrat"/>
              <a:ea typeface="Montserrat"/>
              <a:cs typeface="Montserrat"/>
              <a:sym typeface="Montserrat"/>
            </a:endParaRPr>
          </a:p>
          <a:p>
            <a:pPr indent="-342900" lvl="0" marL="457200" rtl="0" algn="just">
              <a:spcBef>
                <a:spcPts val="400"/>
              </a:spcBef>
              <a:spcAft>
                <a:spcPts val="0"/>
              </a:spcAft>
              <a:buClr>
                <a:schemeClr val="dk1"/>
              </a:buClr>
              <a:buSzPts val="1800"/>
              <a:buFont typeface="Montserrat"/>
              <a:buAutoNum type="arabicPeriod"/>
            </a:pPr>
            <a:r>
              <a:rPr lang="en" sz="1800">
                <a:solidFill>
                  <a:schemeClr val="dk1"/>
                </a:solidFill>
                <a:latin typeface="Montserrat"/>
                <a:ea typeface="Montserrat"/>
                <a:cs typeface="Montserrat"/>
                <a:sym typeface="Montserrat"/>
              </a:rPr>
              <a:t>Duyệt mảng, với mỗi phần tử được xét, ta tìm tất cả phần tử trùng với nó bằng thuật toán linearSearch rồi lập tức xoá các phần tử trùng vừa tìm được.</a:t>
            </a:r>
            <a:endParaRPr sz="1800">
              <a:solidFill>
                <a:schemeClr val="dk1"/>
              </a:solidFill>
              <a:latin typeface="Montserrat"/>
              <a:ea typeface="Montserrat"/>
              <a:cs typeface="Montserrat"/>
              <a:sym typeface="Montserrat"/>
            </a:endParaRPr>
          </a:p>
          <a:p>
            <a:pPr indent="-342900" lvl="0" marL="457200" rtl="0" algn="just">
              <a:spcBef>
                <a:spcPts val="0"/>
              </a:spcBef>
              <a:spcAft>
                <a:spcPts val="0"/>
              </a:spcAft>
              <a:buClr>
                <a:schemeClr val="dk1"/>
              </a:buClr>
              <a:buSzPts val="1800"/>
              <a:buFont typeface="Montserrat"/>
              <a:buAutoNum type="arabicPeriod"/>
            </a:pPr>
            <a:r>
              <a:rPr lang="en" sz="1800">
                <a:solidFill>
                  <a:schemeClr val="dk1"/>
                </a:solidFill>
                <a:latin typeface="Montserrat"/>
                <a:ea typeface="Montserrat"/>
                <a:cs typeface="Montserrat"/>
                <a:sym typeface="Montserrat"/>
              </a:rPr>
              <a:t>Sắp xếp mảng theo thứ tự tăng dần bằng thuật toán bubbleSort rồi xoá đi tất cả phần tử trùng nhau.</a:t>
            </a:r>
            <a:endParaRPr sz="1800">
              <a:solidFill>
                <a:schemeClr val="dk1"/>
              </a:solidFill>
              <a:latin typeface="Montserrat"/>
              <a:ea typeface="Montserrat"/>
              <a:cs typeface="Montserrat"/>
              <a:sym typeface="Montserrat"/>
            </a:endParaRPr>
          </a:p>
          <a:p>
            <a:pPr indent="0" lvl="0" marL="0" rtl="0" algn="just">
              <a:spcBef>
                <a:spcPts val="400"/>
              </a:spcBef>
              <a:spcAft>
                <a:spcPts val="0"/>
              </a:spcAft>
              <a:buNone/>
            </a:pPr>
            <a:r>
              <a:rPr lang="en" sz="1800">
                <a:solidFill>
                  <a:schemeClr val="dk1"/>
                </a:solidFill>
                <a:latin typeface="Montserrat"/>
                <a:ea typeface="Montserrat"/>
                <a:cs typeface="Montserrat"/>
                <a:sym typeface="Montserrat"/>
              </a:rPr>
              <a:t>Sau khi thực hiện 1 trong 2 phương án trên, ta có được mảng arr không có phần tử nào trùng nhau.</a:t>
            </a:r>
            <a:endParaRPr sz="1800">
              <a:solidFill>
                <a:schemeClr val="dk1"/>
              </a:solidFill>
              <a:latin typeface="Montserrat"/>
              <a:ea typeface="Montserrat"/>
              <a:cs typeface="Montserrat"/>
              <a:sym typeface="Montserrat"/>
            </a:endParaRPr>
          </a:p>
          <a:p>
            <a:pPr indent="0" lvl="0" marL="0" rtl="0" algn="just">
              <a:spcBef>
                <a:spcPts val="600"/>
              </a:spcBef>
              <a:spcAft>
                <a:spcPts val="0"/>
              </a:spcAft>
              <a:buNone/>
            </a:pPr>
            <a:r>
              <a:rPr lang="en" sz="2000">
                <a:solidFill>
                  <a:schemeClr val="accent3"/>
                </a:solidFill>
                <a:latin typeface="Bangers"/>
                <a:ea typeface="Bangers"/>
                <a:cs typeface="Bangers"/>
                <a:sym typeface="Bangers"/>
              </a:rPr>
              <a:t>Yêu cầu: </a:t>
            </a:r>
            <a:r>
              <a:rPr lang="en" sz="2000">
                <a:solidFill>
                  <a:schemeClr val="accent1"/>
                </a:solidFill>
                <a:latin typeface="Bangers"/>
                <a:ea typeface="Bangers"/>
                <a:cs typeface="Bangers"/>
                <a:sym typeface="Bangers"/>
              </a:rPr>
              <a:t> </a:t>
            </a:r>
            <a:r>
              <a:rPr lang="en" sz="1800">
                <a:solidFill>
                  <a:schemeClr val="accent1"/>
                </a:solidFill>
                <a:latin typeface="Montserrat"/>
                <a:ea typeface="Montserrat"/>
                <a:cs typeface="Montserrat"/>
                <a:sym typeface="Montserrat"/>
              </a:rPr>
              <a:t>Em hãy viết chương trình C chạy song song cả hai phương án trên và dùng số bước steps có được từ phương pháp thống kê để đánh giá phương án nào là tốt hơn. Vì sao?</a:t>
            </a:r>
            <a:endParaRPr sz="1800">
              <a:solidFill>
                <a:schemeClr val="accent1"/>
              </a:solidFill>
              <a:latin typeface="Montserrat"/>
              <a:ea typeface="Montserrat"/>
              <a:cs typeface="Montserrat"/>
              <a:sym typeface="Montserrat"/>
            </a:endParaRPr>
          </a:p>
          <a:p>
            <a:pPr indent="0" lvl="0" marL="0" rtl="0" algn="just">
              <a:spcBef>
                <a:spcPts val="400"/>
              </a:spcBef>
              <a:spcAft>
                <a:spcPts val="400"/>
              </a:spcAft>
              <a:buNone/>
            </a:pPr>
            <a:r>
              <a:t/>
            </a:r>
            <a:endParaRPr sz="1800">
              <a:solidFill>
                <a:schemeClr val="dk1"/>
              </a:solidFill>
              <a:latin typeface="Montserrat"/>
              <a:ea typeface="Montserrat"/>
              <a:cs typeface="Montserrat"/>
              <a:sym typeface="Montserrat"/>
            </a:endParaRPr>
          </a:p>
        </p:txBody>
      </p:sp>
      <p:sp>
        <p:nvSpPr>
          <p:cNvPr id="1301" name="Google Shape;1301;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ll About World Teachers' Day by Slidesgo">
  <a:themeElements>
    <a:clrScheme name="Simple Light">
      <a:dk1>
        <a:srgbClr val="222221"/>
      </a:dk1>
      <a:lt1>
        <a:srgbClr val="FFFFFF"/>
      </a:lt1>
      <a:dk2>
        <a:srgbClr val="E8724A"/>
      </a:dk2>
      <a:lt2>
        <a:srgbClr val="FBE462"/>
      </a:lt2>
      <a:accent1>
        <a:srgbClr val="377ED1"/>
      </a:accent1>
      <a:accent2>
        <a:srgbClr val="B3E8FC"/>
      </a:accent2>
      <a:accent3>
        <a:srgbClr val="469B93"/>
      </a:accent3>
      <a:accent4>
        <a:srgbClr val="51B4AF"/>
      </a:accent4>
      <a:accent5>
        <a:srgbClr val="F090BD"/>
      </a:accent5>
      <a:accent6>
        <a:srgbClr val="FFFFFF"/>
      </a:accent6>
      <a:hlink>
        <a:srgbClr val="2222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