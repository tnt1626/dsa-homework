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Manrope Light"/>
      <p:regular r:id="rId21"/>
      <p:bold r:id="rId22"/>
    </p:embeddedFont>
    <p:embeddedFont>
      <p:font typeface="Secular One"/>
      <p:regular r:id="rId23"/>
    </p:embeddedFont>
    <p:embeddedFont>
      <p:font typeface="Manrope"/>
      <p:regular r:id="rId24"/>
      <p:bold r:id="rId25"/>
    </p:embeddedFont>
    <p:embeddedFont>
      <p:font typeface="Crushed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anropeLight-bold.fntdata"/><Relationship Id="rId21" Type="http://schemas.openxmlformats.org/officeDocument/2006/relationships/font" Target="fonts/ManropeLight-regular.fntdata"/><Relationship Id="rId24" Type="http://schemas.openxmlformats.org/officeDocument/2006/relationships/font" Target="fonts/Manrope-regular.fntdata"/><Relationship Id="rId23" Type="http://schemas.openxmlformats.org/officeDocument/2006/relationships/font" Target="fonts/Secular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rushed-regular.fntdata"/><Relationship Id="rId25" Type="http://schemas.openxmlformats.org/officeDocument/2006/relationships/font" Target="fonts/Manrop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0" name="Shape 5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1" name="Google Shape;50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2" name="Google Shape;50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Biên soạn: Phạm Huy Lâm (K16)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Kiểm duyệt: Hà Văn Thảo (GV)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9" name="Shape 5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0" name="Google Shape;5340;g2a786b81b07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1" name="Google Shape;5341;g2a786b81b07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5" name="Shape 5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" name="Google Shape;5376;g2a786b81b07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7" name="Google Shape;5377;g2a786b81b07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8" name="Shape 5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9" name="Google Shape;5459;g2a7bef1e63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0" name="Google Shape;5460;g2a7bef1e63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8" name="Shape 5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9" name="Google Shape;5639;g2a7bef1e636_2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0" name="Google Shape;5640;g2a7bef1e636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8" name="Shape 5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9" name="Google Shape;5879;g2a7bef1e636_2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0" name="Google Shape;5880;g2a7bef1e636_2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3" name="Shape 6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4" name="Google Shape;6004;g26411219a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5" name="Google Shape;6005;g26411219a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1" name="Shape 6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" name="Google Shape;6082;g2a7bef1e636_2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3" name="Google Shape;6083;g2a7bef1e636_2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5" name="Shape 6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6" name="Google Shape;6096;g2a786b81b07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7" name="Google Shape;6097;g2a786b81b07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6" name="Shape 6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" name="Google Shape;6247;g2a7b1b0ecc0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8" name="Google Shape;6248;g2a7b1b0ecc0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1" name="Shape 6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2" name="Google Shape;6362;g2a7b1b0ecc0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3" name="Google Shape;6363;g2a7b1b0ecc0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4" name="Shape 6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5" name="Google Shape;6425;g2a7b1b0ec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6" name="Google Shape;6426;g2a7b1b0ec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2" name="Shape 6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3" name="Google Shape;6623;g2a7b1b0ecc0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4" name="Google Shape;6624;g2a7b1b0ecc0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1" name="Shape 6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2" name="Google Shape;6652;g2a7bef1e6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3" name="Google Shape;6653;g2a7bef1e6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8" name="Shape 6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9" name="Google Shape;6699;g2a7b1b0ecc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0" name="Google Shape;6700;g2a7b1b0ecc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9" name="Shape 6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0" name="Google Shape;6810;g2a7b1b0ecc0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1" name="Google Shape;6811;g2a7b1b0ecc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#include &lt;stdio.h&gt;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factorial(int number){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if (number == 1){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printf("factorial(1) = 1\n");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return 1;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printf("To get factorial(%d), need factorial(%d) \n",number, number-1);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return factorial(number-1)*number;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int number = 7;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printf("Calculate factorial(%d).\n",number);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printf("Factorial(%d) = factorial(1)",number);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for (int i = 2; i&lt;=number; i++)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printf("*factorial(%d)",i);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printf(".\n");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printf("Result: factorial(%d) = %d",number,factorial(number));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return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s://slack-redir.net/link?url=https%3A%2F%2Fwww.freepik.com%2F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0" name="Google Shape;10;p2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2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>
            <p:ph type="ctrTitle"/>
          </p:nvPr>
        </p:nvSpPr>
        <p:spPr>
          <a:xfrm>
            <a:off x="980625" y="769170"/>
            <a:ext cx="3412800" cy="21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2"/>
          <p:cNvSpPr txBox="1"/>
          <p:nvPr>
            <p:ph idx="1" type="subTitle"/>
          </p:nvPr>
        </p:nvSpPr>
        <p:spPr>
          <a:xfrm>
            <a:off x="1314825" y="2999449"/>
            <a:ext cx="2744400" cy="7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3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78" name="Google Shape;78;p3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3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3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143" name="Google Shape;143;p3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144" name="Google Shape;144;p3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" name="Google Shape;199;p3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200" name="Google Shape;200;p3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3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3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" name="Google Shape;255;p3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256" name="Google Shape;256;p3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3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3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1" name="Google Shape;311;p3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"/>
          <p:cNvSpPr txBox="1"/>
          <p:nvPr>
            <p:ph type="title"/>
          </p:nvPr>
        </p:nvSpPr>
        <p:spPr>
          <a:xfrm>
            <a:off x="2910050" y="2355260"/>
            <a:ext cx="40452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3" name="Google Shape;313;p3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"/>
          <p:cNvSpPr txBox="1"/>
          <p:nvPr>
            <p:ph hasCustomPrompt="1" idx="2" type="title"/>
          </p:nvPr>
        </p:nvSpPr>
        <p:spPr>
          <a:xfrm>
            <a:off x="4276700" y="158302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4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17" name="Google Shape;317;p4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4"/>
          <p:cNvSpPr txBox="1"/>
          <p:nvPr>
            <p:ph type="title"/>
          </p:nvPr>
        </p:nvSpPr>
        <p:spPr>
          <a:xfrm>
            <a:off x="720000" y="402550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81" name="Google Shape;381;p4"/>
          <p:cNvSpPr txBox="1"/>
          <p:nvPr>
            <p:ph idx="1" type="body"/>
          </p:nvPr>
        </p:nvSpPr>
        <p:spPr>
          <a:xfrm>
            <a:off x="720000" y="1259800"/>
            <a:ext cx="7704000" cy="33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5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84" name="Google Shape;384;p5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7" name="Google Shape;447;p5"/>
          <p:cNvSpPr txBox="1"/>
          <p:nvPr>
            <p:ph idx="1" type="subTitle"/>
          </p:nvPr>
        </p:nvSpPr>
        <p:spPr>
          <a:xfrm>
            <a:off x="1768000" y="2014913"/>
            <a:ext cx="2934600" cy="17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8" name="Google Shape;448;p5"/>
          <p:cNvSpPr txBox="1"/>
          <p:nvPr>
            <p:ph idx="2" type="subTitle"/>
          </p:nvPr>
        </p:nvSpPr>
        <p:spPr>
          <a:xfrm>
            <a:off x="1768000" y="1633380"/>
            <a:ext cx="29346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5"/>
          <p:cNvSpPr txBox="1"/>
          <p:nvPr>
            <p:ph idx="3" type="subTitle"/>
          </p:nvPr>
        </p:nvSpPr>
        <p:spPr>
          <a:xfrm>
            <a:off x="5162700" y="2014925"/>
            <a:ext cx="2934600" cy="17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0" name="Google Shape;450;p5"/>
          <p:cNvSpPr txBox="1"/>
          <p:nvPr>
            <p:ph idx="4" type="subTitle"/>
          </p:nvPr>
        </p:nvSpPr>
        <p:spPr>
          <a:xfrm>
            <a:off x="5162700" y="3837555"/>
            <a:ext cx="29346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5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52" name="Google Shape;452;p5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6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56" name="Google Shape;456;p6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9" name="Google Shape;519;p6"/>
          <p:cNvSpPr txBox="1"/>
          <p:nvPr>
            <p:ph type="title"/>
          </p:nvPr>
        </p:nvSpPr>
        <p:spPr>
          <a:xfrm>
            <a:off x="1433163" y="412975"/>
            <a:ext cx="6999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20" name="Google Shape;520;p6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7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523" name="Google Shape;523;p7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6" name="Google Shape;586;p7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7"/>
          <p:cNvSpPr txBox="1"/>
          <p:nvPr>
            <p:ph type="title"/>
          </p:nvPr>
        </p:nvSpPr>
        <p:spPr>
          <a:xfrm>
            <a:off x="1709125" y="1725913"/>
            <a:ext cx="32874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8" name="Google Shape;588;p7"/>
          <p:cNvSpPr txBox="1"/>
          <p:nvPr>
            <p:ph idx="1" type="subTitle"/>
          </p:nvPr>
        </p:nvSpPr>
        <p:spPr>
          <a:xfrm>
            <a:off x="1709125" y="2647810"/>
            <a:ext cx="3287400" cy="8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9" name="Google Shape;589;p7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591;p8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592" name="Google Shape;592;p8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8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8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5" name="Google Shape;655;p8"/>
          <p:cNvSpPr txBox="1"/>
          <p:nvPr>
            <p:ph type="title"/>
          </p:nvPr>
        </p:nvSpPr>
        <p:spPr>
          <a:xfrm>
            <a:off x="2912675" y="1413217"/>
            <a:ext cx="4040100" cy="22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6" name="Google Shape;656;p8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9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659" name="Google Shape;659;p9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9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9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9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9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2" name="Google Shape;722;p9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9"/>
          <p:cNvSpPr txBox="1"/>
          <p:nvPr>
            <p:ph type="title"/>
          </p:nvPr>
        </p:nvSpPr>
        <p:spPr>
          <a:xfrm>
            <a:off x="2910050" y="2355260"/>
            <a:ext cx="40452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4" name="Google Shape;724;p9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5" name="Google Shape;725;p9"/>
          <p:cNvSpPr txBox="1"/>
          <p:nvPr>
            <p:ph hasCustomPrompt="1" idx="2" type="title"/>
          </p:nvPr>
        </p:nvSpPr>
        <p:spPr>
          <a:xfrm>
            <a:off x="4276700" y="158302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726" name="Google Shape;726;p9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727" name="Google Shape;727;p9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728" name="Google Shape;728;p9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9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9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9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9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9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9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9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9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9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9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9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9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9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9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9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9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9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9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9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9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9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9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9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9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9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9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9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9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9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9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9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784" name="Google Shape;784;p9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9" name="Google Shape;839;p9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840" name="Google Shape;840;p9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9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9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95" name="Google Shape;895;p9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oogle Shape;897;p10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898" name="Google Shape;898;p10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0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0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0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0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0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0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0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0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0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0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0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0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0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0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0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0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0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0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0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0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0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0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0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0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0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0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0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0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0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0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0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0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0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0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0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0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0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0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0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0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0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0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0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1" name="Google Shape;961;p10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0"/>
          <p:cNvSpPr txBox="1"/>
          <p:nvPr>
            <p:ph type="title"/>
          </p:nvPr>
        </p:nvSpPr>
        <p:spPr>
          <a:xfrm>
            <a:off x="3593230" y="3208125"/>
            <a:ext cx="45837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3" name="Google Shape;963;p10"/>
          <p:cNvSpPr txBox="1"/>
          <p:nvPr>
            <p:ph idx="1" type="subTitle"/>
          </p:nvPr>
        </p:nvSpPr>
        <p:spPr>
          <a:xfrm>
            <a:off x="3593225" y="2088653"/>
            <a:ext cx="458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964" name="Google Shape;964;p10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965" name="Google Shape;965;p10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966" name="Google Shape;966;p10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0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0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0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0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0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0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0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0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0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0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0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10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0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10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10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10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10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10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0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10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10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0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10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10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10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10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10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10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10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10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10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10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10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10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10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10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10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10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10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0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0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0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0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0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0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0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0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10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0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0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0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1" name="Google Shape;1021;p10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1022" name="Google Shape;1022;p10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0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0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0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0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10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0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0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0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0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0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0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0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0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0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0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0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10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10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0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0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0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0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0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0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0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0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0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10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10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10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10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10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10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10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10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10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10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10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10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10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10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10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10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10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10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10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10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10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10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10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10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10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10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1078" name="Google Shape;1078;p10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10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10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10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10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10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10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10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10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10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10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10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10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10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10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10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10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10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10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10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10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10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10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10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10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10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10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10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10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10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10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10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10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10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10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10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10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10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10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10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10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10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10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10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10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10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10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10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3" name="Google Shape;1133;p10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" name="Google Shape;1135;p11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136" name="Google Shape;1136;p11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1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1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1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1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1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1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1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1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1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1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1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1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1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1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1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1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1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1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1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1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1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1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1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1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1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1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1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1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1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1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1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1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1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1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1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1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1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1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1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1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1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1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1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1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1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1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1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1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1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1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1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1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1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1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1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1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1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1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1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1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9" name="Google Shape;1199;p11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1"/>
          <p:cNvSpPr txBox="1"/>
          <p:nvPr>
            <p:ph hasCustomPrompt="1" type="title"/>
          </p:nvPr>
        </p:nvSpPr>
        <p:spPr>
          <a:xfrm>
            <a:off x="2477150" y="1857670"/>
            <a:ext cx="4911000" cy="10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201" name="Google Shape;1201;p11"/>
          <p:cNvSpPr txBox="1"/>
          <p:nvPr>
            <p:ph idx="1" type="subTitle"/>
          </p:nvPr>
        </p:nvSpPr>
        <p:spPr>
          <a:xfrm>
            <a:off x="2477150" y="2963387"/>
            <a:ext cx="4911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02" name="Google Shape;1202;p11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"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13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206" name="Google Shape;1206;p13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3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3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3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3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3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3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3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3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3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3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3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3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3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3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3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3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3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3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3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3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3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3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3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3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3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3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3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3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3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3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3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3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3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3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3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3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3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3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3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3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3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3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3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3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3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3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3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3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3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3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3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3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3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3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3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3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3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3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3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3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3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3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9" name="Google Shape;1269;p13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3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71" name="Google Shape;1271;p13"/>
          <p:cNvSpPr txBox="1"/>
          <p:nvPr>
            <p:ph idx="1" type="subTitle"/>
          </p:nvPr>
        </p:nvSpPr>
        <p:spPr>
          <a:xfrm>
            <a:off x="1563425" y="1871552"/>
            <a:ext cx="4172700" cy="23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72" name="Google Shape;1272;p13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Google Shape;1274;p14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275" name="Google Shape;1275;p14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4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4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4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4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4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4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4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4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4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4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4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4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4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4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4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4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4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4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4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4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4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4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4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4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4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4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4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4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4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4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4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4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4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4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4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4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4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4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4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4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4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4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4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4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4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4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4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4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4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4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4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4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4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4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4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4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4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4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4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4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4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4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8" name="Google Shape;1338;p14">
            <a:hlinkClick/>
          </p:cNvPr>
          <p:cNvSpPr txBox="1"/>
          <p:nvPr>
            <p:ph type="title"/>
          </p:nvPr>
        </p:nvSpPr>
        <p:spPr>
          <a:xfrm>
            <a:off x="2161325" y="1606375"/>
            <a:ext cx="212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9" name="Google Shape;1339;p14">
            <a:hlinkClick/>
          </p:cNvPr>
          <p:cNvSpPr txBox="1"/>
          <p:nvPr>
            <p:ph idx="2" type="title"/>
          </p:nvPr>
        </p:nvSpPr>
        <p:spPr>
          <a:xfrm>
            <a:off x="2161400" y="3477425"/>
            <a:ext cx="212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0" name="Google Shape;1340;p14">
            <a:hlinkClick/>
          </p:cNvPr>
          <p:cNvSpPr txBox="1"/>
          <p:nvPr>
            <p:ph idx="3" type="title"/>
          </p:nvPr>
        </p:nvSpPr>
        <p:spPr>
          <a:xfrm>
            <a:off x="5584950" y="1606375"/>
            <a:ext cx="212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1" name="Google Shape;1341;p14">
            <a:hlinkClick/>
          </p:cNvPr>
          <p:cNvSpPr txBox="1"/>
          <p:nvPr>
            <p:ph idx="4" type="title"/>
          </p:nvPr>
        </p:nvSpPr>
        <p:spPr>
          <a:xfrm>
            <a:off x="5584955" y="3477425"/>
            <a:ext cx="212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2" name="Google Shape;1342;p14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4"/>
          <p:cNvSpPr txBox="1"/>
          <p:nvPr>
            <p:ph idx="1" type="subTitle"/>
          </p:nvPr>
        </p:nvSpPr>
        <p:spPr>
          <a:xfrm>
            <a:off x="2161338" y="1994650"/>
            <a:ext cx="21225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4" name="Google Shape;1344;p14"/>
          <p:cNvSpPr txBox="1"/>
          <p:nvPr>
            <p:ph idx="5" type="subTitle"/>
          </p:nvPr>
        </p:nvSpPr>
        <p:spPr>
          <a:xfrm>
            <a:off x="5584950" y="2001725"/>
            <a:ext cx="21225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5" name="Google Shape;1345;p14"/>
          <p:cNvSpPr txBox="1"/>
          <p:nvPr>
            <p:ph idx="6" type="subTitle"/>
          </p:nvPr>
        </p:nvSpPr>
        <p:spPr>
          <a:xfrm>
            <a:off x="2161288" y="3865700"/>
            <a:ext cx="21225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6" name="Google Shape;1346;p14"/>
          <p:cNvSpPr txBox="1"/>
          <p:nvPr>
            <p:ph idx="7" type="subTitle"/>
          </p:nvPr>
        </p:nvSpPr>
        <p:spPr>
          <a:xfrm>
            <a:off x="5584950" y="3865700"/>
            <a:ext cx="21225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347" name="Google Shape;1347;p14"/>
          <p:cNvGrpSpPr/>
          <p:nvPr/>
        </p:nvGrpSpPr>
        <p:grpSpPr>
          <a:xfrm>
            <a:off x="7787124" y="-361234"/>
            <a:ext cx="1773067" cy="1701911"/>
            <a:chOff x="7787124" y="-361234"/>
            <a:chExt cx="1773067" cy="1701911"/>
          </a:xfrm>
        </p:grpSpPr>
        <p:grpSp>
          <p:nvGrpSpPr>
            <p:cNvPr id="1348" name="Google Shape;1348;p14"/>
            <p:cNvGrpSpPr/>
            <p:nvPr/>
          </p:nvGrpSpPr>
          <p:grpSpPr>
            <a:xfrm flipH="1" rot="-7815852">
              <a:off x="8655798" y="360231"/>
              <a:ext cx="749158" cy="813794"/>
              <a:chOff x="2409400" y="1411025"/>
              <a:chExt cx="512425" cy="556625"/>
            </a:xfrm>
          </p:grpSpPr>
          <p:sp>
            <p:nvSpPr>
              <p:cNvPr id="1349" name="Google Shape;1349;p14"/>
              <p:cNvSpPr/>
              <p:nvPr/>
            </p:nvSpPr>
            <p:spPr>
              <a:xfrm>
                <a:off x="2450000" y="1463125"/>
                <a:ext cx="415800" cy="504525"/>
              </a:xfrm>
              <a:custGeom>
                <a:rect b="b" l="l" r="r" t="t"/>
                <a:pathLst>
                  <a:path extrusionOk="0" h="20181" w="16632">
                    <a:moveTo>
                      <a:pt x="16394" y="0"/>
                    </a:moveTo>
                    <a:cubicBezTo>
                      <a:pt x="16369" y="0"/>
                      <a:pt x="16343" y="7"/>
                      <a:pt x="16316" y="24"/>
                    </a:cubicBezTo>
                    <a:cubicBezTo>
                      <a:pt x="9240" y="4703"/>
                      <a:pt x="3054" y="11939"/>
                      <a:pt x="42" y="19974"/>
                    </a:cubicBezTo>
                    <a:cubicBezTo>
                      <a:pt x="0" y="20098"/>
                      <a:pt x="101" y="20181"/>
                      <a:pt x="207" y="20181"/>
                    </a:cubicBezTo>
                    <a:cubicBezTo>
                      <a:pt x="277" y="20181"/>
                      <a:pt x="348" y="20146"/>
                      <a:pt x="384" y="20065"/>
                    </a:cubicBezTo>
                    <a:cubicBezTo>
                      <a:pt x="3328" y="12122"/>
                      <a:pt x="9468" y="4955"/>
                      <a:pt x="16476" y="344"/>
                    </a:cubicBezTo>
                    <a:cubicBezTo>
                      <a:pt x="16631" y="247"/>
                      <a:pt x="16538" y="0"/>
                      <a:pt x="163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4"/>
              <p:cNvSpPr/>
              <p:nvPr/>
            </p:nvSpPr>
            <p:spPr>
              <a:xfrm>
                <a:off x="2409400" y="1623325"/>
                <a:ext cx="54125" cy="327175"/>
              </a:xfrm>
              <a:custGeom>
                <a:rect b="b" l="l" r="r" t="t"/>
                <a:pathLst>
                  <a:path extrusionOk="0" h="13087" w="2165">
                    <a:moveTo>
                      <a:pt x="1113" y="1"/>
                    </a:moveTo>
                    <a:cubicBezTo>
                      <a:pt x="1099" y="1"/>
                      <a:pt x="1086" y="3"/>
                      <a:pt x="1072" y="7"/>
                    </a:cubicBezTo>
                    <a:cubicBezTo>
                      <a:pt x="0" y="372"/>
                      <a:pt x="2027" y="13086"/>
                      <a:pt x="2054" y="13086"/>
                    </a:cubicBezTo>
                    <a:cubicBezTo>
                      <a:pt x="2054" y="13086"/>
                      <a:pt x="2054" y="13086"/>
                      <a:pt x="2054" y="13086"/>
                    </a:cubicBezTo>
                    <a:cubicBezTo>
                      <a:pt x="2054" y="13086"/>
                      <a:pt x="2165" y="1"/>
                      <a:pt x="1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4"/>
              <p:cNvSpPr/>
              <p:nvPr/>
            </p:nvSpPr>
            <p:spPr>
              <a:xfrm>
                <a:off x="2473850" y="1812325"/>
                <a:ext cx="232400" cy="107925"/>
              </a:xfrm>
              <a:custGeom>
                <a:rect b="b" l="l" r="r" t="t"/>
                <a:pathLst>
                  <a:path extrusionOk="0" h="4317" w="9296">
                    <a:moveTo>
                      <a:pt x="8997" y="0"/>
                    </a:moveTo>
                    <a:cubicBezTo>
                      <a:pt x="7418" y="0"/>
                      <a:pt x="1" y="4317"/>
                      <a:pt x="1" y="4317"/>
                    </a:cubicBezTo>
                    <a:cubicBezTo>
                      <a:pt x="1" y="4317"/>
                      <a:pt x="9245" y="1532"/>
                      <a:pt x="9290" y="208"/>
                    </a:cubicBezTo>
                    <a:cubicBezTo>
                      <a:pt x="9295" y="64"/>
                      <a:pt x="9190" y="0"/>
                      <a:pt x="89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4"/>
              <p:cNvSpPr/>
              <p:nvPr/>
            </p:nvSpPr>
            <p:spPr>
              <a:xfrm>
                <a:off x="2445325" y="1593875"/>
                <a:ext cx="57975" cy="301275"/>
              </a:xfrm>
              <a:custGeom>
                <a:rect b="b" l="l" r="r" t="t"/>
                <a:pathLst>
                  <a:path extrusionOk="0" h="12051" w="2319">
                    <a:moveTo>
                      <a:pt x="1243" y="1"/>
                    </a:moveTo>
                    <a:cubicBezTo>
                      <a:pt x="1218" y="1"/>
                      <a:pt x="1192" y="8"/>
                      <a:pt x="1164" y="21"/>
                    </a:cubicBezTo>
                    <a:cubicBezTo>
                      <a:pt x="0" y="615"/>
                      <a:pt x="1621" y="12050"/>
                      <a:pt x="1621" y="12050"/>
                    </a:cubicBezTo>
                    <a:cubicBezTo>
                      <a:pt x="1621" y="12050"/>
                      <a:pt x="2318" y="1"/>
                      <a:pt x="1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4"/>
              <p:cNvSpPr/>
              <p:nvPr/>
            </p:nvSpPr>
            <p:spPr>
              <a:xfrm>
                <a:off x="2492100" y="1756900"/>
                <a:ext cx="220300" cy="126825"/>
              </a:xfrm>
              <a:custGeom>
                <a:rect b="b" l="l" r="r" t="t"/>
                <a:pathLst>
                  <a:path extrusionOk="0" h="5073" w="8812">
                    <a:moveTo>
                      <a:pt x="8225" y="1"/>
                    </a:moveTo>
                    <a:cubicBezTo>
                      <a:pt x="6589" y="1"/>
                      <a:pt x="1" y="5073"/>
                      <a:pt x="1" y="5073"/>
                    </a:cubicBezTo>
                    <a:cubicBezTo>
                      <a:pt x="1" y="5073"/>
                      <a:pt x="8812" y="1877"/>
                      <a:pt x="8583" y="257"/>
                    </a:cubicBezTo>
                    <a:cubicBezTo>
                      <a:pt x="8555" y="80"/>
                      <a:pt x="8429" y="1"/>
                      <a:pt x="82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14"/>
              <p:cNvSpPr/>
              <p:nvPr/>
            </p:nvSpPr>
            <p:spPr>
              <a:xfrm>
                <a:off x="2515500" y="1711825"/>
                <a:ext cx="180550" cy="128525"/>
              </a:xfrm>
              <a:custGeom>
                <a:rect b="b" l="l" r="r" t="t"/>
                <a:pathLst>
                  <a:path extrusionOk="0" h="5141" w="7222">
                    <a:moveTo>
                      <a:pt x="7086" y="1"/>
                    </a:moveTo>
                    <a:cubicBezTo>
                      <a:pt x="6116" y="1"/>
                      <a:pt x="1" y="5141"/>
                      <a:pt x="1" y="5141"/>
                    </a:cubicBezTo>
                    <a:cubicBezTo>
                      <a:pt x="1" y="5141"/>
                      <a:pt x="7122" y="1306"/>
                      <a:pt x="7214" y="142"/>
                    </a:cubicBezTo>
                    <a:cubicBezTo>
                      <a:pt x="7221" y="45"/>
                      <a:pt x="7176" y="1"/>
                      <a:pt x="70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14"/>
              <p:cNvSpPr/>
              <p:nvPr/>
            </p:nvSpPr>
            <p:spPr>
              <a:xfrm>
                <a:off x="2488125" y="1568550"/>
                <a:ext cx="50650" cy="280950"/>
              </a:xfrm>
              <a:custGeom>
                <a:rect b="b" l="l" r="r" t="t"/>
                <a:pathLst>
                  <a:path extrusionOk="0" h="11238" w="2026">
                    <a:moveTo>
                      <a:pt x="1068" y="1"/>
                    </a:moveTo>
                    <a:cubicBezTo>
                      <a:pt x="1055" y="1"/>
                      <a:pt x="1041" y="3"/>
                      <a:pt x="1027" y="7"/>
                    </a:cubicBezTo>
                    <a:cubicBezTo>
                      <a:pt x="0" y="350"/>
                      <a:pt x="1004" y="11237"/>
                      <a:pt x="1004" y="11237"/>
                    </a:cubicBezTo>
                    <a:cubicBezTo>
                      <a:pt x="1004" y="11237"/>
                      <a:pt x="2026" y="1"/>
                      <a:pt x="10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14"/>
              <p:cNvSpPr/>
              <p:nvPr/>
            </p:nvSpPr>
            <p:spPr>
              <a:xfrm>
                <a:off x="2664450" y="1419100"/>
                <a:ext cx="86800" cy="218125"/>
              </a:xfrm>
              <a:custGeom>
                <a:rect b="b" l="l" r="r" t="t"/>
                <a:pathLst>
                  <a:path extrusionOk="0" h="8725" w="3472">
                    <a:moveTo>
                      <a:pt x="2439" y="1"/>
                    </a:moveTo>
                    <a:cubicBezTo>
                      <a:pt x="2425" y="1"/>
                      <a:pt x="2412" y="2"/>
                      <a:pt x="2397" y="5"/>
                    </a:cubicBezTo>
                    <a:cubicBezTo>
                      <a:pt x="1233" y="256"/>
                      <a:pt x="0" y="8724"/>
                      <a:pt x="0" y="8724"/>
                    </a:cubicBezTo>
                    <a:cubicBezTo>
                      <a:pt x="0" y="8724"/>
                      <a:pt x="3472" y="1"/>
                      <a:pt x="24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14"/>
              <p:cNvSpPr/>
              <p:nvPr/>
            </p:nvSpPr>
            <p:spPr>
              <a:xfrm>
                <a:off x="2650175" y="1560125"/>
                <a:ext cx="211625" cy="83375"/>
              </a:xfrm>
              <a:custGeom>
                <a:rect b="b" l="l" r="r" t="t"/>
                <a:pathLst>
                  <a:path extrusionOk="0" h="3335" w="8465">
                    <a:moveTo>
                      <a:pt x="8179" y="1"/>
                    </a:moveTo>
                    <a:cubicBezTo>
                      <a:pt x="6774" y="1"/>
                      <a:pt x="1" y="3334"/>
                      <a:pt x="1" y="3334"/>
                    </a:cubicBezTo>
                    <a:cubicBezTo>
                      <a:pt x="1" y="3334"/>
                      <a:pt x="8081" y="1371"/>
                      <a:pt x="8423" y="207"/>
                    </a:cubicBezTo>
                    <a:cubicBezTo>
                      <a:pt x="8465" y="64"/>
                      <a:pt x="8373" y="1"/>
                      <a:pt x="8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14"/>
              <p:cNvSpPr/>
              <p:nvPr/>
            </p:nvSpPr>
            <p:spPr>
              <a:xfrm>
                <a:off x="2622000" y="1462350"/>
                <a:ext cx="55025" cy="210250"/>
              </a:xfrm>
              <a:custGeom>
                <a:rect b="b" l="l" r="r" t="t"/>
                <a:pathLst>
                  <a:path extrusionOk="0" h="8410" w="2201">
                    <a:moveTo>
                      <a:pt x="973" y="0"/>
                    </a:moveTo>
                    <a:cubicBezTo>
                      <a:pt x="0" y="0"/>
                      <a:pt x="511" y="8409"/>
                      <a:pt x="511" y="8409"/>
                    </a:cubicBezTo>
                    <a:cubicBezTo>
                      <a:pt x="511" y="8409"/>
                      <a:pt x="2200" y="649"/>
                      <a:pt x="1082" y="32"/>
                    </a:cubicBezTo>
                    <a:cubicBezTo>
                      <a:pt x="1044" y="11"/>
                      <a:pt x="1007" y="0"/>
                      <a:pt x="9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14"/>
              <p:cNvSpPr/>
              <p:nvPr/>
            </p:nvSpPr>
            <p:spPr>
              <a:xfrm>
                <a:off x="2618800" y="1622550"/>
                <a:ext cx="209700" cy="65450"/>
              </a:xfrm>
              <a:custGeom>
                <a:rect b="b" l="l" r="r" t="t"/>
                <a:pathLst>
                  <a:path extrusionOk="0" h="2618" w="8388">
                    <a:moveTo>
                      <a:pt x="8034" y="0"/>
                    </a:moveTo>
                    <a:cubicBezTo>
                      <a:pt x="6492" y="0"/>
                      <a:pt x="0" y="2618"/>
                      <a:pt x="0" y="2618"/>
                    </a:cubicBezTo>
                    <a:cubicBezTo>
                      <a:pt x="0" y="2618"/>
                      <a:pt x="8103" y="1271"/>
                      <a:pt x="8354" y="198"/>
                    </a:cubicBezTo>
                    <a:cubicBezTo>
                      <a:pt x="8387" y="60"/>
                      <a:pt x="8267" y="0"/>
                      <a:pt x="80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14"/>
              <p:cNvSpPr/>
              <p:nvPr/>
            </p:nvSpPr>
            <p:spPr>
              <a:xfrm>
                <a:off x="2578400" y="1492325"/>
                <a:ext cx="46700" cy="215650"/>
              </a:xfrm>
              <a:custGeom>
                <a:rect b="b" l="l" r="r" t="t"/>
                <a:pathLst>
                  <a:path extrusionOk="0" h="8626" w="1868">
                    <a:moveTo>
                      <a:pt x="836" y="0"/>
                    </a:moveTo>
                    <a:cubicBezTo>
                      <a:pt x="1" y="0"/>
                      <a:pt x="909" y="8626"/>
                      <a:pt x="909" y="8626"/>
                    </a:cubicBezTo>
                    <a:cubicBezTo>
                      <a:pt x="977" y="8557"/>
                      <a:pt x="1867" y="500"/>
                      <a:pt x="909" y="20"/>
                    </a:cubicBezTo>
                    <a:cubicBezTo>
                      <a:pt x="883" y="7"/>
                      <a:pt x="859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14"/>
              <p:cNvSpPr/>
              <p:nvPr/>
            </p:nvSpPr>
            <p:spPr>
              <a:xfrm>
                <a:off x="2539250" y="1549775"/>
                <a:ext cx="52175" cy="228950"/>
              </a:xfrm>
              <a:custGeom>
                <a:rect b="b" l="l" r="r" t="t"/>
                <a:pathLst>
                  <a:path extrusionOk="0" h="9158" w="2087">
                    <a:moveTo>
                      <a:pt x="999" y="1"/>
                    </a:moveTo>
                    <a:cubicBezTo>
                      <a:pt x="0" y="1"/>
                      <a:pt x="557" y="9158"/>
                      <a:pt x="557" y="9158"/>
                    </a:cubicBezTo>
                    <a:cubicBezTo>
                      <a:pt x="557" y="9158"/>
                      <a:pt x="2087" y="256"/>
                      <a:pt x="1037" y="5"/>
                    </a:cubicBezTo>
                    <a:cubicBezTo>
                      <a:pt x="1024" y="2"/>
                      <a:pt x="1012" y="1"/>
                      <a:pt x="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14"/>
              <p:cNvSpPr/>
              <p:nvPr/>
            </p:nvSpPr>
            <p:spPr>
              <a:xfrm>
                <a:off x="2566300" y="1670950"/>
                <a:ext cx="184900" cy="88375"/>
              </a:xfrm>
              <a:custGeom>
                <a:rect b="b" l="l" r="r" t="t"/>
                <a:pathLst>
                  <a:path extrusionOk="0" h="3535" w="7396">
                    <a:moveTo>
                      <a:pt x="6702" y="0"/>
                    </a:moveTo>
                    <a:cubicBezTo>
                      <a:pt x="5519" y="0"/>
                      <a:pt x="0" y="3535"/>
                      <a:pt x="0" y="3535"/>
                    </a:cubicBezTo>
                    <a:cubicBezTo>
                      <a:pt x="0" y="3535"/>
                      <a:pt x="7396" y="1663"/>
                      <a:pt x="6916" y="111"/>
                    </a:cubicBezTo>
                    <a:cubicBezTo>
                      <a:pt x="6894" y="35"/>
                      <a:pt x="6819" y="0"/>
                      <a:pt x="6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14"/>
              <p:cNvSpPr/>
              <p:nvPr/>
            </p:nvSpPr>
            <p:spPr>
              <a:xfrm>
                <a:off x="2702100" y="1514200"/>
                <a:ext cx="187200" cy="80800"/>
              </a:xfrm>
              <a:custGeom>
                <a:rect b="b" l="l" r="r" t="t"/>
                <a:pathLst>
                  <a:path extrusionOk="0" h="3232" w="7488">
                    <a:moveTo>
                      <a:pt x="6546" y="1"/>
                    </a:moveTo>
                    <a:cubicBezTo>
                      <a:pt x="5026" y="1"/>
                      <a:pt x="1" y="3231"/>
                      <a:pt x="1" y="3231"/>
                    </a:cubicBezTo>
                    <a:cubicBezTo>
                      <a:pt x="1" y="3231"/>
                      <a:pt x="7487" y="1200"/>
                      <a:pt x="6940" y="173"/>
                    </a:cubicBezTo>
                    <a:cubicBezTo>
                      <a:pt x="6877" y="54"/>
                      <a:pt x="6740" y="1"/>
                      <a:pt x="65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14"/>
              <p:cNvSpPr/>
              <p:nvPr/>
            </p:nvSpPr>
            <p:spPr>
              <a:xfrm>
                <a:off x="2713525" y="1411025"/>
                <a:ext cx="81350" cy="173125"/>
              </a:xfrm>
              <a:custGeom>
                <a:rect b="b" l="l" r="r" t="t"/>
                <a:pathLst>
                  <a:path extrusionOk="0" h="6925" w="3254">
                    <a:moveTo>
                      <a:pt x="2469" y="1"/>
                    </a:moveTo>
                    <a:cubicBezTo>
                      <a:pt x="2454" y="1"/>
                      <a:pt x="2438" y="3"/>
                      <a:pt x="2420" y="8"/>
                    </a:cubicBezTo>
                    <a:cubicBezTo>
                      <a:pt x="1484" y="259"/>
                      <a:pt x="0" y="6924"/>
                      <a:pt x="0" y="6924"/>
                    </a:cubicBezTo>
                    <a:cubicBezTo>
                      <a:pt x="0" y="6924"/>
                      <a:pt x="3253" y="1"/>
                      <a:pt x="24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14"/>
              <p:cNvSpPr/>
              <p:nvPr/>
            </p:nvSpPr>
            <p:spPr>
              <a:xfrm>
                <a:off x="2757450" y="1411075"/>
                <a:ext cx="90225" cy="133125"/>
              </a:xfrm>
              <a:custGeom>
                <a:rect b="b" l="l" r="r" t="t"/>
                <a:pathLst>
                  <a:path extrusionOk="0" h="5325" w="3609">
                    <a:moveTo>
                      <a:pt x="2682" y="1"/>
                    </a:moveTo>
                    <a:cubicBezTo>
                      <a:pt x="2665" y="1"/>
                      <a:pt x="2646" y="3"/>
                      <a:pt x="2626" y="6"/>
                    </a:cubicBezTo>
                    <a:cubicBezTo>
                      <a:pt x="1484" y="212"/>
                      <a:pt x="1" y="5325"/>
                      <a:pt x="1" y="5325"/>
                    </a:cubicBezTo>
                    <a:cubicBezTo>
                      <a:pt x="1" y="5325"/>
                      <a:pt x="3609" y="1"/>
                      <a:pt x="26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14"/>
              <p:cNvSpPr/>
              <p:nvPr/>
            </p:nvSpPr>
            <p:spPr>
              <a:xfrm>
                <a:off x="2783125" y="1431400"/>
                <a:ext cx="138700" cy="91700"/>
              </a:xfrm>
              <a:custGeom>
                <a:rect b="b" l="l" r="r" t="t"/>
                <a:pathLst>
                  <a:path extrusionOk="0" h="3668" w="5548">
                    <a:moveTo>
                      <a:pt x="4642" y="0"/>
                    </a:moveTo>
                    <a:cubicBezTo>
                      <a:pt x="3551" y="0"/>
                      <a:pt x="1" y="3667"/>
                      <a:pt x="1" y="3667"/>
                    </a:cubicBezTo>
                    <a:cubicBezTo>
                      <a:pt x="1" y="3667"/>
                      <a:pt x="5547" y="814"/>
                      <a:pt x="4863" y="84"/>
                    </a:cubicBezTo>
                    <a:cubicBezTo>
                      <a:pt x="4809" y="27"/>
                      <a:pt x="4734" y="0"/>
                      <a:pt x="46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7" name="Google Shape;1367;p14"/>
            <p:cNvGrpSpPr/>
            <p:nvPr/>
          </p:nvGrpSpPr>
          <p:grpSpPr>
            <a:xfrm rot="-7877040">
              <a:off x="7986568" y="-244348"/>
              <a:ext cx="749153" cy="813776"/>
              <a:chOff x="2409400" y="1411025"/>
              <a:chExt cx="512425" cy="556625"/>
            </a:xfrm>
          </p:grpSpPr>
          <p:sp>
            <p:nvSpPr>
              <p:cNvPr id="1368" name="Google Shape;1368;p14"/>
              <p:cNvSpPr/>
              <p:nvPr/>
            </p:nvSpPr>
            <p:spPr>
              <a:xfrm>
                <a:off x="2450000" y="1463125"/>
                <a:ext cx="415800" cy="504525"/>
              </a:xfrm>
              <a:custGeom>
                <a:rect b="b" l="l" r="r" t="t"/>
                <a:pathLst>
                  <a:path extrusionOk="0" h="20181" w="16632">
                    <a:moveTo>
                      <a:pt x="16394" y="0"/>
                    </a:moveTo>
                    <a:cubicBezTo>
                      <a:pt x="16369" y="0"/>
                      <a:pt x="16343" y="7"/>
                      <a:pt x="16316" y="24"/>
                    </a:cubicBezTo>
                    <a:cubicBezTo>
                      <a:pt x="9240" y="4703"/>
                      <a:pt x="3054" y="11939"/>
                      <a:pt x="42" y="19974"/>
                    </a:cubicBezTo>
                    <a:cubicBezTo>
                      <a:pt x="0" y="20098"/>
                      <a:pt x="101" y="20181"/>
                      <a:pt x="207" y="20181"/>
                    </a:cubicBezTo>
                    <a:cubicBezTo>
                      <a:pt x="277" y="20181"/>
                      <a:pt x="348" y="20146"/>
                      <a:pt x="384" y="20065"/>
                    </a:cubicBezTo>
                    <a:cubicBezTo>
                      <a:pt x="3328" y="12122"/>
                      <a:pt x="9468" y="4955"/>
                      <a:pt x="16476" y="344"/>
                    </a:cubicBezTo>
                    <a:cubicBezTo>
                      <a:pt x="16631" y="247"/>
                      <a:pt x="16538" y="0"/>
                      <a:pt x="163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14"/>
              <p:cNvSpPr/>
              <p:nvPr/>
            </p:nvSpPr>
            <p:spPr>
              <a:xfrm>
                <a:off x="2409400" y="1623325"/>
                <a:ext cx="54125" cy="327175"/>
              </a:xfrm>
              <a:custGeom>
                <a:rect b="b" l="l" r="r" t="t"/>
                <a:pathLst>
                  <a:path extrusionOk="0" h="13087" w="2165">
                    <a:moveTo>
                      <a:pt x="1113" y="1"/>
                    </a:moveTo>
                    <a:cubicBezTo>
                      <a:pt x="1099" y="1"/>
                      <a:pt x="1086" y="3"/>
                      <a:pt x="1072" y="7"/>
                    </a:cubicBezTo>
                    <a:cubicBezTo>
                      <a:pt x="0" y="372"/>
                      <a:pt x="2027" y="13086"/>
                      <a:pt x="2054" y="13086"/>
                    </a:cubicBezTo>
                    <a:cubicBezTo>
                      <a:pt x="2054" y="13086"/>
                      <a:pt x="2054" y="13086"/>
                      <a:pt x="2054" y="13086"/>
                    </a:cubicBezTo>
                    <a:cubicBezTo>
                      <a:pt x="2054" y="13086"/>
                      <a:pt x="2165" y="1"/>
                      <a:pt x="1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14"/>
              <p:cNvSpPr/>
              <p:nvPr/>
            </p:nvSpPr>
            <p:spPr>
              <a:xfrm>
                <a:off x="2473850" y="1812325"/>
                <a:ext cx="232400" cy="107925"/>
              </a:xfrm>
              <a:custGeom>
                <a:rect b="b" l="l" r="r" t="t"/>
                <a:pathLst>
                  <a:path extrusionOk="0" h="4317" w="9296">
                    <a:moveTo>
                      <a:pt x="8997" y="0"/>
                    </a:moveTo>
                    <a:cubicBezTo>
                      <a:pt x="7418" y="0"/>
                      <a:pt x="1" y="4317"/>
                      <a:pt x="1" y="4317"/>
                    </a:cubicBezTo>
                    <a:cubicBezTo>
                      <a:pt x="1" y="4317"/>
                      <a:pt x="9245" y="1532"/>
                      <a:pt x="9290" y="208"/>
                    </a:cubicBezTo>
                    <a:cubicBezTo>
                      <a:pt x="9295" y="64"/>
                      <a:pt x="9190" y="0"/>
                      <a:pt x="89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14"/>
              <p:cNvSpPr/>
              <p:nvPr/>
            </p:nvSpPr>
            <p:spPr>
              <a:xfrm>
                <a:off x="2445325" y="1593875"/>
                <a:ext cx="57975" cy="301275"/>
              </a:xfrm>
              <a:custGeom>
                <a:rect b="b" l="l" r="r" t="t"/>
                <a:pathLst>
                  <a:path extrusionOk="0" h="12051" w="2319">
                    <a:moveTo>
                      <a:pt x="1243" y="1"/>
                    </a:moveTo>
                    <a:cubicBezTo>
                      <a:pt x="1218" y="1"/>
                      <a:pt x="1192" y="8"/>
                      <a:pt x="1164" y="21"/>
                    </a:cubicBezTo>
                    <a:cubicBezTo>
                      <a:pt x="0" y="615"/>
                      <a:pt x="1621" y="12050"/>
                      <a:pt x="1621" y="12050"/>
                    </a:cubicBezTo>
                    <a:cubicBezTo>
                      <a:pt x="1621" y="12050"/>
                      <a:pt x="2318" y="1"/>
                      <a:pt x="1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14"/>
              <p:cNvSpPr/>
              <p:nvPr/>
            </p:nvSpPr>
            <p:spPr>
              <a:xfrm>
                <a:off x="2492100" y="1756900"/>
                <a:ext cx="220300" cy="126825"/>
              </a:xfrm>
              <a:custGeom>
                <a:rect b="b" l="l" r="r" t="t"/>
                <a:pathLst>
                  <a:path extrusionOk="0" h="5073" w="8812">
                    <a:moveTo>
                      <a:pt x="8225" y="1"/>
                    </a:moveTo>
                    <a:cubicBezTo>
                      <a:pt x="6589" y="1"/>
                      <a:pt x="1" y="5073"/>
                      <a:pt x="1" y="5073"/>
                    </a:cubicBezTo>
                    <a:cubicBezTo>
                      <a:pt x="1" y="5073"/>
                      <a:pt x="8812" y="1877"/>
                      <a:pt x="8583" y="257"/>
                    </a:cubicBezTo>
                    <a:cubicBezTo>
                      <a:pt x="8555" y="80"/>
                      <a:pt x="8429" y="1"/>
                      <a:pt x="82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14"/>
              <p:cNvSpPr/>
              <p:nvPr/>
            </p:nvSpPr>
            <p:spPr>
              <a:xfrm>
                <a:off x="2515500" y="1711825"/>
                <a:ext cx="180550" cy="128525"/>
              </a:xfrm>
              <a:custGeom>
                <a:rect b="b" l="l" r="r" t="t"/>
                <a:pathLst>
                  <a:path extrusionOk="0" h="5141" w="7222">
                    <a:moveTo>
                      <a:pt x="7086" y="1"/>
                    </a:moveTo>
                    <a:cubicBezTo>
                      <a:pt x="6116" y="1"/>
                      <a:pt x="1" y="5141"/>
                      <a:pt x="1" y="5141"/>
                    </a:cubicBezTo>
                    <a:cubicBezTo>
                      <a:pt x="1" y="5141"/>
                      <a:pt x="7122" y="1306"/>
                      <a:pt x="7214" y="142"/>
                    </a:cubicBezTo>
                    <a:cubicBezTo>
                      <a:pt x="7221" y="45"/>
                      <a:pt x="7176" y="1"/>
                      <a:pt x="70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14"/>
              <p:cNvSpPr/>
              <p:nvPr/>
            </p:nvSpPr>
            <p:spPr>
              <a:xfrm>
                <a:off x="2488125" y="1568550"/>
                <a:ext cx="50650" cy="280950"/>
              </a:xfrm>
              <a:custGeom>
                <a:rect b="b" l="l" r="r" t="t"/>
                <a:pathLst>
                  <a:path extrusionOk="0" h="11238" w="2026">
                    <a:moveTo>
                      <a:pt x="1068" y="1"/>
                    </a:moveTo>
                    <a:cubicBezTo>
                      <a:pt x="1055" y="1"/>
                      <a:pt x="1041" y="3"/>
                      <a:pt x="1027" y="7"/>
                    </a:cubicBezTo>
                    <a:cubicBezTo>
                      <a:pt x="0" y="350"/>
                      <a:pt x="1004" y="11237"/>
                      <a:pt x="1004" y="11237"/>
                    </a:cubicBezTo>
                    <a:cubicBezTo>
                      <a:pt x="1004" y="11237"/>
                      <a:pt x="2026" y="1"/>
                      <a:pt x="10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14"/>
              <p:cNvSpPr/>
              <p:nvPr/>
            </p:nvSpPr>
            <p:spPr>
              <a:xfrm>
                <a:off x="2664450" y="1419100"/>
                <a:ext cx="86800" cy="218125"/>
              </a:xfrm>
              <a:custGeom>
                <a:rect b="b" l="l" r="r" t="t"/>
                <a:pathLst>
                  <a:path extrusionOk="0" h="8725" w="3472">
                    <a:moveTo>
                      <a:pt x="2439" y="1"/>
                    </a:moveTo>
                    <a:cubicBezTo>
                      <a:pt x="2425" y="1"/>
                      <a:pt x="2412" y="2"/>
                      <a:pt x="2397" y="5"/>
                    </a:cubicBezTo>
                    <a:cubicBezTo>
                      <a:pt x="1233" y="256"/>
                      <a:pt x="0" y="8724"/>
                      <a:pt x="0" y="8724"/>
                    </a:cubicBezTo>
                    <a:cubicBezTo>
                      <a:pt x="0" y="8724"/>
                      <a:pt x="3472" y="1"/>
                      <a:pt x="24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14"/>
              <p:cNvSpPr/>
              <p:nvPr/>
            </p:nvSpPr>
            <p:spPr>
              <a:xfrm>
                <a:off x="2650175" y="1560125"/>
                <a:ext cx="211625" cy="83375"/>
              </a:xfrm>
              <a:custGeom>
                <a:rect b="b" l="l" r="r" t="t"/>
                <a:pathLst>
                  <a:path extrusionOk="0" h="3335" w="8465">
                    <a:moveTo>
                      <a:pt x="8179" y="1"/>
                    </a:moveTo>
                    <a:cubicBezTo>
                      <a:pt x="6774" y="1"/>
                      <a:pt x="1" y="3334"/>
                      <a:pt x="1" y="3334"/>
                    </a:cubicBezTo>
                    <a:cubicBezTo>
                      <a:pt x="1" y="3334"/>
                      <a:pt x="8081" y="1371"/>
                      <a:pt x="8423" y="207"/>
                    </a:cubicBezTo>
                    <a:cubicBezTo>
                      <a:pt x="8465" y="64"/>
                      <a:pt x="8373" y="1"/>
                      <a:pt x="8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14"/>
              <p:cNvSpPr/>
              <p:nvPr/>
            </p:nvSpPr>
            <p:spPr>
              <a:xfrm>
                <a:off x="2622000" y="1462350"/>
                <a:ext cx="55025" cy="210250"/>
              </a:xfrm>
              <a:custGeom>
                <a:rect b="b" l="l" r="r" t="t"/>
                <a:pathLst>
                  <a:path extrusionOk="0" h="8410" w="2201">
                    <a:moveTo>
                      <a:pt x="973" y="0"/>
                    </a:moveTo>
                    <a:cubicBezTo>
                      <a:pt x="0" y="0"/>
                      <a:pt x="511" y="8409"/>
                      <a:pt x="511" y="8409"/>
                    </a:cubicBezTo>
                    <a:cubicBezTo>
                      <a:pt x="511" y="8409"/>
                      <a:pt x="2200" y="649"/>
                      <a:pt x="1082" y="32"/>
                    </a:cubicBezTo>
                    <a:cubicBezTo>
                      <a:pt x="1044" y="11"/>
                      <a:pt x="1007" y="0"/>
                      <a:pt x="9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14"/>
              <p:cNvSpPr/>
              <p:nvPr/>
            </p:nvSpPr>
            <p:spPr>
              <a:xfrm>
                <a:off x="2618800" y="1622550"/>
                <a:ext cx="209700" cy="65450"/>
              </a:xfrm>
              <a:custGeom>
                <a:rect b="b" l="l" r="r" t="t"/>
                <a:pathLst>
                  <a:path extrusionOk="0" h="2618" w="8388">
                    <a:moveTo>
                      <a:pt x="8034" y="0"/>
                    </a:moveTo>
                    <a:cubicBezTo>
                      <a:pt x="6492" y="0"/>
                      <a:pt x="0" y="2618"/>
                      <a:pt x="0" y="2618"/>
                    </a:cubicBezTo>
                    <a:cubicBezTo>
                      <a:pt x="0" y="2618"/>
                      <a:pt x="8103" y="1271"/>
                      <a:pt x="8354" y="198"/>
                    </a:cubicBezTo>
                    <a:cubicBezTo>
                      <a:pt x="8387" y="60"/>
                      <a:pt x="8267" y="0"/>
                      <a:pt x="80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14"/>
              <p:cNvSpPr/>
              <p:nvPr/>
            </p:nvSpPr>
            <p:spPr>
              <a:xfrm>
                <a:off x="2578400" y="1492325"/>
                <a:ext cx="46700" cy="215650"/>
              </a:xfrm>
              <a:custGeom>
                <a:rect b="b" l="l" r="r" t="t"/>
                <a:pathLst>
                  <a:path extrusionOk="0" h="8626" w="1868">
                    <a:moveTo>
                      <a:pt x="836" y="0"/>
                    </a:moveTo>
                    <a:cubicBezTo>
                      <a:pt x="1" y="0"/>
                      <a:pt x="909" y="8626"/>
                      <a:pt x="909" y="8626"/>
                    </a:cubicBezTo>
                    <a:cubicBezTo>
                      <a:pt x="977" y="8557"/>
                      <a:pt x="1867" y="500"/>
                      <a:pt x="909" y="20"/>
                    </a:cubicBezTo>
                    <a:cubicBezTo>
                      <a:pt x="883" y="7"/>
                      <a:pt x="859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14"/>
              <p:cNvSpPr/>
              <p:nvPr/>
            </p:nvSpPr>
            <p:spPr>
              <a:xfrm>
                <a:off x="2539250" y="1549775"/>
                <a:ext cx="52175" cy="228950"/>
              </a:xfrm>
              <a:custGeom>
                <a:rect b="b" l="l" r="r" t="t"/>
                <a:pathLst>
                  <a:path extrusionOk="0" h="9158" w="2087">
                    <a:moveTo>
                      <a:pt x="999" y="1"/>
                    </a:moveTo>
                    <a:cubicBezTo>
                      <a:pt x="0" y="1"/>
                      <a:pt x="557" y="9158"/>
                      <a:pt x="557" y="9158"/>
                    </a:cubicBezTo>
                    <a:cubicBezTo>
                      <a:pt x="557" y="9158"/>
                      <a:pt x="2087" y="256"/>
                      <a:pt x="1037" y="5"/>
                    </a:cubicBezTo>
                    <a:cubicBezTo>
                      <a:pt x="1024" y="2"/>
                      <a:pt x="1012" y="1"/>
                      <a:pt x="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14"/>
              <p:cNvSpPr/>
              <p:nvPr/>
            </p:nvSpPr>
            <p:spPr>
              <a:xfrm>
                <a:off x="2566300" y="1670950"/>
                <a:ext cx="184900" cy="88375"/>
              </a:xfrm>
              <a:custGeom>
                <a:rect b="b" l="l" r="r" t="t"/>
                <a:pathLst>
                  <a:path extrusionOk="0" h="3535" w="7396">
                    <a:moveTo>
                      <a:pt x="6702" y="0"/>
                    </a:moveTo>
                    <a:cubicBezTo>
                      <a:pt x="5519" y="0"/>
                      <a:pt x="0" y="3535"/>
                      <a:pt x="0" y="3535"/>
                    </a:cubicBezTo>
                    <a:cubicBezTo>
                      <a:pt x="0" y="3535"/>
                      <a:pt x="7396" y="1663"/>
                      <a:pt x="6916" y="111"/>
                    </a:cubicBezTo>
                    <a:cubicBezTo>
                      <a:pt x="6894" y="35"/>
                      <a:pt x="6819" y="0"/>
                      <a:pt x="6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14"/>
              <p:cNvSpPr/>
              <p:nvPr/>
            </p:nvSpPr>
            <p:spPr>
              <a:xfrm>
                <a:off x="2702100" y="1514200"/>
                <a:ext cx="187200" cy="80800"/>
              </a:xfrm>
              <a:custGeom>
                <a:rect b="b" l="l" r="r" t="t"/>
                <a:pathLst>
                  <a:path extrusionOk="0" h="3232" w="7488">
                    <a:moveTo>
                      <a:pt x="6546" y="1"/>
                    </a:moveTo>
                    <a:cubicBezTo>
                      <a:pt x="5026" y="1"/>
                      <a:pt x="1" y="3231"/>
                      <a:pt x="1" y="3231"/>
                    </a:cubicBezTo>
                    <a:cubicBezTo>
                      <a:pt x="1" y="3231"/>
                      <a:pt x="7487" y="1200"/>
                      <a:pt x="6940" y="173"/>
                    </a:cubicBezTo>
                    <a:cubicBezTo>
                      <a:pt x="6877" y="54"/>
                      <a:pt x="6740" y="1"/>
                      <a:pt x="65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14"/>
              <p:cNvSpPr/>
              <p:nvPr/>
            </p:nvSpPr>
            <p:spPr>
              <a:xfrm>
                <a:off x="2713525" y="1411025"/>
                <a:ext cx="81350" cy="173125"/>
              </a:xfrm>
              <a:custGeom>
                <a:rect b="b" l="l" r="r" t="t"/>
                <a:pathLst>
                  <a:path extrusionOk="0" h="6925" w="3254">
                    <a:moveTo>
                      <a:pt x="2469" y="1"/>
                    </a:moveTo>
                    <a:cubicBezTo>
                      <a:pt x="2454" y="1"/>
                      <a:pt x="2438" y="3"/>
                      <a:pt x="2420" y="8"/>
                    </a:cubicBezTo>
                    <a:cubicBezTo>
                      <a:pt x="1484" y="259"/>
                      <a:pt x="0" y="6924"/>
                      <a:pt x="0" y="6924"/>
                    </a:cubicBezTo>
                    <a:cubicBezTo>
                      <a:pt x="0" y="6924"/>
                      <a:pt x="3253" y="1"/>
                      <a:pt x="24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14"/>
              <p:cNvSpPr/>
              <p:nvPr/>
            </p:nvSpPr>
            <p:spPr>
              <a:xfrm>
                <a:off x="2757450" y="1411075"/>
                <a:ext cx="90225" cy="133125"/>
              </a:xfrm>
              <a:custGeom>
                <a:rect b="b" l="l" r="r" t="t"/>
                <a:pathLst>
                  <a:path extrusionOk="0" h="5325" w="3609">
                    <a:moveTo>
                      <a:pt x="2682" y="1"/>
                    </a:moveTo>
                    <a:cubicBezTo>
                      <a:pt x="2665" y="1"/>
                      <a:pt x="2646" y="3"/>
                      <a:pt x="2626" y="6"/>
                    </a:cubicBezTo>
                    <a:cubicBezTo>
                      <a:pt x="1484" y="212"/>
                      <a:pt x="1" y="5325"/>
                      <a:pt x="1" y="5325"/>
                    </a:cubicBezTo>
                    <a:cubicBezTo>
                      <a:pt x="1" y="5325"/>
                      <a:pt x="3609" y="1"/>
                      <a:pt x="26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14"/>
              <p:cNvSpPr/>
              <p:nvPr/>
            </p:nvSpPr>
            <p:spPr>
              <a:xfrm>
                <a:off x="2783125" y="1431400"/>
                <a:ext cx="138700" cy="91700"/>
              </a:xfrm>
              <a:custGeom>
                <a:rect b="b" l="l" r="r" t="t"/>
                <a:pathLst>
                  <a:path extrusionOk="0" h="3668" w="5548">
                    <a:moveTo>
                      <a:pt x="4642" y="0"/>
                    </a:moveTo>
                    <a:cubicBezTo>
                      <a:pt x="3551" y="0"/>
                      <a:pt x="1" y="3667"/>
                      <a:pt x="1" y="3667"/>
                    </a:cubicBezTo>
                    <a:cubicBezTo>
                      <a:pt x="1" y="3667"/>
                      <a:pt x="5547" y="814"/>
                      <a:pt x="4863" y="84"/>
                    </a:cubicBezTo>
                    <a:cubicBezTo>
                      <a:pt x="4809" y="27"/>
                      <a:pt x="4734" y="0"/>
                      <a:pt x="46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6" name="Google Shape;1386;p14"/>
            <p:cNvGrpSpPr/>
            <p:nvPr/>
          </p:nvGrpSpPr>
          <p:grpSpPr>
            <a:xfrm rot="-5400000">
              <a:off x="8375507" y="97875"/>
              <a:ext cx="779500" cy="607200"/>
              <a:chOff x="3861625" y="635150"/>
              <a:chExt cx="779500" cy="607200"/>
            </a:xfrm>
          </p:grpSpPr>
          <p:sp>
            <p:nvSpPr>
              <p:cNvPr id="1387" name="Google Shape;1387;p14"/>
              <p:cNvSpPr/>
              <p:nvPr/>
            </p:nvSpPr>
            <p:spPr>
              <a:xfrm>
                <a:off x="3881650" y="655975"/>
                <a:ext cx="759475" cy="586375"/>
              </a:xfrm>
              <a:custGeom>
                <a:rect b="b" l="l" r="r" t="t"/>
                <a:pathLst>
                  <a:path extrusionOk="0" h="23455" w="30379">
                    <a:moveTo>
                      <a:pt x="5186" y="1"/>
                    </a:moveTo>
                    <a:cubicBezTo>
                      <a:pt x="5028" y="1"/>
                      <a:pt x="4883" y="213"/>
                      <a:pt x="5043" y="355"/>
                    </a:cubicBezTo>
                    <a:cubicBezTo>
                      <a:pt x="7417" y="2683"/>
                      <a:pt x="10179" y="5673"/>
                      <a:pt x="10544" y="9143"/>
                    </a:cubicBezTo>
                    <a:cubicBezTo>
                      <a:pt x="7554" y="6586"/>
                      <a:pt x="3537" y="4760"/>
                      <a:pt x="318" y="3596"/>
                    </a:cubicBezTo>
                    <a:cubicBezTo>
                      <a:pt x="293" y="3587"/>
                      <a:pt x="270" y="3583"/>
                      <a:pt x="248" y="3583"/>
                    </a:cubicBezTo>
                    <a:cubicBezTo>
                      <a:pt x="52" y="3583"/>
                      <a:pt x="1" y="3925"/>
                      <a:pt x="227" y="4007"/>
                    </a:cubicBezTo>
                    <a:cubicBezTo>
                      <a:pt x="3468" y="5194"/>
                      <a:pt x="7622" y="7066"/>
                      <a:pt x="10590" y="9690"/>
                    </a:cubicBezTo>
                    <a:cubicBezTo>
                      <a:pt x="10590" y="9713"/>
                      <a:pt x="12963" y="12178"/>
                      <a:pt x="13602" y="13479"/>
                    </a:cubicBezTo>
                    <a:cubicBezTo>
                      <a:pt x="11343" y="12521"/>
                      <a:pt x="9060" y="11653"/>
                      <a:pt x="6709" y="10923"/>
                    </a:cubicBezTo>
                    <a:cubicBezTo>
                      <a:pt x="6684" y="10914"/>
                      <a:pt x="6661" y="10910"/>
                      <a:pt x="6639" y="10910"/>
                    </a:cubicBezTo>
                    <a:cubicBezTo>
                      <a:pt x="6443" y="10910"/>
                      <a:pt x="6392" y="11249"/>
                      <a:pt x="6618" y="11311"/>
                    </a:cubicBezTo>
                    <a:cubicBezTo>
                      <a:pt x="10179" y="12452"/>
                      <a:pt x="13602" y="13845"/>
                      <a:pt x="16935" y="15465"/>
                    </a:cubicBezTo>
                    <a:cubicBezTo>
                      <a:pt x="14872" y="15752"/>
                      <a:pt x="12823" y="15912"/>
                      <a:pt x="10755" y="15912"/>
                    </a:cubicBezTo>
                    <a:cubicBezTo>
                      <a:pt x="10192" y="15912"/>
                      <a:pt x="9627" y="15901"/>
                      <a:pt x="9060" y="15876"/>
                    </a:cubicBezTo>
                    <a:cubicBezTo>
                      <a:pt x="8786" y="15876"/>
                      <a:pt x="8809" y="16287"/>
                      <a:pt x="9060" y="16287"/>
                    </a:cubicBezTo>
                    <a:cubicBezTo>
                      <a:pt x="9686" y="16317"/>
                      <a:pt x="10310" y="16331"/>
                      <a:pt x="10932" y="16331"/>
                    </a:cubicBezTo>
                    <a:cubicBezTo>
                      <a:pt x="13168" y="16331"/>
                      <a:pt x="15383" y="16142"/>
                      <a:pt x="17597" y="15785"/>
                    </a:cubicBezTo>
                    <a:cubicBezTo>
                      <a:pt x="18647" y="16310"/>
                      <a:pt x="19697" y="16858"/>
                      <a:pt x="20724" y="17428"/>
                    </a:cubicBezTo>
                    <a:cubicBezTo>
                      <a:pt x="21066" y="17656"/>
                      <a:pt x="27069" y="21263"/>
                      <a:pt x="29900" y="23408"/>
                    </a:cubicBezTo>
                    <a:cubicBezTo>
                      <a:pt x="29946" y="23441"/>
                      <a:pt x="29994" y="23454"/>
                      <a:pt x="30041" y="23454"/>
                    </a:cubicBezTo>
                    <a:cubicBezTo>
                      <a:pt x="30226" y="23454"/>
                      <a:pt x="30379" y="23239"/>
                      <a:pt x="30196" y="23112"/>
                    </a:cubicBezTo>
                    <a:cubicBezTo>
                      <a:pt x="27298" y="20898"/>
                      <a:pt x="24262" y="18935"/>
                      <a:pt x="21135" y="17177"/>
                    </a:cubicBezTo>
                    <a:cubicBezTo>
                      <a:pt x="20884" y="13890"/>
                      <a:pt x="18487" y="10626"/>
                      <a:pt x="16798" y="7956"/>
                    </a:cubicBezTo>
                    <a:cubicBezTo>
                      <a:pt x="16758" y="7889"/>
                      <a:pt x="16698" y="7861"/>
                      <a:pt x="16638" y="7861"/>
                    </a:cubicBezTo>
                    <a:cubicBezTo>
                      <a:pt x="16492" y="7861"/>
                      <a:pt x="16343" y="8023"/>
                      <a:pt x="16456" y="8184"/>
                    </a:cubicBezTo>
                    <a:cubicBezTo>
                      <a:pt x="18053" y="10740"/>
                      <a:pt x="20336" y="13822"/>
                      <a:pt x="20678" y="16949"/>
                    </a:cubicBezTo>
                    <a:cubicBezTo>
                      <a:pt x="19788" y="16447"/>
                      <a:pt x="18875" y="15967"/>
                      <a:pt x="17962" y="15511"/>
                    </a:cubicBezTo>
                    <a:cubicBezTo>
                      <a:pt x="17757" y="15397"/>
                      <a:pt x="15337" y="14233"/>
                      <a:pt x="14150" y="13731"/>
                    </a:cubicBezTo>
                    <a:cubicBezTo>
                      <a:pt x="14150" y="13685"/>
                      <a:pt x="12347" y="10740"/>
                      <a:pt x="11000" y="9531"/>
                    </a:cubicBezTo>
                    <a:cubicBezTo>
                      <a:pt x="10795" y="5765"/>
                      <a:pt x="7873" y="2569"/>
                      <a:pt x="5317" y="58"/>
                    </a:cubicBezTo>
                    <a:cubicBezTo>
                      <a:pt x="5277" y="18"/>
                      <a:pt x="5231" y="1"/>
                      <a:pt x="5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14"/>
              <p:cNvSpPr/>
              <p:nvPr/>
            </p:nvSpPr>
            <p:spPr>
              <a:xfrm>
                <a:off x="4270775" y="831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32" y="0"/>
                    </a:moveTo>
                    <a:cubicBezTo>
                      <a:pt x="480" y="0"/>
                      <a:pt x="23" y="449"/>
                      <a:pt x="0" y="1028"/>
                    </a:cubicBezTo>
                    <a:cubicBezTo>
                      <a:pt x="0" y="1599"/>
                      <a:pt x="457" y="2078"/>
                      <a:pt x="1028" y="2101"/>
                    </a:cubicBezTo>
                    <a:cubicBezTo>
                      <a:pt x="1621" y="2101"/>
                      <a:pt x="2100" y="1644"/>
                      <a:pt x="2100" y="1074"/>
                    </a:cubicBezTo>
                    <a:cubicBezTo>
                      <a:pt x="2123" y="480"/>
                      <a:pt x="1667" y="1"/>
                      <a:pt x="1073" y="1"/>
                    </a:cubicBezTo>
                    <a:cubicBezTo>
                      <a:pt x="1060" y="0"/>
                      <a:pt x="1046" y="0"/>
                      <a:pt x="1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14"/>
              <p:cNvSpPr/>
              <p:nvPr/>
            </p:nvSpPr>
            <p:spPr>
              <a:xfrm>
                <a:off x="3861625" y="724725"/>
                <a:ext cx="53100" cy="52550"/>
              </a:xfrm>
              <a:custGeom>
                <a:rect b="b" l="l" r="r" t="t"/>
                <a:pathLst>
                  <a:path extrusionOk="0" h="2102" w="2124">
                    <a:moveTo>
                      <a:pt x="1054" y="1"/>
                    </a:moveTo>
                    <a:cubicBezTo>
                      <a:pt x="480" y="1"/>
                      <a:pt x="24" y="450"/>
                      <a:pt x="24" y="1029"/>
                    </a:cubicBezTo>
                    <a:cubicBezTo>
                      <a:pt x="1" y="1599"/>
                      <a:pt x="457" y="2079"/>
                      <a:pt x="1051" y="2102"/>
                    </a:cubicBezTo>
                    <a:cubicBezTo>
                      <a:pt x="1621" y="2102"/>
                      <a:pt x="2101" y="1645"/>
                      <a:pt x="2123" y="1074"/>
                    </a:cubicBezTo>
                    <a:cubicBezTo>
                      <a:pt x="2123" y="481"/>
                      <a:pt x="1667" y="2"/>
                      <a:pt x="1096" y="2"/>
                    </a:cubicBezTo>
                    <a:cubicBezTo>
                      <a:pt x="1082" y="1"/>
                      <a:pt x="1068" y="1"/>
                      <a:pt x="10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14"/>
              <p:cNvSpPr/>
              <p:nvPr/>
            </p:nvSpPr>
            <p:spPr>
              <a:xfrm>
                <a:off x="3984325" y="635150"/>
                <a:ext cx="53075" cy="52525"/>
              </a:xfrm>
              <a:custGeom>
                <a:rect b="b" l="l" r="r" t="t"/>
                <a:pathLst>
                  <a:path extrusionOk="0" h="2101" w="2123">
                    <a:moveTo>
                      <a:pt x="1053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79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6" y="1"/>
                      <a:pt x="1096" y="1"/>
                    </a:cubicBezTo>
                    <a:cubicBezTo>
                      <a:pt x="1082" y="0"/>
                      <a:pt x="1067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14"/>
              <p:cNvSpPr/>
              <p:nvPr/>
            </p:nvSpPr>
            <p:spPr>
              <a:xfrm>
                <a:off x="4023700" y="910775"/>
                <a:ext cx="53075" cy="52550"/>
              </a:xfrm>
              <a:custGeom>
                <a:rect b="b" l="l" r="r" t="t"/>
                <a:pathLst>
                  <a:path extrusionOk="0" h="2102" w="2123">
                    <a:moveTo>
                      <a:pt x="1073" y="1"/>
                    </a:moveTo>
                    <a:cubicBezTo>
                      <a:pt x="502" y="1"/>
                      <a:pt x="23" y="457"/>
                      <a:pt x="23" y="1028"/>
                    </a:cubicBezTo>
                    <a:cubicBezTo>
                      <a:pt x="0" y="1621"/>
                      <a:pt x="457" y="2101"/>
                      <a:pt x="1050" y="2101"/>
                    </a:cubicBezTo>
                    <a:cubicBezTo>
                      <a:pt x="1063" y="2101"/>
                      <a:pt x="1076" y="2101"/>
                      <a:pt x="1089" y="2101"/>
                    </a:cubicBezTo>
                    <a:cubicBezTo>
                      <a:pt x="1642" y="2101"/>
                      <a:pt x="2101" y="1631"/>
                      <a:pt x="2123" y="1073"/>
                    </a:cubicBezTo>
                    <a:cubicBezTo>
                      <a:pt x="2123" y="503"/>
                      <a:pt x="1666" y="23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14"/>
              <p:cNvSpPr/>
              <p:nvPr/>
            </p:nvSpPr>
            <p:spPr>
              <a:xfrm>
                <a:off x="4081325" y="1033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54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80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7" y="1"/>
                      <a:pt x="1096" y="1"/>
                    </a:cubicBezTo>
                    <a:cubicBezTo>
                      <a:pt x="1082" y="1"/>
                      <a:pt x="1068" y="0"/>
                      <a:pt x="1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3" name="Google Shape;1393;p14"/>
            <p:cNvSpPr/>
            <p:nvPr/>
          </p:nvSpPr>
          <p:spPr>
            <a:xfrm flipH="1" rot="10800000">
              <a:off x="8877085" y="176018"/>
              <a:ext cx="379548" cy="938579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4"/>
            <p:cNvSpPr/>
            <p:nvPr/>
          </p:nvSpPr>
          <p:spPr>
            <a:xfrm flipH="1" rot="10800000">
              <a:off x="8935171" y="193583"/>
              <a:ext cx="131042" cy="931844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4"/>
            <p:cNvSpPr/>
            <p:nvPr/>
          </p:nvSpPr>
          <p:spPr>
            <a:xfrm flipH="1" rot="10800000">
              <a:off x="8062759" y="-45440"/>
              <a:ext cx="921067" cy="415973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4"/>
            <p:cNvSpPr/>
            <p:nvPr/>
          </p:nvSpPr>
          <p:spPr>
            <a:xfrm flipH="1" rot="10800000">
              <a:off x="8107320" y="199"/>
              <a:ext cx="875160" cy="203891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4"/>
            <p:cNvSpPr/>
            <p:nvPr/>
          </p:nvSpPr>
          <p:spPr>
            <a:xfrm flipH="1" rot="10800000">
              <a:off x="8927035" y="3701"/>
              <a:ext cx="206693" cy="196078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4"/>
            <p:cNvSpPr/>
            <p:nvPr/>
          </p:nvSpPr>
          <p:spPr>
            <a:xfrm flipH="1" rot="10800000">
              <a:off x="8993202" y="134690"/>
              <a:ext cx="208040" cy="195055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4"/>
            <p:cNvSpPr/>
            <p:nvPr/>
          </p:nvSpPr>
          <p:spPr>
            <a:xfrm flipH="1" rot="10800000">
              <a:off x="9140409" y="141371"/>
              <a:ext cx="62180" cy="62558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4"/>
            <p:cNvSpPr/>
            <p:nvPr/>
          </p:nvSpPr>
          <p:spPr>
            <a:xfrm flipH="1" rot="10800000">
              <a:off x="9139062" y="176018"/>
              <a:ext cx="74358" cy="18967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4"/>
            <p:cNvSpPr/>
            <p:nvPr/>
          </p:nvSpPr>
          <p:spPr>
            <a:xfrm flipH="1" rot="10800000">
              <a:off x="9068853" y="-9392"/>
              <a:ext cx="39226" cy="61318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4"/>
            <p:cNvSpPr/>
            <p:nvPr/>
          </p:nvSpPr>
          <p:spPr>
            <a:xfrm flipH="1" rot="10800000">
              <a:off x="9056676" y="19758"/>
              <a:ext cx="78399" cy="52859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1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4" name="Google Shape;1404;p15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405" name="Google Shape;1405;p15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5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5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5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5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5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5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5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5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5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5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5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5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5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5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5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5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5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5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5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5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5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5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5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5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5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5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5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5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5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5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5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5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5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5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5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5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5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5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5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5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5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5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5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5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5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5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5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5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5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5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5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5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5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5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15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15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5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5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5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5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5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5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8" name="Google Shape;1468;p15">
            <a:hlinkClick/>
          </p:cNvPr>
          <p:cNvSpPr txBox="1"/>
          <p:nvPr>
            <p:ph type="title"/>
          </p:nvPr>
        </p:nvSpPr>
        <p:spPr>
          <a:xfrm>
            <a:off x="1907775" y="2448657"/>
            <a:ext cx="1834200" cy="3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69" name="Google Shape;1469;p15">
            <a:hlinkClick/>
          </p:cNvPr>
          <p:cNvSpPr txBox="1"/>
          <p:nvPr>
            <p:ph idx="2" type="title"/>
          </p:nvPr>
        </p:nvSpPr>
        <p:spPr>
          <a:xfrm>
            <a:off x="4129498" y="2449552"/>
            <a:ext cx="1834200" cy="3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70" name="Google Shape;1470;p15">
            <a:hlinkClick/>
          </p:cNvPr>
          <p:cNvSpPr txBox="1"/>
          <p:nvPr>
            <p:ph idx="3" type="title"/>
          </p:nvPr>
        </p:nvSpPr>
        <p:spPr>
          <a:xfrm>
            <a:off x="6312572" y="2448657"/>
            <a:ext cx="1834200" cy="3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71" name="Google Shape;1471;p15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5"/>
          <p:cNvSpPr txBox="1"/>
          <p:nvPr>
            <p:ph idx="1" type="subTitle"/>
          </p:nvPr>
        </p:nvSpPr>
        <p:spPr>
          <a:xfrm>
            <a:off x="1907775" y="2842375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3" name="Google Shape;1473;p15"/>
          <p:cNvSpPr txBox="1"/>
          <p:nvPr>
            <p:ph idx="4" type="subTitle"/>
          </p:nvPr>
        </p:nvSpPr>
        <p:spPr>
          <a:xfrm>
            <a:off x="6312571" y="2853180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4" name="Google Shape;1474;p15"/>
          <p:cNvSpPr txBox="1"/>
          <p:nvPr>
            <p:ph idx="5" type="subTitle"/>
          </p:nvPr>
        </p:nvSpPr>
        <p:spPr>
          <a:xfrm>
            <a:off x="4129406" y="2843741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5" name="Google Shape;1475;p15"/>
          <p:cNvSpPr txBox="1"/>
          <p:nvPr>
            <p:ph hasCustomPrompt="1" idx="6" type="title"/>
          </p:nvPr>
        </p:nvSpPr>
        <p:spPr>
          <a:xfrm>
            <a:off x="2174925" y="18073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6" name="Google Shape;1476;p15"/>
          <p:cNvSpPr txBox="1"/>
          <p:nvPr>
            <p:ph hasCustomPrompt="1" idx="7" type="title"/>
          </p:nvPr>
        </p:nvSpPr>
        <p:spPr>
          <a:xfrm>
            <a:off x="4396600" y="18073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7" name="Google Shape;1477;p15"/>
          <p:cNvSpPr txBox="1"/>
          <p:nvPr>
            <p:ph hasCustomPrompt="1" idx="8" type="title"/>
          </p:nvPr>
        </p:nvSpPr>
        <p:spPr>
          <a:xfrm>
            <a:off x="6618275" y="18073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478" name="Google Shape;1478;p15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1479" name="Google Shape;1479;p15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1480" name="Google Shape;1480;p15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15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15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15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15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15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15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15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15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15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15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15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15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15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15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15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15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15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15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15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15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15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15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15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15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15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15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15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15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15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15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15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15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15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15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15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15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15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15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15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15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15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15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15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15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15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15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15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15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15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15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15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15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15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15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5" name="Google Shape;1535;p15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1536" name="Google Shape;1536;p15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15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15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5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5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5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5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5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15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15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15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15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15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15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15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15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15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15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15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15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15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15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15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15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15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15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15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15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15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15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15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15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15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15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15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15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15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15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15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15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15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15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15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15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15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15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15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15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15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15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15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15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15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15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15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1" name="Google Shape;1591;p15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1592" name="Google Shape;1592;p15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15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15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15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15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15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15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15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15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15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15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15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15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15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15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15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15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15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15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15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15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15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15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15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15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15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15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15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15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15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15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15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15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15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15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15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15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15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15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15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15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15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15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15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15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15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15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15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15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15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15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15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15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15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15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5"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" name="Google Shape;1648;p16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649" name="Google Shape;1649;p16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6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6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6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6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6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6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6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6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6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6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6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16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16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6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6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6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6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6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6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6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6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6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6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6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6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6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6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6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6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6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6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6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6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6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6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6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6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6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6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6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6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6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6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6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16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16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6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16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16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16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16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6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6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16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16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16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16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16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16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16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16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16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2" name="Google Shape;1712;p16"/>
          <p:cNvSpPr txBox="1"/>
          <p:nvPr>
            <p:ph type="title"/>
          </p:nvPr>
        </p:nvSpPr>
        <p:spPr>
          <a:xfrm>
            <a:off x="3215100" y="1707933"/>
            <a:ext cx="3933000" cy="8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3" name="Google Shape;1713;p16"/>
          <p:cNvSpPr txBox="1"/>
          <p:nvPr>
            <p:ph idx="1" type="subTitle"/>
          </p:nvPr>
        </p:nvSpPr>
        <p:spPr>
          <a:xfrm>
            <a:off x="3534450" y="2642770"/>
            <a:ext cx="3294300" cy="9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14" name="Google Shape;1714;p16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6"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6" name="Google Shape;1716;p17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717" name="Google Shape;1717;p17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7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7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7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7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17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17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17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17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17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17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17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17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17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17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17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17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17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7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7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7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7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7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7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7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7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7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7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17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17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17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7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7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7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17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17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17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17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17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17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17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17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17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17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7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17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17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7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17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17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7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17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17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17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17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7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7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17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17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17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17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17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17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17"/>
          <p:cNvSpPr txBox="1"/>
          <p:nvPr>
            <p:ph type="title"/>
          </p:nvPr>
        </p:nvSpPr>
        <p:spPr>
          <a:xfrm>
            <a:off x="2141674" y="2858680"/>
            <a:ext cx="54726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81" name="Google Shape;1781;p17"/>
          <p:cNvSpPr txBox="1"/>
          <p:nvPr>
            <p:ph idx="1" type="subTitle"/>
          </p:nvPr>
        </p:nvSpPr>
        <p:spPr>
          <a:xfrm>
            <a:off x="2141675" y="1671751"/>
            <a:ext cx="5472600" cy="11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82" name="Google Shape;1782;p17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7"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4" name="Google Shape;1784;p18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785" name="Google Shape;1785;p18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18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8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8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18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18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18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18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18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18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18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18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8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8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8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8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18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18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18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18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8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18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18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8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8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18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18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8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8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18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18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8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8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8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8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18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8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18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8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18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18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8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18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18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18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18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18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18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18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18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18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18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18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18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18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8" name="Google Shape;1848;p18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18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50" name="Google Shape;1850;p18"/>
          <p:cNvSpPr txBox="1"/>
          <p:nvPr>
            <p:ph idx="1" type="subTitle"/>
          </p:nvPr>
        </p:nvSpPr>
        <p:spPr>
          <a:xfrm>
            <a:off x="2854600" y="1838550"/>
            <a:ext cx="4172700" cy="20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1" name="Google Shape;1851;p18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8"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3" name="Google Shape;1853;p19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854" name="Google Shape;1854;p19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19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19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19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19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19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9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9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9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9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9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19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19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19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19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19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19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19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19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19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9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9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9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19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19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19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19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19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19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19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19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19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19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19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19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19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19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19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19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19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19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19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19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19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19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19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19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19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19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19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19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19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19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19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19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19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19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19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19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19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19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19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19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7" name="Google Shape;1917;p19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9"/>
          <p:cNvSpPr txBox="1"/>
          <p:nvPr>
            <p:ph type="title"/>
          </p:nvPr>
        </p:nvSpPr>
        <p:spPr>
          <a:xfrm>
            <a:off x="2986250" y="1475287"/>
            <a:ext cx="2253900" cy="14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19" name="Google Shape;1919;p19"/>
          <p:cNvSpPr txBox="1"/>
          <p:nvPr>
            <p:ph idx="1" type="subTitle"/>
          </p:nvPr>
        </p:nvSpPr>
        <p:spPr>
          <a:xfrm>
            <a:off x="2986250" y="3033695"/>
            <a:ext cx="2253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0" name="Google Shape;1920;p19"/>
          <p:cNvSpPr txBox="1"/>
          <p:nvPr>
            <p:ph hasCustomPrompt="1" idx="2" type="title"/>
          </p:nvPr>
        </p:nvSpPr>
        <p:spPr>
          <a:xfrm>
            <a:off x="1780875" y="1451698"/>
            <a:ext cx="13119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921" name="Google Shape;1921;p19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3" name="Google Shape;1923;p20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1924" name="Google Shape;1924;p20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7" name="Google Shape;1987;p20"/>
          <p:cNvGrpSpPr/>
          <p:nvPr/>
        </p:nvGrpSpPr>
        <p:grpSpPr>
          <a:xfrm>
            <a:off x="8028966" y="-300043"/>
            <a:ext cx="1510076" cy="1521869"/>
            <a:chOff x="8028966" y="-300043"/>
            <a:chExt cx="1510076" cy="1521869"/>
          </a:xfrm>
        </p:grpSpPr>
        <p:grpSp>
          <p:nvGrpSpPr>
            <p:cNvPr id="1988" name="Google Shape;1988;p20"/>
            <p:cNvGrpSpPr/>
            <p:nvPr/>
          </p:nvGrpSpPr>
          <p:grpSpPr>
            <a:xfrm rot="-9059125">
              <a:off x="8765987" y="267851"/>
              <a:ext cx="601717" cy="862157"/>
              <a:chOff x="2411925" y="2010000"/>
              <a:chExt cx="327850" cy="469775"/>
            </a:xfrm>
          </p:grpSpPr>
          <p:sp>
            <p:nvSpPr>
              <p:cNvPr id="1989" name="Google Shape;1989;p20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20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20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20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20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20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20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20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20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20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20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0" name="Google Shape;2000;p20"/>
            <p:cNvGrpSpPr/>
            <p:nvPr/>
          </p:nvGrpSpPr>
          <p:grpSpPr>
            <a:xfrm flipH="1" rot="-6300096">
              <a:off x="8222401" y="-328968"/>
              <a:ext cx="601754" cy="862239"/>
              <a:chOff x="2411925" y="2010000"/>
              <a:chExt cx="327850" cy="469775"/>
            </a:xfrm>
          </p:grpSpPr>
          <p:sp>
            <p:nvSpPr>
              <p:cNvPr id="2001" name="Google Shape;2001;p20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20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20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20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20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20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20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20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20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20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20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2" name="Google Shape;2012;p20"/>
            <p:cNvGrpSpPr/>
            <p:nvPr/>
          </p:nvGrpSpPr>
          <p:grpSpPr>
            <a:xfrm rot="-5400000">
              <a:off x="8375507" y="97875"/>
              <a:ext cx="779500" cy="607200"/>
              <a:chOff x="3861625" y="635150"/>
              <a:chExt cx="779500" cy="607200"/>
            </a:xfrm>
          </p:grpSpPr>
          <p:sp>
            <p:nvSpPr>
              <p:cNvPr id="2013" name="Google Shape;2013;p20"/>
              <p:cNvSpPr/>
              <p:nvPr/>
            </p:nvSpPr>
            <p:spPr>
              <a:xfrm>
                <a:off x="3881650" y="655975"/>
                <a:ext cx="759475" cy="586375"/>
              </a:xfrm>
              <a:custGeom>
                <a:rect b="b" l="l" r="r" t="t"/>
                <a:pathLst>
                  <a:path extrusionOk="0" h="23455" w="30379">
                    <a:moveTo>
                      <a:pt x="5186" y="1"/>
                    </a:moveTo>
                    <a:cubicBezTo>
                      <a:pt x="5028" y="1"/>
                      <a:pt x="4883" y="213"/>
                      <a:pt x="5043" y="355"/>
                    </a:cubicBezTo>
                    <a:cubicBezTo>
                      <a:pt x="7417" y="2683"/>
                      <a:pt x="10179" y="5673"/>
                      <a:pt x="10544" y="9143"/>
                    </a:cubicBezTo>
                    <a:cubicBezTo>
                      <a:pt x="7554" y="6586"/>
                      <a:pt x="3537" y="4760"/>
                      <a:pt x="318" y="3596"/>
                    </a:cubicBezTo>
                    <a:cubicBezTo>
                      <a:pt x="293" y="3587"/>
                      <a:pt x="270" y="3583"/>
                      <a:pt x="248" y="3583"/>
                    </a:cubicBezTo>
                    <a:cubicBezTo>
                      <a:pt x="52" y="3583"/>
                      <a:pt x="1" y="3925"/>
                      <a:pt x="227" y="4007"/>
                    </a:cubicBezTo>
                    <a:cubicBezTo>
                      <a:pt x="3468" y="5194"/>
                      <a:pt x="7622" y="7066"/>
                      <a:pt x="10590" y="9690"/>
                    </a:cubicBezTo>
                    <a:cubicBezTo>
                      <a:pt x="10590" y="9713"/>
                      <a:pt x="12963" y="12178"/>
                      <a:pt x="13602" y="13479"/>
                    </a:cubicBezTo>
                    <a:cubicBezTo>
                      <a:pt x="11343" y="12521"/>
                      <a:pt x="9060" y="11653"/>
                      <a:pt x="6709" y="10923"/>
                    </a:cubicBezTo>
                    <a:cubicBezTo>
                      <a:pt x="6684" y="10914"/>
                      <a:pt x="6661" y="10910"/>
                      <a:pt x="6639" y="10910"/>
                    </a:cubicBezTo>
                    <a:cubicBezTo>
                      <a:pt x="6443" y="10910"/>
                      <a:pt x="6392" y="11249"/>
                      <a:pt x="6618" y="11311"/>
                    </a:cubicBezTo>
                    <a:cubicBezTo>
                      <a:pt x="10179" y="12452"/>
                      <a:pt x="13602" y="13845"/>
                      <a:pt x="16935" y="15465"/>
                    </a:cubicBezTo>
                    <a:cubicBezTo>
                      <a:pt x="14872" y="15752"/>
                      <a:pt x="12823" y="15912"/>
                      <a:pt x="10755" y="15912"/>
                    </a:cubicBezTo>
                    <a:cubicBezTo>
                      <a:pt x="10192" y="15912"/>
                      <a:pt x="9627" y="15901"/>
                      <a:pt x="9060" y="15876"/>
                    </a:cubicBezTo>
                    <a:cubicBezTo>
                      <a:pt x="8786" y="15876"/>
                      <a:pt x="8809" y="16287"/>
                      <a:pt x="9060" y="16287"/>
                    </a:cubicBezTo>
                    <a:cubicBezTo>
                      <a:pt x="9686" y="16317"/>
                      <a:pt x="10310" y="16331"/>
                      <a:pt x="10932" y="16331"/>
                    </a:cubicBezTo>
                    <a:cubicBezTo>
                      <a:pt x="13168" y="16331"/>
                      <a:pt x="15383" y="16142"/>
                      <a:pt x="17597" y="15785"/>
                    </a:cubicBezTo>
                    <a:cubicBezTo>
                      <a:pt x="18647" y="16310"/>
                      <a:pt x="19697" y="16858"/>
                      <a:pt x="20724" y="17428"/>
                    </a:cubicBezTo>
                    <a:cubicBezTo>
                      <a:pt x="21066" y="17656"/>
                      <a:pt x="27069" y="21263"/>
                      <a:pt x="29900" y="23408"/>
                    </a:cubicBezTo>
                    <a:cubicBezTo>
                      <a:pt x="29946" y="23441"/>
                      <a:pt x="29994" y="23454"/>
                      <a:pt x="30041" y="23454"/>
                    </a:cubicBezTo>
                    <a:cubicBezTo>
                      <a:pt x="30226" y="23454"/>
                      <a:pt x="30379" y="23239"/>
                      <a:pt x="30196" y="23112"/>
                    </a:cubicBezTo>
                    <a:cubicBezTo>
                      <a:pt x="27298" y="20898"/>
                      <a:pt x="24262" y="18935"/>
                      <a:pt x="21135" y="17177"/>
                    </a:cubicBezTo>
                    <a:cubicBezTo>
                      <a:pt x="20884" y="13890"/>
                      <a:pt x="18487" y="10626"/>
                      <a:pt x="16798" y="7956"/>
                    </a:cubicBezTo>
                    <a:cubicBezTo>
                      <a:pt x="16758" y="7889"/>
                      <a:pt x="16698" y="7861"/>
                      <a:pt x="16638" y="7861"/>
                    </a:cubicBezTo>
                    <a:cubicBezTo>
                      <a:pt x="16492" y="7861"/>
                      <a:pt x="16343" y="8023"/>
                      <a:pt x="16456" y="8184"/>
                    </a:cubicBezTo>
                    <a:cubicBezTo>
                      <a:pt x="18053" y="10740"/>
                      <a:pt x="20336" y="13822"/>
                      <a:pt x="20678" y="16949"/>
                    </a:cubicBezTo>
                    <a:cubicBezTo>
                      <a:pt x="19788" y="16447"/>
                      <a:pt x="18875" y="15967"/>
                      <a:pt x="17962" y="15511"/>
                    </a:cubicBezTo>
                    <a:cubicBezTo>
                      <a:pt x="17757" y="15397"/>
                      <a:pt x="15337" y="14233"/>
                      <a:pt x="14150" y="13731"/>
                    </a:cubicBezTo>
                    <a:cubicBezTo>
                      <a:pt x="14150" y="13685"/>
                      <a:pt x="12347" y="10740"/>
                      <a:pt x="11000" y="9531"/>
                    </a:cubicBezTo>
                    <a:cubicBezTo>
                      <a:pt x="10795" y="5765"/>
                      <a:pt x="7873" y="2569"/>
                      <a:pt x="5317" y="58"/>
                    </a:cubicBezTo>
                    <a:cubicBezTo>
                      <a:pt x="5277" y="18"/>
                      <a:pt x="5231" y="1"/>
                      <a:pt x="5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20"/>
              <p:cNvSpPr/>
              <p:nvPr/>
            </p:nvSpPr>
            <p:spPr>
              <a:xfrm>
                <a:off x="4270775" y="831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32" y="0"/>
                    </a:moveTo>
                    <a:cubicBezTo>
                      <a:pt x="480" y="0"/>
                      <a:pt x="23" y="449"/>
                      <a:pt x="0" y="1028"/>
                    </a:cubicBezTo>
                    <a:cubicBezTo>
                      <a:pt x="0" y="1599"/>
                      <a:pt x="457" y="2078"/>
                      <a:pt x="1028" y="2101"/>
                    </a:cubicBezTo>
                    <a:cubicBezTo>
                      <a:pt x="1621" y="2101"/>
                      <a:pt x="2100" y="1644"/>
                      <a:pt x="2100" y="1074"/>
                    </a:cubicBezTo>
                    <a:cubicBezTo>
                      <a:pt x="2123" y="480"/>
                      <a:pt x="1667" y="1"/>
                      <a:pt x="1073" y="1"/>
                    </a:cubicBezTo>
                    <a:cubicBezTo>
                      <a:pt x="1060" y="0"/>
                      <a:pt x="1046" y="0"/>
                      <a:pt x="1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20"/>
              <p:cNvSpPr/>
              <p:nvPr/>
            </p:nvSpPr>
            <p:spPr>
              <a:xfrm>
                <a:off x="3861625" y="724725"/>
                <a:ext cx="53100" cy="52550"/>
              </a:xfrm>
              <a:custGeom>
                <a:rect b="b" l="l" r="r" t="t"/>
                <a:pathLst>
                  <a:path extrusionOk="0" h="2102" w="2124">
                    <a:moveTo>
                      <a:pt x="1054" y="1"/>
                    </a:moveTo>
                    <a:cubicBezTo>
                      <a:pt x="480" y="1"/>
                      <a:pt x="24" y="450"/>
                      <a:pt x="24" y="1029"/>
                    </a:cubicBezTo>
                    <a:cubicBezTo>
                      <a:pt x="1" y="1599"/>
                      <a:pt x="457" y="2079"/>
                      <a:pt x="1051" y="2102"/>
                    </a:cubicBezTo>
                    <a:cubicBezTo>
                      <a:pt x="1621" y="2102"/>
                      <a:pt x="2101" y="1645"/>
                      <a:pt x="2123" y="1074"/>
                    </a:cubicBezTo>
                    <a:cubicBezTo>
                      <a:pt x="2123" y="481"/>
                      <a:pt x="1667" y="2"/>
                      <a:pt x="1096" y="2"/>
                    </a:cubicBezTo>
                    <a:cubicBezTo>
                      <a:pt x="1082" y="1"/>
                      <a:pt x="1068" y="1"/>
                      <a:pt x="10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20"/>
              <p:cNvSpPr/>
              <p:nvPr/>
            </p:nvSpPr>
            <p:spPr>
              <a:xfrm>
                <a:off x="3984325" y="635150"/>
                <a:ext cx="53075" cy="52525"/>
              </a:xfrm>
              <a:custGeom>
                <a:rect b="b" l="l" r="r" t="t"/>
                <a:pathLst>
                  <a:path extrusionOk="0" h="2101" w="2123">
                    <a:moveTo>
                      <a:pt x="1053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79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6" y="1"/>
                      <a:pt x="1096" y="1"/>
                    </a:cubicBezTo>
                    <a:cubicBezTo>
                      <a:pt x="1082" y="0"/>
                      <a:pt x="1067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20"/>
              <p:cNvSpPr/>
              <p:nvPr/>
            </p:nvSpPr>
            <p:spPr>
              <a:xfrm>
                <a:off x="4023700" y="910775"/>
                <a:ext cx="53075" cy="52550"/>
              </a:xfrm>
              <a:custGeom>
                <a:rect b="b" l="l" r="r" t="t"/>
                <a:pathLst>
                  <a:path extrusionOk="0" h="2102" w="2123">
                    <a:moveTo>
                      <a:pt x="1073" y="1"/>
                    </a:moveTo>
                    <a:cubicBezTo>
                      <a:pt x="502" y="1"/>
                      <a:pt x="23" y="457"/>
                      <a:pt x="23" y="1028"/>
                    </a:cubicBezTo>
                    <a:cubicBezTo>
                      <a:pt x="0" y="1621"/>
                      <a:pt x="457" y="2101"/>
                      <a:pt x="1050" y="2101"/>
                    </a:cubicBezTo>
                    <a:cubicBezTo>
                      <a:pt x="1063" y="2101"/>
                      <a:pt x="1076" y="2101"/>
                      <a:pt x="1089" y="2101"/>
                    </a:cubicBezTo>
                    <a:cubicBezTo>
                      <a:pt x="1642" y="2101"/>
                      <a:pt x="2101" y="1631"/>
                      <a:pt x="2123" y="1073"/>
                    </a:cubicBezTo>
                    <a:cubicBezTo>
                      <a:pt x="2123" y="503"/>
                      <a:pt x="1666" y="23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20"/>
              <p:cNvSpPr/>
              <p:nvPr/>
            </p:nvSpPr>
            <p:spPr>
              <a:xfrm>
                <a:off x="4081325" y="1033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54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80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7" y="1"/>
                      <a:pt x="1096" y="1"/>
                    </a:cubicBezTo>
                    <a:cubicBezTo>
                      <a:pt x="1082" y="1"/>
                      <a:pt x="1068" y="0"/>
                      <a:pt x="1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9" name="Google Shape;2019;p20"/>
            <p:cNvSpPr/>
            <p:nvPr/>
          </p:nvSpPr>
          <p:spPr>
            <a:xfrm flipH="1" rot="10800000">
              <a:off x="8877085" y="176018"/>
              <a:ext cx="379548" cy="938579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0"/>
            <p:cNvSpPr/>
            <p:nvPr/>
          </p:nvSpPr>
          <p:spPr>
            <a:xfrm flipH="1" rot="10800000">
              <a:off x="8935171" y="193583"/>
              <a:ext cx="131042" cy="931844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0"/>
            <p:cNvSpPr/>
            <p:nvPr/>
          </p:nvSpPr>
          <p:spPr>
            <a:xfrm flipH="1" rot="10800000">
              <a:off x="8062759" y="-45440"/>
              <a:ext cx="921067" cy="415973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0"/>
            <p:cNvSpPr/>
            <p:nvPr/>
          </p:nvSpPr>
          <p:spPr>
            <a:xfrm flipH="1" rot="10800000">
              <a:off x="8107320" y="199"/>
              <a:ext cx="875160" cy="203891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0"/>
            <p:cNvSpPr/>
            <p:nvPr/>
          </p:nvSpPr>
          <p:spPr>
            <a:xfrm flipH="1" rot="10800000">
              <a:off x="8927035" y="3701"/>
              <a:ext cx="206693" cy="196078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0"/>
            <p:cNvSpPr/>
            <p:nvPr/>
          </p:nvSpPr>
          <p:spPr>
            <a:xfrm flipH="1" rot="10800000">
              <a:off x="8993202" y="134690"/>
              <a:ext cx="208040" cy="195055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0"/>
            <p:cNvSpPr/>
            <p:nvPr/>
          </p:nvSpPr>
          <p:spPr>
            <a:xfrm flipH="1" rot="10800000">
              <a:off x="9140409" y="141371"/>
              <a:ext cx="62180" cy="62558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0"/>
            <p:cNvSpPr/>
            <p:nvPr/>
          </p:nvSpPr>
          <p:spPr>
            <a:xfrm flipH="1" rot="10800000">
              <a:off x="9139062" y="176018"/>
              <a:ext cx="74358" cy="18967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0"/>
            <p:cNvSpPr/>
            <p:nvPr/>
          </p:nvSpPr>
          <p:spPr>
            <a:xfrm flipH="1" rot="10800000">
              <a:off x="9068853" y="-9392"/>
              <a:ext cx="39226" cy="61318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0"/>
            <p:cNvSpPr/>
            <p:nvPr/>
          </p:nvSpPr>
          <p:spPr>
            <a:xfrm flipH="1" rot="10800000">
              <a:off x="9056676" y="19758"/>
              <a:ext cx="78399" cy="52859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9" name="Google Shape;2029;p20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030" name="Google Shape;2030;p20"/>
          <p:cNvSpPr txBox="1"/>
          <p:nvPr>
            <p:ph idx="1" type="subTitle"/>
          </p:nvPr>
        </p:nvSpPr>
        <p:spPr>
          <a:xfrm>
            <a:off x="1886481" y="1834232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1" name="Google Shape;2031;p20"/>
          <p:cNvSpPr txBox="1"/>
          <p:nvPr>
            <p:ph idx="2" type="subTitle"/>
          </p:nvPr>
        </p:nvSpPr>
        <p:spPr>
          <a:xfrm>
            <a:off x="1886481" y="1435982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032" name="Google Shape;2032;p20"/>
          <p:cNvSpPr txBox="1"/>
          <p:nvPr>
            <p:ph idx="3" type="subTitle"/>
          </p:nvPr>
        </p:nvSpPr>
        <p:spPr>
          <a:xfrm>
            <a:off x="1886481" y="3712879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3" name="Google Shape;2033;p20"/>
          <p:cNvSpPr txBox="1"/>
          <p:nvPr>
            <p:ph idx="4" type="subTitle"/>
          </p:nvPr>
        </p:nvSpPr>
        <p:spPr>
          <a:xfrm>
            <a:off x="1886481" y="3324154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034" name="Google Shape;2034;p20"/>
          <p:cNvSpPr txBox="1"/>
          <p:nvPr>
            <p:ph idx="5" type="subTitle"/>
          </p:nvPr>
        </p:nvSpPr>
        <p:spPr>
          <a:xfrm>
            <a:off x="5310089" y="1834232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5" name="Google Shape;2035;p20"/>
          <p:cNvSpPr txBox="1"/>
          <p:nvPr>
            <p:ph idx="6" type="subTitle"/>
          </p:nvPr>
        </p:nvSpPr>
        <p:spPr>
          <a:xfrm>
            <a:off x="5310089" y="1435982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036" name="Google Shape;2036;p20"/>
          <p:cNvSpPr txBox="1"/>
          <p:nvPr>
            <p:ph idx="7" type="subTitle"/>
          </p:nvPr>
        </p:nvSpPr>
        <p:spPr>
          <a:xfrm>
            <a:off x="5310089" y="3712879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7" name="Google Shape;2037;p20"/>
          <p:cNvSpPr txBox="1"/>
          <p:nvPr>
            <p:ph idx="8" type="subTitle"/>
          </p:nvPr>
        </p:nvSpPr>
        <p:spPr>
          <a:xfrm>
            <a:off x="5310089" y="3324154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038" name="Google Shape;2038;p20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1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0" name="Google Shape;2040;p21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041" name="Google Shape;2041;p21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1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1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1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1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1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1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1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1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1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1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1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1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1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1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1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1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1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1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1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1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1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1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1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1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1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1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1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1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1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1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1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1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1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1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1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1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1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1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1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1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1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1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1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1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1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1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1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1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1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1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1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1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1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1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1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1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1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1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1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1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1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1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4" name="Google Shape;2104;p21"/>
          <p:cNvGrpSpPr/>
          <p:nvPr/>
        </p:nvGrpSpPr>
        <p:grpSpPr>
          <a:xfrm>
            <a:off x="8028966" y="-300043"/>
            <a:ext cx="1510076" cy="1521869"/>
            <a:chOff x="8028966" y="-300043"/>
            <a:chExt cx="1510076" cy="1521869"/>
          </a:xfrm>
        </p:grpSpPr>
        <p:grpSp>
          <p:nvGrpSpPr>
            <p:cNvPr id="2105" name="Google Shape;2105;p21"/>
            <p:cNvGrpSpPr/>
            <p:nvPr/>
          </p:nvGrpSpPr>
          <p:grpSpPr>
            <a:xfrm rot="-9059125">
              <a:off x="8765987" y="267851"/>
              <a:ext cx="601717" cy="862157"/>
              <a:chOff x="2411925" y="2010000"/>
              <a:chExt cx="327850" cy="469775"/>
            </a:xfrm>
          </p:grpSpPr>
          <p:sp>
            <p:nvSpPr>
              <p:cNvPr id="2106" name="Google Shape;2106;p21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21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21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21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21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21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21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21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21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21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21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7" name="Google Shape;2117;p21"/>
            <p:cNvGrpSpPr/>
            <p:nvPr/>
          </p:nvGrpSpPr>
          <p:grpSpPr>
            <a:xfrm flipH="1" rot="-6300096">
              <a:off x="8222401" y="-328968"/>
              <a:ext cx="601754" cy="862239"/>
              <a:chOff x="2411925" y="2010000"/>
              <a:chExt cx="327850" cy="469775"/>
            </a:xfrm>
          </p:grpSpPr>
          <p:sp>
            <p:nvSpPr>
              <p:cNvPr id="2118" name="Google Shape;2118;p21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21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21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21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21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21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21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21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21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21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21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9" name="Google Shape;2129;p21"/>
            <p:cNvGrpSpPr/>
            <p:nvPr/>
          </p:nvGrpSpPr>
          <p:grpSpPr>
            <a:xfrm rot="-5400000">
              <a:off x="8375507" y="97875"/>
              <a:ext cx="779500" cy="607200"/>
              <a:chOff x="3861625" y="635150"/>
              <a:chExt cx="779500" cy="607200"/>
            </a:xfrm>
          </p:grpSpPr>
          <p:sp>
            <p:nvSpPr>
              <p:cNvPr id="2130" name="Google Shape;2130;p21"/>
              <p:cNvSpPr/>
              <p:nvPr/>
            </p:nvSpPr>
            <p:spPr>
              <a:xfrm>
                <a:off x="3881650" y="655975"/>
                <a:ext cx="759475" cy="586375"/>
              </a:xfrm>
              <a:custGeom>
                <a:rect b="b" l="l" r="r" t="t"/>
                <a:pathLst>
                  <a:path extrusionOk="0" h="23455" w="30379">
                    <a:moveTo>
                      <a:pt x="5186" y="1"/>
                    </a:moveTo>
                    <a:cubicBezTo>
                      <a:pt x="5028" y="1"/>
                      <a:pt x="4883" y="213"/>
                      <a:pt x="5043" y="355"/>
                    </a:cubicBezTo>
                    <a:cubicBezTo>
                      <a:pt x="7417" y="2683"/>
                      <a:pt x="10179" y="5673"/>
                      <a:pt x="10544" y="9143"/>
                    </a:cubicBezTo>
                    <a:cubicBezTo>
                      <a:pt x="7554" y="6586"/>
                      <a:pt x="3537" y="4760"/>
                      <a:pt x="318" y="3596"/>
                    </a:cubicBezTo>
                    <a:cubicBezTo>
                      <a:pt x="293" y="3587"/>
                      <a:pt x="270" y="3583"/>
                      <a:pt x="248" y="3583"/>
                    </a:cubicBezTo>
                    <a:cubicBezTo>
                      <a:pt x="52" y="3583"/>
                      <a:pt x="1" y="3925"/>
                      <a:pt x="227" y="4007"/>
                    </a:cubicBezTo>
                    <a:cubicBezTo>
                      <a:pt x="3468" y="5194"/>
                      <a:pt x="7622" y="7066"/>
                      <a:pt x="10590" y="9690"/>
                    </a:cubicBezTo>
                    <a:cubicBezTo>
                      <a:pt x="10590" y="9713"/>
                      <a:pt x="12963" y="12178"/>
                      <a:pt x="13602" y="13479"/>
                    </a:cubicBezTo>
                    <a:cubicBezTo>
                      <a:pt x="11343" y="12521"/>
                      <a:pt x="9060" y="11653"/>
                      <a:pt x="6709" y="10923"/>
                    </a:cubicBezTo>
                    <a:cubicBezTo>
                      <a:pt x="6684" y="10914"/>
                      <a:pt x="6661" y="10910"/>
                      <a:pt x="6639" y="10910"/>
                    </a:cubicBezTo>
                    <a:cubicBezTo>
                      <a:pt x="6443" y="10910"/>
                      <a:pt x="6392" y="11249"/>
                      <a:pt x="6618" y="11311"/>
                    </a:cubicBezTo>
                    <a:cubicBezTo>
                      <a:pt x="10179" y="12452"/>
                      <a:pt x="13602" y="13845"/>
                      <a:pt x="16935" y="15465"/>
                    </a:cubicBezTo>
                    <a:cubicBezTo>
                      <a:pt x="14872" y="15752"/>
                      <a:pt x="12823" y="15912"/>
                      <a:pt x="10755" y="15912"/>
                    </a:cubicBezTo>
                    <a:cubicBezTo>
                      <a:pt x="10192" y="15912"/>
                      <a:pt x="9627" y="15901"/>
                      <a:pt x="9060" y="15876"/>
                    </a:cubicBezTo>
                    <a:cubicBezTo>
                      <a:pt x="8786" y="15876"/>
                      <a:pt x="8809" y="16287"/>
                      <a:pt x="9060" y="16287"/>
                    </a:cubicBezTo>
                    <a:cubicBezTo>
                      <a:pt x="9686" y="16317"/>
                      <a:pt x="10310" y="16331"/>
                      <a:pt x="10932" y="16331"/>
                    </a:cubicBezTo>
                    <a:cubicBezTo>
                      <a:pt x="13168" y="16331"/>
                      <a:pt x="15383" y="16142"/>
                      <a:pt x="17597" y="15785"/>
                    </a:cubicBezTo>
                    <a:cubicBezTo>
                      <a:pt x="18647" y="16310"/>
                      <a:pt x="19697" y="16858"/>
                      <a:pt x="20724" y="17428"/>
                    </a:cubicBezTo>
                    <a:cubicBezTo>
                      <a:pt x="21066" y="17656"/>
                      <a:pt x="27069" y="21263"/>
                      <a:pt x="29900" y="23408"/>
                    </a:cubicBezTo>
                    <a:cubicBezTo>
                      <a:pt x="29946" y="23441"/>
                      <a:pt x="29994" y="23454"/>
                      <a:pt x="30041" y="23454"/>
                    </a:cubicBezTo>
                    <a:cubicBezTo>
                      <a:pt x="30226" y="23454"/>
                      <a:pt x="30379" y="23239"/>
                      <a:pt x="30196" y="23112"/>
                    </a:cubicBezTo>
                    <a:cubicBezTo>
                      <a:pt x="27298" y="20898"/>
                      <a:pt x="24262" y="18935"/>
                      <a:pt x="21135" y="17177"/>
                    </a:cubicBezTo>
                    <a:cubicBezTo>
                      <a:pt x="20884" y="13890"/>
                      <a:pt x="18487" y="10626"/>
                      <a:pt x="16798" y="7956"/>
                    </a:cubicBezTo>
                    <a:cubicBezTo>
                      <a:pt x="16758" y="7889"/>
                      <a:pt x="16698" y="7861"/>
                      <a:pt x="16638" y="7861"/>
                    </a:cubicBezTo>
                    <a:cubicBezTo>
                      <a:pt x="16492" y="7861"/>
                      <a:pt x="16343" y="8023"/>
                      <a:pt x="16456" y="8184"/>
                    </a:cubicBezTo>
                    <a:cubicBezTo>
                      <a:pt x="18053" y="10740"/>
                      <a:pt x="20336" y="13822"/>
                      <a:pt x="20678" y="16949"/>
                    </a:cubicBezTo>
                    <a:cubicBezTo>
                      <a:pt x="19788" y="16447"/>
                      <a:pt x="18875" y="15967"/>
                      <a:pt x="17962" y="15511"/>
                    </a:cubicBezTo>
                    <a:cubicBezTo>
                      <a:pt x="17757" y="15397"/>
                      <a:pt x="15337" y="14233"/>
                      <a:pt x="14150" y="13731"/>
                    </a:cubicBezTo>
                    <a:cubicBezTo>
                      <a:pt x="14150" y="13685"/>
                      <a:pt x="12347" y="10740"/>
                      <a:pt x="11000" y="9531"/>
                    </a:cubicBezTo>
                    <a:cubicBezTo>
                      <a:pt x="10795" y="5765"/>
                      <a:pt x="7873" y="2569"/>
                      <a:pt x="5317" y="58"/>
                    </a:cubicBezTo>
                    <a:cubicBezTo>
                      <a:pt x="5277" y="18"/>
                      <a:pt x="5231" y="1"/>
                      <a:pt x="5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21"/>
              <p:cNvSpPr/>
              <p:nvPr/>
            </p:nvSpPr>
            <p:spPr>
              <a:xfrm>
                <a:off x="4270775" y="831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32" y="0"/>
                    </a:moveTo>
                    <a:cubicBezTo>
                      <a:pt x="480" y="0"/>
                      <a:pt x="23" y="449"/>
                      <a:pt x="0" y="1028"/>
                    </a:cubicBezTo>
                    <a:cubicBezTo>
                      <a:pt x="0" y="1599"/>
                      <a:pt x="457" y="2078"/>
                      <a:pt x="1028" y="2101"/>
                    </a:cubicBezTo>
                    <a:cubicBezTo>
                      <a:pt x="1621" y="2101"/>
                      <a:pt x="2100" y="1644"/>
                      <a:pt x="2100" y="1074"/>
                    </a:cubicBezTo>
                    <a:cubicBezTo>
                      <a:pt x="2123" y="480"/>
                      <a:pt x="1667" y="1"/>
                      <a:pt x="1073" y="1"/>
                    </a:cubicBezTo>
                    <a:cubicBezTo>
                      <a:pt x="1060" y="0"/>
                      <a:pt x="1046" y="0"/>
                      <a:pt x="1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21"/>
              <p:cNvSpPr/>
              <p:nvPr/>
            </p:nvSpPr>
            <p:spPr>
              <a:xfrm>
                <a:off x="3861625" y="724725"/>
                <a:ext cx="53100" cy="52550"/>
              </a:xfrm>
              <a:custGeom>
                <a:rect b="b" l="l" r="r" t="t"/>
                <a:pathLst>
                  <a:path extrusionOk="0" h="2102" w="2124">
                    <a:moveTo>
                      <a:pt x="1054" y="1"/>
                    </a:moveTo>
                    <a:cubicBezTo>
                      <a:pt x="480" y="1"/>
                      <a:pt x="24" y="450"/>
                      <a:pt x="24" y="1029"/>
                    </a:cubicBezTo>
                    <a:cubicBezTo>
                      <a:pt x="1" y="1599"/>
                      <a:pt x="457" y="2079"/>
                      <a:pt x="1051" y="2102"/>
                    </a:cubicBezTo>
                    <a:cubicBezTo>
                      <a:pt x="1621" y="2102"/>
                      <a:pt x="2101" y="1645"/>
                      <a:pt x="2123" y="1074"/>
                    </a:cubicBezTo>
                    <a:cubicBezTo>
                      <a:pt x="2123" y="481"/>
                      <a:pt x="1667" y="2"/>
                      <a:pt x="1096" y="2"/>
                    </a:cubicBezTo>
                    <a:cubicBezTo>
                      <a:pt x="1082" y="1"/>
                      <a:pt x="1068" y="1"/>
                      <a:pt x="10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21"/>
              <p:cNvSpPr/>
              <p:nvPr/>
            </p:nvSpPr>
            <p:spPr>
              <a:xfrm>
                <a:off x="3984325" y="635150"/>
                <a:ext cx="53075" cy="52525"/>
              </a:xfrm>
              <a:custGeom>
                <a:rect b="b" l="l" r="r" t="t"/>
                <a:pathLst>
                  <a:path extrusionOk="0" h="2101" w="2123">
                    <a:moveTo>
                      <a:pt x="1053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79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6" y="1"/>
                      <a:pt x="1096" y="1"/>
                    </a:cubicBezTo>
                    <a:cubicBezTo>
                      <a:pt x="1082" y="0"/>
                      <a:pt x="1067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21"/>
              <p:cNvSpPr/>
              <p:nvPr/>
            </p:nvSpPr>
            <p:spPr>
              <a:xfrm>
                <a:off x="4023700" y="910775"/>
                <a:ext cx="53075" cy="52550"/>
              </a:xfrm>
              <a:custGeom>
                <a:rect b="b" l="l" r="r" t="t"/>
                <a:pathLst>
                  <a:path extrusionOk="0" h="2102" w="2123">
                    <a:moveTo>
                      <a:pt x="1073" y="1"/>
                    </a:moveTo>
                    <a:cubicBezTo>
                      <a:pt x="502" y="1"/>
                      <a:pt x="23" y="457"/>
                      <a:pt x="23" y="1028"/>
                    </a:cubicBezTo>
                    <a:cubicBezTo>
                      <a:pt x="0" y="1621"/>
                      <a:pt x="457" y="2101"/>
                      <a:pt x="1050" y="2101"/>
                    </a:cubicBezTo>
                    <a:cubicBezTo>
                      <a:pt x="1063" y="2101"/>
                      <a:pt x="1076" y="2101"/>
                      <a:pt x="1089" y="2101"/>
                    </a:cubicBezTo>
                    <a:cubicBezTo>
                      <a:pt x="1642" y="2101"/>
                      <a:pt x="2101" y="1631"/>
                      <a:pt x="2123" y="1073"/>
                    </a:cubicBezTo>
                    <a:cubicBezTo>
                      <a:pt x="2123" y="503"/>
                      <a:pt x="1666" y="23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21"/>
              <p:cNvSpPr/>
              <p:nvPr/>
            </p:nvSpPr>
            <p:spPr>
              <a:xfrm>
                <a:off x="4081325" y="1033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54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80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7" y="1"/>
                      <a:pt x="1096" y="1"/>
                    </a:cubicBezTo>
                    <a:cubicBezTo>
                      <a:pt x="1082" y="1"/>
                      <a:pt x="1068" y="0"/>
                      <a:pt x="1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6" name="Google Shape;2136;p21"/>
            <p:cNvSpPr/>
            <p:nvPr/>
          </p:nvSpPr>
          <p:spPr>
            <a:xfrm flipH="1" rot="10800000">
              <a:off x="8877085" y="176018"/>
              <a:ext cx="379548" cy="938579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1"/>
            <p:cNvSpPr/>
            <p:nvPr/>
          </p:nvSpPr>
          <p:spPr>
            <a:xfrm flipH="1" rot="10800000">
              <a:off x="8935171" y="193583"/>
              <a:ext cx="131042" cy="931844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1"/>
            <p:cNvSpPr/>
            <p:nvPr/>
          </p:nvSpPr>
          <p:spPr>
            <a:xfrm flipH="1" rot="10800000">
              <a:off x="8062759" y="-45440"/>
              <a:ext cx="921067" cy="415973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1"/>
            <p:cNvSpPr/>
            <p:nvPr/>
          </p:nvSpPr>
          <p:spPr>
            <a:xfrm flipH="1" rot="10800000">
              <a:off x="8107320" y="199"/>
              <a:ext cx="875160" cy="203891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1"/>
            <p:cNvSpPr/>
            <p:nvPr/>
          </p:nvSpPr>
          <p:spPr>
            <a:xfrm flipH="1" rot="10800000">
              <a:off x="8927035" y="3701"/>
              <a:ext cx="206693" cy="196078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1"/>
            <p:cNvSpPr/>
            <p:nvPr/>
          </p:nvSpPr>
          <p:spPr>
            <a:xfrm flipH="1" rot="10800000">
              <a:off x="8993202" y="134690"/>
              <a:ext cx="208040" cy="195055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1"/>
            <p:cNvSpPr/>
            <p:nvPr/>
          </p:nvSpPr>
          <p:spPr>
            <a:xfrm flipH="1" rot="10800000">
              <a:off x="9140409" y="141371"/>
              <a:ext cx="62180" cy="62558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1"/>
            <p:cNvSpPr/>
            <p:nvPr/>
          </p:nvSpPr>
          <p:spPr>
            <a:xfrm flipH="1" rot="10800000">
              <a:off x="9139062" y="176018"/>
              <a:ext cx="74358" cy="18967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1"/>
            <p:cNvSpPr/>
            <p:nvPr/>
          </p:nvSpPr>
          <p:spPr>
            <a:xfrm flipH="1" rot="10800000">
              <a:off x="9068853" y="-9392"/>
              <a:ext cx="39226" cy="61318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1"/>
            <p:cNvSpPr/>
            <p:nvPr/>
          </p:nvSpPr>
          <p:spPr>
            <a:xfrm flipH="1" rot="10800000">
              <a:off x="9056676" y="19758"/>
              <a:ext cx="78399" cy="52859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6" name="Google Shape;2146;p21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47" name="Google Shape;2147;p21"/>
          <p:cNvSpPr txBox="1"/>
          <p:nvPr>
            <p:ph idx="1" type="subTitle"/>
          </p:nvPr>
        </p:nvSpPr>
        <p:spPr>
          <a:xfrm>
            <a:off x="1991925" y="2004127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8" name="Google Shape;2148;p21"/>
          <p:cNvSpPr txBox="1"/>
          <p:nvPr>
            <p:ph idx="2" type="subTitle"/>
          </p:nvPr>
        </p:nvSpPr>
        <p:spPr>
          <a:xfrm>
            <a:off x="1991925" y="1605877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149" name="Google Shape;2149;p21"/>
          <p:cNvSpPr txBox="1"/>
          <p:nvPr>
            <p:ph idx="3" type="subTitle"/>
          </p:nvPr>
        </p:nvSpPr>
        <p:spPr>
          <a:xfrm>
            <a:off x="5254925" y="2004127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0" name="Google Shape;2150;p21"/>
          <p:cNvSpPr txBox="1"/>
          <p:nvPr>
            <p:ph idx="4" type="subTitle"/>
          </p:nvPr>
        </p:nvSpPr>
        <p:spPr>
          <a:xfrm>
            <a:off x="5254925" y="1605877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151" name="Google Shape;2151;p21"/>
          <p:cNvSpPr txBox="1"/>
          <p:nvPr>
            <p:ph idx="5" type="subTitle"/>
          </p:nvPr>
        </p:nvSpPr>
        <p:spPr>
          <a:xfrm>
            <a:off x="3654725" y="3675211"/>
            <a:ext cx="2672400" cy="8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2" name="Google Shape;2152;p21"/>
          <p:cNvSpPr txBox="1"/>
          <p:nvPr>
            <p:ph idx="6" type="subTitle"/>
          </p:nvPr>
        </p:nvSpPr>
        <p:spPr>
          <a:xfrm>
            <a:off x="3654725" y="3286486"/>
            <a:ext cx="26724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153" name="Google Shape;2153;p21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"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5" name="Google Shape;2155;p22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156" name="Google Shape;2156;p22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2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2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2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2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2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2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2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2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2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2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2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2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2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2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2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2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2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2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2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2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2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2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2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2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2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2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2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2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2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2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2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2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2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2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2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2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2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2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2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2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2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2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2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2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2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2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2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2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22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2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2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2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2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2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2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2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2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2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2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2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2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2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9" name="Google Shape;2219;p22"/>
          <p:cNvGrpSpPr/>
          <p:nvPr/>
        </p:nvGrpSpPr>
        <p:grpSpPr>
          <a:xfrm>
            <a:off x="7964684" y="-9"/>
            <a:ext cx="1222742" cy="1083980"/>
            <a:chOff x="7964684" y="-9"/>
            <a:chExt cx="1222742" cy="1083980"/>
          </a:xfrm>
        </p:grpSpPr>
        <p:grpSp>
          <p:nvGrpSpPr>
            <p:cNvPr id="2220" name="Google Shape;2220;p22"/>
            <p:cNvGrpSpPr/>
            <p:nvPr/>
          </p:nvGrpSpPr>
          <p:grpSpPr>
            <a:xfrm flipH="1" rot="-5400000">
              <a:off x="8129602" y="-138764"/>
              <a:ext cx="484549" cy="814386"/>
              <a:chOff x="4949250" y="2063150"/>
              <a:chExt cx="484500" cy="814304"/>
            </a:xfrm>
          </p:grpSpPr>
          <p:sp>
            <p:nvSpPr>
              <p:cNvPr id="2221" name="Google Shape;2221;p22"/>
              <p:cNvSpPr/>
              <p:nvPr/>
            </p:nvSpPr>
            <p:spPr>
              <a:xfrm>
                <a:off x="4975554" y="2063150"/>
                <a:ext cx="430395" cy="814304"/>
              </a:xfrm>
              <a:custGeom>
                <a:rect b="b" l="l" r="r" t="t"/>
                <a:pathLst>
                  <a:path extrusionOk="0" h="17955" w="9490">
                    <a:moveTo>
                      <a:pt x="6414" y="0"/>
                    </a:moveTo>
                    <a:cubicBezTo>
                      <a:pt x="6345" y="0"/>
                      <a:pt x="6278" y="38"/>
                      <a:pt x="6245" y="127"/>
                    </a:cubicBezTo>
                    <a:cubicBezTo>
                      <a:pt x="5355" y="3003"/>
                      <a:pt x="4693" y="6084"/>
                      <a:pt x="4442" y="9188"/>
                    </a:cubicBezTo>
                    <a:cubicBezTo>
                      <a:pt x="3689" y="8161"/>
                      <a:pt x="3004" y="7088"/>
                      <a:pt x="2388" y="5970"/>
                    </a:cubicBezTo>
                    <a:cubicBezTo>
                      <a:pt x="2251" y="4692"/>
                      <a:pt x="2274" y="3391"/>
                      <a:pt x="2411" y="2113"/>
                    </a:cubicBezTo>
                    <a:cubicBezTo>
                      <a:pt x="2436" y="1959"/>
                      <a:pt x="2311" y="1870"/>
                      <a:pt x="2192" y="1870"/>
                    </a:cubicBezTo>
                    <a:cubicBezTo>
                      <a:pt x="2099" y="1870"/>
                      <a:pt x="2010" y="1924"/>
                      <a:pt x="2000" y="2044"/>
                    </a:cubicBezTo>
                    <a:cubicBezTo>
                      <a:pt x="1886" y="3048"/>
                      <a:pt x="1863" y="4076"/>
                      <a:pt x="1909" y="5080"/>
                    </a:cubicBezTo>
                    <a:cubicBezTo>
                      <a:pt x="1384" y="4098"/>
                      <a:pt x="882" y="3071"/>
                      <a:pt x="471" y="2021"/>
                    </a:cubicBezTo>
                    <a:cubicBezTo>
                      <a:pt x="430" y="1932"/>
                      <a:pt x="355" y="1895"/>
                      <a:pt x="280" y="1895"/>
                    </a:cubicBezTo>
                    <a:cubicBezTo>
                      <a:pt x="142" y="1895"/>
                      <a:pt x="1" y="2019"/>
                      <a:pt x="60" y="2181"/>
                    </a:cubicBezTo>
                    <a:cubicBezTo>
                      <a:pt x="630" y="3528"/>
                      <a:pt x="1270" y="4852"/>
                      <a:pt x="1977" y="6107"/>
                    </a:cubicBezTo>
                    <a:cubicBezTo>
                      <a:pt x="1977" y="6153"/>
                      <a:pt x="2000" y="6198"/>
                      <a:pt x="2046" y="6221"/>
                    </a:cubicBezTo>
                    <a:cubicBezTo>
                      <a:pt x="2753" y="7477"/>
                      <a:pt x="3529" y="8686"/>
                      <a:pt x="4397" y="9850"/>
                    </a:cubicBezTo>
                    <a:cubicBezTo>
                      <a:pt x="4214" y="12521"/>
                      <a:pt x="4328" y="15191"/>
                      <a:pt x="4830" y="17771"/>
                    </a:cubicBezTo>
                    <a:cubicBezTo>
                      <a:pt x="4851" y="17896"/>
                      <a:pt x="4954" y="17955"/>
                      <a:pt x="5054" y="17955"/>
                    </a:cubicBezTo>
                    <a:cubicBezTo>
                      <a:pt x="5173" y="17955"/>
                      <a:pt x="5289" y="17873"/>
                      <a:pt x="5264" y="17725"/>
                    </a:cubicBezTo>
                    <a:cubicBezTo>
                      <a:pt x="5059" y="16744"/>
                      <a:pt x="4922" y="15716"/>
                      <a:pt x="4853" y="14712"/>
                    </a:cubicBezTo>
                    <a:cubicBezTo>
                      <a:pt x="6268" y="12932"/>
                      <a:pt x="7752" y="11243"/>
                      <a:pt x="9350" y="9622"/>
                    </a:cubicBezTo>
                    <a:cubicBezTo>
                      <a:pt x="9490" y="9482"/>
                      <a:pt x="9321" y="9288"/>
                      <a:pt x="9152" y="9288"/>
                    </a:cubicBezTo>
                    <a:cubicBezTo>
                      <a:pt x="9101" y="9288"/>
                      <a:pt x="9050" y="9306"/>
                      <a:pt x="9007" y="9348"/>
                    </a:cubicBezTo>
                    <a:cubicBezTo>
                      <a:pt x="8597" y="9782"/>
                      <a:pt x="8186" y="10216"/>
                      <a:pt x="7775" y="10649"/>
                    </a:cubicBezTo>
                    <a:cubicBezTo>
                      <a:pt x="7569" y="9531"/>
                      <a:pt x="7318" y="8412"/>
                      <a:pt x="6976" y="7317"/>
                    </a:cubicBezTo>
                    <a:cubicBezTo>
                      <a:pt x="6952" y="7228"/>
                      <a:pt x="6887" y="7190"/>
                      <a:pt x="6817" y="7190"/>
                    </a:cubicBezTo>
                    <a:cubicBezTo>
                      <a:pt x="6690" y="7190"/>
                      <a:pt x="6544" y="7314"/>
                      <a:pt x="6588" y="7477"/>
                    </a:cubicBezTo>
                    <a:cubicBezTo>
                      <a:pt x="6930" y="8641"/>
                      <a:pt x="7204" y="9828"/>
                      <a:pt x="7432" y="11037"/>
                    </a:cubicBezTo>
                    <a:cubicBezTo>
                      <a:pt x="6519" y="12042"/>
                      <a:pt x="5652" y="13046"/>
                      <a:pt x="4808" y="14096"/>
                    </a:cubicBezTo>
                    <a:cubicBezTo>
                      <a:pt x="4511" y="9439"/>
                      <a:pt x="5287" y="4646"/>
                      <a:pt x="6634" y="287"/>
                    </a:cubicBezTo>
                    <a:cubicBezTo>
                      <a:pt x="6678" y="124"/>
                      <a:pt x="6541" y="0"/>
                      <a:pt x="641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22"/>
              <p:cNvSpPr/>
              <p:nvPr/>
            </p:nvSpPr>
            <p:spPr>
              <a:xfrm>
                <a:off x="5212203" y="2195624"/>
                <a:ext cx="184313" cy="94832"/>
              </a:xfrm>
              <a:custGeom>
                <a:rect b="b" l="l" r="r" t="t"/>
                <a:pathLst>
                  <a:path extrusionOk="0" h="2091" w="4064">
                    <a:moveTo>
                      <a:pt x="3229" y="1"/>
                    </a:moveTo>
                    <a:cubicBezTo>
                      <a:pt x="2233" y="1"/>
                      <a:pt x="0" y="2090"/>
                      <a:pt x="0" y="2090"/>
                    </a:cubicBezTo>
                    <a:cubicBezTo>
                      <a:pt x="0" y="2090"/>
                      <a:pt x="4063" y="1474"/>
                      <a:pt x="3652" y="287"/>
                    </a:cubicBezTo>
                    <a:cubicBezTo>
                      <a:pt x="3580" y="85"/>
                      <a:pt x="3430" y="1"/>
                      <a:pt x="3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22"/>
              <p:cNvSpPr/>
              <p:nvPr/>
            </p:nvSpPr>
            <p:spPr>
              <a:xfrm>
                <a:off x="4957549" y="2483794"/>
                <a:ext cx="226763" cy="159641"/>
              </a:xfrm>
              <a:custGeom>
                <a:rect b="b" l="l" r="r" t="t"/>
                <a:pathLst>
                  <a:path extrusionOk="0" h="3520" w="5000">
                    <a:moveTo>
                      <a:pt x="1190" y="1"/>
                    </a:moveTo>
                    <a:cubicBezTo>
                      <a:pt x="1040" y="1"/>
                      <a:pt x="915" y="58"/>
                      <a:pt x="822" y="187"/>
                    </a:cubicBezTo>
                    <a:cubicBezTo>
                      <a:pt x="0" y="1329"/>
                      <a:pt x="4999" y="3520"/>
                      <a:pt x="4999" y="3520"/>
                    </a:cubicBezTo>
                    <a:cubicBezTo>
                      <a:pt x="4999" y="3520"/>
                      <a:pt x="2360" y="1"/>
                      <a:pt x="11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22"/>
              <p:cNvSpPr/>
              <p:nvPr/>
            </p:nvSpPr>
            <p:spPr>
              <a:xfrm>
                <a:off x="5243270" y="2363610"/>
                <a:ext cx="79730" cy="70251"/>
              </a:xfrm>
              <a:custGeom>
                <a:rect b="b" l="l" r="r" t="t"/>
                <a:pathLst>
                  <a:path extrusionOk="0" h="1549" w="1758">
                    <a:moveTo>
                      <a:pt x="871" y="1"/>
                    </a:moveTo>
                    <a:cubicBezTo>
                      <a:pt x="719" y="1"/>
                      <a:pt x="566" y="47"/>
                      <a:pt x="434" y="144"/>
                    </a:cubicBezTo>
                    <a:cubicBezTo>
                      <a:pt x="91" y="395"/>
                      <a:pt x="0" y="874"/>
                      <a:pt x="251" y="1217"/>
                    </a:cubicBezTo>
                    <a:cubicBezTo>
                      <a:pt x="402" y="1436"/>
                      <a:pt x="636" y="1549"/>
                      <a:pt x="873" y="1549"/>
                    </a:cubicBezTo>
                    <a:cubicBezTo>
                      <a:pt x="1029" y="1549"/>
                      <a:pt x="1188" y="1499"/>
                      <a:pt x="1324" y="1399"/>
                    </a:cubicBezTo>
                    <a:cubicBezTo>
                      <a:pt x="1689" y="1148"/>
                      <a:pt x="1758" y="669"/>
                      <a:pt x="1507" y="327"/>
                    </a:cubicBezTo>
                    <a:cubicBezTo>
                      <a:pt x="1353" y="117"/>
                      <a:pt x="1113" y="1"/>
                      <a:pt x="8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22"/>
              <p:cNvSpPr/>
              <p:nvPr/>
            </p:nvSpPr>
            <p:spPr>
              <a:xfrm>
                <a:off x="5355064" y="2457535"/>
                <a:ext cx="78687" cy="70251"/>
              </a:xfrm>
              <a:custGeom>
                <a:rect b="b" l="l" r="r" t="t"/>
                <a:pathLst>
                  <a:path extrusionOk="0" h="1549" w="1735">
                    <a:moveTo>
                      <a:pt x="863" y="1"/>
                    </a:moveTo>
                    <a:cubicBezTo>
                      <a:pt x="706" y="1"/>
                      <a:pt x="548" y="50"/>
                      <a:pt x="411" y="150"/>
                    </a:cubicBezTo>
                    <a:cubicBezTo>
                      <a:pt x="69" y="401"/>
                      <a:pt x="0" y="880"/>
                      <a:pt x="229" y="1223"/>
                    </a:cubicBezTo>
                    <a:cubicBezTo>
                      <a:pt x="383" y="1433"/>
                      <a:pt x="622" y="1548"/>
                      <a:pt x="869" y="1548"/>
                    </a:cubicBezTo>
                    <a:cubicBezTo>
                      <a:pt x="1025" y="1548"/>
                      <a:pt x="1183" y="1502"/>
                      <a:pt x="1324" y="1405"/>
                    </a:cubicBezTo>
                    <a:cubicBezTo>
                      <a:pt x="1666" y="1154"/>
                      <a:pt x="1735" y="675"/>
                      <a:pt x="1484" y="333"/>
                    </a:cubicBezTo>
                    <a:cubicBezTo>
                      <a:pt x="1333" y="113"/>
                      <a:pt x="1099" y="1"/>
                      <a:pt x="8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22"/>
              <p:cNvSpPr/>
              <p:nvPr/>
            </p:nvSpPr>
            <p:spPr>
              <a:xfrm>
                <a:off x="5031020" y="2126008"/>
                <a:ext cx="79775" cy="69843"/>
              </a:xfrm>
              <a:custGeom>
                <a:rect b="b" l="l" r="r" t="t"/>
                <a:pathLst>
                  <a:path extrusionOk="0" h="1540" w="1759">
                    <a:moveTo>
                      <a:pt x="877" y="0"/>
                    </a:moveTo>
                    <a:cubicBezTo>
                      <a:pt x="723" y="0"/>
                      <a:pt x="568" y="44"/>
                      <a:pt x="435" y="133"/>
                    </a:cubicBezTo>
                    <a:cubicBezTo>
                      <a:pt x="92" y="384"/>
                      <a:pt x="1" y="864"/>
                      <a:pt x="252" y="1229"/>
                    </a:cubicBezTo>
                    <a:cubicBezTo>
                      <a:pt x="402" y="1433"/>
                      <a:pt x="632" y="1539"/>
                      <a:pt x="866" y="1539"/>
                    </a:cubicBezTo>
                    <a:cubicBezTo>
                      <a:pt x="1025" y="1539"/>
                      <a:pt x="1186" y="1490"/>
                      <a:pt x="1325" y="1389"/>
                    </a:cubicBezTo>
                    <a:cubicBezTo>
                      <a:pt x="1667" y="1137"/>
                      <a:pt x="1758" y="658"/>
                      <a:pt x="1507" y="316"/>
                    </a:cubicBezTo>
                    <a:cubicBezTo>
                      <a:pt x="1354" y="107"/>
                      <a:pt x="1117" y="0"/>
                      <a:pt x="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22"/>
              <p:cNvSpPr/>
              <p:nvPr/>
            </p:nvSpPr>
            <p:spPr>
              <a:xfrm>
                <a:off x="4949250" y="2141791"/>
                <a:ext cx="79775" cy="70251"/>
              </a:xfrm>
              <a:custGeom>
                <a:rect b="b" l="l" r="r" t="t"/>
                <a:pathLst>
                  <a:path extrusionOk="0" h="1549" w="1759">
                    <a:moveTo>
                      <a:pt x="881" y="1"/>
                    </a:moveTo>
                    <a:cubicBezTo>
                      <a:pt x="721" y="1"/>
                      <a:pt x="557" y="50"/>
                      <a:pt x="412" y="150"/>
                    </a:cubicBezTo>
                    <a:cubicBezTo>
                      <a:pt x="69" y="401"/>
                      <a:pt x="1" y="881"/>
                      <a:pt x="252" y="1223"/>
                    </a:cubicBezTo>
                    <a:cubicBezTo>
                      <a:pt x="406" y="1433"/>
                      <a:pt x="646" y="1549"/>
                      <a:pt x="887" y="1549"/>
                    </a:cubicBezTo>
                    <a:cubicBezTo>
                      <a:pt x="1039" y="1549"/>
                      <a:pt x="1192" y="1503"/>
                      <a:pt x="1325" y="1406"/>
                    </a:cubicBezTo>
                    <a:cubicBezTo>
                      <a:pt x="1667" y="1155"/>
                      <a:pt x="1758" y="675"/>
                      <a:pt x="1507" y="333"/>
                    </a:cubicBezTo>
                    <a:cubicBezTo>
                      <a:pt x="1356" y="113"/>
                      <a:pt x="1123" y="1"/>
                      <a:pt x="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8" name="Google Shape;2228;p22"/>
            <p:cNvGrpSpPr/>
            <p:nvPr/>
          </p:nvGrpSpPr>
          <p:grpSpPr>
            <a:xfrm rot="10800000">
              <a:off x="8702877" y="269586"/>
              <a:ext cx="484549" cy="814386"/>
              <a:chOff x="4949250" y="2063150"/>
              <a:chExt cx="484500" cy="814304"/>
            </a:xfrm>
          </p:grpSpPr>
          <p:sp>
            <p:nvSpPr>
              <p:cNvPr id="2229" name="Google Shape;2229;p22"/>
              <p:cNvSpPr/>
              <p:nvPr/>
            </p:nvSpPr>
            <p:spPr>
              <a:xfrm>
                <a:off x="4975554" y="2063150"/>
                <a:ext cx="430395" cy="814304"/>
              </a:xfrm>
              <a:custGeom>
                <a:rect b="b" l="l" r="r" t="t"/>
                <a:pathLst>
                  <a:path extrusionOk="0" h="17955" w="9490">
                    <a:moveTo>
                      <a:pt x="6414" y="0"/>
                    </a:moveTo>
                    <a:cubicBezTo>
                      <a:pt x="6345" y="0"/>
                      <a:pt x="6278" y="38"/>
                      <a:pt x="6245" y="127"/>
                    </a:cubicBezTo>
                    <a:cubicBezTo>
                      <a:pt x="5355" y="3003"/>
                      <a:pt x="4693" y="6084"/>
                      <a:pt x="4442" y="9188"/>
                    </a:cubicBezTo>
                    <a:cubicBezTo>
                      <a:pt x="3689" y="8161"/>
                      <a:pt x="3004" y="7088"/>
                      <a:pt x="2388" y="5970"/>
                    </a:cubicBezTo>
                    <a:cubicBezTo>
                      <a:pt x="2251" y="4692"/>
                      <a:pt x="2274" y="3391"/>
                      <a:pt x="2411" y="2113"/>
                    </a:cubicBezTo>
                    <a:cubicBezTo>
                      <a:pt x="2436" y="1959"/>
                      <a:pt x="2311" y="1870"/>
                      <a:pt x="2192" y="1870"/>
                    </a:cubicBezTo>
                    <a:cubicBezTo>
                      <a:pt x="2099" y="1870"/>
                      <a:pt x="2010" y="1924"/>
                      <a:pt x="2000" y="2044"/>
                    </a:cubicBezTo>
                    <a:cubicBezTo>
                      <a:pt x="1886" y="3048"/>
                      <a:pt x="1863" y="4076"/>
                      <a:pt x="1909" y="5080"/>
                    </a:cubicBezTo>
                    <a:cubicBezTo>
                      <a:pt x="1384" y="4098"/>
                      <a:pt x="882" y="3071"/>
                      <a:pt x="471" y="2021"/>
                    </a:cubicBezTo>
                    <a:cubicBezTo>
                      <a:pt x="430" y="1932"/>
                      <a:pt x="355" y="1895"/>
                      <a:pt x="280" y="1895"/>
                    </a:cubicBezTo>
                    <a:cubicBezTo>
                      <a:pt x="142" y="1895"/>
                      <a:pt x="1" y="2019"/>
                      <a:pt x="60" y="2181"/>
                    </a:cubicBezTo>
                    <a:cubicBezTo>
                      <a:pt x="630" y="3528"/>
                      <a:pt x="1270" y="4852"/>
                      <a:pt x="1977" y="6107"/>
                    </a:cubicBezTo>
                    <a:cubicBezTo>
                      <a:pt x="1977" y="6153"/>
                      <a:pt x="2000" y="6198"/>
                      <a:pt x="2046" y="6221"/>
                    </a:cubicBezTo>
                    <a:cubicBezTo>
                      <a:pt x="2753" y="7477"/>
                      <a:pt x="3529" y="8686"/>
                      <a:pt x="4397" y="9850"/>
                    </a:cubicBezTo>
                    <a:cubicBezTo>
                      <a:pt x="4214" y="12521"/>
                      <a:pt x="4328" y="15191"/>
                      <a:pt x="4830" y="17771"/>
                    </a:cubicBezTo>
                    <a:cubicBezTo>
                      <a:pt x="4851" y="17896"/>
                      <a:pt x="4954" y="17955"/>
                      <a:pt x="5054" y="17955"/>
                    </a:cubicBezTo>
                    <a:cubicBezTo>
                      <a:pt x="5173" y="17955"/>
                      <a:pt x="5289" y="17873"/>
                      <a:pt x="5264" y="17725"/>
                    </a:cubicBezTo>
                    <a:cubicBezTo>
                      <a:pt x="5059" y="16744"/>
                      <a:pt x="4922" y="15716"/>
                      <a:pt x="4853" y="14712"/>
                    </a:cubicBezTo>
                    <a:cubicBezTo>
                      <a:pt x="6268" y="12932"/>
                      <a:pt x="7752" y="11243"/>
                      <a:pt x="9350" y="9622"/>
                    </a:cubicBezTo>
                    <a:cubicBezTo>
                      <a:pt x="9490" y="9482"/>
                      <a:pt x="9321" y="9288"/>
                      <a:pt x="9152" y="9288"/>
                    </a:cubicBezTo>
                    <a:cubicBezTo>
                      <a:pt x="9101" y="9288"/>
                      <a:pt x="9050" y="9306"/>
                      <a:pt x="9007" y="9348"/>
                    </a:cubicBezTo>
                    <a:cubicBezTo>
                      <a:pt x="8597" y="9782"/>
                      <a:pt x="8186" y="10216"/>
                      <a:pt x="7775" y="10649"/>
                    </a:cubicBezTo>
                    <a:cubicBezTo>
                      <a:pt x="7569" y="9531"/>
                      <a:pt x="7318" y="8412"/>
                      <a:pt x="6976" y="7317"/>
                    </a:cubicBezTo>
                    <a:cubicBezTo>
                      <a:pt x="6952" y="7228"/>
                      <a:pt x="6887" y="7190"/>
                      <a:pt x="6817" y="7190"/>
                    </a:cubicBezTo>
                    <a:cubicBezTo>
                      <a:pt x="6690" y="7190"/>
                      <a:pt x="6544" y="7314"/>
                      <a:pt x="6588" y="7477"/>
                    </a:cubicBezTo>
                    <a:cubicBezTo>
                      <a:pt x="6930" y="8641"/>
                      <a:pt x="7204" y="9828"/>
                      <a:pt x="7432" y="11037"/>
                    </a:cubicBezTo>
                    <a:cubicBezTo>
                      <a:pt x="6519" y="12042"/>
                      <a:pt x="5652" y="13046"/>
                      <a:pt x="4808" y="14096"/>
                    </a:cubicBezTo>
                    <a:cubicBezTo>
                      <a:pt x="4511" y="9439"/>
                      <a:pt x="5287" y="4646"/>
                      <a:pt x="6634" y="287"/>
                    </a:cubicBezTo>
                    <a:cubicBezTo>
                      <a:pt x="6678" y="124"/>
                      <a:pt x="6541" y="0"/>
                      <a:pt x="641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22"/>
              <p:cNvSpPr/>
              <p:nvPr/>
            </p:nvSpPr>
            <p:spPr>
              <a:xfrm>
                <a:off x="5212203" y="2195624"/>
                <a:ext cx="184313" cy="94832"/>
              </a:xfrm>
              <a:custGeom>
                <a:rect b="b" l="l" r="r" t="t"/>
                <a:pathLst>
                  <a:path extrusionOk="0" h="2091" w="4064">
                    <a:moveTo>
                      <a:pt x="3229" y="1"/>
                    </a:moveTo>
                    <a:cubicBezTo>
                      <a:pt x="2233" y="1"/>
                      <a:pt x="0" y="2090"/>
                      <a:pt x="0" y="2090"/>
                    </a:cubicBezTo>
                    <a:cubicBezTo>
                      <a:pt x="0" y="2090"/>
                      <a:pt x="4063" y="1474"/>
                      <a:pt x="3652" y="287"/>
                    </a:cubicBezTo>
                    <a:cubicBezTo>
                      <a:pt x="3580" y="85"/>
                      <a:pt x="3430" y="1"/>
                      <a:pt x="3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22"/>
              <p:cNvSpPr/>
              <p:nvPr/>
            </p:nvSpPr>
            <p:spPr>
              <a:xfrm>
                <a:off x="4957549" y="2483794"/>
                <a:ext cx="226763" cy="159641"/>
              </a:xfrm>
              <a:custGeom>
                <a:rect b="b" l="l" r="r" t="t"/>
                <a:pathLst>
                  <a:path extrusionOk="0" h="3520" w="5000">
                    <a:moveTo>
                      <a:pt x="1190" y="1"/>
                    </a:moveTo>
                    <a:cubicBezTo>
                      <a:pt x="1040" y="1"/>
                      <a:pt x="915" y="58"/>
                      <a:pt x="822" y="187"/>
                    </a:cubicBezTo>
                    <a:cubicBezTo>
                      <a:pt x="0" y="1329"/>
                      <a:pt x="4999" y="3520"/>
                      <a:pt x="4999" y="3520"/>
                    </a:cubicBezTo>
                    <a:cubicBezTo>
                      <a:pt x="4999" y="3520"/>
                      <a:pt x="2360" y="1"/>
                      <a:pt x="11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22"/>
              <p:cNvSpPr/>
              <p:nvPr/>
            </p:nvSpPr>
            <p:spPr>
              <a:xfrm>
                <a:off x="5243270" y="2363610"/>
                <a:ext cx="79730" cy="70251"/>
              </a:xfrm>
              <a:custGeom>
                <a:rect b="b" l="l" r="r" t="t"/>
                <a:pathLst>
                  <a:path extrusionOk="0" h="1549" w="1758">
                    <a:moveTo>
                      <a:pt x="871" y="1"/>
                    </a:moveTo>
                    <a:cubicBezTo>
                      <a:pt x="719" y="1"/>
                      <a:pt x="566" y="47"/>
                      <a:pt x="434" y="144"/>
                    </a:cubicBezTo>
                    <a:cubicBezTo>
                      <a:pt x="91" y="395"/>
                      <a:pt x="0" y="874"/>
                      <a:pt x="251" y="1217"/>
                    </a:cubicBezTo>
                    <a:cubicBezTo>
                      <a:pt x="402" y="1436"/>
                      <a:pt x="636" y="1549"/>
                      <a:pt x="873" y="1549"/>
                    </a:cubicBezTo>
                    <a:cubicBezTo>
                      <a:pt x="1029" y="1549"/>
                      <a:pt x="1188" y="1499"/>
                      <a:pt x="1324" y="1399"/>
                    </a:cubicBezTo>
                    <a:cubicBezTo>
                      <a:pt x="1689" y="1148"/>
                      <a:pt x="1758" y="669"/>
                      <a:pt x="1507" y="327"/>
                    </a:cubicBezTo>
                    <a:cubicBezTo>
                      <a:pt x="1353" y="117"/>
                      <a:pt x="1113" y="1"/>
                      <a:pt x="8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22"/>
              <p:cNvSpPr/>
              <p:nvPr/>
            </p:nvSpPr>
            <p:spPr>
              <a:xfrm>
                <a:off x="5355064" y="2457535"/>
                <a:ext cx="78687" cy="70251"/>
              </a:xfrm>
              <a:custGeom>
                <a:rect b="b" l="l" r="r" t="t"/>
                <a:pathLst>
                  <a:path extrusionOk="0" h="1549" w="1735">
                    <a:moveTo>
                      <a:pt x="863" y="1"/>
                    </a:moveTo>
                    <a:cubicBezTo>
                      <a:pt x="706" y="1"/>
                      <a:pt x="548" y="50"/>
                      <a:pt x="411" y="150"/>
                    </a:cubicBezTo>
                    <a:cubicBezTo>
                      <a:pt x="69" y="401"/>
                      <a:pt x="0" y="880"/>
                      <a:pt x="229" y="1223"/>
                    </a:cubicBezTo>
                    <a:cubicBezTo>
                      <a:pt x="383" y="1433"/>
                      <a:pt x="622" y="1548"/>
                      <a:pt x="869" y="1548"/>
                    </a:cubicBezTo>
                    <a:cubicBezTo>
                      <a:pt x="1025" y="1548"/>
                      <a:pt x="1183" y="1502"/>
                      <a:pt x="1324" y="1405"/>
                    </a:cubicBezTo>
                    <a:cubicBezTo>
                      <a:pt x="1666" y="1154"/>
                      <a:pt x="1735" y="675"/>
                      <a:pt x="1484" y="333"/>
                    </a:cubicBezTo>
                    <a:cubicBezTo>
                      <a:pt x="1333" y="113"/>
                      <a:pt x="1099" y="1"/>
                      <a:pt x="8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22"/>
              <p:cNvSpPr/>
              <p:nvPr/>
            </p:nvSpPr>
            <p:spPr>
              <a:xfrm>
                <a:off x="5031020" y="2126008"/>
                <a:ext cx="79775" cy="69843"/>
              </a:xfrm>
              <a:custGeom>
                <a:rect b="b" l="l" r="r" t="t"/>
                <a:pathLst>
                  <a:path extrusionOk="0" h="1540" w="1759">
                    <a:moveTo>
                      <a:pt x="877" y="0"/>
                    </a:moveTo>
                    <a:cubicBezTo>
                      <a:pt x="723" y="0"/>
                      <a:pt x="568" y="44"/>
                      <a:pt x="435" y="133"/>
                    </a:cubicBezTo>
                    <a:cubicBezTo>
                      <a:pt x="92" y="384"/>
                      <a:pt x="1" y="864"/>
                      <a:pt x="252" y="1229"/>
                    </a:cubicBezTo>
                    <a:cubicBezTo>
                      <a:pt x="402" y="1433"/>
                      <a:pt x="632" y="1539"/>
                      <a:pt x="866" y="1539"/>
                    </a:cubicBezTo>
                    <a:cubicBezTo>
                      <a:pt x="1025" y="1539"/>
                      <a:pt x="1186" y="1490"/>
                      <a:pt x="1325" y="1389"/>
                    </a:cubicBezTo>
                    <a:cubicBezTo>
                      <a:pt x="1667" y="1137"/>
                      <a:pt x="1758" y="658"/>
                      <a:pt x="1507" y="316"/>
                    </a:cubicBezTo>
                    <a:cubicBezTo>
                      <a:pt x="1354" y="107"/>
                      <a:pt x="1117" y="0"/>
                      <a:pt x="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22"/>
              <p:cNvSpPr/>
              <p:nvPr/>
            </p:nvSpPr>
            <p:spPr>
              <a:xfrm>
                <a:off x="4949250" y="2141791"/>
                <a:ext cx="79775" cy="70251"/>
              </a:xfrm>
              <a:custGeom>
                <a:rect b="b" l="l" r="r" t="t"/>
                <a:pathLst>
                  <a:path extrusionOk="0" h="1549" w="1759">
                    <a:moveTo>
                      <a:pt x="881" y="1"/>
                    </a:moveTo>
                    <a:cubicBezTo>
                      <a:pt x="721" y="1"/>
                      <a:pt x="557" y="50"/>
                      <a:pt x="412" y="150"/>
                    </a:cubicBezTo>
                    <a:cubicBezTo>
                      <a:pt x="69" y="401"/>
                      <a:pt x="1" y="881"/>
                      <a:pt x="252" y="1223"/>
                    </a:cubicBezTo>
                    <a:cubicBezTo>
                      <a:pt x="406" y="1433"/>
                      <a:pt x="646" y="1549"/>
                      <a:pt x="887" y="1549"/>
                    </a:cubicBezTo>
                    <a:cubicBezTo>
                      <a:pt x="1039" y="1549"/>
                      <a:pt x="1192" y="1503"/>
                      <a:pt x="1325" y="1406"/>
                    </a:cubicBezTo>
                    <a:cubicBezTo>
                      <a:pt x="1667" y="1155"/>
                      <a:pt x="1758" y="675"/>
                      <a:pt x="1507" y="333"/>
                    </a:cubicBezTo>
                    <a:cubicBezTo>
                      <a:pt x="1356" y="113"/>
                      <a:pt x="1123" y="1"/>
                      <a:pt x="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6" name="Google Shape;2236;p22"/>
            <p:cNvGrpSpPr/>
            <p:nvPr/>
          </p:nvGrpSpPr>
          <p:grpSpPr>
            <a:xfrm flipH="1" rot="10800000">
              <a:off x="8198335" y="-9"/>
              <a:ext cx="945659" cy="846512"/>
              <a:chOff x="277366" y="299012"/>
              <a:chExt cx="703301" cy="629424"/>
            </a:xfrm>
          </p:grpSpPr>
          <p:sp>
            <p:nvSpPr>
              <p:cNvPr id="2237" name="Google Shape;2237;p22"/>
              <p:cNvSpPr/>
              <p:nvPr/>
            </p:nvSpPr>
            <p:spPr>
              <a:xfrm rot="1649405">
                <a:off x="618986" y="526398"/>
                <a:ext cx="56401" cy="96501"/>
              </a:xfrm>
              <a:custGeom>
                <a:rect b="b" l="l" r="r" t="t"/>
                <a:pathLst>
                  <a:path extrusionOk="0" fill="none" h="3860" w="2256">
                    <a:moveTo>
                      <a:pt x="2256" y="386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22"/>
              <p:cNvSpPr/>
              <p:nvPr/>
            </p:nvSpPr>
            <p:spPr>
              <a:xfrm>
                <a:off x="830737" y="814662"/>
                <a:ext cx="91991" cy="86350"/>
              </a:xfrm>
              <a:custGeom>
                <a:rect b="b" l="l" r="r" t="t"/>
                <a:pathLst>
                  <a:path extrusionOk="0" h="2541" w="2707">
                    <a:moveTo>
                      <a:pt x="1367" y="1"/>
                    </a:moveTo>
                    <a:cubicBezTo>
                      <a:pt x="740" y="1"/>
                      <a:pt x="192" y="453"/>
                      <a:pt x="100" y="1092"/>
                    </a:cubicBezTo>
                    <a:cubicBezTo>
                      <a:pt x="0" y="1769"/>
                      <a:pt x="451" y="2420"/>
                      <a:pt x="1153" y="2520"/>
                    </a:cubicBezTo>
                    <a:cubicBezTo>
                      <a:pt x="1229" y="2534"/>
                      <a:pt x="1304" y="2540"/>
                      <a:pt x="1378" y="2540"/>
                    </a:cubicBezTo>
                    <a:cubicBezTo>
                      <a:pt x="1989" y="2540"/>
                      <a:pt x="2517" y="2094"/>
                      <a:pt x="2607" y="1468"/>
                    </a:cubicBezTo>
                    <a:cubicBezTo>
                      <a:pt x="2707" y="766"/>
                      <a:pt x="2231" y="114"/>
                      <a:pt x="1554" y="14"/>
                    </a:cubicBezTo>
                    <a:cubicBezTo>
                      <a:pt x="1491" y="5"/>
                      <a:pt x="1429" y="1"/>
                      <a:pt x="1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22"/>
              <p:cNvSpPr/>
              <p:nvPr/>
            </p:nvSpPr>
            <p:spPr>
              <a:xfrm>
                <a:off x="888643" y="720973"/>
                <a:ext cx="92025" cy="86961"/>
              </a:xfrm>
              <a:custGeom>
                <a:rect b="b" l="l" r="r" t="t"/>
                <a:pathLst>
                  <a:path extrusionOk="0" h="2559" w="2708">
                    <a:moveTo>
                      <a:pt x="1368" y="1"/>
                    </a:moveTo>
                    <a:cubicBezTo>
                      <a:pt x="741" y="1"/>
                      <a:pt x="192" y="453"/>
                      <a:pt x="101" y="1092"/>
                    </a:cubicBezTo>
                    <a:cubicBezTo>
                      <a:pt x="0" y="1769"/>
                      <a:pt x="477" y="2420"/>
                      <a:pt x="1153" y="2546"/>
                    </a:cubicBezTo>
                    <a:cubicBezTo>
                      <a:pt x="1216" y="2555"/>
                      <a:pt x="1278" y="2559"/>
                      <a:pt x="1340" y="2559"/>
                    </a:cubicBezTo>
                    <a:cubicBezTo>
                      <a:pt x="1967" y="2559"/>
                      <a:pt x="2516" y="2107"/>
                      <a:pt x="2607" y="1468"/>
                    </a:cubicBezTo>
                    <a:cubicBezTo>
                      <a:pt x="2707" y="791"/>
                      <a:pt x="2231" y="140"/>
                      <a:pt x="1554" y="14"/>
                    </a:cubicBezTo>
                    <a:cubicBezTo>
                      <a:pt x="1492" y="5"/>
                      <a:pt x="1429" y="1"/>
                      <a:pt x="1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22"/>
              <p:cNvSpPr/>
              <p:nvPr/>
            </p:nvSpPr>
            <p:spPr>
              <a:xfrm>
                <a:off x="605874" y="299012"/>
                <a:ext cx="329630" cy="398615"/>
              </a:xfrm>
              <a:custGeom>
                <a:rect b="b" l="l" r="r" t="t"/>
                <a:pathLst>
                  <a:path extrusionOk="0" h="11730" w="9700">
                    <a:moveTo>
                      <a:pt x="1053" y="0"/>
                    </a:moveTo>
                    <a:cubicBezTo>
                      <a:pt x="1053" y="0"/>
                      <a:pt x="2231" y="3283"/>
                      <a:pt x="1" y="6742"/>
                    </a:cubicBezTo>
                    <a:cubicBezTo>
                      <a:pt x="1" y="6742"/>
                      <a:pt x="3484" y="7845"/>
                      <a:pt x="3008" y="11730"/>
                    </a:cubicBezTo>
                    <a:cubicBezTo>
                      <a:pt x="3008" y="11730"/>
                      <a:pt x="5497" y="10944"/>
                      <a:pt x="7605" y="10944"/>
                    </a:cubicBezTo>
                    <a:cubicBezTo>
                      <a:pt x="8413" y="10944"/>
                      <a:pt x="9165" y="11059"/>
                      <a:pt x="9700" y="11379"/>
                    </a:cubicBezTo>
                    <a:cubicBezTo>
                      <a:pt x="9700" y="11379"/>
                      <a:pt x="7670" y="6391"/>
                      <a:pt x="9474" y="5263"/>
                    </a:cubicBezTo>
                    <a:cubicBezTo>
                      <a:pt x="9474" y="5263"/>
                      <a:pt x="5790" y="3985"/>
                      <a:pt x="6241" y="251"/>
                    </a:cubicBezTo>
                    <a:lnTo>
                      <a:pt x="6241" y="251"/>
                    </a:lnTo>
                    <a:cubicBezTo>
                      <a:pt x="6241" y="251"/>
                      <a:pt x="4983" y="961"/>
                      <a:pt x="3531" y="961"/>
                    </a:cubicBezTo>
                    <a:cubicBezTo>
                      <a:pt x="2702" y="961"/>
                      <a:pt x="1810" y="729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22"/>
              <p:cNvSpPr/>
              <p:nvPr/>
            </p:nvSpPr>
            <p:spPr>
              <a:xfrm>
                <a:off x="280526" y="626060"/>
                <a:ext cx="482110" cy="302376"/>
              </a:xfrm>
              <a:custGeom>
                <a:rect b="b" l="l" r="r" t="t"/>
                <a:pathLst>
                  <a:path extrusionOk="0" h="8898" w="14187">
                    <a:moveTo>
                      <a:pt x="8798" y="0"/>
                    </a:moveTo>
                    <a:cubicBezTo>
                      <a:pt x="8798" y="0"/>
                      <a:pt x="7391" y="1192"/>
                      <a:pt x="5531" y="1192"/>
                    </a:cubicBezTo>
                    <a:cubicBezTo>
                      <a:pt x="4695" y="1192"/>
                      <a:pt x="3766" y="951"/>
                      <a:pt x="2833" y="251"/>
                    </a:cubicBezTo>
                    <a:cubicBezTo>
                      <a:pt x="2833" y="251"/>
                      <a:pt x="2783" y="3810"/>
                      <a:pt x="1" y="4587"/>
                    </a:cubicBezTo>
                    <a:cubicBezTo>
                      <a:pt x="1" y="4587"/>
                      <a:pt x="3434" y="5238"/>
                      <a:pt x="5264" y="8898"/>
                    </a:cubicBezTo>
                    <a:cubicBezTo>
                      <a:pt x="5264" y="8898"/>
                      <a:pt x="6503" y="7794"/>
                      <a:pt x="8262" y="7794"/>
                    </a:cubicBezTo>
                    <a:cubicBezTo>
                      <a:pt x="9115" y="7794"/>
                      <a:pt x="10089" y="8053"/>
                      <a:pt x="11103" y="8822"/>
                    </a:cubicBezTo>
                    <a:cubicBezTo>
                      <a:pt x="11103" y="8822"/>
                      <a:pt x="12206" y="3960"/>
                      <a:pt x="14186" y="2882"/>
                    </a:cubicBezTo>
                    <a:cubicBezTo>
                      <a:pt x="14186" y="2882"/>
                      <a:pt x="8848" y="2131"/>
                      <a:pt x="8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22"/>
              <p:cNvSpPr/>
              <p:nvPr/>
            </p:nvSpPr>
            <p:spPr>
              <a:xfrm>
                <a:off x="404868" y="741022"/>
                <a:ext cx="301561" cy="57091"/>
              </a:xfrm>
              <a:custGeom>
                <a:rect b="b" l="l" r="r" t="t"/>
                <a:pathLst>
                  <a:path extrusionOk="0" fill="none" h="1680" w="8874">
                    <a:moveTo>
                      <a:pt x="8873" y="1"/>
                    </a:moveTo>
                    <a:cubicBezTo>
                      <a:pt x="8873" y="1"/>
                      <a:pt x="4663" y="1680"/>
                      <a:pt x="1" y="953"/>
                    </a:cubicBezTo>
                  </a:path>
                </a:pathLst>
              </a:custGeom>
              <a:noFill/>
              <a:ln cap="rnd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22"/>
              <p:cNvSpPr/>
              <p:nvPr/>
            </p:nvSpPr>
            <p:spPr>
              <a:xfrm>
                <a:off x="691884" y="376492"/>
                <a:ext cx="188263" cy="258947"/>
              </a:xfrm>
              <a:custGeom>
                <a:rect b="b" l="l" r="r" t="t"/>
                <a:pathLst>
                  <a:path extrusionOk="0" fill="none" h="7620" w="5540">
                    <a:moveTo>
                      <a:pt x="5540" y="7620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22"/>
              <p:cNvSpPr/>
              <p:nvPr/>
            </p:nvSpPr>
            <p:spPr>
              <a:xfrm rot="1649405">
                <a:off x="360454" y="578828"/>
                <a:ext cx="535131" cy="101526"/>
              </a:xfrm>
              <a:custGeom>
                <a:rect b="b" l="l" r="r" t="t"/>
                <a:pathLst>
                  <a:path extrusionOk="0" fill="none" h="4061" w="21405">
                    <a:moveTo>
                      <a:pt x="21404" y="4060"/>
                    </a:moveTo>
                    <a:cubicBezTo>
                      <a:pt x="21404" y="4060"/>
                      <a:pt x="10502" y="0"/>
                      <a:pt x="0" y="1178"/>
                    </a:cubicBez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22"/>
              <p:cNvSpPr/>
              <p:nvPr/>
            </p:nvSpPr>
            <p:spPr>
              <a:xfrm rot="1649405">
                <a:off x="786105" y="654162"/>
                <a:ext cx="31975" cy="94001"/>
              </a:xfrm>
              <a:custGeom>
                <a:rect b="b" l="l" r="r" t="t"/>
                <a:pathLst>
                  <a:path extrusionOk="0" fill="none" h="3760" w="1279">
                    <a:moveTo>
                      <a:pt x="401" y="0"/>
                    </a:moveTo>
                    <a:cubicBezTo>
                      <a:pt x="401" y="0"/>
                      <a:pt x="0" y="2281"/>
                      <a:pt x="1278" y="3760"/>
                    </a:cubicBez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22"/>
              <p:cNvSpPr/>
              <p:nvPr/>
            </p:nvSpPr>
            <p:spPr>
              <a:xfrm rot="1649405">
                <a:off x="606747" y="649270"/>
                <a:ext cx="93376" cy="67051"/>
              </a:xfrm>
              <a:custGeom>
                <a:rect b="b" l="l" r="r" t="t"/>
                <a:pathLst>
                  <a:path extrusionOk="0" fill="none" h="2682" w="3735">
                    <a:moveTo>
                      <a:pt x="3734" y="0"/>
                    </a:moveTo>
                    <a:cubicBezTo>
                      <a:pt x="3559" y="25"/>
                      <a:pt x="0" y="2682"/>
                      <a:pt x="0" y="2682"/>
                    </a:cubicBez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22"/>
              <p:cNvSpPr/>
              <p:nvPr/>
            </p:nvSpPr>
            <p:spPr>
              <a:xfrm rot="1649405">
                <a:off x="540841" y="584623"/>
                <a:ext cx="62051" cy="40125"/>
              </a:xfrm>
              <a:custGeom>
                <a:rect b="b" l="l" r="r" t="t"/>
                <a:pathLst>
                  <a:path extrusionOk="0" fill="none" h="1605" w="2482">
                    <a:moveTo>
                      <a:pt x="2482" y="25"/>
                    </a:moveTo>
                    <a:cubicBezTo>
                      <a:pt x="2357" y="0"/>
                      <a:pt x="1" y="1604"/>
                      <a:pt x="1" y="1604"/>
                    </a:cubicBez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22"/>
              <p:cNvSpPr/>
              <p:nvPr/>
            </p:nvSpPr>
            <p:spPr>
              <a:xfrm rot="1649405">
                <a:off x="472673" y="399358"/>
                <a:ext cx="107151" cy="143502"/>
              </a:xfrm>
              <a:custGeom>
                <a:rect b="b" l="l" r="r" t="t"/>
                <a:pathLst>
                  <a:path extrusionOk="0" fill="none" h="5740" w="4286">
                    <a:moveTo>
                      <a:pt x="4286" y="574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22"/>
              <p:cNvSpPr/>
              <p:nvPr/>
            </p:nvSpPr>
            <p:spPr>
              <a:xfrm rot="1649405">
                <a:off x="341642" y="501167"/>
                <a:ext cx="148527" cy="70826"/>
              </a:xfrm>
              <a:custGeom>
                <a:rect b="b" l="l" r="r" t="t"/>
                <a:pathLst>
                  <a:path extrusionOk="0" fill="none" h="2833" w="5941">
                    <a:moveTo>
                      <a:pt x="5940" y="1"/>
                    </a:moveTo>
                    <a:lnTo>
                      <a:pt x="0" y="2833"/>
                    </a:lnTo>
                  </a:path>
                </a:pathLst>
              </a:custGeom>
              <a:noFill/>
              <a:ln cap="flat" cmpd="sng" w="1065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22"/>
              <p:cNvSpPr/>
              <p:nvPr/>
            </p:nvSpPr>
            <p:spPr>
              <a:xfrm rot="1649405">
                <a:off x="800089" y="614851"/>
                <a:ext cx="57051" cy="51676"/>
              </a:xfrm>
              <a:custGeom>
                <a:rect b="b" l="l" r="r" t="t"/>
                <a:pathLst>
                  <a:path extrusionOk="0" h="2067" w="2282">
                    <a:moveTo>
                      <a:pt x="1120" y="0"/>
                    </a:moveTo>
                    <a:cubicBezTo>
                      <a:pt x="664" y="0"/>
                      <a:pt x="253" y="322"/>
                      <a:pt x="126" y="787"/>
                    </a:cubicBezTo>
                    <a:cubicBezTo>
                      <a:pt x="0" y="1338"/>
                      <a:pt x="326" y="1890"/>
                      <a:pt x="878" y="2040"/>
                    </a:cubicBezTo>
                    <a:cubicBezTo>
                      <a:pt x="957" y="2058"/>
                      <a:pt x="1037" y="2067"/>
                      <a:pt x="1115" y="2067"/>
                    </a:cubicBezTo>
                    <a:cubicBezTo>
                      <a:pt x="1580" y="2067"/>
                      <a:pt x="2002" y="1760"/>
                      <a:pt x="2131" y="1288"/>
                    </a:cubicBezTo>
                    <a:cubicBezTo>
                      <a:pt x="2281" y="737"/>
                      <a:pt x="1930" y="185"/>
                      <a:pt x="1379" y="35"/>
                    </a:cubicBezTo>
                    <a:cubicBezTo>
                      <a:pt x="1292" y="11"/>
                      <a:pt x="1205" y="0"/>
                      <a:pt x="1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22"/>
              <p:cNvSpPr/>
              <p:nvPr/>
            </p:nvSpPr>
            <p:spPr>
              <a:xfrm rot="1649405">
                <a:off x="490253" y="584509"/>
                <a:ext cx="57051" cy="51701"/>
              </a:xfrm>
              <a:custGeom>
                <a:rect b="b" l="l" r="r" t="t"/>
                <a:pathLst>
                  <a:path extrusionOk="0" h="2068" w="2282">
                    <a:moveTo>
                      <a:pt x="1142" y="1"/>
                    </a:moveTo>
                    <a:cubicBezTo>
                      <a:pt x="677" y="1"/>
                      <a:pt x="255" y="308"/>
                      <a:pt x="126" y="780"/>
                    </a:cubicBezTo>
                    <a:cubicBezTo>
                      <a:pt x="1" y="1331"/>
                      <a:pt x="326" y="1907"/>
                      <a:pt x="878" y="2033"/>
                    </a:cubicBezTo>
                    <a:cubicBezTo>
                      <a:pt x="965" y="2056"/>
                      <a:pt x="1051" y="2068"/>
                      <a:pt x="1137" y="2068"/>
                    </a:cubicBezTo>
                    <a:cubicBezTo>
                      <a:pt x="1593" y="2068"/>
                      <a:pt x="2004" y="1745"/>
                      <a:pt x="2131" y="1281"/>
                    </a:cubicBezTo>
                    <a:cubicBezTo>
                      <a:pt x="2281" y="729"/>
                      <a:pt x="1930" y="178"/>
                      <a:pt x="1379" y="28"/>
                    </a:cubicBezTo>
                    <a:cubicBezTo>
                      <a:pt x="1300" y="10"/>
                      <a:pt x="1220" y="1"/>
                      <a:pt x="11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22"/>
              <p:cNvSpPr/>
              <p:nvPr/>
            </p:nvSpPr>
            <p:spPr>
              <a:xfrm rot="1649405">
                <a:off x="375953" y="459370"/>
                <a:ext cx="57051" cy="51726"/>
              </a:xfrm>
              <a:custGeom>
                <a:rect b="b" l="l" r="r" t="t"/>
                <a:pathLst>
                  <a:path extrusionOk="0" h="2069" w="2282">
                    <a:moveTo>
                      <a:pt x="1166" y="0"/>
                    </a:moveTo>
                    <a:cubicBezTo>
                      <a:pt x="696" y="0"/>
                      <a:pt x="258" y="307"/>
                      <a:pt x="151" y="779"/>
                    </a:cubicBezTo>
                    <a:cubicBezTo>
                      <a:pt x="1" y="1330"/>
                      <a:pt x="326" y="1907"/>
                      <a:pt x="878" y="2032"/>
                    </a:cubicBezTo>
                    <a:cubicBezTo>
                      <a:pt x="969" y="2057"/>
                      <a:pt x="1061" y="2069"/>
                      <a:pt x="1151" y="2069"/>
                    </a:cubicBezTo>
                    <a:cubicBezTo>
                      <a:pt x="1608" y="2069"/>
                      <a:pt x="2030" y="1765"/>
                      <a:pt x="2156" y="1305"/>
                    </a:cubicBezTo>
                    <a:cubicBezTo>
                      <a:pt x="2281" y="754"/>
                      <a:pt x="1955" y="177"/>
                      <a:pt x="1404" y="27"/>
                    </a:cubicBezTo>
                    <a:cubicBezTo>
                      <a:pt x="1325" y="9"/>
                      <a:pt x="1245" y="0"/>
                      <a:pt x="1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22"/>
              <p:cNvSpPr/>
              <p:nvPr/>
            </p:nvSpPr>
            <p:spPr>
              <a:xfrm rot="1649405">
                <a:off x="285997" y="506187"/>
                <a:ext cx="57051" cy="51351"/>
              </a:xfrm>
              <a:custGeom>
                <a:rect b="b" l="l" r="r" t="t"/>
                <a:pathLst>
                  <a:path extrusionOk="0" h="2054" w="2282">
                    <a:moveTo>
                      <a:pt x="1108" y="1"/>
                    </a:moveTo>
                    <a:cubicBezTo>
                      <a:pt x="657" y="1"/>
                      <a:pt x="252" y="304"/>
                      <a:pt x="126" y="764"/>
                    </a:cubicBezTo>
                    <a:cubicBezTo>
                      <a:pt x="1" y="1315"/>
                      <a:pt x="327" y="1892"/>
                      <a:pt x="878" y="2017"/>
                    </a:cubicBezTo>
                    <a:cubicBezTo>
                      <a:pt x="969" y="2042"/>
                      <a:pt x="1061" y="2054"/>
                      <a:pt x="1151" y="2054"/>
                    </a:cubicBezTo>
                    <a:cubicBezTo>
                      <a:pt x="1607" y="2054"/>
                      <a:pt x="2026" y="1751"/>
                      <a:pt x="2131" y="1290"/>
                    </a:cubicBezTo>
                    <a:cubicBezTo>
                      <a:pt x="2281" y="739"/>
                      <a:pt x="1931" y="162"/>
                      <a:pt x="1379" y="37"/>
                    </a:cubicBezTo>
                    <a:cubicBezTo>
                      <a:pt x="1288" y="12"/>
                      <a:pt x="1197" y="1"/>
                      <a:pt x="1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22"/>
              <p:cNvSpPr/>
              <p:nvPr/>
            </p:nvSpPr>
            <p:spPr>
              <a:xfrm rot="1649405">
                <a:off x="488639" y="371793"/>
                <a:ext cx="57051" cy="51676"/>
              </a:xfrm>
              <a:custGeom>
                <a:rect b="b" l="l" r="r" t="t"/>
                <a:pathLst>
                  <a:path extrusionOk="0" h="2067" w="2282">
                    <a:moveTo>
                      <a:pt x="1166" y="0"/>
                    </a:moveTo>
                    <a:cubicBezTo>
                      <a:pt x="696" y="0"/>
                      <a:pt x="258" y="307"/>
                      <a:pt x="151" y="779"/>
                    </a:cubicBezTo>
                    <a:cubicBezTo>
                      <a:pt x="1" y="1330"/>
                      <a:pt x="351" y="1881"/>
                      <a:pt x="903" y="2032"/>
                    </a:cubicBezTo>
                    <a:cubicBezTo>
                      <a:pt x="990" y="2056"/>
                      <a:pt x="1076" y="2067"/>
                      <a:pt x="1162" y="2067"/>
                    </a:cubicBezTo>
                    <a:cubicBezTo>
                      <a:pt x="1618" y="2067"/>
                      <a:pt x="2029" y="1745"/>
                      <a:pt x="2156" y="1280"/>
                    </a:cubicBezTo>
                    <a:cubicBezTo>
                      <a:pt x="2281" y="729"/>
                      <a:pt x="1955" y="177"/>
                      <a:pt x="1404" y="27"/>
                    </a:cubicBezTo>
                    <a:cubicBezTo>
                      <a:pt x="1325" y="9"/>
                      <a:pt x="1245" y="0"/>
                      <a:pt x="1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22"/>
              <p:cNvSpPr/>
              <p:nvPr/>
            </p:nvSpPr>
            <p:spPr>
              <a:xfrm rot="1649405">
                <a:off x="545871" y="669025"/>
                <a:ext cx="57051" cy="51701"/>
              </a:xfrm>
              <a:custGeom>
                <a:rect b="b" l="l" r="r" t="t"/>
                <a:pathLst>
                  <a:path extrusionOk="0" h="2068" w="2282">
                    <a:moveTo>
                      <a:pt x="1145" y="1"/>
                    </a:moveTo>
                    <a:cubicBezTo>
                      <a:pt x="689" y="1"/>
                      <a:pt x="277" y="323"/>
                      <a:pt x="151" y="788"/>
                    </a:cubicBezTo>
                    <a:cubicBezTo>
                      <a:pt x="0" y="1339"/>
                      <a:pt x="351" y="1890"/>
                      <a:pt x="903" y="2041"/>
                    </a:cubicBezTo>
                    <a:cubicBezTo>
                      <a:pt x="982" y="2059"/>
                      <a:pt x="1062" y="2067"/>
                      <a:pt x="1140" y="2067"/>
                    </a:cubicBezTo>
                    <a:cubicBezTo>
                      <a:pt x="1605" y="2067"/>
                      <a:pt x="2027" y="1761"/>
                      <a:pt x="2156" y="1289"/>
                    </a:cubicBezTo>
                    <a:cubicBezTo>
                      <a:pt x="2281" y="737"/>
                      <a:pt x="1955" y="161"/>
                      <a:pt x="1404" y="36"/>
                    </a:cubicBezTo>
                    <a:cubicBezTo>
                      <a:pt x="1317" y="12"/>
                      <a:pt x="1230" y="1"/>
                      <a:pt x="11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22"/>
              <p:cNvSpPr/>
              <p:nvPr/>
            </p:nvSpPr>
            <p:spPr>
              <a:xfrm>
                <a:off x="782176" y="720123"/>
                <a:ext cx="92025" cy="86112"/>
              </a:xfrm>
              <a:custGeom>
                <a:rect b="b" l="l" r="r" t="t"/>
                <a:pathLst>
                  <a:path extrusionOk="0" h="2534" w="2708">
                    <a:moveTo>
                      <a:pt x="1368" y="1"/>
                    </a:moveTo>
                    <a:cubicBezTo>
                      <a:pt x="740" y="1"/>
                      <a:pt x="192" y="451"/>
                      <a:pt x="101" y="1067"/>
                    </a:cubicBezTo>
                    <a:cubicBezTo>
                      <a:pt x="1" y="1769"/>
                      <a:pt x="477" y="2420"/>
                      <a:pt x="1154" y="2520"/>
                    </a:cubicBezTo>
                    <a:cubicBezTo>
                      <a:pt x="1216" y="2529"/>
                      <a:pt x="1279" y="2534"/>
                      <a:pt x="1341" y="2534"/>
                    </a:cubicBezTo>
                    <a:cubicBezTo>
                      <a:pt x="1968" y="2534"/>
                      <a:pt x="2516" y="2084"/>
                      <a:pt x="2607" y="1468"/>
                    </a:cubicBezTo>
                    <a:cubicBezTo>
                      <a:pt x="2707" y="766"/>
                      <a:pt x="2256" y="114"/>
                      <a:pt x="1555" y="14"/>
                    </a:cubicBezTo>
                    <a:cubicBezTo>
                      <a:pt x="1492" y="5"/>
                      <a:pt x="1429" y="1"/>
                      <a:pt x="1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57" name="Google Shape;2257;p22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58" name="Google Shape;2258;p22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 1">
  <p:cSld name="CUSTOM_8"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23"/>
          <p:cNvSpPr txBox="1"/>
          <p:nvPr>
            <p:ph type="title"/>
          </p:nvPr>
        </p:nvSpPr>
        <p:spPr>
          <a:xfrm>
            <a:off x="3062450" y="1475858"/>
            <a:ext cx="37401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2261" name="Google Shape;2261;p23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 2">
  <p:cSld name="CUSTOM_8_1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4"/>
          <p:cNvSpPr txBox="1"/>
          <p:nvPr>
            <p:ph type="title"/>
          </p:nvPr>
        </p:nvSpPr>
        <p:spPr>
          <a:xfrm>
            <a:off x="2125350" y="2599900"/>
            <a:ext cx="5439300" cy="14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2264" name="Google Shape;2264;p24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"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6" name="Google Shape;2266;p25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267" name="Google Shape;2267;p25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5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5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5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5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5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5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5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5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5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5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5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5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5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5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5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5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5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5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5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5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5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5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5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5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5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5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5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5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5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5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5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5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5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5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5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5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5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5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5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5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5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5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5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5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5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5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5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5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5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5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5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5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5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5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5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5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5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5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5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5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5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5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0" name="Google Shape;2330;p25"/>
          <p:cNvGrpSpPr/>
          <p:nvPr/>
        </p:nvGrpSpPr>
        <p:grpSpPr>
          <a:xfrm>
            <a:off x="7964684" y="-4"/>
            <a:ext cx="1222742" cy="1083975"/>
            <a:chOff x="7964684" y="-4"/>
            <a:chExt cx="1222742" cy="1083975"/>
          </a:xfrm>
        </p:grpSpPr>
        <p:grpSp>
          <p:nvGrpSpPr>
            <p:cNvPr id="2331" name="Google Shape;2331;p25"/>
            <p:cNvGrpSpPr/>
            <p:nvPr/>
          </p:nvGrpSpPr>
          <p:grpSpPr>
            <a:xfrm rot="9900040">
              <a:off x="8433083" y="398468"/>
              <a:ext cx="512410" cy="556608"/>
              <a:chOff x="2409400" y="1411025"/>
              <a:chExt cx="512425" cy="556625"/>
            </a:xfrm>
          </p:grpSpPr>
          <p:sp>
            <p:nvSpPr>
              <p:cNvPr id="2332" name="Google Shape;2332;p25"/>
              <p:cNvSpPr/>
              <p:nvPr/>
            </p:nvSpPr>
            <p:spPr>
              <a:xfrm>
                <a:off x="2450000" y="1463125"/>
                <a:ext cx="415800" cy="504525"/>
              </a:xfrm>
              <a:custGeom>
                <a:rect b="b" l="l" r="r" t="t"/>
                <a:pathLst>
                  <a:path extrusionOk="0" h="20181" w="16632">
                    <a:moveTo>
                      <a:pt x="16394" y="0"/>
                    </a:moveTo>
                    <a:cubicBezTo>
                      <a:pt x="16369" y="0"/>
                      <a:pt x="16343" y="7"/>
                      <a:pt x="16316" y="24"/>
                    </a:cubicBezTo>
                    <a:cubicBezTo>
                      <a:pt x="9240" y="4703"/>
                      <a:pt x="3054" y="11939"/>
                      <a:pt x="42" y="19974"/>
                    </a:cubicBezTo>
                    <a:cubicBezTo>
                      <a:pt x="0" y="20098"/>
                      <a:pt x="101" y="20181"/>
                      <a:pt x="207" y="20181"/>
                    </a:cubicBezTo>
                    <a:cubicBezTo>
                      <a:pt x="277" y="20181"/>
                      <a:pt x="348" y="20146"/>
                      <a:pt x="384" y="20065"/>
                    </a:cubicBezTo>
                    <a:cubicBezTo>
                      <a:pt x="3328" y="12122"/>
                      <a:pt x="9468" y="4955"/>
                      <a:pt x="16476" y="344"/>
                    </a:cubicBezTo>
                    <a:cubicBezTo>
                      <a:pt x="16631" y="247"/>
                      <a:pt x="16538" y="0"/>
                      <a:pt x="163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25"/>
              <p:cNvSpPr/>
              <p:nvPr/>
            </p:nvSpPr>
            <p:spPr>
              <a:xfrm>
                <a:off x="2409400" y="1623325"/>
                <a:ext cx="54125" cy="327175"/>
              </a:xfrm>
              <a:custGeom>
                <a:rect b="b" l="l" r="r" t="t"/>
                <a:pathLst>
                  <a:path extrusionOk="0" h="13087" w="2165">
                    <a:moveTo>
                      <a:pt x="1113" y="1"/>
                    </a:moveTo>
                    <a:cubicBezTo>
                      <a:pt x="1099" y="1"/>
                      <a:pt x="1086" y="3"/>
                      <a:pt x="1072" y="7"/>
                    </a:cubicBezTo>
                    <a:cubicBezTo>
                      <a:pt x="0" y="372"/>
                      <a:pt x="2027" y="13086"/>
                      <a:pt x="2054" y="13086"/>
                    </a:cubicBezTo>
                    <a:cubicBezTo>
                      <a:pt x="2054" y="13086"/>
                      <a:pt x="2054" y="13086"/>
                      <a:pt x="2054" y="13086"/>
                    </a:cubicBezTo>
                    <a:cubicBezTo>
                      <a:pt x="2054" y="13086"/>
                      <a:pt x="2165" y="1"/>
                      <a:pt x="1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25"/>
              <p:cNvSpPr/>
              <p:nvPr/>
            </p:nvSpPr>
            <p:spPr>
              <a:xfrm>
                <a:off x="2473850" y="1812325"/>
                <a:ext cx="232400" cy="107925"/>
              </a:xfrm>
              <a:custGeom>
                <a:rect b="b" l="l" r="r" t="t"/>
                <a:pathLst>
                  <a:path extrusionOk="0" h="4317" w="9296">
                    <a:moveTo>
                      <a:pt x="8997" y="0"/>
                    </a:moveTo>
                    <a:cubicBezTo>
                      <a:pt x="7418" y="0"/>
                      <a:pt x="1" y="4317"/>
                      <a:pt x="1" y="4317"/>
                    </a:cubicBezTo>
                    <a:cubicBezTo>
                      <a:pt x="1" y="4317"/>
                      <a:pt x="9245" y="1532"/>
                      <a:pt x="9290" y="208"/>
                    </a:cubicBezTo>
                    <a:cubicBezTo>
                      <a:pt x="9295" y="64"/>
                      <a:pt x="9190" y="0"/>
                      <a:pt x="899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25"/>
              <p:cNvSpPr/>
              <p:nvPr/>
            </p:nvSpPr>
            <p:spPr>
              <a:xfrm>
                <a:off x="2445325" y="1593875"/>
                <a:ext cx="57975" cy="301275"/>
              </a:xfrm>
              <a:custGeom>
                <a:rect b="b" l="l" r="r" t="t"/>
                <a:pathLst>
                  <a:path extrusionOk="0" h="12051" w="2319">
                    <a:moveTo>
                      <a:pt x="1243" y="1"/>
                    </a:moveTo>
                    <a:cubicBezTo>
                      <a:pt x="1218" y="1"/>
                      <a:pt x="1192" y="8"/>
                      <a:pt x="1164" y="21"/>
                    </a:cubicBezTo>
                    <a:cubicBezTo>
                      <a:pt x="0" y="615"/>
                      <a:pt x="1621" y="12050"/>
                      <a:pt x="1621" y="12050"/>
                    </a:cubicBezTo>
                    <a:cubicBezTo>
                      <a:pt x="1621" y="12050"/>
                      <a:pt x="2318" y="1"/>
                      <a:pt x="12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25"/>
              <p:cNvSpPr/>
              <p:nvPr/>
            </p:nvSpPr>
            <p:spPr>
              <a:xfrm>
                <a:off x="2492100" y="1756900"/>
                <a:ext cx="220300" cy="126825"/>
              </a:xfrm>
              <a:custGeom>
                <a:rect b="b" l="l" r="r" t="t"/>
                <a:pathLst>
                  <a:path extrusionOk="0" h="5073" w="8812">
                    <a:moveTo>
                      <a:pt x="8225" y="1"/>
                    </a:moveTo>
                    <a:cubicBezTo>
                      <a:pt x="6589" y="1"/>
                      <a:pt x="1" y="5073"/>
                      <a:pt x="1" y="5073"/>
                    </a:cubicBezTo>
                    <a:cubicBezTo>
                      <a:pt x="1" y="5073"/>
                      <a:pt x="8812" y="1877"/>
                      <a:pt x="8583" y="257"/>
                    </a:cubicBezTo>
                    <a:cubicBezTo>
                      <a:pt x="8555" y="80"/>
                      <a:pt x="8429" y="1"/>
                      <a:pt x="82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25"/>
              <p:cNvSpPr/>
              <p:nvPr/>
            </p:nvSpPr>
            <p:spPr>
              <a:xfrm>
                <a:off x="2515500" y="1711825"/>
                <a:ext cx="180550" cy="128525"/>
              </a:xfrm>
              <a:custGeom>
                <a:rect b="b" l="l" r="r" t="t"/>
                <a:pathLst>
                  <a:path extrusionOk="0" h="5141" w="7222">
                    <a:moveTo>
                      <a:pt x="7086" y="1"/>
                    </a:moveTo>
                    <a:cubicBezTo>
                      <a:pt x="6116" y="1"/>
                      <a:pt x="1" y="5141"/>
                      <a:pt x="1" y="5141"/>
                    </a:cubicBezTo>
                    <a:cubicBezTo>
                      <a:pt x="1" y="5141"/>
                      <a:pt x="7122" y="1306"/>
                      <a:pt x="7214" y="142"/>
                    </a:cubicBezTo>
                    <a:cubicBezTo>
                      <a:pt x="7221" y="45"/>
                      <a:pt x="7176" y="1"/>
                      <a:pt x="708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25"/>
              <p:cNvSpPr/>
              <p:nvPr/>
            </p:nvSpPr>
            <p:spPr>
              <a:xfrm>
                <a:off x="2488125" y="1568550"/>
                <a:ext cx="50650" cy="280950"/>
              </a:xfrm>
              <a:custGeom>
                <a:rect b="b" l="l" r="r" t="t"/>
                <a:pathLst>
                  <a:path extrusionOk="0" h="11238" w="2026">
                    <a:moveTo>
                      <a:pt x="1068" y="1"/>
                    </a:moveTo>
                    <a:cubicBezTo>
                      <a:pt x="1055" y="1"/>
                      <a:pt x="1041" y="3"/>
                      <a:pt x="1027" y="7"/>
                    </a:cubicBezTo>
                    <a:cubicBezTo>
                      <a:pt x="0" y="350"/>
                      <a:pt x="1004" y="11237"/>
                      <a:pt x="1004" y="11237"/>
                    </a:cubicBezTo>
                    <a:cubicBezTo>
                      <a:pt x="1004" y="11237"/>
                      <a:pt x="2026" y="1"/>
                      <a:pt x="10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25"/>
              <p:cNvSpPr/>
              <p:nvPr/>
            </p:nvSpPr>
            <p:spPr>
              <a:xfrm>
                <a:off x="2664450" y="1419100"/>
                <a:ext cx="86800" cy="218125"/>
              </a:xfrm>
              <a:custGeom>
                <a:rect b="b" l="l" r="r" t="t"/>
                <a:pathLst>
                  <a:path extrusionOk="0" h="8725" w="3472">
                    <a:moveTo>
                      <a:pt x="2439" y="1"/>
                    </a:moveTo>
                    <a:cubicBezTo>
                      <a:pt x="2425" y="1"/>
                      <a:pt x="2412" y="2"/>
                      <a:pt x="2397" y="5"/>
                    </a:cubicBezTo>
                    <a:cubicBezTo>
                      <a:pt x="1233" y="256"/>
                      <a:pt x="0" y="8724"/>
                      <a:pt x="0" y="8724"/>
                    </a:cubicBezTo>
                    <a:cubicBezTo>
                      <a:pt x="0" y="8724"/>
                      <a:pt x="3472" y="1"/>
                      <a:pt x="24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25"/>
              <p:cNvSpPr/>
              <p:nvPr/>
            </p:nvSpPr>
            <p:spPr>
              <a:xfrm>
                <a:off x="2650175" y="1560125"/>
                <a:ext cx="211625" cy="83375"/>
              </a:xfrm>
              <a:custGeom>
                <a:rect b="b" l="l" r="r" t="t"/>
                <a:pathLst>
                  <a:path extrusionOk="0" h="3335" w="8465">
                    <a:moveTo>
                      <a:pt x="8179" y="1"/>
                    </a:moveTo>
                    <a:cubicBezTo>
                      <a:pt x="6774" y="1"/>
                      <a:pt x="1" y="3334"/>
                      <a:pt x="1" y="3334"/>
                    </a:cubicBezTo>
                    <a:cubicBezTo>
                      <a:pt x="1" y="3334"/>
                      <a:pt x="8081" y="1371"/>
                      <a:pt x="8423" y="207"/>
                    </a:cubicBezTo>
                    <a:cubicBezTo>
                      <a:pt x="8465" y="64"/>
                      <a:pt x="8373" y="1"/>
                      <a:pt x="817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25"/>
              <p:cNvSpPr/>
              <p:nvPr/>
            </p:nvSpPr>
            <p:spPr>
              <a:xfrm>
                <a:off x="2622000" y="1462350"/>
                <a:ext cx="55025" cy="210250"/>
              </a:xfrm>
              <a:custGeom>
                <a:rect b="b" l="l" r="r" t="t"/>
                <a:pathLst>
                  <a:path extrusionOk="0" h="8410" w="2201">
                    <a:moveTo>
                      <a:pt x="973" y="0"/>
                    </a:moveTo>
                    <a:cubicBezTo>
                      <a:pt x="0" y="0"/>
                      <a:pt x="511" y="8409"/>
                      <a:pt x="511" y="8409"/>
                    </a:cubicBezTo>
                    <a:cubicBezTo>
                      <a:pt x="511" y="8409"/>
                      <a:pt x="2200" y="649"/>
                      <a:pt x="1082" y="32"/>
                    </a:cubicBezTo>
                    <a:cubicBezTo>
                      <a:pt x="1044" y="11"/>
                      <a:pt x="1007" y="0"/>
                      <a:pt x="9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25"/>
              <p:cNvSpPr/>
              <p:nvPr/>
            </p:nvSpPr>
            <p:spPr>
              <a:xfrm>
                <a:off x="2618800" y="1622550"/>
                <a:ext cx="209700" cy="65450"/>
              </a:xfrm>
              <a:custGeom>
                <a:rect b="b" l="l" r="r" t="t"/>
                <a:pathLst>
                  <a:path extrusionOk="0" h="2618" w="8388">
                    <a:moveTo>
                      <a:pt x="8034" y="0"/>
                    </a:moveTo>
                    <a:cubicBezTo>
                      <a:pt x="6492" y="0"/>
                      <a:pt x="0" y="2618"/>
                      <a:pt x="0" y="2618"/>
                    </a:cubicBezTo>
                    <a:cubicBezTo>
                      <a:pt x="0" y="2618"/>
                      <a:pt x="8103" y="1271"/>
                      <a:pt x="8354" y="198"/>
                    </a:cubicBezTo>
                    <a:cubicBezTo>
                      <a:pt x="8387" y="60"/>
                      <a:pt x="8267" y="0"/>
                      <a:pt x="8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25"/>
              <p:cNvSpPr/>
              <p:nvPr/>
            </p:nvSpPr>
            <p:spPr>
              <a:xfrm>
                <a:off x="2578400" y="1492325"/>
                <a:ext cx="46700" cy="215650"/>
              </a:xfrm>
              <a:custGeom>
                <a:rect b="b" l="l" r="r" t="t"/>
                <a:pathLst>
                  <a:path extrusionOk="0" h="8626" w="1868">
                    <a:moveTo>
                      <a:pt x="836" y="0"/>
                    </a:moveTo>
                    <a:cubicBezTo>
                      <a:pt x="1" y="0"/>
                      <a:pt x="909" y="8626"/>
                      <a:pt x="909" y="8626"/>
                    </a:cubicBezTo>
                    <a:cubicBezTo>
                      <a:pt x="977" y="8557"/>
                      <a:pt x="1867" y="500"/>
                      <a:pt x="909" y="20"/>
                    </a:cubicBezTo>
                    <a:cubicBezTo>
                      <a:pt x="883" y="7"/>
                      <a:pt x="859" y="0"/>
                      <a:pt x="8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25"/>
              <p:cNvSpPr/>
              <p:nvPr/>
            </p:nvSpPr>
            <p:spPr>
              <a:xfrm>
                <a:off x="2539250" y="1549775"/>
                <a:ext cx="52175" cy="228950"/>
              </a:xfrm>
              <a:custGeom>
                <a:rect b="b" l="l" r="r" t="t"/>
                <a:pathLst>
                  <a:path extrusionOk="0" h="9158" w="2087">
                    <a:moveTo>
                      <a:pt x="999" y="1"/>
                    </a:moveTo>
                    <a:cubicBezTo>
                      <a:pt x="0" y="1"/>
                      <a:pt x="557" y="9158"/>
                      <a:pt x="557" y="9158"/>
                    </a:cubicBezTo>
                    <a:cubicBezTo>
                      <a:pt x="557" y="9158"/>
                      <a:pt x="2087" y="256"/>
                      <a:pt x="1037" y="5"/>
                    </a:cubicBezTo>
                    <a:cubicBezTo>
                      <a:pt x="1024" y="2"/>
                      <a:pt x="1012" y="1"/>
                      <a:pt x="9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25"/>
              <p:cNvSpPr/>
              <p:nvPr/>
            </p:nvSpPr>
            <p:spPr>
              <a:xfrm>
                <a:off x="2566300" y="1670950"/>
                <a:ext cx="184900" cy="88375"/>
              </a:xfrm>
              <a:custGeom>
                <a:rect b="b" l="l" r="r" t="t"/>
                <a:pathLst>
                  <a:path extrusionOk="0" h="3535" w="7396">
                    <a:moveTo>
                      <a:pt x="6702" y="0"/>
                    </a:moveTo>
                    <a:cubicBezTo>
                      <a:pt x="5519" y="0"/>
                      <a:pt x="0" y="3535"/>
                      <a:pt x="0" y="3535"/>
                    </a:cubicBezTo>
                    <a:cubicBezTo>
                      <a:pt x="0" y="3535"/>
                      <a:pt x="7396" y="1663"/>
                      <a:pt x="6916" y="111"/>
                    </a:cubicBezTo>
                    <a:cubicBezTo>
                      <a:pt x="6894" y="35"/>
                      <a:pt x="6819" y="0"/>
                      <a:pt x="67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25"/>
              <p:cNvSpPr/>
              <p:nvPr/>
            </p:nvSpPr>
            <p:spPr>
              <a:xfrm>
                <a:off x="2702100" y="1514200"/>
                <a:ext cx="187200" cy="80800"/>
              </a:xfrm>
              <a:custGeom>
                <a:rect b="b" l="l" r="r" t="t"/>
                <a:pathLst>
                  <a:path extrusionOk="0" h="3232" w="7488">
                    <a:moveTo>
                      <a:pt x="6546" y="1"/>
                    </a:moveTo>
                    <a:cubicBezTo>
                      <a:pt x="5026" y="1"/>
                      <a:pt x="1" y="3231"/>
                      <a:pt x="1" y="3231"/>
                    </a:cubicBezTo>
                    <a:cubicBezTo>
                      <a:pt x="1" y="3231"/>
                      <a:pt x="7487" y="1200"/>
                      <a:pt x="6940" y="173"/>
                    </a:cubicBezTo>
                    <a:cubicBezTo>
                      <a:pt x="6877" y="54"/>
                      <a:pt x="6740" y="1"/>
                      <a:pt x="65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25"/>
              <p:cNvSpPr/>
              <p:nvPr/>
            </p:nvSpPr>
            <p:spPr>
              <a:xfrm>
                <a:off x="2713525" y="1411025"/>
                <a:ext cx="81350" cy="173125"/>
              </a:xfrm>
              <a:custGeom>
                <a:rect b="b" l="l" r="r" t="t"/>
                <a:pathLst>
                  <a:path extrusionOk="0" h="6925" w="3254">
                    <a:moveTo>
                      <a:pt x="2469" y="1"/>
                    </a:moveTo>
                    <a:cubicBezTo>
                      <a:pt x="2454" y="1"/>
                      <a:pt x="2438" y="3"/>
                      <a:pt x="2420" y="8"/>
                    </a:cubicBezTo>
                    <a:cubicBezTo>
                      <a:pt x="1484" y="259"/>
                      <a:pt x="0" y="6924"/>
                      <a:pt x="0" y="6924"/>
                    </a:cubicBezTo>
                    <a:cubicBezTo>
                      <a:pt x="0" y="6924"/>
                      <a:pt x="3253" y="1"/>
                      <a:pt x="24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25"/>
              <p:cNvSpPr/>
              <p:nvPr/>
            </p:nvSpPr>
            <p:spPr>
              <a:xfrm>
                <a:off x="2757450" y="1411075"/>
                <a:ext cx="90225" cy="133125"/>
              </a:xfrm>
              <a:custGeom>
                <a:rect b="b" l="l" r="r" t="t"/>
                <a:pathLst>
                  <a:path extrusionOk="0" h="5325" w="3609">
                    <a:moveTo>
                      <a:pt x="2682" y="1"/>
                    </a:moveTo>
                    <a:cubicBezTo>
                      <a:pt x="2665" y="1"/>
                      <a:pt x="2646" y="3"/>
                      <a:pt x="2626" y="6"/>
                    </a:cubicBezTo>
                    <a:cubicBezTo>
                      <a:pt x="1484" y="212"/>
                      <a:pt x="1" y="5325"/>
                      <a:pt x="1" y="5325"/>
                    </a:cubicBezTo>
                    <a:cubicBezTo>
                      <a:pt x="1" y="5325"/>
                      <a:pt x="3609" y="1"/>
                      <a:pt x="26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25"/>
              <p:cNvSpPr/>
              <p:nvPr/>
            </p:nvSpPr>
            <p:spPr>
              <a:xfrm>
                <a:off x="2783125" y="1431400"/>
                <a:ext cx="138700" cy="91700"/>
              </a:xfrm>
              <a:custGeom>
                <a:rect b="b" l="l" r="r" t="t"/>
                <a:pathLst>
                  <a:path extrusionOk="0" h="3668" w="5548">
                    <a:moveTo>
                      <a:pt x="4642" y="0"/>
                    </a:moveTo>
                    <a:cubicBezTo>
                      <a:pt x="3551" y="0"/>
                      <a:pt x="1" y="3667"/>
                      <a:pt x="1" y="3667"/>
                    </a:cubicBezTo>
                    <a:cubicBezTo>
                      <a:pt x="1" y="3667"/>
                      <a:pt x="5547" y="814"/>
                      <a:pt x="4863" y="84"/>
                    </a:cubicBezTo>
                    <a:cubicBezTo>
                      <a:pt x="4809" y="27"/>
                      <a:pt x="4734" y="0"/>
                      <a:pt x="46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0" name="Google Shape;2350;p25"/>
            <p:cNvGrpSpPr/>
            <p:nvPr/>
          </p:nvGrpSpPr>
          <p:grpSpPr>
            <a:xfrm flipH="1" rot="-4958384">
              <a:off x="8270373" y="186696"/>
              <a:ext cx="512394" cy="556591"/>
              <a:chOff x="2409400" y="1411025"/>
              <a:chExt cx="512425" cy="556625"/>
            </a:xfrm>
          </p:grpSpPr>
          <p:sp>
            <p:nvSpPr>
              <p:cNvPr id="2351" name="Google Shape;2351;p25"/>
              <p:cNvSpPr/>
              <p:nvPr/>
            </p:nvSpPr>
            <p:spPr>
              <a:xfrm>
                <a:off x="2450000" y="1463125"/>
                <a:ext cx="415800" cy="504525"/>
              </a:xfrm>
              <a:custGeom>
                <a:rect b="b" l="l" r="r" t="t"/>
                <a:pathLst>
                  <a:path extrusionOk="0" h="20181" w="16632">
                    <a:moveTo>
                      <a:pt x="16394" y="0"/>
                    </a:moveTo>
                    <a:cubicBezTo>
                      <a:pt x="16369" y="0"/>
                      <a:pt x="16343" y="7"/>
                      <a:pt x="16316" y="24"/>
                    </a:cubicBezTo>
                    <a:cubicBezTo>
                      <a:pt x="9240" y="4703"/>
                      <a:pt x="3054" y="11939"/>
                      <a:pt x="42" y="19974"/>
                    </a:cubicBezTo>
                    <a:cubicBezTo>
                      <a:pt x="0" y="20098"/>
                      <a:pt x="101" y="20181"/>
                      <a:pt x="207" y="20181"/>
                    </a:cubicBezTo>
                    <a:cubicBezTo>
                      <a:pt x="277" y="20181"/>
                      <a:pt x="348" y="20146"/>
                      <a:pt x="384" y="20065"/>
                    </a:cubicBezTo>
                    <a:cubicBezTo>
                      <a:pt x="3328" y="12122"/>
                      <a:pt x="9468" y="4955"/>
                      <a:pt x="16476" y="344"/>
                    </a:cubicBezTo>
                    <a:cubicBezTo>
                      <a:pt x="16631" y="247"/>
                      <a:pt x="16538" y="0"/>
                      <a:pt x="163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25"/>
              <p:cNvSpPr/>
              <p:nvPr/>
            </p:nvSpPr>
            <p:spPr>
              <a:xfrm>
                <a:off x="2409400" y="1623325"/>
                <a:ext cx="54125" cy="327175"/>
              </a:xfrm>
              <a:custGeom>
                <a:rect b="b" l="l" r="r" t="t"/>
                <a:pathLst>
                  <a:path extrusionOk="0" h="13087" w="2165">
                    <a:moveTo>
                      <a:pt x="1113" y="1"/>
                    </a:moveTo>
                    <a:cubicBezTo>
                      <a:pt x="1099" y="1"/>
                      <a:pt x="1086" y="3"/>
                      <a:pt x="1072" y="7"/>
                    </a:cubicBezTo>
                    <a:cubicBezTo>
                      <a:pt x="0" y="372"/>
                      <a:pt x="2027" y="13086"/>
                      <a:pt x="2054" y="13086"/>
                    </a:cubicBezTo>
                    <a:cubicBezTo>
                      <a:pt x="2054" y="13086"/>
                      <a:pt x="2054" y="13086"/>
                      <a:pt x="2054" y="13086"/>
                    </a:cubicBezTo>
                    <a:cubicBezTo>
                      <a:pt x="2054" y="13086"/>
                      <a:pt x="2165" y="1"/>
                      <a:pt x="1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25"/>
              <p:cNvSpPr/>
              <p:nvPr/>
            </p:nvSpPr>
            <p:spPr>
              <a:xfrm>
                <a:off x="2473850" y="1812325"/>
                <a:ext cx="232400" cy="107925"/>
              </a:xfrm>
              <a:custGeom>
                <a:rect b="b" l="l" r="r" t="t"/>
                <a:pathLst>
                  <a:path extrusionOk="0" h="4317" w="9296">
                    <a:moveTo>
                      <a:pt x="8997" y="0"/>
                    </a:moveTo>
                    <a:cubicBezTo>
                      <a:pt x="7418" y="0"/>
                      <a:pt x="1" y="4317"/>
                      <a:pt x="1" y="4317"/>
                    </a:cubicBezTo>
                    <a:cubicBezTo>
                      <a:pt x="1" y="4317"/>
                      <a:pt x="9245" y="1532"/>
                      <a:pt x="9290" y="208"/>
                    </a:cubicBezTo>
                    <a:cubicBezTo>
                      <a:pt x="9295" y="64"/>
                      <a:pt x="9190" y="0"/>
                      <a:pt x="899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25"/>
              <p:cNvSpPr/>
              <p:nvPr/>
            </p:nvSpPr>
            <p:spPr>
              <a:xfrm>
                <a:off x="2445325" y="1593875"/>
                <a:ext cx="57975" cy="301275"/>
              </a:xfrm>
              <a:custGeom>
                <a:rect b="b" l="l" r="r" t="t"/>
                <a:pathLst>
                  <a:path extrusionOk="0" h="12051" w="2319">
                    <a:moveTo>
                      <a:pt x="1243" y="1"/>
                    </a:moveTo>
                    <a:cubicBezTo>
                      <a:pt x="1218" y="1"/>
                      <a:pt x="1192" y="8"/>
                      <a:pt x="1164" y="21"/>
                    </a:cubicBezTo>
                    <a:cubicBezTo>
                      <a:pt x="0" y="615"/>
                      <a:pt x="1621" y="12050"/>
                      <a:pt x="1621" y="12050"/>
                    </a:cubicBezTo>
                    <a:cubicBezTo>
                      <a:pt x="1621" y="12050"/>
                      <a:pt x="2318" y="1"/>
                      <a:pt x="12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5"/>
              <p:cNvSpPr/>
              <p:nvPr/>
            </p:nvSpPr>
            <p:spPr>
              <a:xfrm>
                <a:off x="2492100" y="1756900"/>
                <a:ext cx="220300" cy="126825"/>
              </a:xfrm>
              <a:custGeom>
                <a:rect b="b" l="l" r="r" t="t"/>
                <a:pathLst>
                  <a:path extrusionOk="0" h="5073" w="8812">
                    <a:moveTo>
                      <a:pt x="8225" y="1"/>
                    </a:moveTo>
                    <a:cubicBezTo>
                      <a:pt x="6589" y="1"/>
                      <a:pt x="1" y="5073"/>
                      <a:pt x="1" y="5073"/>
                    </a:cubicBezTo>
                    <a:cubicBezTo>
                      <a:pt x="1" y="5073"/>
                      <a:pt x="8812" y="1877"/>
                      <a:pt x="8583" y="257"/>
                    </a:cubicBezTo>
                    <a:cubicBezTo>
                      <a:pt x="8555" y="80"/>
                      <a:pt x="8429" y="1"/>
                      <a:pt x="82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5"/>
              <p:cNvSpPr/>
              <p:nvPr/>
            </p:nvSpPr>
            <p:spPr>
              <a:xfrm>
                <a:off x="2515500" y="1711825"/>
                <a:ext cx="180550" cy="128525"/>
              </a:xfrm>
              <a:custGeom>
                <a:rect b="b" l="l" r="r" t="t"/>
                <a:pathLst>
                  <a:path extrusionOk="0" h="5141" w="7222">
                    <a:moveTo>
                      <a:pt x="7086" y="1"/>
                    </a:moveTo>
                    <a:cubicBezTo>
                      <a:pt x="6116" y="1"/>
                      <a:pt x="1" y="5141"/>
                      <a:pt x="1" y="5141"/>
                    </a:cubicBezTo>
                    <a:cubicBezTo>
                      <a:pt x="1" y="5141"/>
                      <a:pt x="7122" y="1306"/>
                      <a:pt x="7214" y="142"/>
                    </a:cubicBezTo>
                    <a:cubicBezTo>
                      <a:pt x="7221" y="45"/>
                      <a:pt x="7176" y="1"/>
                      <a:pt x="708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5"/>
              <p:cNvSpPr/>
              <p:nvPr/>
            </p:nvSpPr>
            <p:spPr>
              <a:xfrm>
                <a:off x="2488125" y="1568550"/>
                <a:ext cx="50650" cy="280950"/>
              </a:xfrm>
              <a:custGeom>
                <a:rect b="b" l="l" r="r" t="t"/>
                <a:pathLst>
                  <a:path extrusionOk="0" h="11238" w="2026">
                    <a:moveTo>
                      <a:pt x="1068" y="1"/>
                    </a:moveTo>
                    <a:cubicBezTo>
                      <a:pt x="1055" y="1"/>
                      <a:pt x="1041" y="3"/>
                      <a:pt x="1027" y="7"/>
                    </a:cubicBezTo>
                    <a:cubicBezTo>
                      <a:pt x="0" y="350"/>
                      <a:pt x="1004" y="11237"/>
                      <a:pt x="1004" y="11237"/>
                    </a:cubicBezTo>
                    <a:cubicBezTo>
                      <a:pt x="1004" y="11237"/>
                      <a:pt x="2026" y="1"/>
                      <a:pt x="10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5"/>
              <p:cNvSpPr/>
              <p:nvPr/>
            </p:nvSpPr>
            <p:spPr>
              <a:xfrm>
                <a:off x="2664450" y="1419100"/>
                <a:ext cx="86800" cy="218125"/>
              </a:xfrm>
              <a:custGeom>
                <a:rect b="b" l="l" r="r" t="t"/>
                <a:pathLst>
                  <a:path extrusionOk="0" h="8725" w="3472">
                    <a:moveTo>
                      <a:pt x="2439" y="1"/>
                    </a:moveTo>
                    <a:cubicBezTo>
                      <a:pt x="2425" y="1"/>
                      <a:pt x="2412" y="2"/>
                      <a:pt x="2397" y="5"/>
                    </a:cubicBezTo>
                    <a:cubicBezTo>
                      <a:pt x="1233" y="256"/>
                      <a:pt x="0" y="8724"/>
                      <a:pt x="0" y="8724"/>
                    </a:cubicBezTo>
                    <a:cubicBezTo>
                      <a:pt x="0" y="8724"/>
                      <a:pt x="3472" y="1"/>
                      <a:pt x="24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5"/>
              <p:cNvSpPr/>
              <p:nvPr/>
            </p:nvSpPr>
            <p:spPr>
              <a:xfrm>
                <a:off x="2650175" y="1560125"/>
                <a:ext cx="211625" cy="83375"/>
              </a:xfrm>
              <a:custGeom>
                <a:rect b="b" l="l" r="r" t="t"/>
                <a:pathLst>
                  <a:path extrusionOk="0" h="3335" w="8465">
                    <a:moveTo>
                      <a:pt x="8179" y="1"/>
                    </a:moveTo>
                    <a:cubicBezTo>
                      <a:pt x="6774" y="1"/>
                      <a:pt x="1" y="3334"/>
                      <a:pt x="1" y="3334"/>
                    </a:cubicBezTo>
                    <a:cubicBezTo>
                      <a:pt x="1" y="3334"/>
                      <a:pt x="8081" y="1371"/>
                      <a:pt x="8423" y="207"/>
                    </a:cubicBezTo>
                    <a:cubicBezTo>
                      <a:pt x="8465" y="64"/>
                      <a:pt x="8373" y="1"/>
                      <a:pt x="817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25"/>
              <p:cNvSpPr/>
              <p:nvPr/>
            </p:nvSpPr>
            <p:spPr>
              <a:xfrm>
                <a:off x="2622000" y="1462350"/>
                <a:ext cx="55025" cy="210250"/>
              </a:xfrm>
              <a:custGeom>
                <a:rect b="b" l="l" r="r" t="t"/>
                <a:pathLst>
                  <a:path extrusionOk="0" h="8410" w="2201">
                    <a:moveTo>
                      <a:pt x="973" y="0"/>
                    </a:moveTo>
                    <a:cubicBezTo>
                      <a:pt x="0" y="0"/>
                      <a:pt x="511" y="8409"/>
                      <a:pt x="511" y="8409"/>
                    </a:cubicBezTo>
                    <a:cubicBezTo>
                      <a:pt x="511" y="8409"/>
                      <a:pt x="2200" y="649"/>
                      <a:pt x="1082" y="32"/>
                    </a:cubicBezTo>
                    <a:cubicBezTo>
                      <a:pt x="1044" y="11"/>
                      <a:pt x="1007" y="0"/>
                      <a:pt x="9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25"/>
              <p:cNvSpPr/>
              <p:nvPr/>
            </p:nvSpPr>
            <p:spPr>
              <a:xfrm>
                <a:off x="2618800" y="1622550"/>
                <a:ext cx="209700" cy="65450"/>
              </a:xfrm>
              <a:custGeom>
                <a:rect b="b" l="l" r="r" t="t"/>
                <a:pathLst>
                  <a:path extrusionOk="0" h="2618" w="8388">
                    <a:moveTo>
                      <a:pt x="8034" y="0"/>
                    </a:moveTo>
                    <a:cubicBezTo>
                      <a:pt x="6492" y="0"/>
                      <a:pt x="0" y="2618"/>
                      <a:pt x="0" y="2618"/>
                    </a:cubicBezTo>
                    <a:cubicBezTo>
                      <a:pt x="0" y="2618"/>
                      <a:pt x="8103" y="1271"/>
                      <a:pt x="8354" y="198"/>
                    </a:cubicBezTo>
                    <a:cubicBezTo>
                      <a:pt x="8387" y="60"/>
                      <a:pt x="8267" y="0"/>
                      <a:pt x="8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25"/>
              <p:cNvSpPr/>
              <p:nvPr/>
            </p:nvSpPr>
            <p:spPr>
              <a:xfrm>
                <a:off x="2578400" y="1492325"/>
                <a:ext cx="46700" cy="215650"/>
              </a:xfrm>
              <a:custGeom>
                <a:rect b="b" l="l" r="r" t="t"/>
                <a:pathLst>
                  <a:path extrusionOk="0" h="8626" w="1868">
                    <a:moveTo>
                      <a:pt x="836" y="0"/>
                    </a:moveTo>
                    <a:cubicBezTo>
                      <a:pt x="1" y="0"/>
                      <a:pt x="909" y="8626"/>
                      <a:pt x="909" y="8626"/>
                    </a:cubicBezTo>
                    <a:cubicBezTo>
                      <a:pt x="977" y="8557"/>
                      <a:pt x="1867" y="500"/>
                      <a:pt x="909" y="20"/>
                    </a:cubicBezTo>
                    <a:cubicBezTo>
                      <a:pt x="883" y="7"/>
                      <a:pt x="859" y="0"/>
                      <a:pt x="8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25"/>
              <p:cNvSpPr/>
              <p:nvPr/>
            </p:nvSpPr>
            <p:spPr>
              <a:xfrm>
                <a:off x="2539250" y="1549775"/>
                <a:ext cx="52175" cy="228950"/>
              </a:xfrm>
              <a:custGeom>
                <a:rect b="b" l="l" r="r" t="t"/>
                <a:pathLst>
                  <a:path extrusionOk="0" h="9158" w="2087">
                    <a:moveTo>
                      <a:pt x="999" y="1"/>
                    </a:moveTo>
                    <a:cubicBezTo>
                      <a:pt x="0" y="1"/>
                      <a:pt x="557" y="9158"/>
                      <a:pt x="557" y="9158"/>
                    </a:cubicBezTo>
                    <a:cubicBezTo>
                      <a:pt x="557" y="9158"/>
                      <a:pt x="2087" y="256"/>
                      <a:pt x="1037" y="5"/>
                    </a:cubicBezTo>
                    <a:cubicBezTo>
                      <a:pt x="1024" y="2"/>
                      <a:pt x="1012" y="1"/>
                      <a:pt x="9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25"/>
              <p:cNvSpPr/>
              <p:nvPr/>
            </p:nvSpPr>
            <p:spPr>
              <a:xfrm>
                <a:off x="2566300" y="1670950"/>
                <a:ext cx="184900" cy="88375"/>
              </a:xfrm>
              <a:custGeom>
                <a:rect b="b" l="l" r="r" t="t"/>
                <a:pathLst>
                  <a:path extrusionOk="0" h="3535" w="7396">
                    <a:moveTo>
                      <a:pt x="6702" y="0"/>
                    </a:moveTo>
                    <a:cubicBezTo>
                      <a:pt x="5519" y="0"/>
                      <a:pt x="0" y="3535"/>
                      <a:pt x="0" y="3535"/>
                    </a:cubicBezTo>
                    <a:cubicBezTo>
                      <a:pt x="0" y="3535"/>
                      <a:pt x="7396" y="1663"/>
                      <a:pt x="6916" y="111"/>
                    </a:cubicBezTo>
                    <a:cubicBezTo>
                      <a:pt x="6894" y="35"/>
                      <a:pt x="6819" y="0"/>
                      <a:pt x="67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25"/>
              <p:cNvSpPr/>
              <p:nvPr/>
            </p:nvSpPr>
            <p:spPr>
              <a:xfrm>
                <a:off x="2702100" y="1514200"/>
                <a:ext cx="187200" cy="80800"/>
              </a:xfrm>
              <a:custGeom>
                <a:rect b="b" l="l" r="r" t="t"/>
                <a:pathLst>
                  <a:path extrusionOk="0" h="3232" w="7488">
                    <a:moveTo>
                      <a:pt x="6546" y="1"/>
                    </a:moveTo>
                    <a:cubicBezTo>
                      <a:pt x="5026" y="1"/>
                      <a:pt x="1" y="3231"/>
                      <a:pt x="1" y="3231"/>
                    </a:cubicBezTo>
                    <a:cubicBezTo>
                      <a:pt x="1" y="3231"/>
                      <a:pt x="7487" y="1200"/>
                      <a:pt x="6940" y="173"/>
                    </a:cubicBezTo>
                    <a:cubicBezTo>
                      <a:pt x="6877" y="54"/>
                      <a:pt x="6740" y="1"/>
                      <a:pt x="65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25"/>
              <p:cNvSpPr/>
              <p:nvPr/>
            </p:nvSpPr>
            <p:spPr>
              <a:xfrm>
                <a:off x="2713525" y="1411025"/>
                <a:ext cx="81350" cy="173125"/>
              </a:xfrm>
              <a:custGeom>
                <a:rect b="b" l="l" r="r" t="t"/>
                <a:pathLst>
                  <a:path extrusionOk="0" h="6925" w="3254">
                    <a:moveTo>
                      <a:pt x="2469" y="1"/>
                    </a:moveTo>
                    <a:cubicBezTo>
                      <a:pt x="2454" y="1"/>
                      <a:pt x="2438" y="3"/>
                      <a:pt x="2420" y="8"/>
                    </a:cubicBezTo>
                    <a:cubicBezTo>
                      <a:pt x="1484" y="259"/>
                      <a:pt x="0" y="6924"/>
                      <a:pt x="0" y="6924"/>
                    </a:cubicBezTo>
                    <a:cubicBezTo>
                      <a:pt x="0" y="6924"/>
                      <a:pt x="3253" y="1"/>
                      <a:pt x="24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25"/>
              <p:cNvSpPr/>
              <p:nvPr/>
            </p:nvSpPr>
            <p:spPr>
              <a:xfrm>
                <a:off x="2757450" y="1411075"/>
                <a:ext cx="90225" cy="133125"/>
              </a:xfrm>
              <a:custGeom>
                <a:rect b="b" l="l" r="r" t="t"/>
                <a:pathLst>
                  <a:path extrusionOk="0" h="5325" w="3609">
                    <a:moveTo>
                      <a:pt x="2682" y="1"/>
                    </a:moveTo>
                    <a:cubicBezTo>
                      <a:pt x="2665" y="1"/>
                      <a:pt x="2646" y="3"/>
                      <a:pt x="2626" y="6"/>
                    </a:cubicBezTo>
                    <a:cubicBezTo>
                      <a:pt x="1484" y="212"/>
                      <a:pt x="1" y="5325"/>
                      <a:pt x="1" y="5325"/>
                    </a:cubicBezTo>
                    <a:cubicBezTo>
                      <a:pt x="1" y="5325"/>
                      <a:pt x="3609" y="1"/>
                      <a:pt x="26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25"/>
              <p:cNvSpPr/>
              <p:nvPr/>
            </p:nvSpPr>
            <p:spPr>
              <a:xfrm>
                <a:off x="2783125" y="1431400"/>
                <a:ext cx="138700" cy="91700"/>
              </a:xfrm>
              <a:custGeom>
                <a:rect b="b" l="l" r="r" t="t"/>
                <a:pathLst>
                  <a:path extrusionOk="0" h="3668" w="5548">
                    <a:moveTo>
                      <a:pt x="4642" y="0"/>
                    </a:moveTo>
                    <a:cubicBezTo>
                      <a:pt x="3551" y="0"/>
                      <a:pt x="1" y="3667"/>
                      <a:pt x="1" y="3667"/>
                    </a:cubicBezTo>
                    <a:cubicBezTo>
                      <a:pt x="1" y="3667"/>
                      <a:pt x="5547" y="814"/>
                      <a:pt x="4863" y="84"/>
                    </a:cubicBezTo>
                    <a:cubicBezTo>
                      <a:pt x="4809" y="27"/>
                      <a:pt x="4734" y="0"/>
                      <a:pt x="46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9" name="Google Shape;2369;p25"/>
            <p:cNvGrpSpPr/>
            <p:nvPr/>
          </p:nvGrpSpPr>
          <p:grpSpPr>
            <a:xfrm flipH="1" rot="-5400000">
              <a:off x="8129602" y="-138764"/>
              <a:ext cx="484549" cy="814386"/>
              <a:chOff x="4949250" y="2063150"/>
              <a:chExt cx="484500" cy="814304"/>
            </a:xfrm>
          </p:grpSpPr>
          <p:sp>
            <p:nvSpPr>
              <p:cNvPr id="2370" name="Google Shape;2370;p25"/>
              <p:cNvSpPr/>
              <p:nvPr/>
            </p:nvSpPr>
            <p:spPr>
              <a:xfrm>
                <a:off x="4975554" y="2063150"/>
                <a:ext cx="430395" cy="814304"/>
              </a:xfrm>
              <a:custGeom>
                <a:rect b="b" l="l" r="r" t="t"/>
                <a:pathLst>
                  <a:path extrusionOk="0" h="17955" w="9490">
                    <a:moveTo>
                      <a:pt x="6414" y="0"/>
                    </a:moveTo>
                    <a:cubicBezTo>
                      <a:pt x="6345" y="0"/>
                      <a:pt x="6278" y="38"/>
                      <a:pt x="6245" y="127"/>
                    </a:cubicBezTo>
                    <a:cubicBezTo>
                      <a:pt x="5355" y="3003"/>
                      <a:pt x="4693" y="6084"/>
                      <a:pt x="4442" y="9188"/>
                    </a:cubicBezTo>
                    <a:cubicBezTo>
                      <a:pt x="3689" y="8161"/>
                      <a:pt x="3004" y="7088"/>
                      <a:pt x="2388" y="5970"/>
                    </a:cubicBezTo>
                    <a:cubicBezTo>
                      <a:pt x="2251" y="4692"/>
                      <a:pt x="2274" y="3391"/>
                      <a:pt x="2411" y="2113"/>
                    </a:cubicBezTo>
                    <a:cubicBezTo>
                      <a:pt x="2436" y="1959"/>
                      <a:pt x="2311" y="1870"/>
                      <a:pt x="2192" y="1870"/>
                    </a:cubicBezTo>
                    <a:cubicBezTo>
                      <a:pt x="2099" y="1870"/>
                      <a:pt x="2010" y="1924"/>
                      <a:pt x="2000" y="2044"/>
                    </a:cubicBezTo>
                    <a:cubicBezTo>
                      <a:pt x="1886" y="3048"/>
                      <a:pt x="1863" y="4076"/>
                      <a:pt x="1909" y="5080"/>
                    </a:cubicBezTo>
                    <a:cubicBezTo>
                      <a:pt x="1384" y="4098"/>
                      <a:pt x="882" y="3071"/>
                      <a:pt x="471" y="2021"/>
                    </a:cubicBezTo>
                    <a:cubicBezTo>
                      <a:pt x="430" y="1932"/>
                      <a:pt x="355" y="1895"/>
                      <a:pt x="280" y="1895"/>
                    </a:cubicBezTo>
                    <a:cubicBezTo>
                      <a:pt x="142" y="1895"/>
                      <a:pt x="1" y="2019"/>
                      <a:pt x="60" y="2181"/>
                    </a:cubicBezTo>
                    <a:cubicBezTo>
                      <a:pt x="630" y="3528"/>
                      <a:pt x="1270" y="4852"/>
                      <a:pt x="1977" y="6107"/>
                    </a:cubicBezTo>
                    <a:cubicBezTo>
                      <a:pt x="1977" y="6153"/>
                      <a:pt x="2000" y="6198"/>
                      <a:pt x="2046" y="6221"/>
                    </a:cubicBezTo>
                    <a:cubicBezTo>
                      <a:pt x="2753" y="7477"/>
                      <a:pt x="3529" y="8686"/>
                      <a:pt x="4397" y="9850"/>
                    </a:cubicBezTo>
                    <a:cubicBezTo>
                      <a:pt x="4214" y="12521"/>
                      <a:pt x="4328" y="15191"/>
                      <a:pt x="4830" y="17771"/>
                    </a:cubicBezTo>
                    <a:cubicBezTo>
                      <a:pt x="4851" y="17896"/>
                      <a:pt x="4954" y="17955"/>
                      <a:pt x="5054" y="17955"/>
                    </a:cubicBezTo>
                    <a:cubicBezTo>
                      <a:pt x="5173" y="17955"/>
                      <a:pt x="5289" y="17873"/>
                      <a:pt x="5264" y="17725"/>
                    </a:cubicBezTo>
                    <a:cubicBezTo>
                      <a:pt x="5059" y="16744"/>
                      <a:pt x="4922" y="15716"/>
                      <a:pt x="4853" y="14712"/>
                    </a:cubicBezTo>
                    <a:cubicBezTo>
                      <a:pt x="6268" y="12932"/>
                      <a:pt x="7752" y="11243"/>
                      <a:pt x="9350" y="9622"/>
                    </a:cubicBezTo>
                    <a:cubicBezTo>
                      <a:pt x="9490" y="9482"/>
                      <a:pt x="9321" y="9288"/>
                      <a:pt x="9152" y="9288"/>
                    </a:cubicBezTo>
                    <a:cubicBezTo>
                      <a:pt x="9101" y="9288"/>
                      <a:pt x="9050" y="9306"/>
                      <a:pt x="9007" y="9348"/>
                    </a:cubicBezTo>
                    <a:cubicBezTo>
                      <a:pt x="8597" y="9782"/>
                      <a:pt x="8186" y="10216"/>
                      <a:pt x="7775" y="10649"/>
                    </a:cubicBezTo>
                    <a:cubicBezTo>
                      <a:pt x="7569" y="9531"/>
                      <a:pt x="7318" y="8412"/>
                      <a:pt x="6976" y="7317"/>
                    </a:cubicBezTo>
                    <a:cubicBezTo>
                      <a:pt x="6952" y="7228"/>
                      <a:pt x="6887" y="7190"/>
                      <a:pt x="6817" y="7190"/>
                    </a:cubicBezTo>
                    <a:cubicBezTo>
                      <a:pt x="6690" y="7190"/>
                      <a:pt x="6544" y="7314"/>
                      <a:pt x="6588" y="7477"/>
                    </a:cubicBezTo>
                    <a:cubicBezTo>
                      <a:pt x="6930" y="8641"/>
                      <a:pt x="7204" y="9828"/>
                      <a:pt x="7432" y="11037"/>
                    </a:cubicBezTo>
                    <a:cubicBezTo>
                      <a:pt x="6519" y="12042"/>
                      <a:pt x="5652" y="13046"/>
                      <a:pt x="4808" y="14096"/>
                    </a:cubicBezTo>
                    <a:cubicBezTo>
                      <a:pt x="4511" y="9439"/>
                      <a:pt x="5287" y="4646"/>
                      <a:pt x="6634" y="287"/>
                    </a:cubicBezTo>
                    <a:cubicBezTo>
                      <a:pt x="6678" y="124"/>
                      <a:pt x="6541" y="0"/>
                      <a:pt x="64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25"/>
              <p:cNvSpPr/>
              <p:nvPr/>
            </p:nvSpPr>
            <p:spPr>
              <a:xfrm>
                <a:off x="5212203" y="2195624"/>
                <a:ext cx="184313" cy="94832"/>
              </a:xfrm>
              <a:custGeom>
                <a:rect b="b" l="l" r="r" t="t"/>
                <a:pathLst>
                  <a:path extrusionOk="0" h="2091" w="4064">
                    <a:moveTo>
                      <a:pt x="3229" y="1"/>
                    </a:moveTo>
                    <a:cubicBezTo>
                      <a:pt x="2233" y="1"/>
                      <a:pt x="0" y="2090"/>
                      <a:pt x="0" y="2090"/>
                    </a:cubicBezTo>
                    <a:cubicBezTo>
                      <a:pt x="0" y="2090"/>
                      <a:pt x="4063" y="1474"/>
                      <a:pt x="3652" y="287"/>
                    </a:cubicBezTo>
                    <a:cubicBezTo>
                      <a:pt x="3580" y="85"/>
                      <a:pt x="3430" y="1"/>
                      <a:pt x="3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25"/>
              <p:cNvSpPr/>
              <p:nvPr/>
            </p:nvSpPr>
            <p:spPr>
              <a:xfrm>
                <a:off x="4957549" y="2483794"/>
                <a:ext cx="226763" cy="159641"/>
              </a:xfrm>
              <a:custGeom>
                <a:rect b="b" l="l" r="r" t="t"/>
                <a:pathLst>
                  <a:path extrusionOk="0" h="3520" w="5000">
                    <a:moveTo>
                      <a:pt x="1190" y="1"/>
                    </a:moveTo>
                    <a:cubicBezTo>
                      <a:pt x="1040" y="1"/>
                      <a:pt x="915" y="58"/>
                      <a:pt x="822" y="187"/>
                    </a:cubicBezTo>
                    <a:cubicBezTo>
                      <a:pt x="0" y="1329"/>
                      <a:pt x="4999" y="3520"/>
                      <a:pt x="4999" y="3520"/>
                    </a:cubicBezTo>
                    <a:cubicBezTo>
                      <a:pt x="4999" y="3520"/>
                      <a:pt x="2360" y="1"/>
                      <a:pt x="11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25"/>
              <p:cNvSpPr/>
              <p:nvPr/>
            </p:nvSpPr>
            <p:spPr>
              <a:xfrm>
                <a:off x="5243270" y="2363610"/>
                <a:ext cx="79730" cy="70251"/>
              </a:xfrm>
              <a:custGeom>
                <a:rect b="b" l="l" r="r" t="t"/>
                <a:pathLst>
                  <a:path extrusionOk="0" h="1549" w="1758">
                    <a:moveTo>
                      <a:pt x="871" y="1"/>
                    </a:moveTo>
                    <a:cubicBezTo>
                      <a:pt x="719" y="1"/>
                      <a:pt x="566" y="47"/>
                      <a:pt x="434" y="144"/>
                    </a:cubicBezTo>
                    <a:cubicBezTo>
                      <a:pt x="91" y="395"/>
                      <a:pt x="0" y="874"/>
                      <a:pt x="251" y="1217"/>
                    </a:cubicBezTo>
                    <a:cubicBezTo>
                      <a:pt x="402" y="1436"/>
                      <a:pt x="636" y="1549"/>
                      <a:pt x="873" y="1549"/>
                    </a:cubicBezTo>
                    <a:cubicBezTo>
                      <a:pt x="1029" y="1549"/>
                      <a:pt x="1188" y="1499"/>
                      <a:pt x="1324" y="1399"/>
                    </a:cubicBezTo>
                    <a:cubicBezTo>
                      <a:pt x="1689" y="1148"/>
                      <a:pt x="1758" y="669"/>
                      <a:pt x="1507" y="327"/>
                    </a:cubicBezTo>
                    <a:cubicBezTo>
                      <a:pt x="1353" y="117"/>
                      <a:pt x="1113" y="1"/>
                      <a:pt x="8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25"/>
              <p:cNvSpPr/>
              <p:nvPr/>
            </p:nvSpPr>
            <p:spPr>
              <a:xfrm>
                <a:off x="5355064" y="2457535"/>
                <a:ext cx="78687" cy="70251"/>
              </a:xfrm>
              <a:custGeom>
                <a:rect b="b" l="l" r="r" t="t"/>
                <a:pathLst>
                  <a:path extrusionOk="0" h="1549" w="1735">
                    <a:moveTo>
                      <a:pt x="863" y="1"/>
                    </a:moveTo>
                    <a:cubicBezTo>
                      <a:pt x="706" y="1"/>
                      <a:pt x="548" y="50"/>
                      <a:pt x="411" y="150"/>
                    </a:cubicBezTo>
                    <a:cubicBezTo>
                      <a:pt x="69" y="401"/>
                      <a:pt x="0" y="880"/>
                      <a:pt x="229" y="1223"/>
                    </a:cubicBezTo>
                    <a:cubicBezTo>
                      <a:pt x="383" y="1433"/>
                      <a:pt x="622" y="1548"/>
                      <a:pt x="869" y="1548"/>
                    </a:cubicBezTo>
                    <a:cubicBezTo>
                      <a:pt x="1025" y="1548"/>
                      <a:pt x="1183" y="1502"/>
                      <a:pt x="1324" y="1405"/>
                    </a:cubicBezTo>
                    <a:cubicBezTo>
                      <a:pt x="1666" y="1154"/>
                      <a:pt x="1735" y="675"/>
                      <a:pt x="1484" y="333"/>
                    </a:cubicBezTo>
                    <a:cubicBezTo>
                      <a:pt x="1333" y="113"/>
                      <a:pt x="1099" y="1"/>
                      <a:pt x="8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25"/>
              <p:cNvSpPr/>
              <p:nvPr/>
            </p:nvSpPr>
            <p:spPr>
              <a:xfrm>
                <a:off x="5031020" y="2126008"/>
                <a:ext cx="79775" cy="69843"/>
              </a:xfrm>
              <a:custGeom>
                <a:rect b="b" l="l" r="r" t="t"/>
                <a:pathLst>
                  <a:path extrusionOk="0" h="1540" w="1759">
                    <a:moveTo>
                      <a:pt x="877" y="0"/>
                    </a:moveTo>
                    <a:cubicBezTo>
                      <a:pt x="723" y="0"/>
                      <a:pt x="568" y="44"/>
                      <a:pt x="435" y="133"/>
                    </a:cubicBezTo>
                    <a:cubicBezTo>
                      <a:pt x="92" y="384"/>
                      <a:pt x="1" y="864"/>
                      <a:pt x="252" y="1229"/>
                    </a:cubicBezTo>
                    <a:cubicBezTo>
                      <a:pt x="402" y="1433"/>
                      <a:pt x="632" y="1539"/>
                      <a:pt x="866" y="1539"/>
                    </a:cubicBezTo>
                    <a:cubicBezTo>
                      <a:pt x="1025" y="1539"/>
                      <a:pt x="1186" y="1490"/>
                      <a:pt x="1325" y="1389"/>
                    </a:cubicBezTo>
                    <a:cubicBezTo>
                      <a:pt x="1667" y="1137"/>
                      <a:pt x="1758" y="658"/>
                      <a:pt x="1507" y="316"/>
                    </a:cubicBezTo>
                    <a:cubicBezTo>
                      <a:pt x="1354" y="107"/>
                      <a:pt x="1117" y="0"/>
                      <a:pt x="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25"/>
              <p:cNvSpPr/>
              <p:nvPr/>
            </p:nvSpPr>
            <p:spPr>
              <a:xfrm>
                <a:off x="4949250" y="2141791"/>
                <a:ext cx="79775" cy="70251"/>
              </a:xfrm>
              <a:custGeom>
                <a:rect b="b" l="l" r="r" t="t"/>
                <a:pathLst>
                  <a:path extrusionOk="0" h="1549" w="1759">
                    <a:moveTo>
                      <a:pt x="881" y="1"/>
                    </a:moveTo>
                    <a:cubicBezTo>
                      <a:pt x="721" y="1"/>
                      <a:pt x="557" y="50"/>
                      <a:pt x="412" y="150"/>
                    </a:cubicBezTo>
                    <a:cubicBezTo>
                      <a:pt x="69" y="401"/>
                      <a:pt x="1" y="881"/>
                      <a:pt x="252" y="1223"/>
                    </a:cubicBezTo>
                    <a:cubicBezTo>
                      <a:pt x="406" y="1433"/>
                      <a:pt x="646" y="1549"/>
                      <a:pt x="887" y="1549"/>
                    </a:cubicBezTo>
                    <a:cubicBezTo>
                      <a:pt x="1039" y="1549"/>
                      <a:pt x="1192" y="1503"/>
                      <a:pt x="1325" y="1406"/>
                    </a:cubicBezTo>
                    <a:cubicBezTo>
                      <a:pt x="1667" y="1155"/>
                      <a:pt x="1758" y="675"/>
                      <a:pt x="1507" y="333"/>
                    </a:cubicBezTo>
                    <a:cubicBezTo>
                      <a:pt x="1356" y="113"/>
                      <a:pt x="1123" y="1"/>
                      <a:pt x="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7" name="Google Shape;2377;p25"/>
            <p:cNvGrpSpPr/>
            <p:nvPr/>
          </p:nvGrpSpPr>
          <p:grpSpPr>
            <a:xfrm rot="10800000">
              <a:off x="8702877" y="269586"/>
              <a:ext cx="484549" cy="814386"/>
              <a:chOff x="4949250" y="2063150"/>
              <a:chExt cx="484500" cy="814304"/>
            </a:xfrm>
          </p:grpSpPr>
          <p:sp>
            <p:nvSpPr>
              <p:cNvPr id="2378" name="Google Shape;2378;p25"/>
              <p:cNvSpPr/>
              <p:nvPr/>
            </p:nvSpPr>
            <p:spPr>
              <a:xfrm>
                <a:off x="4975554" y="2063150"/>
                <a:ext cx="430395" cy="814304"/>
              </a:xfrm>
              <a:custGeom>
                <a:rect b="b" l="l" r="r" t="t"/>
                <a:pathLst>
                  <a:path extrusionOk="0" h="17955" w="9490">
                    <a:moveTo>
                      <a:pt x="6414" y="0"/>
                    </a:moveTo>
                    <a:cubicBezTo>
                      <a:pt x="6345" y="0"/>
                      <a:pt x="6278" y="38"/>
                      <a:pt x="6245" y="127"/>
                    </a:cubicBezTo>
                    <a:cubicBezTo>
                      <a:pt x="5355" y="3003"/>
                      <a:pt x="4693" y="6084"/>
                      <a:pt x="4442" y="9188"/>
                    </a:cubicBezTo>
                    <a:cubicBezTo>
                      <a:pt x="3689" y="8161"/>
                      <a:pt x="3004" y="7088"/>
                      <a:pt x="2388" y="5970"/>
                    </a:cubicBezTo>
                    <a:cubicBezTo>
                      <a:pt x="2251" y="4692"/>
                      <a:pt x="2274" y="3391"/>
                      <a:pt x="2411" y="2113"/>
                    </a:cubicBezTo>
                    <a:cubicBezTo>
                      <a:pt x="2436" y="1959"/>
                      <a:pt x="2311" y="1870"/>
                      <a:pt x="2192" y="1870"/>
                    </a:cubicBezTo>
                    <a:cubicBezTo>
                      <a:pt x="2099" y="1870"/>
                      <a:pt x="2010" y="1924"/>
                      <a:pt x="2000" y="2044"/>
                    </a:cubicBezTo>
                    <a:cubicBezTo>
                      <a:pt x="1886" y="3048"/>
                      <a:pt x="1863" y="4076"/>
                      <a:pt x="1909" y="5080"/>
                    </a:cubicBezTo>
                    <a:cubicBezTo>
                      <a:pt x="1384" y="4098"/>
                      <a:pt x="882" y="3071"/>
                      <a:pt x="471" y="2021"/>
                    </a:cubicBezTo>
                    <a:cubicBezTo>
                      <a:pt x="430" y="1932"/>
                      <a:pt x="355" y="1895"/>
                      <a:pt x="280" y="1895"/>
                    </a:cubicBezTo>
                    <a:cubicBezTo>
                      <a:pt x="142" y="1895"/>
                      <a:pt x="1" y="2019"/>
                      <a:pt x="60" y="2181"/>
                    </a:cubicBezTo>
                    <a:cubicBezTo>
                      <a:pt x="630" y="3528"/>
                      <a:pt x="1270" y="4852"/>
                      <a:pt x="1977" y="6107"/>
                    </a:cubicBezTo>
                    <a:cubicBezTo>
                      <a:pt x="1977" y="6153"/>
                      <a:pt x="2000" y="6198"/>
                      <a:pt x="2046" y="6221"/>
                    </a:cubicBezTo>
                    <a:cubicBezTo>
                      <a:pt x="2753" y="7477"/>
                      <a:pt x="3529" y="8686"/>
                      <a:pt x="4397" y="9850"/>
                    </a:cubicBezTo>
                    <a:cubicBezTo>
                      <a:pt x="4214" y="12521"/>
                      <a:pt x="4328" y="15191"/>
                      <a:pt x="4830" y="17771"/>
                    </a:cubicBezTo>
                    <a:cubicBezTo>
                      <a:pt x="4851" y="17896"/>
                      <a:pt x="4954" y="17955"/>
                      <a:pt x="5054" y="17955"/>
                    </a:cubicBezTo>
                    <a:cubicBezTo>
                      <a:pt x="5173" y="17955"/>
                      <a:pt x="5289" y="17873"/>
                      <a:pt x="5264" y="17725"/>
                    </a:cubicBezTo>
                    <a:cubicBezTo>
                      <a:pt x="5059" y="16744"/>
                      <a:pt x="4922" y="15716"/>
                      <a:pt x="4853" y="14712"/>
                    </a:cubicBezTo>
                    <a:cubicBezTo>
                      <a:pt x="6268" y="12932"/>
                      <a:pt x="7752" y="11243"/>
                      <a:pt x="9350" y="9622"/>
                    </a:cubicBezTo>
                    <a:cubicBezTo>
                      <a:pt x="9490" y="9482"/>
                      <a:pt x="9321" y="9288"/>
                      <a:pt x="9152" y="9288"/>
                    </a:cubicBezTo>
                    <a:cubicBezTo>
                      <a:pt x="9101" y="9288"/>
                      <a:pt x="9050" y="9306"/>
                      <a:pt x="9007" y="9348"/>
                    </a:cubicBezTo>
                    <a:cubicBezTo>
                      <a:pt x="8597" y="9782"/>
                      <a:pt x="8186" y="10216"/>
                      <a:pt x="7775" y="10649"/>
                    </a:cubicBezTo>
                    <a:cubicBezTo>
                      <a:pt x="7569" y="9531"/>
                      <a:pt x="7318" y="8412"/>
                      <a:pt x="6976" y="7317"/>
                    </a:cubicBezTo>
                    <a:cubicBezTo>
                      <a:pt x="6952" y="7228"/>
                      <a:pt x="6887" y="7190"/>
                      <a:pt x="6817" y="7190"/>
                    </a:cubicBezTo>
                    <a:cubicBezTo>
                      <a:pt x="6690" y="7190"/>
                      <a:pt x="6544" y="7314"/>
                      <a:pt x="6588" y="7477"/>
                    </a:cubicBezTo>
                    <a:cubicBezTo>
                      <a:pt x="6930" y="8641"/>
                      <a:pt x="7204" y="9828"/>
                      <a:pt x="7432" y="11037"/>
                    </a:cubicBezTo>
                    <a:cubicBezTo>
                      <a:pt x="6519" y="12042"/>
                      <a:pt x="5652" y="13046"/>
                      <a:pt x="4808" y="14096"/>
                    </a:cubicBezTo>
                    <a:cubicBezTo>
                      <a:pt x="4511" y="9439"/>
                      <a:pt x="5287" y="4646"/>
                      <a:pt x="6634" y="287"/>
                    </a:cubicBezTo>
                    <a:cubicBezTo>
                      <a:pt x="6678" y="124"/>
                      <a:pt x="6541" y="0"/>
                      <a:pt x="64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25"/>
              <p:cNvSpPr/>
              <p:nvPr/>
            </p:nvSpPr>
            <p:spPr>
              <a:xfrm>
                <a:off x="5212203" y="2195624"/>
                <a:ext cx="184313" cy="94832"/>
              </a:xfrm>
              <a:custGeom>
                <a:rect b="b" l="l" r="r" t="t"/>
                <a:pathLst>
                  <a:path extrusionOk="0" h="2091" w="4064">
                    <a:moveTo>
                      <a:pt x="3229" y="1"/>
                    </a:moveTo>
                    <a:cubicBezTo>
                      <a:pt x="2233" y="1"/>
                      <a:pt x="0" y="2090"/>
                      <a:pt x="0" y="2090"/>
                    </a:cubicBezTo>
                    <a:cubicBezTo>
                      <a:pt x="0" y="2090"/>
                      <a:pt x="4063" y="1474"/>
                      <a:pt x="3652" y="287"/>
                    </a:cubicBezTo>
                    <a:cubicBezTo>
                      <a:pt x="3580" y="85"/>
                      <a:pt x="3430" y="1"/>
                      <a:pt x="3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25"/>
              <p:cNvSpPr/>
              <p:nvPr/>
            </p:nvSpPr>
            <p:spPr>
              <a:xfrm>
                <a:off x="4957549" y="2483794"/>
                <a:ext cx="226763" cy="159641"/>
              </a:xfrm>
              <a:custGeom>
                <a:rect b="b" l="l" r="r" t="t"/>
                <a:pathLst>
                  <a:path extrusionOk="0" h="3520" w="5000">
                    <a:moveTo>
                      <a:pt x="1190" y="1"/>
                    </a:moveTo>
                    <a:cubicBezTo>
                      <a:pt x="1040" y="1"/>
                      <a:pt x="915" y="58"/>
                      <a:pt x="822" y="187"/>
                    </a:cubicBezTo>
                    <a:cubicBezTo>
                      <a:pt x="0" y="1329"/>
                      <a:pt x="4999" y="3520"/>
                      <a:pt x="4999" y="3520"/>
                    </a:cubicBezTo>
                    <a:cubicBezTo>
                      <a:pt x="4999" y="3520"/>
                      <a:pt x="2360" y="1"/>
                      <a:pt x="11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25"/>
              <p:cNvSpPr/>
              <p:nvPr/>
            </p:nvSpPr>
            <p:spPr>
              <a:xfrm>
                <a:off x="5243270" y="2363610"/>
                <a:ext cx="79730" cy="70251"/>
              </a:xfrm>
              <a:custGeom>
                <a:rect b="b" l="l" r="r" t="t"/>
                <a:pathLst>
                  <a:path extrusionOk="0" h="1549" w="1758">
                    <a:moveTo>
                      <a:pt x="871" y="1"/>
                    </a:moveTo>
                    <a:cubicBezTo>
                      <a:pt x="719" y="1"/>
                      <a:pt x="566" y="47"/>
                      <a:pt x="434" y="144"/>
                    </a:cubicBezTo>
                    <a:cubicBezTo>
                      <a:pt x="91" y="395"/>
                      <a:pt x="0" y="874"/>
                      <a:pt x="251" y="1217"/>
                    </a:cubicBezTo>
                    <a:cubicBezTo>
                      <a:pt x="402" y="1436"/>
                      <a:pt x="636" y="1549"/>
                      <a:pt x="873" y="1549"/>
                    </a:cubicBezTo>
                    <a:cubicBezTo>
                      <a:pt x="1029" y="1549"/>
                      <a:pt x="1188" y="1499"/>
                      <a:pt x="1324" y="1399"/>
                    </a:cubicBezTo>
                    <a:cubicBezTo>
                      <a:pt x="1689" y="1148"/>
                      <a:pt x="1758" y="669"/>
                      <a:pt x="1507" y="327"/>
                    </a:cubicBezTo>
                    <a:cubicBezTo>
                      <a:pt x="1353" y="117"/>
                      <a:pt x="1113" y="1"/>
                      <a:pt x="8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25"/>
              <p:cNvSpPr/>
              <p:nvPr/>
            </p:nvSpPr>
            <p:spPr>
              <a:xfrm>
                <a:off x="5355064" y="2457535"/>
                <a:ext cx="78687" cy="70251"/>
              </a:xfrm>
              <a:custGeom>
                <a:rect b="b" l="l" r="r" t="t"/>
                <a:pathLst>
                  <a:path extrusionOk="0" h="1549" w="1735">
                    <a:moveTo>
                      <a:pt x="863" y="1"/>
                    </a:moveTo>
                    <a:cubicBezTo>
                      <a:pt x="706" y="1"/>
                      <a:pt x="548" y="50"/>
                      <a:pt x="411" y="150"/>
                    </a:cubicBezTo>
                    <a:cubicBezTo>
                      <a:pt x="69" y="401"/>
                      <a:pt x="0" y="880"/>
                      <a:pt x="229" y="1223"/>
                    </a:cubicBezTo>
                    <a:cubicBezTo>
                      <a:pt x="383" y="1433"/>
                      <a:pt x="622" y="1548"/>
                      <a:pt x="869" y="1548"/>
                    </a:cubicBezTo>
                    <a:cubicBezTo>
                      <a:pt x="1025" y="1548"/>
                      <a:pt x="1183" y="1502"/>
                      <a:pt x="1324" y="1405"/>
                    </a:cubicBezTo>
                    <a:cubicBezTo>
                      <a:pt x="1666" y="1154"/>
                      <a:pt x="1735" y="675"/>
                      <a:pt x="1484" y="333"/>
                    </a:cubicBezTo>
                    <a:cubicBezTo>
                      <a:pt x="1333" y="113"/>
                      <a:pt x="1099" y="1"/>
                      <a:pt x="8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5"/>
              <p:cNvSpPr/>
              <p:nvPr/>
            </p:nvSpPr>
            <p:spPr>
              <a:xfrm>
                <a:off x="5031020" y="2126008"/>
                <a:ext cx="79775" cy="69843"/>
              </a:xfrm>
              <a:custGeom>
                <a:rect b="b" l="l" r="r" t="t"/>
                <a:pathLst>
                  <a:path extrusionOk="0" h="1540" w="1759">
                    <a:moveTo>
                      <a:pt x="877" y="0"/>
                    </a:moveTo>
                    <a:cubicBezTo>
                      <a:pt x="723" y="0"/>
                      <a:pt x="568" y="44"/>
                      <a:pt x="435" y="133"/>
                    </a:cubicBezTo>
                    <a:cubicBezTo>
                      <a:pt x="92" y="384"/>
                      <a:pt x="1" y="864"/>
                      <a:pt x="252" y="1229"/>
                    </a:cubicBezTo>
                    <a:cubicBezTo>
                      <a:pt x="402" y="1433"/>
                      <a:pt x="632" y="1539"/>
                      <a:pt x="866" y="1539"/>
                    </a:cubicBezTo>
                    <a:cubicBezTo>
                      <a:pt x="1025" y="1539"/>
                      <a:pt x="1186" y="1490"/>
                      <a:pt x="1325" y="1389"/>
                    </a:cubicBezTo>
                    <a:cubicBezTo>
                      <a:pt x="1667" y="1137"/>
                      <a:pt x="1758" y="658"/>
                      <a:pt x="1507" y="316"/>
                    </a:cubicBezTo>
                    <a:cubicBezTo>
                      <a:pt x="1354" y="107"/>
                      <a:pt x="1117" y="0"/>
                      <a:pt x="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5"/>
              <p:cNvSpPr/>
              <p:nvPr/>
            </p:nvSpPr>
            <p:spPr>
              <a:xfrm>
                <a:off x="4949250" y="2141791"/>
                <a:ext cx="79775" cy="70251"/>
              </a:xfrm>
              <a:custGeom>
                <a:rect b="b" l="l" r="r" t="t"/>
                <a:pathLst>
                  <a:path extrusionOk="0" h="1549" w="1759">
                    <a:moveTo>
                      <a:pt x="881" y="1"/>
                    </a:moveTo>
                    <a:cubicBezTo>
                      <a:pt x="721" y="1"/>
                      <a:pt x="557" y="50"/>
                      <a:pt x="412" y="150"/>
                    </a:cubicBezTo>
                    <a:cubicBezTo>
                      <a:pt x="69" y="401"/>
                      <a:pt x="1" y="881"/>
                      <a:pt x="252" y="1223"/>
                    </a:cubicBezTo>
                    <a:cubicBezTo>
                      <a:pt x="406" y="1433"/>
                      <a:pt x="646" y="1549"/>
                      <a:pt x="887" y="1549"/>
                    </a:cubicBezTo>
                    <a:cubicBezTo>
                      <a:pt x="1039" y="1549"/>
                      <a:pt x="1192" y="1503"/>
                      <a:pt x="1325" y="1406"/>
                    </a:cubicBezTo>
                    <a:cubicBezTo>
                      <a:pt x="1667" y="1155"/>
                      <a:pt x="1758" y="675"/>
                      <a:pt x="1507" y="333"/>
                    </a:cubicBezTo>
                    <a:cubicBezTo>
                      <a:pt x="1356" y="113"/>
                      <a:pt x="1123" y="1"/>
                      <a:pt x="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5" name="Google Shape;2385;p25"/>
            <p:cNvSpPr/>
            <p:nvPr/>
          </p:nvSpPr>
          <p:spPr>
            <a:xfrm flipH="1" rot="10800000">
              <a:off x="8942397" y="36875"/>
              <a:ext cx="123690" cy="11613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5"/>
            <p:cNvSpPr/>
            <p:nvPr/>
          </p:nvSpPr>
          <p:spPr>
            <a:xfrm flipH="1" rot="10800000">
              <a:off x="9020257" y="162056"/>
              <a:ext cx="123735" cy="116953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5"/>
            <p:cNvSpPr/>
            <p:nvPr/>
          </p:nvSpPr>
          <p:spPr>
            <a:xfrm flipH="1" rot="10800000">
              <a:off x="8640047" y="310413"/>
              <a:ext cx="443217" cy="536090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5"/>
            <p:cNvSpPr/>
            <p:nvPr/>
          </p:nvSpPr>
          <p:spPr>
            <a:xfrm flipH="1" rot="10800000">
              <a:off x="8202584" y="-4"/>
              <a:ext cx="648239" cy="406661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5"/>
            <p:cNvSpPr/>
            <p:nvPr/>
          </p:nvSpPr>
          <p:spPr>
            <a:xfrm flipH="1" rot="10800000">
              <a:off x="8369774" y="175263"/>
              <a:ext cx="405475" cy="76780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5"/>
            <p:cNvSpPr/>
            <p:nvPr/>
          </p:nvSpPr>
          <p:spPr>
            <a:xfrm flipH="1" rot="10800000">
              <a:off x="8755696" y="394047"/>
              <a:ext cx="253136" cy="348253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5"/>
            <p:cNvSpPr/>
            <p:nvPr/>
          </p:nvSpPr>
          <p:spPr>
            <a:xfrm flipH="1" rot="10800000">
              <a:off x="8877102" y="164341"/>
              <a:ext cx="123735" cy="115810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2" name="Google Shape;2392;p25"/>
          <p:cNvSpPr txBox="1"/>
          <p:nvPr>
            <p:ph type="title"/>
          </p:nvPr>
        </p:nvSpPr>
        <p:spPr>
          <a:xfrm>
            <a:off x="1076550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393" name="Google Shape;2393;p25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"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5" name="Google Shape;2395;p26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396" name="Google Shape;2396;p26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6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6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6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6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6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6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6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6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6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6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6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6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6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6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6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6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6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6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6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6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6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6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6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6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6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6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6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6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6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6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6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6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6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26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26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6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26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26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26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6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6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6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6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6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6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6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6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6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6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6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6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6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26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26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6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6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6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6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6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6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6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6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9" name="Google Shape;2459;p26"/>
          <p:cNvSpPr txBox="1"/>
          <p:nvPr>
            <p:ph idx="1" type="subTitle"/>
          </p:nvPr>
        </p:nvSpPr>
        <p:spPr>
          <a:xfrm>
            <a:off x="4830650" y="1967288"/>
            <a:ext cx="2934600" cy="17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60" name="Google Shape;2460;p26"/>
          <p:cNvSpPr txBox="1"/>
          <p:nvPr>
            <p:ph idx="2" type="subTitle"/>
          </p:nvPr>
        </p:nvSpPr>
        <p:spPr>
          <a:xfrm>
            <a:off x="4830650" y="1603250"/>
            <a:ext cx="29346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61" name="Google Shape;2461;p26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62" name="Google Shape;2462;p26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26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3_1_1_1"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5" name="Google Shape;2465;p27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466" name="Google Shape;2466;p27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7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7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7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7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7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7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7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7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7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7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7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7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7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7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7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7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7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7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7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7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7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7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7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7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7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7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7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7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7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7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7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7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7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7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7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7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7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7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7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7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7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7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7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7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7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7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7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7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7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7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7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7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7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7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7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7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7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7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7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7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7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7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9" name="Google Shape;2529;p27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27"/>
          <p:cNvSpPr txBox="1"/>
          <p:nvPr>
            <p:ph hasCustomPrompt="1" type="title"/>
          </p:nvPr>
        </p:nvSpPr>
        <p:spPr>
          <a:xfrm>
            <a:off x="1867550" y="1382975"/>
            <a:ext cx="4052400" cy="16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531" name="Google Shape;2531;p27"/>
          <p:cNvSpPr txBox="1"/>
          <p:nvPr>
            <p:ph idx="1" type="subTitle"/>
          </p:nvPr>
        </p:nvSpPr>
        <p:spPr>
          <a:xfrm>
            <a:off x="1867550" y="3148250"/>
            <a:ext cx="40524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32" name="Google Shape;2532;p27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4" name="Google Shape;2534;p28"/>
          <p:cNvGrpSpPr/>
          <p:nvPr/>
        </p:nvGrpSpPr>
        <p:grpSpPr>
          <a:xfrm>
            <a:off x="8028966" y="-300043"/>
            <a:ext cx="1510076" cy="1521869"/>
            <a:chOff x="8028966" y="-300043"/>
            <a:chExt cx="1510076" cy="1521869"/>
          </a:xfrm>
        </p:grpSpPr>
        <p:grpSp>
          <p:nvGrpSpPr>
            <p:cNvPr id="2535" name="Google Shape;2535;p28"/>
            <p:cNvGrpSpPr/>
            <p:nvPr/>
          </p:nvGrpSpPr>
          <p:grpSpPr>
            <a:xfrm rot="-9059125">
              <a:off x="8765987" y="267851"/>
              <a:ext cx="601717" cy="862157"/>
              <a:chOff x="2411925" y="2010000"/>
              <a:chExt cx="327850" cy="469775"/>
            </a:xfrm>
          </p:grpSpPr>
          <p:sp>
            <p:nvSpPr>
              <p:cNvPr id="2536" name="Google Shape;2536;p28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28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28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28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28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28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28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28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28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28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28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7" name="Google Shape;2547;p28"/>
            <p:cNvGrpSpPr/>
            <p:nvPr/>
          </p:nvGrpSpPr>
          <p:grpSpPr>
            <a:xfrm flipH="1" rot="-6300096">
              <a:off x="8222401" y="-328968"/>
              <a:ext cx="601754" cy="862239"/>
              <a:chOff x="2411925" y="2010000"/>
              <a:chExt cx="327850" cy="469775"/>
            </a:xfrm>
          </p:grpSpPr>
          <p:sp>
            <p:nvSpPr>
              <p:cNvPr id="2548" name="Google Shape;2548;p28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28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28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28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28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28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28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28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28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28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28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9" name="Google Shape;2559;p28"/>
            <p:cNvGrpSpPr/>
            <p:nvPr/>
          </p:nvGrpSpPr>
          <p:grpSpPr>
            <a:xfrm rot="-5400000">
              <a:off x="8375507" y="97875"/>
              <a:ext cx="779500" cy="607200"/>
              <a:chOff x="3861625" y="635150"/>
              <a:chExt cx="779500" cy="607200"/>
            </a:xfrm>
          </p:grpSpPr>
          <p:sp>
            <p:nvSpPr>
              <p:cNvPr id="2560" name="Google Shape;2560;p28"/>
              <p:cNvSpPr/>
              <p:nvPr/>
            </p:nvSpPr>
            <p:spPr>
              <a:xfrm>
                <a:off x="3881650" y="655975"/>
                <a:ext cx="759475" cy="586375"/>
              </a:xfrm>
              <a:custGeom>
                <a:rect b="b" l="l" r="r" t="t"/>
                <a:pathLst>
                  <a:path extrusionOk="0" h="23455" w="30379">
                    <a:moveTo>
                      <a:pt x="5186" y="1"/>
                    </a:moveTo>
                    <a:cubicBezTo>
                      <a:pt x="5028" y="1"/>
                      <a:pt x="4883" y="213"/>
                      <a:pt x="5043" y="355"/>
                    </a:cubicBezTo>
                    <a:cubicBezTo>
                      <a:pt x="7417" y="2683"/>
                      <a:pt x="10179" y="5673"/>
                      <a:pt x="10544" y="9143"/>
                    </a:cubicBezTo>
                    <a:cubicBezTo>
                      <a:pt x="7554" y="6586"/>
                      <a:pt x="3537" y="4760"/>
                      <a:pt x="318" y="3596"/>
                    </a:cubicBezTo>
                    <a:cubicBezTo>
                      <a:pt x="293" y="3587"/>
                      <a:pt x="270" y="3583"/>
                      <a:pt x="248" y="3583"/>
                    </a:cubicBezTo>
                    <a:cubicBezTo>
                      <a:pt x="52" y="3583"/>
                      <a:pt x="1" y="3925"/>
                      <a:pt x="227" y="4007"/>
                    </a:cubicBezTo>
                    <a:cubicBezTo>
                      <a:pt x="3468" y="5194"/>
                      <a:pt x="7622" y="7066"/>
                      <a:pt x="10590" y="9690"/>
                    </a:cubicBezTo>
                    <a:cubicBezTo>
                      <a:pt x="10590" y="9713"/>
                      <a:pt x="12963" y="12178"/>
                      <a:pt x="13602" y="13479"/>
                    </a:cubicBezTo>
                    <a:cubicBezTo>
                      <a:pt x="11343" y="12521"/>
                      <a:pt x="9060" y="11653"/>
                      <a:pt x="6709" y="10923"/>
                    </a:cubicBezTo>
                    <a:cubicBezTo>
                      <a:pt x="6684" y="10914"/>
                      <a:pt x="6661" y="10910"/>
                      <a:pt x="6639" y="10910"/>
                    </a:cubicBezTo>
                    <a:cubicBezTo>
                      <a:pt x="6443" y="10910"/>
                      <a:pt x="6392" y="11249"/>
                      <a:pt x="6618" y="11311"/>
                    </a:cubicBezTo>
                    <a:cubicBezTo>
                      <a:pt x="10179" y="12452"/>
                      <a:pt x="13602" y="13845"/>
                      <a:pt x="16935" y="15465"/>
                    </a:cubicBezTo>
                    <a:cubicBezTo>
                      <a:pt x="14872" y="15752"/>
                      <a:pt x="12823" y="15912"/>
                      <a:pt x="10755" y="15912"/>
                    </a:cubicBezTo>
                    <a:cubicBezTo>
                      <a:pt x="10192" y="15912"/>
                      <a:pt x="9627" y="15901"/>
                      <a:pt x="9060" y="15876"/>
                    </a:cubicBezTo>
                    <a:cubicBezTo>
                      <a:pt x="8786" y="15876"/>
                      <a:pt x="8809" y="16287"/>
                      <a:pt x="9060" y="16287"/>
                    </a:cubicBezTo>
                    <a:cubicBezTo>
                      <a:pt x="9686" y="16317"/>
                      <a:pt x="10310" y="16331"/>
                      <a:pt x="10932" y="16331"/>
                    </a:cubicBezTo>
                    <a:cubicBezTo>
                      <a:pt x="13168" y="16331"/>
                      <a:pt x="15383" y="16142"/>
                      <a:pt x="17597" y="15785"/>
                    </a:cubicBezTo>
                    <a:cubicBezTo>
                      <a:pt x="18647" y="16310"/>
                      <a:pt x="19697" y="16858"/>
                      <a:pt x="20724" y="17428"/>
                    </a:cubicBezTo>
                    <a:cubicBezTo>
                      <a:pt x="21066" y="17656"/>
                      <a:pt x="27069" y="21263"/>
                      <a:pt x="29900" y="23408"/>
                    </a:cubicBezTo>
                    <a:cubicBezTo>
                      <a:pt x="29946" y="23441"/>
                      <a:pt x="29994" y="23454"/>
                      <a:pt x="30041" y="23454"/>
                    </a:cubicBezTo>
                    <a:cubicBezTo>
                      <a:pt x="30226" y="23454"/>
                      <a:pt x="30379" y="23239"/>
                      <a:pt x="30196" y="23112"/>
                    </a:cubicBezTo>
                    <a:cubicBezTo>
                      <a:pt x="27298" y="20898"/>
                      <a:pt x="24262" y="18935"/>
                      <a:pt x="21135" y="17177"/>
                    </a:cubicBezTo>
                    <a:cubicBezTo>
                      <a:pt x="20884" y="13890"/>
                      <a:pt x="18487" y="10626"/>
                      <a:pt x="16798" y="7956"/>
                    </a:cubicBezTo>
                    <a:cubicBezTo>
                      <a:pt x="16758" y="7889"/>
                      <a:pt x="16698" y="7861"/>
                      <a:pt x="16638" y="7861"/>
                    </a:cubicBezTo>
                    <a:cubicBezTo>
                      <a:pt x="16492" y="7861"/>
                      <a:pt x="16343" y="8023"/>
                      <a:pt x="16456" y="8184"/>
                    </a:cubicBezTo>
                    <a:cubicBezTo>
                      <a:pt x="18053" y="10740"/>
                      <a:pt x="20336" y="13822"/>
                      <a:pt x="20678" y="16949"/>
                    </a:cubicBezTo>
                    <a:cubicBezTo>
                      <a:pt x="19788" y="16447"/>
                      <a:pt x="18875" y="15967"/>
                      <a:pt x="17962" y="15511"/>
                    </a:cubicBezTo>
                    <a:cubicBezTo>
                      <a:pt x="17757" y="15397"/>
                      <a:pt x="15337" y="14233"/>
                      <a:pt x="14150" y="13731"/>
                    </a:cubicBezTo>
                    <a:cubicBezTo>
                      <a:pt x="14150" y="13685"/>
                      <a:pt x="12347" y="10740"/>
                      <a:pt x="11000" y="9531"/>
                    </a:cubicBezTo>
                    <a:cubicBezTo>
                      <a:pt x="10795" y="5765"/>
                      <a:pt x="7873" y="2569"/>
                      <a:pt x="5317" y="58"/>
                    </a:cubicBezTo>
                    <a:cubicBezTo>
                      <a:pt x="5277" y="18"/>
                      <a:pt x="5231" y="1"/>
                      <a:pt x="5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28"/>
              <p:cNvSpPr/>
              <p:nvPr/>
            </p:nvSpPr>
            <p:spPr>
              <a:xfrm>
                <a:off x="4270775" y="831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32" y="0"/>
                    </a:moveTo>
                    <a:cubicBezTo>
                      <a:pt x="480" y="0"/>
                      <a:pt x="23" y="449"/>
                      <a:pt x="0" y="1028"/>
                    </a:cubicBezTo>
                    <a:cubicBezTo>
                      <a:pt x="0" y="1599"/>
                      <a:pt x="457" y="2078"/>
                      <a:pt x="1028" y="2101"/>
                    </a:cubicBezTo>
                    <a:cubicBezTo>
                      <a:pt x="1621" y="2101"/>
                      <a:pt x="2100" y="1644"/>
                      <a:pt x="2100" y="1074"/>
                    </a:cubicBezTo>
                    <a:cubicBezTo>
                      <a:pt x="2123" y="480"/>
                      <a:pt x="1667" y="1"/>
                      <a:pt x="1073" y="1"/>
                    </a:cubicBezTo>
                    <a:cubicBezTo>
                      <a:pt x="1060" y="0"/>
                      <a:pt x="1046" y="0"/>
                      <a:pt x="1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28"/>
              <p:cNvSpPr/>
              <p:nvPr/>
            </p:nvSpPr>
            <p:spPr>
              <a:xfrm>
                <a:off x="3861625" y="724725"/>
                <a:ext cx="53100" cy="52550"/>
              </a:xfrm>
              <a:custGeom>
                <a:rect b="b" l="l" r="r" t="t"/>
                <a:pathLst>
                  <a:path extrusionOk="0" h="2102" w="2124">
                    <a:moveTo>
                      <a:pt x="1054" y="1"/>
                    </a:moveTo>
                    <a:cubicBezTo>
                      <a:pt x="480" y="1"/>
                      <a:pt x="24" y="450"/>
                      <a:pt x="24" y="1029"/>
                    </a:cubicBezTo>
                    <a:cubicBezTo>
                      <a:pt x="1" y="1599"/>
                      <a:pt x="457" y="2079"/>
                      <a:pt x="1051" y="2102"/>
                    </a:cubicBezTo>
                    <a:cubicBezTo>
                      <a:pt x="1621" y="2102"/>
                      <a:pt x="2101" y="1645"/>
                      <a:pt x="2123" y="1074"/>
                    </a:cubicBezTo>
                    <a:cubicBezTo>
                      <a:pt x="2123" y="481"/>
                      <a:pt x="1667" y="2"/>
                      <a:pt x="1096" y="2"/>
                    </a:cubicBezTo>
                    <a:cubicBezTo>
                      <a:pt x="1082" y="1"/>
                      <a:pt x="1068" y="1"/>
                      <a:pt x="10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28"/>
              <p:cNvSpPr/>
              <p:nvPr/>
            </p:nvSpPr>
            <p:spPr>
              <a:xfrm>
                <a:off x="3984325" y="635150"/>
                <a:ext cx="53075" cy="52525"/>
              </a:xfrm>
              <a:custGeom>
                <a:rect b="b" l="l" r="r" t="t"/>
                <a:pathLst>
                  <a:path extrusionOk="0" h="2101" w="2123">
                    <a:moveTo>
                      <a:pt x="1053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79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6" y="1"/>
                      <a:pt x="1096" y="1"/>
                    </a:cubicBezTo>
                    <a:cubicBezTo>
                      <a:pt x="1082" y="0"/>
                      <a:pt x="1067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28"/>
              <p:cNvSpPr/>
              <p:nvPr/>
            </p:nvSpPr>
            <p:spPr>
              <a:xfrm>
                <a:off x="4023700" y="910775"/>
                <a:ext cx="53075" cy="52550"/>
              </a:xfrm>
              <a:custGeom>
                <a:rect b="b" l="l" r="r" t="t"/>
                <a:pathLst>
                  <a:path extrusionOk="0" h="2102" w="2123">
                    <a:moveTo>
                      <a:pt x="1073" y="1"/>
                    </a:moveTo>
                    <a:cubicBezTo>
                      <a:pt x="502" y="1"/>
                      <a:pt x="23" y="457"/>
                      <a:pt x="23" y="1028"/>
                    </a:cubicBezTo>
                    <a:cubicBezTo>
                      <a:pt x="0" y="1621"/>
                      <a:pt x="457" y="2101"/>
                      <a:pt x="1050" y="2101"/>
                    </a:cubicBezTo>
                    <a:cubicBezTo>
                      <a:pt x="1063" y="2101"/>
                      <a:pt x="1076" y="2101"/>
                      <a:pt x="1089" y="2101"/>
                    </a:cubicBezTo>
                    <a:cubicBezTo>
                      <a:pt x="1642" y="2101"/>
                      <a:pt x="2101" y="1631"/>
                      <a:pt x="2123" y="1073"/>
                    </a:cubicBezTo>
                    <a:cubicBezTo>
                      <a:pt x="2123" y="503"/>
                      <a:pt x="1666" y="23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28"/>
              <p:cNvSpPr/>
              <p:nvPr/>
            </p:nvSpPr>
            <p:spPr>
              <a:xfrm>
                <a:off x="4081325" y="1033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54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80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7" y="1"/>
                      <a:pt x="1096" y="1"/>
                    </a:cubicBezTo>
                    <a:cubicBezTo>
                      <a:pt x="1082" y="1"/>
                      <a:pt x="1068" y="0"/>
                      <a:pt x="1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66" name="Google Shape;2566;p28"/>
            <p:cNvSpPr/>
            <p:nvPr/>
          </p:nvSpPr>
          <p:spPr>
            <a:xfrm flipH="1" rot="10800000">
              <a:off x="8877085" y="176018"/>
              <a:ext cx="379548" cy="938579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8"/>
            <p:cNvSpPr/>
            <p:nvPr/>
          </p:nvSpPr>
          <p:spPr>
            <a:xfrm flipH="1" rot="10800000">
              <a:off x="8935171" y="193583"/>
              <a:ext cx="131042" cy="931844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8"/>
            <p:cNvSpPr/>
            <p:nvPr/>
          </p:nvSpPr>
          <p:spPr>
            <a:xfrm flipH="1" rot="10800000">
              <a:off x="8062759" y="-45440"/>
              <a:ext cx="921067" cy="415973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8"/>
            <p:cNvSpPr/>
            <p:nvPr/>
          </p:nvSpPr>
          <p:spPr>
            <a:xfrm flipH="1" rot="10800000">
              <a:off x="8107320" y="199"/>
              <a:ext cx="875160" cy="203891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8"/>
            <p:cNvSpPr/>
            <p:nvPr/>
          </p:nvSpPr>
          <p:spPr>
            <a:xfrm flipH="1" rot="10800000">
              <a:off x="8927035" y="3701"/>
              <a:ext cx="206693" cy="196078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8"/>
            <p:cNvSpPr/>
            <p:nvPr/>
          </p:nvSpPr>
          <p:spPr>
            <a:xfrm flipH="1" rot="10800000">
              <a:off x="8993202" y="134690"/>
              <a:ext cx="208040" cy="195055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8"/>
            <p:cNvSpPr/>
            <p:nvPr/>
          </p:nvSpPr>
          <p:spPr>
            <a:xfrm flipH="1" rot="10800000">
              <a:off x="9140409" y="141371"/>
              <a:ext cx="62180" cy="62558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8"/>
            <p:cNvSpPr/>
            <p:nvPr/>
          </p:nvSpPr>
          <p:spPr>
            <a:xfrm flipH="1" rot="10800000">
              <a:off x="9139062" y="176018"/>
              <a:ext cx="74358" cy="18967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8"/>
            <p:cNvSpPr/>
            <p:nvPr/>
          </p:nvSpPr>
          <p:spPr>
            <a:xfrm flipH="1" rot="10800000">
              <a:off x="9068853" y="-9392"/>
              <a:ext cx="39226" cy="61318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8"/>
            <p:cNvSpPr/>
            <p:nvPr/>
          </p:nvSpPr>
          <p:spPr>
            <a:xfrm flipH="1" rot="10800000">
              <a:off x="9056676" y="19758"/>
              <a:ext cx="78399" cy="52859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6" name="Google Shape;2576;p28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577" name="Google Shape;2577;p28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8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8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8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8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8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8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8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8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8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8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28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8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8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8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8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28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28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8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28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8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8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8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8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8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8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28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8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8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8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8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8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8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8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8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8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8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8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28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28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8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8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8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8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8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8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8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8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8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8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8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8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8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8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8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8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8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8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8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8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8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8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8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0" name="Google Shape;2640;p28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641" name="Google Shape;2641;p28"/>
          <p:cNvSpPr txBox="1"/>
          <p:nvPr>
            <p:ph idx="1" type="subTitle"/>
          </p:nvPr>
        </p:nvSpPr>
        <p:spPr>
          <a:xfrm>
            <a:off x="1441225" y="2242340"/>
            <a:ext cx="1997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42" name="Google Shape;2642;p28"/>
          <p:cNvSpPr txBox="1"/>
          <p:nvPr>
            <p:ph idx="2" type="subTitle"/>
          </p:nvPr>
        </p:nvSpPr>
        <p:spPr>
          <a:xfrm>
            <a:off x="1441225" y="1834565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643" name="Google Shape;2643;p28"/>
          <p:cNvSpPr txBox="1"/>
          <p:nvPr>
            <p:ph idx="3" type="subTitle"/>
          </p:nvPr>
        </p:nvSpPr>
        <p:spPr>
          <a:xfrm>
            <a:off x="3934100" y="2241602"/>
            <a:ext cx="1997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44" name="Google Shape;2644;p28"/>
          <p:cNvSpPr txBox="1"/>
          <p:nvPr>
            <p:ph idx="4" type="subTitle"/>
          </p:nvPr>
        </p:nvSpPr>
        <p:spPr>
          <a:xfrm>
            <a:off x="3934100" y="1833827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645" name="Google Shape;2645;p28"/>
          <p:cNvSpPr txBox="1"/>
          <p:nvPr>
            <p:ph idx="5" type="subTitle"/>
          </p:nvPr>
        </p:nvSpPr>
        <p:spPr>
          <a:xfrm>
            <a:off x="6426975" y="2241602"/>
            <a:ext cx="1997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46" name="Google Shape;2646;p28"/>
          <p:cNvSpPr txBox="1"/>
          <p:nvPr>
            <p:ph idx="6" type="subTitle"/>
          </p:nvPr>
        </p:nvSpPr>
        <p:spPr>
          <a:xfrm>
            <a:off x="6426975" y="1833827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647" name="Google Shape;2647;p28"/>
          <p:cNvSpPr txBox="1"/>
          <p:nvPr>
            <p:ph idx="7" type="subTitle"/>
          </p:nvPr>
        </p:nvSpPr>
        <p:spPr>
          <a:xfrm>
            <a:off x="1441225" y="3900552"/>
            <a:ext cx="1997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48" name="Google Shape;2648;p28"/>
          <p:cNvSpPr txBox="1"/>
          <p:nvPr>
            <p:ph idx="8" type="subTitle"/>
          </p:nvPr>
        </p:nvSpPr>
        <p:spPr>
          <a:xfrm>
            <a:off x="1441225" y="3502302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649" name="Google Shape;2649;p28"/>
          <p:cNvSpPr txBox="1"/>
          <p:nvPr>
            <p:ph idx="9" type="subTitle"/>
          </p:nvPr>
        </p:nvSpPr>
        <p:spPr>
          <a:xfrm>
            <a:off x="3934100" y="3900552"/>
            <a:ext cx="1997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0" name="Google Shape;2650;p28"/>
          <p:cNvSpPr txBox="1"/>
          <p:nvPr>
            <p:ph idx="13" type="subTitle"/>
          </p:nvPr>
        </p:nvSpPr>
        <p:spPr>
          <a:xfrm>
            <a:off x="3934100" y="3502302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651" name="Google Shape;2651;p28"/>
          <p:cNvSpPr txBox="1"/>
          <p:nvPr>
            <p:ph idx="14" type="subTitle"/>
          </p:nvPr>
        </p:nvSpPr>
        <p:spPr>
          <a:xfrm>
            <a:off x="6426975" y="3900552"/>
            <a:ext cx="1997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2" name="Google Shape;2652;p28"/>
          <p:cNvSpPr txBox="1"/>
          <p:nvPr>
            <p:ph idx="15" type="subTitle"/>
          </p:nvPr>
        </p:nvSpPr>
        <p:spPr>
          <a:xfrm>
            <a:off x="6426975" y="3502302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653" name="Google Shape;2653;p28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4_1"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5" name="Google Shape;2655;p29"/>
          <p:cNvGrpSpPr/>
          <p:nvPr/>
        </p:nvGrpSpPr>
        <p:grpSpPr>
          <a:xfrm>
            <a:off x="8028966" y="-300043"/>
            <a:ext cx="1510076" cy="1521869"/>
            <a:chOff x="8028966" y="-300043"/>
            <a:chExt cx="1510076" cy="1521869"/>
          </a:xfrm>
        </p:grpSpPr>
        <p:grpSp>
          <p:nvGrpSpPr>
            <p:cNvPr id="2656" name="Google Shape;2656;p29"/>
            <p:cNvGrpSpPr/>
            <p:nvPr/>
          </p:nvGrpSpPr>
          <p:grpSpPr>
            <a:xfrm rot="-9059125">
              <a:off x="8765987" y="267851"/>
              <a:ext cx="601717" cy="862157"/>
              <a:chOff x="2411925" y="2010000"/>
              <a:chExt cx="327850" cy="469775"/>
            </a:xfrm>
          </p:grpSpPr>
          <p:sp>
            <p:nvSpPr>
              <p:cNvPr id="2657" name="Google Shape;2657;p29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8" name="Google Shape;2658;p29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9" name="Google Shape;2659;p29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29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29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29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29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4" name="Google Shape;2664;p29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5" name="Google Shape;2665;p29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6" name="Google Shape;2666;p29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7" name="Google Shape;2667;p29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68" name="Google Shape;2668;p29"/>
            <p:cNvGrpSpPr/>
            <p:nvPr/>
          </p:nvGrpSpPr>
          <p:grpSpPr>
            <a:xfrm flipH="1" rot="-6300096">
              <a:off x="8222401" y="-328968"/>
              <a:ext cx="601754" cy="862239"/>
              <a:chOff x="2411925" y="2010000"/>
              <a:chExt cx="327850" cy="469775"/>
            </a:xfrm>
          </p:grpSpPr>
          <p:sp>
            <p:nvSpPr>
              <p:cNvPr id="2669" name="Google Shape;2669;p29"/>
              <p:cNvSpPr/>
              <p:nvPr/>
            </p:nvSpPr>
            <p:spPr>
              <a:xfrm>
                <a:off x="2507525" y="2080700"/>
                <a:ext cx="196325" cy="399075"/>
              </a:xfrm>
              <a:custGeom>
                <a:rect b="b" l="l" r="r" t="t"/>
                <a:pathLst>
                  <a:path extrusionOk="0" h="15963" w="7853">
                    <a:moveTo>
                      <a:pt x="3148" y="0"/>
                    </a:moveTo>
                    <a:cubicBezTo>
                      <a:pt x="3051" y="0"/>
                      <a:pt x="2945" y="102"/>
                      <a:pt x="2990" y="224"/>
                    </a:cubicBezTo>
                    <a:cubicBezTo>
                      <a:pt x="3744" y="2324"/>
                      <a:pt x="4154" y="4583"/>
                      <a:pt x="4314" y="6889"/>
                    </a:cubicBezTo>
                    <a:cubicBezTo>
                      <a:pt x="3150" y="5770"/>
                      <a:pt x="1644" y="5040"/>
                      <a:pt x="46" y="4834"/>
                    </a:cubicBezTo>
                    <a:lnTo>
                      <a:pt x="0" y="5108"/>
                    </a:lnTo>
                    <a:cubicBezTo>
                      <a:pt x="1644" y="5337"/>
                      <a:pt x="3196" y="6113"/>
                      <a:pt x="4337" y="7299"/>
                    </a:cubicBezTo>
                    <a:lnTo>
                      <a:pt x="4360" y="7299"/>
                    </a:lnTo>
                    <a:cubicBezTo>
                      <a:pt x="4428" y="8555"/>
                      <a:pt x="4428" y="9833"/>
                      <a:pt x="4383" y="11088"/>
                    </a:cubicBezTo>
                    <a:cubicBezTo>
                      <a:pt x="4063" y="10837"/>
                      <a:pt x="3698" y="10632"/>
                      <a:pt x="3378" y="10472"/>
                    </a:cubicBezTo>
                    <a:cubicBezTo>
                      <a:pt x="2328" y="9970"/>
                      <a:pt x="1210" y="9605"/>
                      <a:pt x="69" y="9399"/>
                    </a:cubicBezTo>
                    <a:lnTo>
                      <a:pt x="23" y="9696"/>
                    </a:lnTo>
                    <a:cubicBezTo>
                      <a:pt x="1142" y="9879"/>
                      <a:pt x="2214" y="10244"/>
                      <a:pt x="3241" y="10746"/>
                    </a:cubicBezTo>
                    <a:cubicBezTo>
                      <a:pt x="3629" y="10929"/>
                      <a:pt x="4040" y="11157"/>
                      <a:pt x="4360" y="11477"/>
                    </a:cubicBezTo>
                    <a:cubicBezTo>
                      <a:pt x="4291" y="12937"/>
                      <a:pt x="4154" y="14398"/>
                      <a:pt x="3972" y="15813"/>
                    </a:cubicBezTo>
                    <a:cubicBezTo>
                      <a:pt x="3960" y="15910"/>
                      <a:pt x="4038" y="15962"/>
                      <a:pt x="4117" y="15962"/>
                    </a:cubicBezTo>
                    <a:cubicBezTo>
                      <a:pt x="4187" y="15962"/>
                      <a:pt x="4258" y="15922"/>
                      <a:pt x="4269" y="15836"/>
                    </a:cubicBezTo>
                    <a:cubicBezTo>
                      <a:pt x="4451" y="14489"/>
                      <a:pt x="4565" y="13120"/>
                      <a:pt x="4634" y="11728"/>
                    </a:cubicBezTo>
                    <a:cubicBezTo>
                      <a:pt x="6003" y="10312"/>
                      <a:pt x="7099" y="8646"/>
                      <a:pt x="7852" y="6843"/>
                    </a:cubicBezTo>
                    <a:lnTo>
                      <a:pt x="7578" y="6729"/>
                    </a:lnTo>
                    <a:cubicBezTo>
                      <a:pt x="6871" y="8395"/>
                      <a:pt x="5889" y="9924"/>
                      <a:pt x="4657" y="11248"/>
                    </a:cubicBezTo>
                    <a:cubicBezTo>
                      <a:pt x="4725" y="10016"/>
                      <a:pt x="4725" y="8760"/>
                      <a:pt x="4657" y="7528"/>
                    </a:cubicBezTo>
                    <a:cubicBezTo>
                      <a:pt x="5821" y="5907"/>
                      <a:pt x="6688" y="4035"/>
                      <a:pt x="7145" y="2073"/>
                    </a:cubicBezTo>
                    <a:lnTo>
                      <a:pt x="6848" y="2004"/>
                    </a:lnTo>
                    <a:cubicBezTo>
                      <a:pt x="6414" y="3876"/>
                      <a:pt x="5707" y="5473"/>
                      <a:pt x="4634" y="7003"/>
                    </a:cubicBezTo>
                    <a:cubicBezTo>
                      <a:pt x="4474" y="4629"/>
                      <a:pt x="4040" y="2278"/>
                      <a:pt x="3264" y="87"/>
                    </a:cubicBezTo>
                    <a:cubicBezTo>
                      <a:pt x="3241" y="26"/>
                      <a:pt x="3196" y="0"/>
                      <a:pt x="31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0" name="Google Shape;2670;p29"/>
              <p:cNvSpPr/>
              <p:nvPr/>
            </p:nvSpPr>
            <p:spPr>
              <a:xfrm>
                <a:off x="2497250" y="2010000"/>
                <a:ext cx="130125" cy="132800"/>
              </a:xfrm>
              <a:custGeom>
                <a:rect b="b" l="l" r="r" t="t"/>
                <a:pathLst>
                  <a:path extrusionOk="0" h="5312" w="5205">
                    <a:moveTo>
                      <a:pt x="1968" y="0"/>
                    </a:moveTo>
                    <a:cubicBezTo>
                      <a:pt x="1358" y="0"/>
                      <a:pt x="856" y="336"/>
                      <a:pt x="571" y="883"/>
                    </a:cubicBezTo>
                    <a:cubicBezTo>
                      <a:pt x="0" y="1933"/>
                      <a:pt x="1667" y="4878"/>
                      <a:pt x="4223" y="5311"/>
                    </a:cubicBezTo>
                    <a:cubicBezTo>
                      <a:pt x="4223" y="5311"/>
                      <a:pt x="5205" y="2367"/>
                      <a:pt x="3835" y="952"/>
                    </a:cubicBezTo>
                    <a:cubicBezTo>
                      <a:pt x="3179" y="285"/>
                      <a:pt x="2528" y="0"/>
                      <a:pt x="19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1" name="Google Shape;2671;p29"/>
              <p:cNvSpPr/>
              <p:nvPr/>
            </p:nvSpPr>
            <p:spPr>
              <a:xfrm>
                <a:off x="2411925" y="2141200"/>
                <a:ext cx="150975" cy="80675"/>
              </a:xfrm>
              <a:custGeom>
                <a:rect b="b" l="l" r="r" t="t"/>
                <a:pathLst>
                  <a:path extrusionOk="0" h="3227" w="6039">
                    <a:moveTo>
                      <a:pt x="2557" y="1"/>
                    </a:moveTo>
                    <a:cubicBezTo>
                      <a:pt x="2083" y="1"/>
                      <a:pt x="1623" y="261"/>
                      <a:pt x="1222" y="931"/>
                    </a:cubicBezTo>
                    <a:cubicBezTo>
                      <a:pt x="0" y="2956"/>
                      <a:pt x="3160" y="3226"/>
                      <a:pt x="4933" y="3226"/>
                    </a:cubicBezTo>
                    <a:cubicBezTo>
                      <a:pt x="5577" y="3226"/>
                      <a:pt x="6038" y="3190"/>
                      <a:pt x="6038" y="3190"/>
                    </a:cubicBezTo>
                    <a:cubicBezTo>
                      <a:pt x="6038" y="3190"/>
                      <a:pt x="4216" y="1"/>
                      <a:pt x="25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2" name="Google Shape;2672;p29"/>
              <p:cNvSpPr/>
              <p:nvPr/>
            </p:nvSpPr>
            <p:spPr>
              <a:xfrm>
                <a:off x="2626775" y="2068325"/>
                <a:ext cx="95900" cy="116125"/>
              </a:xfrm>
              <a:custGeom>
                <a:rect b="b" l="l" r="r" t="t"/>
                <a:pathLst>
                  <a:path extrusionOk="0" h="4645" w="3836">
                    <a:moveTo>
                      <a:pt x="1949" y="1"/>
                    </a:moveTo>
                    <a:cubicBezTo>
                      <a:pt x="1500" y="1"/>
                      <a:pt x="1062" y="221"/>
                      <a:pt x="777" y="696"/>
                    </a:cubicBezTo>
                    <a:cubicBezTo>
                      <a:pt x="1" y="1974"/>
                      <a:pt x="1507" y="4645"/>
                      <a:pt x="1507" y="4645"/>
                    </a:cubicBezTo>
                    <a:cubicBezTo>
                      <a:pt x="1507" y="4645"/>
                      <a:pt x="3835" y="3275"/>
                      <a:pt x="3607" y="1632"/>
                    </a:cubicBezTo>
                    <a:cubicBezTo>
                      <a:pt x="3451" y="596"/>
                      <a:pt x="2686" y="1"/>
                      <a:pt x="19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29"/>
              <p:cNvSpPr/>
              <p:nvPr/>
            </p:nvSpPr>
            <p:spPr>
              <a:xfrm>
                <a:off x="2443600" y="2268600"/>
                <a:ext cx="116450" cy="79450"/>
              </a:xfrm>
              <a:custGeom>
                <a:rect b="b" l="l" r="r" t="t"/>
                <a:pathLst>
                  <a:path extrusionOk="0" h="3178" w="4658">
                    <a:moveTo>
                      <a:pt x="2109" y="0"/>
                    </a:moveTo>
                    <a:cubicBezTo>
                      <a:pt x="1986" y="0"/>
                      <a:pt x="1861" y="11"/>
                      <a:pt x="1736" y="35"/>
                    </a:cubicBezTo>
                    <a:cubicBezTo>
                      <a:pt x="1028" y="172"/>
                      <a:pt x="161" y="811"/>
                      <a:pt x="92" y="1564"/>
                    </a:cubicBezTo>
                    <a:cubicBezTo>
                      <a:pt x="1" y="2500"/>
                      <a:pt x="1074" y="2933"/>
                      <a:pt x="1827" y="3116"/>
                    </a:cubicBezTo>
                    <a:cubicBezTo>
                      <a:pt x="2034" y="3157"/>
                      <a:pt x="2243" y="3178"/>
                      <a:pt x="2451" y="3178"/>
                    </a:cubicBezTo>
                    <a:cubicBezTo>
                      <a:pt x="3164" y="3178"/>
                      <a:pt x="3869" y="2941"/>
                      <a:pt x="4452" y="2500"/>
                    </a:cubicBezTo>
                    <a:cubicBezTo>
                      <a:pt x="4657" y="2363"/>
                      <a:pt x="3995" y="1130"/>
                      <a:pt x="3904" y="993"/>
                    </a:cubicBezTo>
                    <a:cubicBezTo>
                      <a:pt x="3494" y="388"/>
                      <a:pt x="2834" y="0"/>
                      <a:pt x="21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4" name="Google Shape;2674;p29"/>
              <p:cNvSpPr/>
              <p:nvPr/>
            </p:nvSpPr>
            <p:spPr>
              <a:xfrm>
                <a:off x="2647325" y="2213125"/>
                <a:ext cx="92450" cy="88875"/>
              </a:xfrm>
              <a:custGeom>
                <a:rect b="b" l="l" r="r" t="t"/>
                <a:pathLst>
                  <a:path extrusionOk="0" h="3555" w="3698">
                    <a:moveTo>
                      <a:pt x="1957" y="0"/>
                    </a:moveTo>
                    <a:cubicBezTo>
                      <a:pt x="1673" y="0"/>
                      <a:pt x="1381" y="95"/>
                      <a:pt x="1119" y="313"/>
                    </a:cubicBezTo>
                    <a:cubicBezTo>
                      <a:pt x="0" y="1249"/>
                      <a:pt x="959" y="3555"/>
                      <a:pt x="959" y="3555"/>
                    </a:cubicBezTo>
                    <a:cubicBezTo>
                      <a:pt x="959" y="3555"/>
                      <a:pt x="2854" y="3144"/>
                      <a:pt x="3333" y="1888"/>
                    </a:cubicBezTo>
                    <a:cubicBezTo>
                      <a:pt x="3697" y="951"/>
                      <a:pt x="2861" y="0"/>
                      <a:pt x="1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5" name="Google Shape;2675;p29"/>
              <p:cNvSpPr/>
              <p:nvPr/>
            </p:nvSpPr>
            <p:spPr>
              <a:xfrm>
                <a:off x="2442475" y="2155325"/>
                <a:ext cx="99875" cy="62800"/>
              </a:xfrm>
              <a:custGeom>
                <a:rect b="b" l="l" r="r" t="t"/>
                <a:pathLst>
                  <a:path extrusionOk="0" h="2512" w="3995">
                    <a:moveTo>
                      <a:pt x="1963" y="1"/>
                    </a:moveTo>
                    <a:cubicBezTo>
                      <a:pt x="1803" y="274"/>
                      <a:pt x="1826" y="617"/>
                      <a:pt x="1872" y="891"/>
                    </a:cubicBezTo>
                    <a:cubicBezTo>
                      <a:pt x="1940" y="1165"/>
                      <a:pt x="2032" y="1416"/>
                      <a:pt x="2146" y="1644"/>
                    </a:cubicBezTo>
                    <a:cubicBezTo>
                      <a:pt x="2077" y="1621"/>
                      <a:pt x="1986" y="1575"/>
                      <a:pt x="1895" y="1530"/>
                    </a:cubicBezTo>
                    <a:cubicBezTo>
                      <a:pt x="1233" y="1210"/>
                      <a:pt x="594" y="799"/>
                      <a:pt x="0" y="366"/>
                    </a:cubicBezTo>
                    <a:lnTo>
                      <a:pt x="0" y="366"/>
                    </a:lnTo>
                    <a:cubicBezTo>
                      <a:pt x="274" y="617"/>
                      <a:pt x="571" y="845"/>
                      <a:pt x="868" y="1050"/>
                    </a:cubicBezTo>
                    <a:cubicBezTo>
                      <a:pt x="1187" y="1279"/>
                      <a:pt x="1529" y="1461"/>
                      <a:pt x="1849" y="1621"/>
                    </a:cubicBezTo>
                    <a:cubicBezTo>
                      <a:pt x="2191" y="1781"/>
                      <a:pt x="2534" y="1918"/>
                      <a:pt x="2899" y="2032"/>
                    </a:cubicBezTo>
                    <a:lnTo>
                      <a:pt x="2328" y="2511"/>
                    </a:lnTo>
                    <a:lnTo>
                      <a:pt x="2328" y="2511"/>
                    </a:lnTo>
                    <a:lnTo>
                      <a:pt x="2990" y="2055"/>
                    </a:lnTo>
                    <a:cubicBezTo>
                      <a:pt x="3333" y="2146"/>
                      <a:pt x="3652" y="2215"/>
                      <a:pt x="3995" y="2260"/>
                    </a:cubicBezTo>
                    <a:cubicBezTo>
                      <a:pt x="3629" y="2192"/>
                      <a:pt x="3287" y="2078"/>
                      <a:pt x="2922" y="1963"/>
                    </a:cubicBezTo>
                    <a:cubicBezTo>
                      <a:pt x="2716" y="1872"/>
                      <a:pt x="2488" y="1804"/>
                      <a:pt x="2283" y="1712"/>
                    </a:cubicBezTo>
                    <a:cubicBezTo>
                      <a:pt x="2146" y="1461"/>
                      <a:pt x="2009" y="1187"/>
                      <a:pt x="1940" y="891"/>
                    </a:cubicBezTo>
                    <a:cubicBezTo>
                      <a:pt x="1849" y="594"/>
                      <a:pt x="1826" y="297"/>
                      <a:pt x="19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6" name="Google Shape;2676;p29"/>
              <p:cNvSpPr/>
              <p:nvPr/>
            </p:nvSpPr>
            <p:spPr>
              <a:xfrm>
                <a:off x="2517225" y="2019525"/>
                <a:ext cx="85600" cy="115850"/>
              </a:xfrm>
              <a:custGeom>
                <a:rect b="b" l="l" r="r" t="t"/>
                <a:pathLst>
                  <a:path extrusionOk="0" h="4634" w="3424">
                    <a:moveTo>
                      <a:pt x="160" y="0"/>
                    </a:moveTo>
                    <a:cubicBezTo>
                      <a:pt x="548" y="251"/>
                      <a:pt x="936" y="548"/>
                      <a:pt x="1278" y="890"/>
                    </a:cubicBezTo>
                    <a:cubicBezTo>
                      <a:pt x="1507" y="1119"/>
                      <a:pt x="1735" y="1392"/>
                      <a:pt x="1918" y="1666"/>
                    </a:cubicBezTo>
                    <a:cubicBezTo>
                      <a:pt x="1769" y="1644"/>
                      <a:pt x="1615" y="1632"/>
                      <a:pt x="1461" y="1632"/>
                    </a:cubicBezTo>
                    <a:cubicBezTo>
                      <a:pt x="1307" y="1632"/>
                      <a:pt x="1153" y="1644"/>
                      <a:pt x="1005" y="1666"/>
                    </a:cubicBezTo>
                    <a:cubicBezTo>
                      <a:pt x="662" y="1712"/>
                      <a:pt x="320" y="1780"/>
                      <a:pt x="0" y="1917"/>
                    </a:cubicBezTo>
                    <a:cubicBezTo>
                      <a:pt x="320" y="1803"/>
                      <a:pt x="662" y="1735"/>
                      <a:pt x="1005" y="1712"/>
                    </a:cubicBezTo>
                    <a:cubicBezTo>
                      <a:pt x="1130" y="1704"/>
                      <a:pt x="1252" y="1698"/>
                      <a:pt x="1372" y="1698"/>
                    </a:cubicBezTo>
                    <a:cubicBezTo>
                      <a:pt x="1581" y="1698"/>
                      <a:pt x="1783" y="1714"/>
                      <a:pt x="1986" y="1758"/>
                    </a:cubicBezTo>
                    <a:cubicBezTo>
                      <a:pt x="2055" y="1849"/>
                      <a:pt x="2100" y="1917"/>
                      <a:pt x="2169" y="2009"/>
                    </a:cubicBezTo>
                    <a:cubicBezTo>
                      <a:pt x="2420" y="2420"/>
                      <a:pt x="2648" y="2853"/>
                      <a:pt x="2831" y="3287"/>
                    </a:cubicBezTo>
                    <a:cubicBezTo>
                      <a:pt x="3013" y="3721"/>
                      <a:pt x="3196" y="4177"/>
                      <a:pt x="3310" y="4634"/>
                    </a:cubicBezTo>
                    <a:cubicBezTo>
                      <a:pt x="3219" y="4086"/>
                      <a:pt x="2808" y="3036"/>
                      <a:pt x="2808" y="3036"/>
                    </a:cubicBezTo>
                    <a:cubicBezTo>
                      <a:pt x="2808" y="2945"/>
                      <a:pt x="2853" y="2785"/>
                      <a:pt x="2899" y="2671"/>
                    </a:cubicBezTo>
                    <a:cubicBezTo>
                      <a:pt x="2945" y="2557"/>
                      <a:pt x="2990" y="2420"/>
                      <a:pt x="3059" y="2305"/>
                    </a:cubicBezTo>
                    <a:cubicBezTo>
                      <a:pt x="3173" y="2077"/>
                      <a:pt x="3287" y="1826"/>
                      <a:pt x="3424" y="1598"/>
                    </a:cubicBezTo>
                    <a:lnTo>
                      <a:pt x="3424" y="1598"/>
                    </a:lnTo>
                    <a:cubicBezTo>
                      <a:pt x="3287" y="1826"/>
                      <a:pt x="3127" y="2054"/>
                      <a:pt x="3013" y="2283"/>
                    </a:cubicBezTo>
                    <a:cubicBezTo>
                      <a:pt x="2945" y="2397"/>
                      <a:pt x="2876" y="2534"/>
                      <a:pt x="2831" y="2648"/>
                    </a:cubicBezTo>
                    <a:cubicBezTo>
                      <a:pt x="2785" y="2739"/>
                      <a:pt x="2762" y="2808"/>
                      <a:pt x="2739" y="2899"/>
                    </a:cubicBezTo>
                    <a:cubicBezTo>
                      <a:pt x="2602" y="2579"/>
                      <a:pt x="2443" y="2260"/>
                      <a:pt x="2237" y="1963"/>
                    </a:cubicBezTo>
                    <a:cubicBezTo>
                      <a:pt x="2192" y="1872"/>
                      <a:pt x="2100" y="1780"/>
                      <a:pt x="2032" y="1689"/>
                    </a:cubicBezTo>
                    <a:lnTo>
                      <a:pt x="2055" y="1666"/>
                    </a:lnTo>
                    <a:lnTo>
                      <a:pt x="2032" y="1666"/>
                    </a:lnTo>
                    <a:cubicBezTo>
                      <a:pt x="1826" y="1370"/>
                      <a:pt x="1598" y="1096"/>
                      <a:pt x="1324" y="822"/>
                    </a:cubicBezTo>
                    <a:cubicBezTo>
                      <a:pt x="982" y="502"/>
                      <a:pt x="571" y="228"/>
                      <a:pt x="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7" name="Google Shape;2677;p29"/>
              <p:cNvSpPr/>
              <p:nvPr/>
            </p:nvSpPr>
            <p:spPr>
              <a:xfrm>
                <a:off x="2646750" y="2068025"/>
                <a:ext cx="65650" cy="105575"/>
              </a:xfrm>
              <a:custGeom>
                <a:rect b="b" l="l" r="r" t="t"/>
                <a:pathLst>
                  <a:path extrusionOk="0" h="4223" w="2626">
                    <a:moveTo>
                      <a:pt x="1165" y="0"/>
                    </a:moveTo>
                    <a:lnTo>
                      <a:pt x="1165" y="0"/>
                    </a:lnTo>
                    <a:cubicBezTo>
                      <a:pt x="1279" y="365"/>
                      <a:pt x="1347" y="708"/>
                      <a:pt x="1416" y="1073"/>
                    </a:cubicBezTo>
                    <a:cubicBezTo>
                      <a:pt x="1461" y="1370"/>
                      <a:pt x="1484" y="1667"/>
                      <a:pt x="1484" y="1963"/>
                    </a:cubicBezTo>
                    <a:cubicBezTo>
                      <a:pt x="1279" y="1781"/>
                      <a:pt x="1073" y="1621"/>
                      <a:pt x="845" y="1484"/>
                    </a:cubicBezTo>
                    <a:cubicBezTo>
                      <a:pt x="594" y="1324"/>
                      <a:pt x="297" y="1187"/>
                      <a:pt x="1" y="1164"/>
                    </a:cubicBezTo>
                    <a:lnTo>
                      <a:pt x="1" y="1164"/>
                    </a:lnTo>
                    <a:cubicBezTo>
                      <a:pt x="297" y="1210"/>
                      <a:pt x="571" y="1347"/>
                      <a:pt x="822" y="1530"/>
                    </a:cubicBezTo>
                    <a:cubicBezTo>
                      <a:pt x="1051" y="1689"/>
                      <a:pt x="1279" y="1895"/>
                      <a:pt x="1484" y="2100"/>
                    </a:cubicBezTo>
                    <a:cubicBezTo>
                      <a:pt x="1484" y="2123"/>
                      <a:pt x="1484" y="2123"/>
                      <a:pt x="1484" y="2146"/>
                    </a:cubicBezTo>
                    <a:cubicBezTo>
                      <a:pt x="1484" y="2488"/>
                      <a:pt x="1439" y="2853"/>
                      <a:pt x="1347" y="3196"/>
                    </a:cubicBezTo>
                    <a:cubicBezTo>
                      <a:pt x="1279" y="3561"/>
                      <a:pt x="1165" y="3903"/>
                      <a:pt x="982" y="4223"/>
                    </a:cubicBezTo>
                    <a:cubicBezTo>
                      <a:pt x="1233" y="3858"/>
                      <a:pt x="1370" y="3447"/>
                      <a:pt x="1461" y="3036"/>
                    </a:cubicBezTo>
                    <a:lnTo>
                      <a:pt x="2626" y="2557"/>
                    </a:lnTo>
                    <a:lnTo>
                      <a:pt x="1484" y="2922"/>
                    </a:lnTo>
                    <a:cubicBezTo>
                      <a:pt x="1553" y="2671"/>
                      <a:pt x="1576" y="2397"/>
                      <a:pt x="1576" y="2146"/>
                    </a:cubicBezTo>
                    <a:cubicBezTo>
                      <a:pt x="1576" y="1781"/>
                      <a:pt x="1553" y="1415"/>
                      <a:pt x="1484" y="1050"/>
                    </a:cubicBezTo>
                    <a:cubicBezTo>
                      <a:pt x="1461" y="868"/>
                      <a:pt x="1393" y="708"/>
                      <a:pt x="1347" y="525"/>
                    </a:cubicBezTo>
                    <a:cubicBezTo>
                      <a:pt x="1302" y="343"/>
                      <a:pt x="1233" y="183"/>
                      <a:pt x="1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29"/>
              <p:cNvSpPr/>
              <p:nvPr/>
            </p:nvSpPr>
            <p:spPr>
              <a:xfrm>
                <a:off x="2449325" y="2277450"/>
                <a:ext cx="97600" cy="67350"/>
              </a:xfrm>
              <a:custGeom>
                <a:rect b="b" l="l" r="r" t="t"/>
                <a:pathLst>
                  <a:path extrusionOk="0" h="2694" w="3904">
                    <a:moveTo>
                      <a:pt x="1096" y="0"/>
                    </a:moveTo>
                    <a:cubicBezTo>
                      <a:pt x="1073" y="251"/>
                      <a:pt x="1119" y="525"/>
                      <a:pt x="1164" y="799"/>
                    </a:cubicBezTo>
                    <a:cubicBezTo>
                      <a:pt x="1210" y="1027"/>
                      <a:pt x="1278" y="1256"/>
                      <a:pt x="1324" y="1484"/>
                    </a:cubicBezTo>
                    <a:cubicBezTo>
                      <a:pt x="1187" y="1415"/>
                      <a:pt x="1027" y="1347"/>
                      <a:pt x="867" y="1278"/>
                    </a:cubicBezTo>
                    <a:cubicBezTo>
                      <a:pt x="548" y="1141"/>
                      <a:pt x="274" y="936"/>
                      <a:pt x="0" y="731"/>
                    </a:cubicBezTo>
                    <a:lnTo>
                      <a:pt x="0" y="731"/>
                    </a:lnTo>
                    <a:cubicBezTo>
                      <a:pt x="251" y="959"/>
                      <a:pt x="525" y="1187"/>
                      <a:pt x="845" y="1347"/>
                    </a:cubicBezTo>
                    <a:cubicBezTo>
                      <a:pt x="1141" y="1507"/>
                      <a:pt x="1484" y="1644"/>
                      <a:pt x="1826" y="1735"/>
                    </a:cubicBezTo>
                    <a:cubicBezTo>
                      <a:pt x="2077" y="1803"/>
                      <a:pt x="2328" y="1849"/>
                      <a:pt x="2579" y="1872"/>
                    </a:cubicBezTo>
                    <a:lnTo>
                      <a:pt x="1849" y="2694"/>
                    </a:lnTo>
                    <a:lnTo>
                      <a:pt x="2693" y="1895"/>
                    </a:lnTo>
                    <a:cubicBezTo>
                      <a:pt x="2899" y="1917"/>
                      <a:pt x="3099" y="1929"/>
                      <a:pt x="3298" y="1929"/>
                    </a:cubicBezTo>
                    <a:cubicBezTo>
                      <a:pt x="3498" y="1929"/>
                      <a:pt x="3698" y="1917"/>
                      <a:pt x="3903" y="1895"/>
                    </a:cubicBezTo>
                    <a:cubicBezTo>
                      <a:pt x="3561" y="1895"/>
                      <a:pt x="3218" y="1872"/>
                      <a:pt x="2853" y="1826"/>
                    </a:cubicBezTo>
                    <a:cubicBezTo>
                      <a:pt x="2511" y="1780"/>
                      <a:pt x="2168" y="1735"/>
                      <a:pt x="1849" y="1644"/>
                    </a:cubicBezTo>
                    <a:cubicBezTo>
                      <a:pt x="1712" y="1598"/>
                      <a:pt x="1575" y="1552"/>
                      <a:pt x="1438" y="1507"/>
                    </a:cubicBezTo>
                    <a:cubicBezTo>
                      <a:pt x="1347" y="1278"/>
                      <a:pt x="1278" y="1027"/>
                      <a:pt x="1210" y="776"/>
                    </a:cubicBezTo>
                    <a:cubicBezTo>
                      <a:pt x="1141" y="525"/>
                      <a:pt x="1096" y="251"/>
                      <a:pt x="1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29"/>
              <p:cNvSpPr/>
              <p:nvPr/>
            </p:nvSpPr>
            <p:spPr>
              <a:xfrm>
                <a:off x="2677000" y="2215250"/>
                <a:ext cx="50225" cy="79325"/>
              </a:xfrm>
              <a:custGeom>
                <a:rect b="b" l="l" r="r" t="t"/>
                <a:pathLst>
                  <a:path extrusionOk="0" h="3173" w="2009">
                    <a:moveTo>
                      <a:pt x="1210" y="0"/>
                    </a:moveTo>
                    <a:cubicBezTo>
                      <a:pt x="1233" y="297"/>
                      <a:pt x="1210" y="571"/>
                      <a:pt x="1142" y="868"/>
                    </a:cubicBezTo>
                    <a:cubicBezTo>
                      <a:pt x="1119" y="1027"/>
                      <a:pt x="1096" y="1187"/>
                      <a:pt x="1050" y="1324"/>
                    </a:cubicBezTo>
                    <a:cubicBezTo>
                      <a:pt x="936" y="1141"/>
                      <a:pt x="799" y="936"/>
                      <a:pt x="662" y="776"/>
                    </a:cubicBezTo>
                    <a:cubicBezTo>
                      <a:pt x="480" y="571"/>
                      <a:pt x="297" y="365"/>
                      <a:pt x="46" y="274"/>
                    </a:cubicBezTo>
                    <a:lnTo>
                      <a:pt x="46" y="274"/>
                    </a:lnTo>
                    <a:cubicBezTo>
                      <a:pt x="274" y="388"/>
                      <a:pt x="457" y="594"/>
                      <a:pt x="617" y="799"/>
                    </a:cubicBezTo>
                    <a:cubicBezTo>
                      <a:pt x="776" y="1004"/>
                      <a:pt x="891" y="1233"/>
                      <a:pt x="1005" y="1461"/>
                    </a:cubicBezTo>
                    <a:cubicBezTo>
                      <a:pt x="982" y="1529"/>
                      <a:pt x="959" y="1621"/>
                      <a:pt x="913" y="1712"/>
                    </a:cubicBezTo>
                    <a:cubicBezTo>
                      <a:pt x="731" y="2237"/>
                      <a:pt x="388" y="2739"/>
                      <a:pt x="0" y="3173"/>
                    </a:cubicBezTo>
                    <a:cubicBezTo>
                      <a:pt x="229" y="2967"/>
                      <a:pt x="434" y="2762"/>
                      <a:pt x="594" y="2511"/>
                    </a:cubicBezTo>
                    <a:cubicBezTo>
                      <a:pt x="685" y="2397"/>
                      <a:pt x="754" y="2283"/>
                      <a:pt x="822" y="2146"/>
                    </a:cubicBezTo>
                    <a:cubicBezTo>
                      <a:pt x="1256" y="2100"/>
                      <a:pt x="1667" y="1986"/>
                      <a:pt x="2009" y="1758"/>
                    </a:cubicBezTo>
                    <a:lnTo>
                      <a:pt x="2009" y="1758"/>
                    </a:lnTo>
                    <a:cubicBezTo>
                      <a:pt x="1667" y="1940"/>
                      <a:pt x="1256" y="2032"/>
                      <a:pt x="868" y="2054"/>
                    </a:cubicBezTo>
                    <a:cubicBezTo>
                      <a:pt x="913" y="1940"/>
                      <a:pt x="982" y="1849"/>
                      <a:pt x="1027" y="1735"/>
                    </a:cubicBezTo>
                    <a:cubicBezTo>
                      <a:pt x="1050" y="1644"/>
                      <a:pt x="1073" y="1529"/>
                      <a:pt x="1119" y="1438"/>
                    </a:cubicBezTo>
                    <a:cubicBezTo>
                      <a:pt x="1233" y="959"/>
                      <a:pt x="1301" y="480"/>
                      <a:pt x="1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0" name="Google Shape;2680;p29"/>
            <p:cNvGrpSpPr/>
            <p:nvPr/>
          </p:nvGrpSpPr>
          <p:grpSpPr>
            <a:xfrm rot="-5400000">
              <a:off x="8375507" y="97875"/>
              <a:ext cx="779500" cy="607200"/>
              <a:chOff x="3861625" y="635150"/>
              <a:chExt cx="779500" cy="607200"/>
            </a:xfrm>
          </p:grpSpPr>
          <p:sp>
            <p:nvSpPr>
              <p:cNvPr id="2681" name="Google Shape;2681;p29"/>
              <p:cNvSpPr/>
              <p:nvPr/>
            </p:nvSpPr>
            <p:spPr>
              <a:xfrm>
                <a:off x="3881650" y="655975"/>
                <a:ext cx="759475" cy="586375"/>
              </a:xfrm>
              <a:custGeom>
                <a:rect b="b" l="l" r="r" t="t"/>
                <a:pathLst>
                  <a:path extrusionOk="0" h="23455" w="30379">
                    <a:moveTo>
                      <a:pt x="5186" y="1"/>
                    </a:moveTo>
                    <a:cubicBezTo>
                      <a:pt x="5028" y="1"/>
                      <a:pt x="4883" y="213"/>
                      <a:pt x="5043" y="355"/>
                    </a:cubicBezTo>
                    <a:cubicBezTo>
                      <a:pt x="7417" y="2683"/>
                      <a:pt x="10179" y="5673"/>
                      <a:pt x="10544" y="9143"/>
                    </a:cubicBezTo>
                    <a:cubicBezTo>
                      <a:pt x="7554" y="6586"/>
                      <a:pt x="3537" y="4760"/>
                      <a:pt x="318" y="3596"/>
                    </a:cubicBezTo>
                    <a:cubicBezTo>
                      <a:pt x="293" y="3587"/>
                      <a:pt x="270" y="3583"/>
                      <a:pt x="248" y="3583"/>
                    </a:cubicBezTo>
                    <a:cubicBezTo>
                      <a:pt x="52" y="3583"/>
                      <a:pt x="1" y="3925"/>
                      <a:pt x="227" y="4007"/>
                    </a:cubicBezTo>
                    <a:cubicBezTo>
                      <a:pt x="3468" y="5194"/>
                      <a:pt x="7622" y="7066"/>
                      <a:pt x="10590" y="9690"/>
                    </a:cubicBezTo>
                    <a:cubicBezTo>
                      <a:pt x="10590" y="9713"/>
                      <a:pt x="12963" y="12178"/>
                      <a:pt x="13602" y="13479"/>
                    </a:cubicBezTo>
                    <a:cubicBezTo>
                      <a:pt x="11343" y="12521"/>
                      <a:pt x="9060" y="11653"/>
                      <a:pt x="6709" y="10923"/>
                    </a:cubicBezTo>
                    <a:cubicBezTo>
                      <a:pt x="6684" y="10914"/>
                      <a:pt x="6661" y="10910"/>
                      <a:pt x="6639" y="10910"/>
                    </a:cubicBezTo>
                    <a:cubicBezTo>
                      <a:pt x="6443" y="10910"/>
                      <a:pt x="6392" y="11249"/>
                      <a:pt x="6618" y="11311"/>
                    </a:cubicBezTo>
                    <a:cubicBezTo>
                      <a:pt x="10179" y="12452"/>
                      <a:pt x="13602" y="13845"/>
                      <a:pt x="16935" y="15465"/>
                    </a:cubicBezTo>
                    <a:cubicBezTo>
                      <a:pt x="14872" y="15752"/>
                      <a:pt x="12823" y="15912"/>
                      <a:pt x="10755" y="15912"/>
                    </a:cubicBezTo>
                    <a:cubicBezTo>
                      <a:pt x="10192" y="15912"/>
                      <a:pt x="9627" y="15901"/>
                      <a:pt x="9060" y="15876"/>
                    </a:cubicBezTo>
                    <a:cubicBezTo>
                      <a:pt x="8786" y="15876"/>
                      <a:pt x="8809" y="16287"/>
                      <a:pt x="9060" y="16287"/>
                    </a:cubicBezTo>
                    <a:cubicBezTo>
                      <a:pt x="9686" y="16317"/>
                      <a:pt x="10310" y="16331"/>
                      <a:pt x="10932" y="16331"/>
                    </a:cubicBezTo>
                    <a:cubicBezTo>
                      <a:pt x="13168" y="16331"/>
                      <a:pt x="15383" y="16142"/>
                      <a:pt x="17597" y="15785"/>
                    </a:cubicBezTo>
                    <a:cubicBezTo>
                      <a:pt x="18647" y="16310"/>
                      <a:pt x="19697" y="16858"/>
                      <a:pt x="20724" y="17428"/>
                    </a:cubicBezTo>
                    <a:cubicBezTo>
                      <a:pt x="21066" y="17656"/>
                      <a:pt x="27069" y="21263"/>
                      <a:pt x="29900" y="23408"/>
                    </a:cubicBezTo>
                    <a:cubicBezTo>
                      <a:pt x="29946" y="23441"/>
                      <a:pt x="29994" y="23454"/>
                      <a:pt x="30041" y="23454"/>
                    </a:cubicBezTo>
                    <a:cubicBezTo>
                      <a:pt x="30226" y="23454"/>
                      <a:pt x="30379" y="23239"/>
                      <a:pt x="30196" y="23112"/>
                    </a:cubicBezTo>
                    <a:cubicBezTo>
                      <a:pt x="27298" y="20898"/>
                      <a:pt x="24262" y="18935"/>
                      <a:pt x="21135" y="17177"/>
                    </a:cubicBezTo>
                    <a:cubicBezTo>
                      <a:pt x="20884" y="13890"/>
                      <a:pt x="18487" y="10626"/>
                      <a:pt x="16798" y="7956"/>
                    </a:cubicBezTo>
                    <a:cubicBezTo>
                      <a:pt x="16758" y="7889"/>
                      <a:pt x="16698" y="7861"/>
                      <a:pt x="16638" y="7861"/>
                    </a:cubicBezTo>
                    <a:cubicBezTo>
                      <a:pt x="16492" y="7861"/>
                      <a:pt x="16343" y="8023"/>
                      <a:pt x="16456" y="8184"/>
                    </a:cubicBezTo>
                    <a:cubicBezTo>
                      <a:pt x="18053" y="10740"/>
                      <a:pt x="20336" y="13822"/>
                      <a:pt x="20678" y="16949"/>
                    </a:cubicBezTo>
                    <a:cubicBezTo>
                      <a:pt x="19788" y="16447"/>
                      <a:pt x="18875" y="15967"/>
                      <a:pt x="17962" y="15511"/>
                    </a:cubicBezTo>
                    <a:cubicBezTo>
                      <a:pt x="17757" y="15397"/>
                      <a:pt x="15337" y="14233"/>
                      <a:pt x="14150" y="13731"/>
                    </a:cubicBezTo>
                    <a:cubicBezTo>
                      <a:pt x="14150" y="13685"/>
                      <a:pt x="12347" y="10740"/>
                      <a:pt x="11000" y="9531"/>
                    </a:cubicBezTo>
                    <a:cubicBezTo>
                      <a:pt x="10795" y="5765"/>
                      <a:pt x="7873" y="2569"/>
                      <a:pt x="5317" y="58"/>
                    </a:cubicBezTo>
                    <a:cubicBezTo>
                      <a:pt x="5277" y="18"/>
                      <a:pt x="5231" y="1"/>
                      <a:pt x="5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29"/>
              <p:cNvSpPr/>
              <p:nvPr/>
            </p:nvSpPr>
            <p:spPr>
              <a:xfrm>
                <a:off x="4270775" y="831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32" y="0"/>
                    </a:moveTo>
                    <a:cubicBezTo>
                      <a:pt x="480" y="0"/>
                      <a:pt x="23" y="449"/>
                      <a:pt x="0" y="1028"/>
                    </a:cubicBezTo>
                    <a:cubicBezTo>
                      <a:pt x="0" y="1599"/>
                      <a:pt x="457" y="2078"/>
                      <a:pt x="1028" y="2101"/>
                    </a:cubicBezTo>
                    <a:cubicBezTo>
                      <a:pt x="1621" y="2101"/>
                      <a:pt x="2100" y="1644"/>
                      <a:pt x="2100" y="1074"/>
                    </a:cubicBezTo>
                    <a:cubicBezTo>
                      <a:pt x="2123" y="480"/>
                      <a:pt x="1667" y="1"/>
                      <a:pt x="1073" y="1"/>
                    </a:cubicBezTo>
                    <a:cubicBezTo>
                      <a:pt x="1060" y="0"/>
                      <a:pt x="1046" y="0"/>
                      <a:pt x="1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29"/>
              <p:cNvSpPr/>
              <p:nvPr/>
            </p:nvSpPr>
            <p:spPr>
              <a:xfrm>
                <a:off x="3861625" y="724725"/>
                <a:ext cx="53100" cy="52550"/>
              </a:xfrm>
              <a:custGeom>
                <a:rect b="b" l="l" r="r" t="t"/>
                <a:pathLst>
                  <a:path extrusionOk="0" h="2102" w="2124">
                    <a:moveTo>
                      <a:pt x="1054" y="1"/>
                    </a:moveTo>
                    <a:cubicBezTo>
                      <a:pt x="480" y="1"/>
                      <a:pt x="24" y="450"/>
                      <a:pt x="24" y="1029"/>
                    </a:cubicBezTo>
                    <a:cubicBezTo>
                      <a:pt x="1" y="1599"/>
                      <a:pt x="457" y="2079"/>
                      <a:pt x="1051" y="2102"/>
                    </a:cubicBezTo>
                    <a:cubicBezTo>
                      <a:pt x="1621" y="2102"/>
                      <a:pt x="2101" y="1645"/>
                      <a:pt x="2123" y="1074"/>
                    </a:cubicBezTo>
                    <a:cubicBezTo>
                      <a:pt x="2123" y="481"/>
                      <a:pt x="1667" y="2"/>
                      <a:pt x="1096" y="2"/>
                    </a:cubicBezTo>
                    <a:cubicBezTo>
                      <a:pt x="1082" y="1"/>
                      <a:pt x="1068" y="1"/>
                      <a:pt x="10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29"/>
              <p:cNvSpPr/>
              <p:nvPr/>
            </p:nvSpPr>
            <p:spPr>
              <a:xfrm>
                <a:off x="3984325" y="635150"/>
                <a:ext cx="53075" cy="52525"/>
              </a:xfrm>
              <a:custGeom>
                <a:rect b="b" l="l" r="r" t="t"/>
                <a:pathLst>
                  <a:path extrusionOk="0" h="2101" w="2123">
                    <a:moveTo>
                      <a:pt x="1053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79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6" y="1"/>
                      <a:pt x="1096" y="1"/>
                    </a:cubicBezTo>
                    <a:cubicBezTo>
                      <a:pt x="1082" y="0"/>
                      <a:pt x="1067" y="0"/>
                      <a:pt x="10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29"/>
              <p:cNvSpPr/>
              <p:nvPr/>
            </p:nvSpPr>
            <p:spPr>
              <a:xfrm>
                <a:off x="4023700" y="910775"/>
                <a:ext cx="53075" cy="52550"/>
              </a:xfrm>
              <a:custGeom>
                <a:rect b="b" l="l" r="r" t="t"/>
                <a:pathLst>
                  <a:path extrusionOk="0" h="2102" w="2123">
                    <a:moveTo>
                      <a:pt x="1073" y="1"/>
                    </a:moveTo>
                    <a:cubicBezTo>
                      <a:pt x="502" y="1"/>
                      <a:pt x="23" y="457"/>
                      <a:pt x="23" y="1028"/>
                    </a:cubicBezTo>
                    <a:cubicBezTo>
                      <a:pt x="0" y="1621"/>
                      <a:pt x="457" y="2101"/>
                      <a:pt x="1050" y="2101"/>
                    </a:cubicBezTo>
                    <a:cubicBezTo>
                      <a:pt x="1063" y="2101"/>
                      <a:pt x="1076" y="2101"/>
                      <a:pt x="1089" y="2101"/>
                    </a:cubicBezTo>
                    <a:cubicBezTo>
                      <a:pt x="1642" y="2101"/>
                      <a:pt x="2101" y="1631"/>
                      <a:pt x="2123" y="1073"/>
                    </a:cubicBezTo>
                    <a:cubicBezTo>
                      <a:pt x="2123" y="503"/>
                      <a:pt x="1666" y="23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29"/>
              <p:cNvSpPr/>
              <p:nvPr/>
            </p:nvSpPr>
            <p:spPr>
              <a:xfrm>
                <a:off x="4081325" y="1033450"/>
                <a:ext cx="53100" cy="52525"/>
              </a:xfrm>
              <a:custGeom>
                <a:rect b="b" l="l" r="r" t="t"/>
                <a:pathLst>
                  <a:path extrusionOk="0" h="2101" w="2124">
                    <a:moveTo>
                      <a:pt x="1054" y="0"/>
                    </a:moveTo>
                    <a:cubicBezTo>
                      <a:pt x="480" y="0"/>
                      <a:pt x="23" y="449"/>
                      <a:pt x="23" y="1028"/>
                    </a:cubicBezTo>
                    <a:cubicBezTo>
                      <a:pt x="0" y="1599"/>
                      <a:pt x="480" y="2078"/>
                      <a:pt x="1050" y="2101"/>
                    </a:cubicBezTo>
                    <a:cubicBezTo>
                      <a:pt x="1621" y="2101"/>
                      <a:pt x="2100" y="1644"/>
                      <a:pt x="2123" y="1074"/>
                    </a:cubicBezTo>
                    <a:cubicBezTo>
                      <a:pt x="2123" y="480"/>
                      <a:pt x="1667" y="1"/>
                      <a:pt x="1096" y="1"/>
                    </a:cubicBezTo>
                    <a:cubicBezTo>
                      <a:pt x="1082" y="1"/>
                      <a:pt x="1068" y="0"/>
                      <a:pt x="1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87" name="Google Shape;2687;p29"/>
            <p:cNvSpPr/>
            <p:nvPr/>
          </p:nvSpPr>
          <p:spPr>
            <a:xfrm flipH="1" rot="10800000">
              <a:off x="8877085" y="176018"/>
              <a:ext cx="379548" cy="938579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9"/>
            <p:cNvSpPr/>
            <p:nvPr/>
          </p:nvSpPr>
          <p:spPr>
            <a:xfrm flipH="1" rot="10800000">
              <a:off x="8935171" y="193583"/>
              <a:ext cx="131042" cy="931844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9"/>
            <p:cNvSpPr/>
            <p:nvPr/>
          </p:nvSpPr>
          <p:spPr>
            <a:xfrm flipH="1" rot="10800000">
              <a:off x="8062759" y="-45440"/>
              <a:ext cx="921067" cy="415973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9"/>
            <p:cNvSpPr/>
            <p:nvPr/>
          </p:nvSpPr>
          <p:spPr>
            <a:xfrm flipH="1" rot="10800000">
              <a:off x="8107320" y="199"/>
              <a:ext cx="875160" cy="203891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9"/>
            <p:cNvSpPr/>
            <p:nvPr/>
          </p:nvSpPr>
          <p:spPr>
            <a:xfrm flipH="1" rot="10800000">
              <a:off x="8927035" y="3701"/>
              <a:ext cx="206693" cy="196078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9"/>
            <p:cNvSpPr/>
            <p:nvPr/>
          </p:nvSpPr>
          <p:spPr>
            <a:xfrm flipH="1" rot="10800000">
              <a:off x="8993202" y="134690"/>
              <a:ext cx="208040" cy="195055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9"/>
            <p:cNvSpPr/>
            <p:nvPr/>
          </p:nvSpPr>
          <p:spPr>
            <a:xfrm flipH="1" rot="10800000">
              <a:off x="9140409" y="141371"/>
              <a:ext cx="62180" cy="62558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9"/>
            <p:cNvSpPr/>
            <p:nvPr/>
          </p:nvSpPr>
          <p:spPr>
            <a:xfrm flipH="1" rot="10800000">
              <a:off x="9139062" y="176018"/>
              <a:ext cx="74358" cy="18967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9"/>
            <p:cNvSpPr/>
            <p:nvPr/>
          </p:nvSpPr>
          <p:spPr>
            <a:xfrm flipH="1" rot="10800000">
              <a:off x="9068853" y="-9392"/>
              <a:ext cx="39226" cy="61318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9"/>
            <p:cNvSpPr/>
            <p:nvPr/>
          </p:nvSpPr>
          <p:spPr>
            <a:xfrm flipH="1" rot="10800000">
              <a:off x="9056676" y="19758"/>
              <a:ext cx="78399" cy="52859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7" name="Google Shape;2697;p29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698" name="Google Shape;2698;p29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9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29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29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9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9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9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9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9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9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9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9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9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9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9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9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9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9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9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9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9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9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9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9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9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29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9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9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9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9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9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9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9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9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9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9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29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29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9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9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9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9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9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9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9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9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9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9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9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9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9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9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9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9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9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9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9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9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9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9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9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9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9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1" name="Google Shape;2761;p29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62" name="Google Shape;2762;p29"/>
          <p:cNvSpPr txBox="1"/>
          <p:nvPr>
            <p:ph idx="1" type="subTitle"/>
          </p:nvPr>
        </p:nvSpPr>
        <p:spPr>
          <a:xfrm>
            <a:off x="1979050" y="2216875"/>
            <a:ext cx="19971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63" name="Google Shape;2763;p29"/>
          <p:cNvSpPr txBox="1"/>
          <p:nvPr>
            <p:ph idx="2" type="subTitle"/>
          </p:nvPr>
        </p:nvSpPr>
        <p:spPr>
          <a:xfrm>
            <a:off x="1822225" y="1825817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764" name="Google Shape;2764;p29"/>
          <p:cNvSpPr txBox="1"/>
          <p:nvPr>
            <p:ph idx="3" type="subTitle"/>
          </p:nvPr>
        </p:nvSpPr>
        <p:spPr>
          <a:xfrm>
            <a:off x="4238900" y="2216154"/>
            <a:ext cx="19971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65" name="Google Shape;2765;p29"/>
          <p:cNvSpPr txBox="1"/>
          <p:nvPr>
            <p:ph idx="4" type="subTitle"/>
          </p:nvPr>
        </p:nvSpPr>
        <p:spPr>
          <a:xfrm>
            <a:off x="4086500" y="1825080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766" name="Google Shape;2766;p29"/>
          <p:cNvSpPr txBox="1"/>
          <p:nvPr>
            <p:ph idx="5" type="subTitle"/>
          </p:nvPr>
        </p:nvSpPr>
        <p:spPr>
          <a:xfrm>
            <a:off x="6503175" y="2216154"/>
            <a:ext cx="19971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67" name="Google Shape;2767;p29"/>
          <p:cNvSpPr txBox="1"/>
          <p:nvPr>
            <p:ph idx="6" type="subTitle"/>
          </p:nvPr>
        </p:nvSpPr>
        <p:spPr>
          <a:xfrm>
            <a:off x="6350775" y="1825080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768" name="Google Shape;2768;p29"/>
          <p:cNvSpPr txBox="1"/>
          <p:nvPr>
            <p:ph idx="7" type="subTitle"/>
          </p:nvPr>
        </p:nvSpPr>
        <p:spPr>
          <a:xfrm>
            <a:off x="1979050" y="3570320"/>
            <a:ext cx="19971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69" name="Google Shape;2769;p29"/>
          <p:cNvSpPr txBox="1"/>
          <p:nvPr>
            <p:ph idx="8" type="subTitle"/>
          </p:nvPr>
        </p:nvSpPr>
        <p:spPr>
          <a:xfrm>
            <a:off x="1822225" y="3188755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770" name="Google Shape;2770;p29"/>
          <p:cNvSpPr txBox="1"/>
          <p:nvPr>
            <p:ph idx="9" type="subTitle"/>
          </p:nvPr>
        </p:nvSpPr>
        <p:spPr>
          <a:xfrm>
            <a:off x="4238900" y="3570304"/>
            <a:ext cx="19971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71" name="Google Shape;2771;p29"/>
          <p:cNvSpPr txBox="1"/>
          <p:nvPr>
            <p:ph idx="13" type="subTitle"/>
          </p:nvPr>
        </p:nvSpPr>
        <p:spPr>
          <a:xfrm>
            <a:off x="4086500" y="3188755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772" name="Google Shape;2772;p29"/>
          <p:cNvSpPr txBox="1"/>
          <p:nvPr>
            <p:ph idx="14" type="subTitle"/>
          </p:nvPr>
        </p:nvSpPr>
        <p:spPr>
          <a:xfrm>
            <a:off x="6503175" y="3570304"/>
            <a:ext cx="19971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73" name="Google Shape;2773;p29"/>
          <p:cNvSpPr txBox="1"/>
          <p:nvPr>
            <p:ph idx="15" type="subTitle"/>
          </p:nvPr>
        </p:nvSpPr>
        <p:spPr>
          <a:xfrm>
            <a:off x="6350775" y="3188755"/>
            <a:ext cx="19971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2774" name="Google Shape;2774;p29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 3">
  <p:cSld name="CUSTOM_19"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6" name="Google Shape;2776;p30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777" name="Google Shape;2777;p30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0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0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0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0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0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0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0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0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0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0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0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0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0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0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0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0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0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0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0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0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0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0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0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0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0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0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0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0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0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0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0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0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0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0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0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0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0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0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0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0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0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0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0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0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0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0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0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0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0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0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0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0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0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0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0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0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0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0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0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0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0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0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0" name="Google Shape;2840;p30"/>
          <p:cNvSpPr txBox="1"/>
          <p:nvPr>
            <p:ph type="title"/>
          </p:nvPr>
        </p:nvSpPr>
        <p:spPr>
          <a:xfrm>
            <a:off x="4403500" y="1562025"/>
            <a:ext cx="3219300" cy="22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41" name="Google Shape;2841;p30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"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3" name="Google Shape;2843;p31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844" name="Google Shape;2844;p31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1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1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1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1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1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31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31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1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1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1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1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1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1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1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31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31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1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1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1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31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31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31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31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31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31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31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1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1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1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1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1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1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1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1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1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1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1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1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1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1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1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1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1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1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1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1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1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1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1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1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1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1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1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1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1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1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1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1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1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1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1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1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7" name="Google Shape;2907;p31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08" name="Google Shape;2908;p31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6"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0" name="Google Shape;2910;p32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2911" name="Google Shape;2911;p32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2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2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2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2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2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2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2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2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2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2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2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2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2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2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32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2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2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32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2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2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2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2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2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2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2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2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2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2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2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2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2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2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2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2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2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2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2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2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2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2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2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2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2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2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2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2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32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32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32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32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32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2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32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2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2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32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32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2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32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32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2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32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4" name="Google Shape;2974;p32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5" name="Google Shape;2975;p32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2976" name="Google Shape;2976;p32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2977" name="Google Shape;2977;p32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32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32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32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32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32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32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32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32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32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32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32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32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32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32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32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32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32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32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32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32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32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32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32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32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32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32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32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32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6" name="Google Shape;3006;p32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32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32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32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32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32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32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32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32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32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32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32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32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32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32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32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32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32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32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32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32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32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32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32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32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32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2" name="Google Shape;3032;p32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3033" name="Google Shape;3033;p32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32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32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32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32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32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32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32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32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32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32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32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32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32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32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32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32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32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32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32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32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32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32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32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32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32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32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32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32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32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32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32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32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32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32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32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32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32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32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32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32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32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32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32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32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32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32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32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88" name="Google Shape;3088;p32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3089" name="Google Shape;3089;p32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32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32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32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32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44" name="Google Shape;3144;p32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32"/>
          <p:cNvSpPr txBox="1"/>
          <p:nvPr>
            <p:ph type="title"/>
          </p:nvPr>
        </p:nvSpPr>
        <p:spPr>
          <a:xfrm>
            <a:off x="2910050" y="2355260"/>
            <a:ext cx="40452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46" name="Google Shape;3146;p32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7" name="Google Shape;3147;p32"/>
          <p:cNvSpPr txBox="1"/>
          <p:nvPr>
            <p:ph hasCustomPrompt="1" idx="2" type="title"/>
          </p:nvPr>
        </p:nvSpPr>
        <p:spPr>
          <a:xfrm>
            <a:off x="4276700" y="158302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7"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9" name="Google Shape;3149;p33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150" name="Google Shape;3150;p33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33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3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3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3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3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3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33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33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33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33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33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33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33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33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33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33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33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33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33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33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33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33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33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33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33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33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33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33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33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3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3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3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3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3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3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3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3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3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3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3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3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3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3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3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3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3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3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3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3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3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3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3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33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33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33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33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3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3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3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3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3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3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3" name="Google Shape;3213;p33"/>
          <p:cNvGrpSpPr/>
          <p:nvPr/>
        </p:nvGrpSpPr>
        <p:grpSpPr>
          <a:xfrm>
            <a:off x="7980921" y="-177155"/>
            <a:ext cx="1308360" cy="1328384"/>
            <a:chOff x="7980921" y="-177155"/>
            <a:chExt cx="1308360" cy="1328384"/>
          </a:xfrm>
        </p:grpSpPr>
        <p:grpSp>
          <p:nvGrpSpPr>
            <p:cNvPr id="3214" name="Google Shape;3214;p33"/>
            <p:cNvGrpSpPr/>
            <p:nvPr/>
          </p:nvGrpSpPr>
          <p:grpSpPr>
            <a:xfrm flipH="1" rot="9378747">
              <a:off x="8394791" y="259367"/>
              <a:ext cx="779415" cy="736319"/>
              <a:chOff x="2137750" y="2545775"/>
              <a:chExt cx="600900" cy="567675"/>
            </a:xfrm>
          </p:grpSpPr>
          <p:sp>
            <p:nvSpPr>
              <p:cNvPr id="3215" name="Google Shape;3215;p33"/>
              <p:cNvSpPr/>
              <p:nvPr/>
            </p:nvSpPr>
            <p:spPr>
              <a:xfrm>
                <a:off x="2346600" y="2651200"/>
                <a:ext cx="392050" cy="462250"/>
              </a:xfrm>
              <a:custGeom>
                <a:rect b="b" l="l" r="r" t="t"/>
                <a:pathLst>
                  <a:path extrusionOk="0" h="18490" w="15682">
                    <a:moveTo>
                      <a:pt x="229" y="1"/>
                    </a:moveTo>
                    <a:lnTo>
                      <a:pt x="1" y="160"/>
                    </a:lnTo>
                    <a:cubicBezTo>
                      <a:pt x="1781" y="2671"/>
                      <a:pt x="4178" y="4703"/>
                      <a:pt x="6483" y="6666"/>
                    </a:cubicBezTo>
                    <a:cubicBezTo>
                      <a:pt x="7236" y="7305"/>
                      <a:pt x="8012" y="7967"/>
                      <a:pt x="8743" y="8629"/>
                    </a:cubicBezTo>
                    <a:cubicBezTo>
                      <a:pt x="11162" y="10820"/>
                      <a:pt x="14495" y="14221"/>
                      <a:pt x="15408" y="18489"/>
                    </a:cubicBezTo>
                    <a:lnTo>
                      <a:pt x="15681" y="18421"/>
                    </a:lnTo>
                    <a:cubicBezTo>
                      <a:pt x="14768" y="14061"/>
                      <a:pt x="11390" y="10637"/>
                      <a:pt x="8925" y="8423"/>
                    </a:cubicBezTo>
                    <a:cubicBezTo>
                      <a:pt x="8195" y="7761"/>
                      <a:pt x="7419" y="7099"/>
                      <a:pt x="6665" y="6460"/>
                    </a:cubicBezTo>
                    <a:cubicBezTo>
                      <a:pt x="4360" y="4497"/>
                      <a:pt x="1986" y="2466"/>
                      <a:pt x="2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33"/>
              <p:cNvSpPr/>
              <p:nvPr/>
            </p:nvSpPr>
            <p:spPr>
              <a:xfrm>
                <a:off x="2245025" y="2704275"/>
                <a:ext cx="302475" cy="148950"/>
              </a:xfrm>
              <a:custGeom>
                <a:rect b="b" l="l" r="r" t="t"/>
                <a:pathLst>
                  <a:path extrusionOk="0" h="5958" w="12099">
                    <a:moveTo>
                      <a:pt x="229" y="0"/>
                    </a:moveTo>
                    <a:lnTo>
                      <a:pt x="1" y="183"/>
                    </a:lnTo>
                    <a:cubicBezTo>
                      <a:pt x="2945" y="3767"/>
                      <a:pt x="7442" y="5935"/>
                      <a:pt x="12075" y="5958"/>
                    </a:cubicBezTo>
                    <a:lnTo>
                      <a:pt x="12098" y="5684"/>
                    </a:lnTo>
                    <a:cubicBezTo>
                      <a:pt x="7533" y="5661"/>
                      <a:pt x="3105" y="3538"/>
                      <a:pt x="2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33"/>
              <p:cNvSpPr/>
              <p:nvPr/>
            </p:nvSpPr>
            <p:spPr>
              <a:xfrm>
                <a:off x="2137750" y="2608925"/>
                <a:ext cx="140400" cy="130750"/>
              </a:xfrm>
              <a:custGeom>
                <a:rect b="b" l="l" r="r" t="t"/>
                <a:pathLst>
                  <a:path extrusionOk="0" h="5230" w="5616">
                    <a:moveTo>
                      <a:pt x="1488" y="0"/>
                    </a:moveTo>
                    <a:cubicBezTo>
                      <a:pt x="1387" y="0"/>
                      <a:pt x="1293" y="30"/>
                      <a:pt x="1210" y="94"/>
                    </a:cubicBezTo>
                    <a:cubicBezTo>
                      <a:pt x="0" y="1030"/>
                      <a:pt x="5615" y="5230"/>
                      <a:pt x="5615" y="5230"/>
                    </a:cubicBezTo>
                    <a:cubicBezTo>
                      <a:pt x="5615" y="5230"/>
                      <a:pt x="2833" y="0"/>
                      <a:pt x="14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33"/>
              <p:cNvSpPr/>
              <p:nvPr/>
            </p:nvSpPr>
            <p:spPr>
              <a:xfrm>
                <a:off x="2204150" y="2780875"/>
                <a:ext cx="175000" cy="37925"/>
              </a:xfrm>
              <a:custGeom>
                <a:rect b="b" l="l" r="r" t="t"/>
                <a:pathLst>
                  <a:path extrusionOk="0" h="1517" w="7000">
                    <a:moveTo>
                      <a:pt x="1197" y="0"/>
                    </a:moveTo>
                    <a:cubicBezTo>
                      <a:pt x="465" y="0"/>
                      <a:pt x="0" y="163"/>
                      <a:pt x="106" y="611"/>
                    </a:cubicBezTo>
                    <a:cubicBezTo>
                      <a:pt x="273" y="1316"/>
                      <a:pt x="1562" y="1517"/>
                      <a:pt x="2982" y="1517"/>
                    </a:cubicBezTo>
                    <a:cubicBezTo>
                      <a:pt x="4875" y="1517"/>
                      <a:pt x="7000" y="1159"/>
                      <a:pt x="7000" y="1159"/>
                    </a:cubicBezTo>
                    <a:cubicBezTo>
                      <a:pt x="7000" y="1159"/>
                      <a:pt x="3148" y="0"/>
                      <a:pt x="11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33"/>
              <p:cNvSpPr/>
              <p:nvPr/>
            </p:nvSpPr>
            <p:spPr>
              <a:xfrm>
                <a:off x="2257575" y="2545775"/>
                <a:ext cx="138700" cy="163650"/>
              </a:xfrm>
              <a:custGeom>
                <a:rect b="b" l="l" r="r" t="t"/>
                <a:pathLst>
                  <a:path extrusionOk="0" h="6546" w="5548">
                    <a:moveTo>
                      <a:pt x="1539" y="0"/>
                    </a:moveTo>
                    <a:cubicBezTo>
                      <a:pt x="1497" y="0"/>
                      <a:pt x="1456" y="6"/>
                      <a:pt x="1416" y="18"/>
                    </a:cubicBezTo>
                    <a:cubicBezTo>
                      <a:pt x="1" y="429"/>
                      <a:pt x="4041" y="5610"/>
                      <a:pt x="5547" y="6546"/>
                    </a:cubicBezTo>
                    <a:cubicBezTo>
                      <a:pt x="5547" y="6546"/>
                      <a:pt x="2964" y="0"/>
                      <a:pt x="15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33"/>
              <p:cNvSpPr/>
              <p:nvPr/>
            </p:nvSpPr>
            <p:spPr>
              <a:xfrm>
                <a:off x="2287825" y="2709300"/>
                <a:ext cx="127275" cy="112550"/>
              </a:xfrm>
              <a:custGeom>
                <a:rect b="b" l="l" r="r" t="t"/>
                <a:pathLst>
                  <a:path extrusionOk="0" h="4502" w="5091">
                    <a:moveTo>
                      <a:pt x="1536" y="1"/>
                    </a:moveTo>
                    <a:cubicBezTo>
                      <a:pt x="1511" y="1"/>
                      <a:pt x="1486" y="2"/>
                      <a:pt x="1461" y="5"/>
                    </a:cubicBezTo>
                    <a:cubicBezTo>
                      <a:pt x="1" y="187"/>
                      <a:pt x="5091" y="4501"/>
                      <a:pt x="5091" y="4501"/>
                    </a:cubicBezTo>
                    <a:cubicBezTo>
                      <a:pt x="5091" y="4501"/>
                      <a:pt x="2995" y="1"/>
                      <a:pt x="15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21" name="Google Shape;3221;p33"/>
            <p:cNvGrpSpPr/>
            <p:nvPr/>
          </p:nvGrpSpPr>
          <p:grpSpPr>
            <a:xfrm flipH="1" rot="-9535276">
              <a:off x="8168070" y="-61630"/>
              <a:ext cx="779423" cy="736327"/>
              <a:chOff x="2137750" y="2545775"/>
              <a:chExt cx="600900" cy="567675"/>
            </a:xfrm>
          </p:grpSpPr>
          <p:sp>
            <p:nvSpPr>
              <p:cNvPr id="3222" name="Google Shape;3222;p33"/>
              <p:cNvSpPr/>
              <p:nvPr/>
            </p:nvSpPr>
            <p:spPr>
              <a:xfrm>
                <a:off x="2346600" y="2651200"/>
                <a:ext cx="392050" cy="462250"/>
              </a:xfrm>
              <a:custGeom>
                <a:rect b="b" l="l" r="r" t="t"/>
                <a:pathLst>
                  <a:path extrusionOk="0" h="18490" w="15682">
                    <a:moveTo>
                      <a:pt x="229" y="1"/>
                    </a:moveTo>
                    <a:lnTo>
                      <a:pt x="1" y="160"/>
                    </a:lnTo>
                    <a:cubicBezTo>
                      <a:pt x="1781" y="2671"/>
                      <a:pt x="4178" y="4703"/>
                      <a:pt x="6483" y="6666"/>
                    </a:cubicBezTo>
                    <a:cubicBezTo>
                      <a:pt x="7236" y="7305"/>
                      <a:pt x="8012" y="7967"/>
                      <a:pt x="8743" y="8629"/>
                    </a:cubicBezTo>
                    <a:cubicBezTo>
                      <a:pt x="11162" y="10820"/>
                      <a:pt x="14495" y="14221"/>
                      <a:pt x="15408" y="18489"/>
                    </a:cubicBezTo>
                    <a:lnTo>
                      <a:pt x="15681" y="18421"/>
                    </a:lnTo>
                    <a:cubicBezTo>
                      <a:pt x="14768" y="14061"/>
                      <a:pt x="11390" y="10637"/>
                      <a:pt x="8925" y="8423"/>
                    </a:cubicBezTo>
                    <a:cubicBezTo>
                      <a:pt x="8195" y="7761"/>
                      <a:pt x="7419" y="7099"/>
                      <a:pt x="6665" y="6460"/>
                    </a:cubicBezTo>
                    <a:cubicBezTo>
                      <a:pt x="4360" y="4497"/>
                      <a:pt x="1986" y="2466"/>
                      <a:pt x="2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33"/>
              <p:cNvSpPr/>
              <p:nvPr/>
            </p:nvSpPr>
            <p:spPr>
              <a:xfrm>
                <a:off x="2245025" y="2704275"/>
                <a:ext cx="302475" cy="148950"/>
              </a:xfrm>
              <a:custGeom>
                <a:rect b="b" l="l" r="r" t="t"/>
                <a:pathLst>
                  <a:path extrusionOk="0" h="5958" w="12099">
                    <a:moveTo>
                      <a:pt x="229" y="0"/>
                    </a:moveTo>
                    <a:lnTo>
                      <a:pt x="1" y="183"/>
                    </a:lnTo>
                    <a:cubicBezTo>
                      <a:pt x="2945" y="3767"/>
                      <a:pt x="7442" y="5935"/>
                      <a:pt x="12075" y="5958"/>
                    </a:cubicBezTo>
                    <a:lnTo>
                      <a:pt x="12098" y="5684"/>
                    </a:lnTo>
                    <a:cubicBezTo>
                      <a:pt x="7533" y="5661"/>
                      <a:pt x="3105" y="3538"/>
                      <a:pt x="2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33"/>
              <p:cNvSpPr/>
              <p:nvPr/>
            </p:nvSpPr>
            <p:spPr>
              <a:xfrm>
                <a:off x="2137750" y="2608925"/>
                <a:ext cx="140400" cy="130750"/>
              </a:xfrm>
              <a:custGeom>
                <a:rect b="b" l="l" r="r" t="t"/>
                <a:pathLst>
                  <a:path extrusionOk="0" h="5230" w="5616">
                    <a:moveTo>
                      <a:pt x="1488" y="0"/>
                    </a:moveTo>
                    <a:cubicBezTo>
                      <a:pt x="1387" y="0"/>
                      <a:pt x="1293" y="30"/>
                      <a:pt x="1210" y="94"/>
                    </a:cubicBezTo>
                    <a:cubicBezTo>
                      <a:pt x="0" y="1030"/>
                      <a:pt x="5615" y="5230"/>
                      <a:pt x="5615" y="5230"/>
                    </a:cubicBezTo>
                    <a:cubicBezTo>
                      <a:pt x="5615" y="5230"/>
                      <a:pt x="2833" y="0"/>
                      <a:pt x="14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33"/>
              <p:cNvSpPr/>
              <p:nvPr/>
            </p:nvSpPr>
            <p:spPr>
              <a:xfrm>
                <a:off x="2204150" y="2780875"/>
                <a:ext cx="175000" cy="37925"/>
              </a:xfrm>
              <a:custGeom>
                <a:rect b="b" l="l" r="r" t="t"/>
                <a:pathLst>
                  <a:path extrusionOk="0" h="1517" w="7000">
                    <a:moveTo>
                      <a:pt x="1197" y="0"/>
                    </a:moveTo>
                    <a:cubicBezTo>
                      <a:pt x="465" y="0"/>
                      <a:pt x="0" y="163"/>
                      <a:pt x="106" y="611"/>
                    </a:cubicBezTo>
                    <a:cubicBezTo>
                      <a:pt x="273" y="1316"/>
                      <a:pt x="1562" y="1517"/>
                      <a:pt x="2982" y="1517"/>
                    </a:cubicBezTo>
                    <a:cubicBezTo>
                      <a:pt x="4875" y="1517"/>
                      <a:pt x="7000" y="1159"/>
                      <a:pt x="7000" y="1159"/>
                    </a:cubicBezTo>
                    <a:cubicBezTo>
                      <a:pt x="7000" y="1159"/>
                      <a:pt x="3148" y="0"/>
                      <a:pt x="11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33"/>
              <p:cNvSpPr/>
              <p:nvPr/>
            </p:nvSpPr>
            <p:spPr>
              <a:xfrm>
                <a:off x="2257575" y="2545775"/>
                <a:ext cx="138700" cy="163650"/>
              </a:xfrm>
              <a:custGeom>
                <a:rect b="b" l="l" r="r" t="t"/>
                <a:pathLst>
                  <a:path extrusionOk="0" h="6546" w="5548">
                    <a:moveTo>
                      <a:pt x="1539" y="0"/>
                    </a:moveTo>
                    <a:cubicBezTo>
                      <a:pt x="1497" y="0"/>
                      <a:pt x="1456" y="6"/>
                      <a:pt x="1416" y="18"/>
                    </a:cubicBezTo>
                    <a:cubicBezTo>
                      <a:pt x="1" y="429"/>
                      <a:pt x="4041" y="5610"/>
                      <a:pt x="5547" y="6546"/>
                    </a:cubicBezTo>
                    <a:cubicBezTo>
                      <a:pt x="5547" y="6546"/>
                      <a:pt x="2964" y="0"/>
                      <a:pt x="15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33"/>
              <p:cNvSpPr/>
              <p:nvPr/>
            </p:nvSpPr>
            <p:spPr>
              <a:xfrm>
                <a:off x="2287825" y="2709300"/>
                <a:ext cx="127275" cy="112550"/>
              </a:xfrm>
              <a:custGeom>
                <a:rect b="b" l="l" r="r" t="t"/>
                <a:pathLst>
                  <a:path extrusionOk="0" h="4502" w="5091">
                    <a:moveTo>
                      <a:pt x="1536" y="1"/>
                    </a:moveTo>
                    <a:cubicBezTo>
                      <a:pt x="1511" y="1"/>
                      <a:pt x="1486" y="2"/>
                      <a:pt x="1461" y="5"/>
                    </a:cubicBezTo>
                    <a:cubicBezTo>
                      <a:pt x="1" y="187"/>
                      <a:pt x="5091" y="4501"/>
                      <a:pt x="5091" y="4501"/>
                    </a:cubicBezTo>
                    <a:cubicBezTo>
                      <a:pt x="5091" y="4501"/>
                      <a:pt x="2995" y="1"/>
                      <a:pt x="15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28" name="Google Shape;3228;p33"/>
            <p:cNvGrpSpPr/>
            <p:nvPr/>
          </p:nvGrpSpPr>
          <p:grpSpPr>
            <a:xfrm rot="-4977524">
              <a:off x="8038175" y="-98378"/>
              <a:ext cx="1193849" cy="1170842"/>
              <a:chOff x="3113300" y="3279250"/>
              <a:chExt cx="553925" cy="543250"/>
            </a:xfrm>
          </p:grpSpPr>
          <p:sp>
            <p:nvSpPr>
              <p:cNvPr id="3229" name="Google Shape;3229;p33"/>
              <p:cNvSpPr/>
              <p:nvPr/>
            </p:nvSpPr>
            <p:spPr>
              <a:xfrm>
                <a:off x="3491125" y="3284275"/>
                <a:ext cx="176100" cy="435475"/>
              </a:xfrm>
              <a:custGeom>
                <a:rect b="b" l="l" r="r" t="t"/>
                <a:pathLst>
                  <a:path extrusionOk="0" h="17419" w="7044">
                    <a:moveTo>
                      <a:pt x="978" y="0"/>
                    </a:moveTo>
                    <a:cubicBezTo>
                      <a:pt x="978" y="1"/>
                      <a:pt x="1554" y="3409"/>
                      <a:pt x="1" y="4236"/>
                    </a:cubicBezTo>
                    <a:cubicBezTo>
                      <a:pt x="1" y="4236"/>
                      <a:pt x="2507" y="6717"/>
                      <a:pt x="1" y="8045"/>
                    </a:cubicBezTo>
                    <a:cubicBezTo>
                      <a:pt x="1" y="8045"/>
                      <a:pt x="2457" y="12481"/>
                      <a:pt x="101" y="14060"/>
                    </a:cubicBezTo>
                    <a:cubicBezTo>
                      <a:pt x="101" y="14060"/>
                      <a:pt x="2432" y="14511"/>
                      <a:pt x="3309" y="17419"/>
                    </a:cubicBezTo>
                    <a:cubicBezTo>
                      <a:pt x="3309" y="17419"/>
                      <a:pt x="5264" y="12206"/>
                      <a:pt x="7043" y="10978"/>
                    </a:cubicBezTo>
                    <a:cubicBezTo>
                      <a:pt x="7043" y="10978"/>
                      <a:pt x="5113" y="10501"/>
                      <a:pt x="5013" y="9123"/>
                    </a:cubicBezTo>
                    <a:cubicBezTo>
                      <a:pt x="4938" y="7745"/>
                      <a:pt x="6041" y="5664"/>
                      <a:pt x="6041" y="5664"/>
                    </a:cubicBezTo>
                    <a:lnTo>
                      <a:pt x="6041" y="5664"/>
                    </a:lnTo>
                    <a:cubicBezTo>
                      <a:pt x="6041" y="5664"/>
                      <a:pt x="5373" y="6084"/>
                      <a:pt x="4742" y="6084"/>
                    </a:cubicBezTo>
                    <a:cubicBezTo>
                      <a:pt x="4239" y="6084"/>
                      <a:pt x="3760" y="5818"/>
                      <a:pt x="3660" y="4862"/>
                    </a:cubicBezTo>
                    <a:cubicBezTo>
                      <a:pt x="3459" y="2707"/>
                      <a:pt x="3835" y="2556"/>
                      <a:pt x="3835" y="2556"/>
                    </a:cubicBezTo>
                    <a:lnTo>
                      <a:pt x="3835" y="2556"/>
                    </a:lnTo>
                    <a:cubicBezTo>
                      <a:pt x="3835" y="2556"/>
                      <a:pt x="3691" y="2591"/>
                      <a:pt x="3465" y="2591"/>
                    </a:cubicBezTo>
                    <a:cubicBezTo>
                      <a:pt x="2803" y="2591"/>
                      <a:pt x="1445" y="2298"/>
                      <a:pt x="9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33"/>
              <p:cNvSpPr/>
              <p:nvPr/>
            </p:nvSpPr>
            <p:spPr>
              <a:xfrm>
                <a:off x="3518075" y="3279250"/>
                <a:ext cx="60800" cy="432350"/>
              </a:xfrm>
              <a:custGeom>
                <a:rect b="b" l="l" r="r" t="t"/>
                <a:pathLst>
                  <a:path extrusionOk="0" h="17294" w="2432">
                    <a:moveTo>
                      <a:pt x="25" y="1"/>
                    </a:moveTo>
                    <a:lnTo>
                      <a:pt x="25" y="1"/>
                    </a:lnTo>
                    <a:cubicBezTo>
                      <a:pt x="0" y="1"/>
                      <a:pt x="25" y="251"/>
                      <a:pt x="75" y="677"/>
                    </a:cubicBezTo>
                    <a:cubicBezTo>
                      <a:pt x="151" y="1128"/>
                      <a:pt x="226" y="1755"/>
                      <a:pt x="351" y="2532"/>
                    </a:cubicBezTo>
                    <a:cubicBezTo>
                      <a:pt x="577" y="4111"/>
                      <a:pt x="877" y="6266"/>
                      <a:pt x="1203" y="8647"/>
                    </a:cubicBezTo>
                    <a:cubicBezTo>
                      <a:pt x="1529" y="11028"/>
                      <a:pt x="1805" y="13209"/>
                      <a:pt x="2005" y="14763"/>
                    </a:cubicBezTo>
                    <a:cubicBezTo>
                      <a:pt x="2206" y="16341"/>
                      <a:pt x="2356" y="17294"/>
                      <a:pt x="2406" y="17294"/>
                    </a:cubicBezTo>
                    <a:cubicBezTo>
                      <a:pt x="2431" y="17294"/>
                      <a:pt x="2431" y="17043"/>
                      <a:pt x="2406" y="16617"/>
                    </a:cubicBezTo>
                    <a:cubicBezTo>
                      <a:pt x="2381" y="16166"/>
                      <a:pt x="2331" y="15514"/>
                      <a:pt x="2281" y="14737"/>
                    </a:cubicBezTo>
                    <a:cubicBezTo>
                      <a:pt x="2131" y="13159"/>
                      <a:pt x="1905" y="10978"/>
                      <a:pt x="1579" y="8597"/>
                    </a:cubicBezTo>
                    <a:cubicBezTo>
                      <a:pt x="1253" y="6216"/>
                      <a:pt x="902" y="4061"/>
                      <a:pt x="602" y="2507"/>
                    </a:cubicBezTo>
                    <a:cubicBezTo>
                      <a:pt x="451" y="1730"/>
                      <a:pt x="326" y="1103"/>
                      <a:pt x="226" y="652"/>
                    </a:cubicBezTo>
                    <a:cubicBezTo>
                      <a:pt x="126" y="226"/>
                      <a:pt x="50" y="1"/>
                      <a:pt x="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33"/>
              <p:cNvSpPr/>
              <p:nvPr/>
            </p:nvSpPr>
            <p:spPr>
              <a:xfrm>
                <a:off x="3113300" y="3629500"/>
                <a:ext cx="427350" cy="193000"/>
              </a:xfrm>
              <a:custGeom>
                <a:rect b="b" l="l" r="r" t="t"/>
                <a:pathLst>
                  <a:path extrusionOk="0" h="7720" w="17094">
                    <a:moveTo>
                      <a:pt x="10301" y="1"/>
                    </a:moveTo>
                    <a:cubicBezTo>
                      <a:pt x="10301" y="1"/>
                      <a:pt x="10001" y="1981"/>
                      <a:pt x="8647" y="2206"/>
                    </a:cubicBezTo>
                    <a:cubicBezTo>
                      <a:pt x="8482" y="2237"/>
                      <a:pt x="8305" y="2250"/>
                      <a:pt x="8121" y="2250"/>
                    </a:cubicBezTo>
                    <a:cubicBezTo>
                      <a:pt x="6795" y="2250"/>
                      <a:pt x="5114" y="1555"/>
                      <a:pt x="5113" y="1555"/>
                    </a:cubicBezTo>
                    <a:lnTo>
                      <a:pt x="5113" y="1555"/>
                    </a:lnTo>
                    <a:cubicBezTo>
                      <a:pt x="5114" y="1555"/>
                      <a:pt x="6667" y="3585"/>
                      <a:pt x="4562" y="4011"/>
                    </a:cubicBezTo>
                    <a:cubicBezTo>
                      <a:pt x="3767" y="4172"/>
                      <a:pt x="3240" y="4222"/>
                      <a:pt x="2892" y="4222"/>
                    </a:cubicBezTo>
                    <a:cubicBezTo>
                      <a:pt x="2319" y="4222"/>
                      <a:pt x="2231" y="4086"/>
                      <a:pt x="2231" y="4086"/>
                    </a:cubicBezTo>
                    <a:lnTo>
                      <a:pt x="2231" y="4086"/>
                    </a:lnTo>
                    <a:cubicBezTo>
                      <a:pt x="2231" y="4086"/>
                      <a:pt x="3008" y="6241"/>
                      <a:pt x="1" y="7194"/>
                    </a:cubicBezTo>
                    <a:cubicBezTo>
                      <a:pt x="1" y="7194"/>
                      <a:pt x="1048" y="6902"/>
                      <a:pt x="2146" y="6902"/>
                    </a:cubicBezTo>
                    <a:cubicBezTo>
                      <a:pt x="3006" y="6902"/>
                      <a:pt x="3896" y="7081"/>
                      <a:pt x="4337" y="7720"/>
                    </a:cubicBezTo>
                    <a:cubicBezTo>
                      <a:pt x="4337" y="7720"/>
                      <a:pt x="5419" y="6367"/>
                      <a:pt x="6610" y="6367"/>
                    </a:cubicBezTo>
                    <a:cubicBezTo>
                      <a:pt x="7119" y="6367"/>
                      <a:pt x="7648" y="6614"/>
                      <a:pt x="8121" y="7319"/>
                    </a:cubicBezTo>
                    <a:cubicBezTo>
                      <a:pt x="8121" y="7319"/>
                      <a:pt x="10322" y="5781"/>
                      <a:pt x="12216" y="5781"/>
                    </a:cubicBezTo>
                    <a:cubicBezTo>
                      <a:pt x="12926" y="5781"/>
                      <a:pt x="13594" y="5997"/>
                      <a:pt x="14086" y="6592"/>
                    </a:cubicBezTo>
                    <a:cubicBezTo>
                      <a:pt x="14086" y="6592"/>
                      <a:pt x="14286" y="4236"/>
                      <a:pt x="17093" y="3058"/>
                    </a:cubicBezTo>
                    <a:cubicBezTo>
                      <a:pt x="17093" y="3058"/>
                      <a:pt x="11705" y="1630"/>
                      <a:pt x="103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33"/>
              <p:cNvSpPr/>
              <p:nvPr/>
            </p:nvSpPr>
            <p:spPr>
              <a:xfrm>
                <a:off x="3514300" y="3708725"/>
                <a:ext cx="95900" cy="90975"/>
              </a:xfrm>
              <a:custGeom>
                <a:rect b="b" l="l" r="r" t="t"/>
                <a:pathLst>
                  <a:path extrusionOk="0" h="3639" w="3836">
                    <a:moveTo>
                      <a:pt x="1912" y="0"/>
                    </a:moveTo>
                    <a:cubicBezTo>
                      <a:pt x="1835" y="0"/>
                      <a:pt x="1758" y="5"/>
                      <a:pt x="1680" y="15"/>
                    </a:cubicBezTo>
                    <a:cubicBezTo>
                      <a:pt x="703" y="165"/>
                      <a:pt x="1" y="1067"/>
                      <a:pt x="126" y="2070"/>
                    </a:cubicBezTo>
                    <a:cubicBezTo>
                      <a:pt x="242" y="2971"/>
                      <a:pt x="1018" y="3638"/>
                      <a:pt x="1924" y="3638"/>
                    </a:cubicBezTo>
                    <a:cubicBezTo>
                      <a:pt x="2001" y="3638"/>
                      <a:pt x="2078" y="3633"/>
                      <a:pt x="2156" y="3624"/>
                    </a:cubicBezTo>
                    <a:cubicBezTo>
                      <a:pt x="3159" y="3498"/>
                      <a:pt x="3835" y="2571"/>
                      <a:pt x="3710" y="1594"/>
                    </a:cubicBezTo>
                    <a:cubicBezTo>
                      <a:pt x="3595" y="669"/>
                      <a:pt x="2818" y="0"/>
                      <a:pt x="19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33"/>
              <p:cNvSpPr/>
              <p:nvPr/>
            </p:nvSpPr>
            <p:spPr>
              <a:xfrm>
                <a:off x="3545000" y="3648425"/>
                <a:ext cx="96525" cy="90500"/>
              </a:xfrm>
              <a:custGeom>
                <a:rect b="b" l="l" r="r" t="t"/>
                <a:pathLst>
                  <a:path extrusionOk="0" h="3620" w="3861">
                    <a:moveTo>
                      <a:pt x="1951" y="0"/>
                    </a:moveTo>
                    <a:cubicBezTo>
                      <a:pt x="1862" y="0"/>
                      <a:pt x="1771" y="7"/>
                      <a:pt x="1680" y="21"/>
                    </a:cubicBezTo>
                    <a:cubicBezTo>
                      <a:pt x="703" y="146"/>
                      <a:pt x="1" y="1048"/>
                      <a:pt x="126" y="2051"/>
                    </a:cubicBezTo>
                    <a:cubicBezTo>
                      <a:pt x="265" y="2952"/>
                      <a:pt x="1043" y="3619"/>
                      <a:pt x="1930" y="3619"/>
                    </a:cubicBezTo>
                    <a:cubicBezTo>
                      <a:pt x="2005" y="3619"/>
                      <a:pt x="2080" y="3614"/>
                      <a:pt x="2156" y="3605"/>
                    </a:cubicBezTo>
                    <a:cubicBezTo>
                      <a:pt x="3159" y="3479"/>
                      <a:pt x="3861" y="2552"/>
                      <a:pt x="3735" y="1574"/>
                    </a:cubicBezTo>
                    <a:cubicBezTo>
                      <a:pt x="3599" y="663"/>
                      <a:pt x="2840" y="0"/>
                      <a:pt x="1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33"/>
              <p:cNvSpPr/>
              <p:nvPr/>
            </p:nvSpPr>
            <p:spPr>
              <a:xfrm>
                <a:off x="3613300" y="3706800"/>
                <a:ext cx="28850" cy="29025"/>
              </a:xfrm>
              <a:custGeom>
                <a:rect b="b" l="l" r="r" t="t"/>
                <a:pathLst>
                  <a:path extrusionOk="0" h="1161" w="1154">
                    <a:moveTo>
                      <a:pt x="121" y="1"/>
                    </a:moveTo>
                    <a:cubicBezTo>
                      <a:pt x="102" y="1"/>
                      <a:pt x="87" y="6"/>
                      <a:pt x="76" y="16"/>
                    </a:cubicBezTo>
                    <a:cubicBezTo>
                      <a:pt x="1" y="67"/>
                      <a:pt x="176" y="392"/>
                      <a:pt x="452" y="693"/>
                    </a:cubicBezTo>
                    <a:cubicBezTo>
                      <a:pt x="688" y="973"/>
                      <a:pt x="925" y="1160"/>
                      <a:pt x="1035" y="1160"/>
                    </a:cubicBezTo>
                    <a:cubicBezTo>
                      <a:pt x="1053" y="1160"/>
                      <a:pt x="1068" y="1155"/>
                      <a:pt x="1078" y="1144"/>
                    </a:cubicBezTo>
                    <a:cubicBezTo>
                      <a:pt x="1154" y="1069"/>
                      <a:pt x="1003" y="768"/>
                      <a:pt x="728" y="442"/>
                    </a:cubicBezTo>
                    <a:cubicBezTo>
                      <a:pt x="491" y="185"/>
                      <a:pt x="237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33"/>
              <p:cNvSpPr/>
              <p:nvPr/>
            </p:nvSpPr>
            <p:spPr>
              <a:xfrm>
                <a:off x="3612675" y="3710950"/>
                <a:ext cx="34500" cy="8800"/>
              </a:xfrm>
              <a:custGeom>
                <a:rect b="b" l="l" r="r" t="t"/>
                <a:pathLst>
                  <a:path extrusionOk="0" h="352" w="1380">
                    <a:moveTo>
                      <a:pt x="677" y="1"/>
                    </a:moveTo>
                    <a:cubicBezTo>
                      <a:pt x="327" y="1"/>
                      <a:pt x="1" y="51"/>
                      <a:pt x="1" y="151"/>
                    </a:cubicBezTo>
                    <a:cubicBezTo>
                      <a:pt x="1" y="251"/>
                      <a:pt x="301" y="352"/>
                      <a:pt x="677" y="352"/>
                    </a:cubicBezTo>
                    <a:cubicBezTo>
                      <a:pt x="1078" y="352"/>
                      <a:pt x="1379" y="251"/>
                      <a:pt x="1379" y="151"/>
                    </a:cubicBezTo>
                    <a:cubicBezTo>
                      <a:pt x="1379" y="51"/>
                      <a:pt x="1053" y="1"/>
                      <a:pt x="6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33"/>
              <p:cNvSpPr/>
              <p:nvPr/>
            </p:nvSpPr>
            <p:spPr>
              <a:xfrm>
                <a:off x="3580100" y="3777325"/>
                <a:ext cx="18200" cy="28450"/>
              </a:xfrm>
              <a:custGeom>
                <a:rect b="b" l="l" r="r" t="t"/>
                <a:pathLst>
                  <a:path extrusionOk="0" h="1138" w="728">
                    <a:moveTo>
                      <a:pt x="119" y="0"/>
                    </a:moveTo>
                    <a:cubicBezTo>
                      <a:pt x="112" y="0"/>
                      <a:pt x="106" y="1"/>
                      <a:pt x="101" y="2"/>
                    </a:cubicBezTo>
                    <a:cubicBezTo>
                      <a:pt x="0" y="53"/>
                      <a:pt x="51" y="353"/>
                      <a:pt x="201" y="654"/>
                    </a:cubicBezTo>
                    <a:cubicBezTo>
                      <a:pt x="314" y="927"/>
                      <a:pt x="490" y="1137"/>
                      <a:pt x="596" y="1137"/>
                    </a:cubicBezTo>
                    <a:cubicBezTo>
                      <a:pt x="607" y="1137"/>
                      <a:pt x="618" y="1135"/>
                      <a:pt x="627" y="1130"/>
                    </a:cubicBezTo>
                    <a:cubicBezTo>
                      <a:pt x="727" y="1105"/>
                      <a:pt x="677" y="804"/>
                      <a:pt x="527" y="504"/>
                    </a:cubicBezTo>
                    <a:cubicBezTo>
                      <a:pt x="408" y="196"/>
                      <a:pt x="223" y="0"/>
                      <a:pt x="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33"/>
              <p:cNvSpPr/>
              <p:nvPr/>
            </p:nvSpPr>
            <p:spPr>
              <a:xfrm>
                <a:off x="3574450" y="3767725"/>
                <a:ext cx="36375" cy="24525"/>
              </a:xfrm>
              <a:custGeom>
                <a:rect b="b" l="l" r="r" t="t"/>
                <a:pathLst>
                  <a:path extrusionOk="0" h="981" w="1455">
                    <a:moveTo>
                      <a:pt x="132" y="1"/>
                    </a:moveTo>
                    <a:cubicBezTo>
                      <a:pt x="91" y="1"/>
                      <a:pt x="63" y="12"/>
                      <a:pt x="51" y="36"/>
                    </a:cubicBezTo>
                    <a:cubicBezTo>
                      <a:pt x="1" y="136"/>
                      <a:pt x="277" y="361"/>
                      <a:pt x="627" y="612"/>
                    </a:cubicBezTo>
                    <a:cubicBezTo>
                      <a:pt x="923" y="823"/>
                      <a:pt x="1200" y="980"/>
                      <a:pt x="1325" y="980"/>
                    </a:cubicBezTo>
                    <a:cubicBezTo>
                      <a:pt x="1349" y="980"/>
                      <a:pt x="1367" y="975"/>
                      <a:pt x="1379" y="963"/>
                    </a:cubicBezTo>
                    <a:cubicBezTo>
                      <a:pt x="1455" y="888"/>
                      <a:pt x="1204" y="587"/>
                      <a:pt x="828" y="311"/>
                    </a:cubicBezTo>
                    <a:cubicBezTo>
                      <a:pt x="540" y="119"/>
                      <a:pt x="267" y="1"/>
                      <a:pt x="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33"/>
              <p:cNvSpPr/>
              <p:nvPr/>
            </p:nvSpPr>
            <p:spPr>
              <a:xfrm>
                <a:off x="3133975" y="3706725"/>
                <a:ext cx="406050" cy="94600"/>
              </a:xfrm>
              <a:custGeom>
                <a:rect b="b" l="l" r="r" t="t"/>
                <a:pathLst>
                  <a:path extrusionOk="0" h="3784" w="16242">
                    <a:moveTo>
                      <a:pt x="15239" y="1"/>
                    </a:moveTo>
                    <a:cubicBezTo>
                      <a:pt x="15107" y="1"/>
                      <a:pt x="14963" y="7"/>
                      <a:pt x="14813" y="19"/>
                    </a:cubicBezTo>
                    <a:cubicBezTo>
                      <a:pt x="14512" y="19"/>
                      <a:pt x="14161" y="19"/>
                      <a:pt x="13785" y="44"/>
                    </a:cubicBezTo>
                    <a:cubicBezTo>
                      <a:pt x="13585" y="44"/>
                      <a:pt x="13384" y="70"/>
                      <a:pt x="13184" y="70"/>
                    </a:cubicBezTo>
                    <a:cubicBezTo>
                      <a:pt x="12983" y="70"/>
                      <a:pt x="12758" y="95"/>
                      <a:pt x="12532" y="120"/>
                    </a:cubicBezTo>
                    <a:cubicBezTo>
                      <a:pt x="12081" y="145"/>
                      <a:pt x="11605" y="220"/>
                      <a:pt x="11104" y="270"/>
                    </a:cubicBezTo>
                    <a:cubicBezTo>
                      <a:pt x="10853" y="295"/>
                      <a:pt x="10602" y="345"/>
                      <a:pt x="10352" y="395"/>
                    </a:cubicBezTo>
                    <a:cubicBezTo>
                      <a:pt x="10226" y="395"/>
                      <a:pt x="10076" y="420"/>
                      <a:pt x="9951" y="445"/>
                    </a:cubicBezTo>
                    <a:cubicBezTo>
                      <a:pt x="9825" y="471"/>
                      <a:pt x="9675" y="496"/>
                      <a:pt x="9550" y="521"/>
                    </a:cubicBezTo>
                    <a:cubicBezTo>
                      <a:pt x="8998" y="621"/>
                      <a:pt x="8447" y="721"/>
                      <a:pt x="7870" y="846"/>
                    </a:cubicBezTo>
                    <a:cubicBezTo>
                      <a:pt x="7319" y="997"/>
                      <a:pt x="6768" y="1122"/>
                      <a:pt x="6241" y="1273"/>
                    </a:cubicBezTo>
                    <a:cubicBezTo>
                      <a:pt x="6091" y="1323"/>
                      <a:pt x="5966" y="1348"/>
                      <a:pt x="5840" y="1373"/>
                    </a:cubicBezTo>
                    <a:cubicBezTo>
                      <a:pt x="5715" y="1423"/>
                      <a:pt x="5590" y="1473"/>
                      <a:pt x="5464" y="1498"/>
                    </a:cubicBezTo>
                    <a:cubicBezTo>
                      <a:pt x="5214" y="1573"/>
                      <a:pt x="4963" y="1649"/>
                      <a:pt x="4713" y="1724"/>
                    </a:cubicBezTo>
                    <a:cubicBezTo>
                      <a:pt x="4236" y="1899"/>
                      <a:pt x="3785" y="2050"/>
                      <a:pt x="3359" y="2225"/>
                    </a:cubicBezTo>
                    <a:cubicBezTo>
                      <a:pt x="3159" y="2300"/>
                      <a:pt x="2958" y="2375"/>
                      <a:pt x="2758" y="2451"/>
                    </a:cubicBezTo>
                    <a:cubicBezTo>
                      <a:pt x="2557" y="2526"/>
                      <a:pt x="2382" y="2601"/>
                      <a:pt x="2206" y="2676"/>
                    </a:cubicBezTo>
                    <a:cubicBezTo>
                      <a:pt x="1855" y="2826"/>
                      <a:pt x="1555" y="2977"/>
                      <a:pt x="1279" y="3102"/>
                    </a:cubicBezTo>
                    <a:cubicBezTo>
                      <a:pt x="1003" y="3227"/>
                      <a:pt x="753" y="3353"/>
                      <a:pt x="577" y="3453"/>
                    </a:cubicBezTo>
                    <a:cubicBezTo>
                      <a:pt x="201" y="3654"/>
                      <a:pt x="1" y="3754"/>
                      <a:pt x="1" y="3779"/>
                    </a:cubicBezTo>
                    <a:cubicBezTo>
                      <a:pt x="1" y="3782"/>
                      <a:pt x="4" y="3784"/>
                      <a:pt x="12" y="3784"/>
                    </a:cubicBezTo>
                    <a:cubicBezTo>
                      <a:pt x="61" y="3784"/>
                      <a:pt x="277" y="3710"/>
                      <a:pt x="627" y="3578"/>
                    </a:cubicBezTo>
                    <a:cubicBezTo>
                      <a:pt x="828" y="3503"/>
                      <a:pt x="1078" y="3403"/>
                      <a:pt x="1354" y="3303"/>
                    </a:cubicBezTo>
                    <a:cubicBezTo>
                      <a:pt x="1630" y="3177"/>
                      <a:pt x="1956" y="3052"/>
                      <a:pt x="2307" y="2927"/>
                    </a:cubicBezTo>
                    <a:cubicBezTo>
                      <a:pt x="2482" y="2852"/>
                      <a:pt x="2657" y="2801"/>
                      <a:pt x="2858" y="2726"/>
                    </a:cubicBezTo>
                    <a:cubicBezTo>
                      <a:pt x="3058" y="2651"/>
                      <a:pt x="3259" y="2576"/>
                      <a:pt x="3459" y="2501"/>
                    </a:cubicBezTo>
                    <a:cubicBezTo>
                      <a:pt x="3885" y="2350"/>
                      <a:pt x="4337" y="2225"/>
                      <a:pt x="4813" y="2050"/>
                    </a:cubicBezTo>
                    <a:cubicBezTo>
                      <a:pt x="5063" y="1974"/>
                      <a:pt x="5314" y="1924"/>
                      <a:pt x="5565" y="1849"/>
                    </a:cubicBezTo>
                    <a:cubicBezTo>
                      <a:pt x="5690" y="1799"/>
                      <a:pt x="5815" y="1774"/>
                      <a:pt x="5941" y="1724"/>
                    </a:cubicBezTo>
                    <a:cubicBezTo>
                      <a:pt x="6066" y="1699"/>
                      <a:pt x="6191" y="1649"/>
                      <a:pt x="6317" y="1623"/>
                    </a:cubicBezTo>
                    <a:cubicBezTo>
                      <a:pt x="6843" y="1473"/>
                      <a:pt x="7394" y="1348"/>
                      <a:pt x="7971" y="1222"/>
                    </a:cubicBezTo>
                    <a:cubicBezTo>
                      <a:pt x="8522" y="1097"/>
                      <a:pt x="9073" y="972"/>
                      <a:pt x="9625" y="872"/>
                    </a:cubicBezTo>
                    <a:cubicBezTo>
                      <a:pt x="9750" y="846"/>
                      <a:pt x="9875" y="821"/>
                      <a:pt x="10001" y="796"/>
                    </a:cubicBezTo>
                    <a:cubicBezTo>
                      <a:pt x="10151" y="771"/>
                      <a:pt x="10276" y="746"/>
                      <a:pt x="10402" y="746"/>
                    </a:cubicBezTo>
                    <a:cubicBezTo>
                      <a:pt x="10652" y="696"/>
                      <a:pt x="10903" y="646"/>
                      <a:pt x="11154" y="621"/>
                    </a:cubicBezTo>
                    <a:cubicBezTo>
                      <a:pt x="11655" y="546"/>
                      <a:pt x="12131" y="471"/>
                      <a:pt x="12582" y="420"/>
                    </a:cubicBezTo>
                    <a:cubicBezTo>
                      <a:pt x="12783" y="395"/>
                      <a:pt x="13008" y="370"/>
                      <a:pt x="13209" y="345"/>
                    </a:cubicBezTo>
                    <a:cubicBezTo>
                      <a:pt x="13409" y="345"/>
                      <a:pt x="13610" y="320"/>
                      <a:pt x="13810" y="295"/>
                    </a:cubicBezTo>
                    <a:cubicBezTo>
                      <a:pt x="14186" y="270"/>
                      <a:pt x="14512" y="245"/>
                      <a:pt x="14813" y="220"/>
                    </a:cubicBezTo>
                    <a:cubicBezTo>
                      <a:pt x="15114" y="195"/>
                      <a:pt x="15389" y="170"/>
                      <a:pt x="15590" y="170"/>
                    </a:cubicBezTo>
                    <a:cubicBezTo>
                      <a:pt x="16016" y="120"/>
                      <a:pt x="16241" y="95"/>
                      <a:pt x="16241" y="70"/>
                    </a:cubicBezTo>
                    <a:cubicBezTo>
                      <a:pt x="16241" y="44"/>
                      <a:pt x="16016" y="19"/>
                      <a:pt x="15590" y="19"/>
                    </a:cubicBezTo>
                    <a:cubicBezTo>
                      <a:pt x="15490" y="7"/>
                      <a:pt x="15370" y="1"/>
                      <a:pt x="15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9" name="Google Shape;3239;p33"/>
            <p:cNvGrpSpPr/>
            <p:nvPr/>
          </p:nvGrpSpPr>
          <p:grpSpPr>
            <a:xfrm rot="2700000">
              <a:off x="8709157" y="212202"/>
              <a:ext cx="293142" cy="267145"/>
              <a:chOff x="1755775" y="808575"/>
              <a:chExt cx="146025" cy="133075"/>
            </a:xfrm>
          </p:grpSpPr>
          <p:sp>
            <p:nvSpPr>
              <p:cNvPr id="3240" name="Google Shape;3240;p33"/>
              <p:cNvSpPr/>
              <p:nvPr/>
            </p:nvSpPr>
            <p:spPr>
              <a:xfrm>
                <a:off x="1791500" y="878125"/>
                <a:ext cx="67675" cy="63525"/>
              </a:xfrm>
              <a:custGeom>
                <a:rect b="b" l="l" r="r" t="t"/>
                <a:pathLst>
                  <a:path extrusionOk="0" h="2541" w="2707">
                    <a:moveTo>
                      <a:pt x="1367" y="1"/>
                    </a:moveTo>
                    <a:cubicBezTo>
                      <a:pt x="740" y="1"/>
                      <a:pt x="192" y="453"/>
                      <a:pt x="100" y="1092"/>
                    </a:cubicBezTo>
                    <a:cubicBezTo>
                      <a:pt x="0" y="1769"/>
                      <a:pt x="451" y="2420"/>
                      <a:pt x="1153" y="2520"/>
                    </a:cubicBezTo>
                    <a:cubicBezTo>
                      <a:pt x="1229" y="2534"/>
                      <a:pt x="1304" y="2540"/>
                      <a:pt x="1378" y="2540"/>
                    </a:cubicBezTo>
                    <a:cubicBezTo>
                      <a:pt x="1989" y="2540"/>
                      <a:pt x="2517" y="2094"/>
                      <a:pt x="2607" y="1468"/>
                    </a:cubicBezTo>
                    <a:cubicBezTo>
                      <a:pt x="2707" y="766"/>
                      <a:pt x="2231" y="114"/>
                      <a:pt x="1554" y="14"/>
                    </a:cubicBezTo>
                    <a:cubicBezTo>
                      <a:pt x="1491" y="5"/>
                      <a:pt x="1429" y="1"/>
                      <a:pt x="1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33"/>
              <p:cNvSpPr/>
              <p:nvPr/>
            </p:nvSpPr>
            <p:spPr>
              <a:xfrm>
                <a:off x="1834100" y="809200"/>
                <a:ext cx="67700" cy="63975"/>
              </a:xfrm>
              <a:custGeom>
                <a:rect b="b" l="l" r="r" t="t"/>
                <a:pathLst>
                  <a:path extrusionOk="0" h="2559" w="2708">
                    <a:moveTo>
                      <a:pt x="1368" y="1"/>
                    </a:moveTo>
                    <a:cubicBezTo>
                      <a:pt x="741" y="1"/>
                      <a:pt x="192" y="453"/>
                      <a:pt x="101" y="1092"/>
                    </a:cubicBezTo>
                    <a:cubicBezTo>
                      <a:pt x="0" y="1769"/>
                      <a:pt x="477" y="2420"/>
                      <a:pt x="1153" y="2546"/>
                    </a:cubicBezTo>
                    <a:cubicBezTo>
                      <a:pt x="1216" y="2555"/>
                      <a:pt x="1278" y="2559"/>
                      <a:pt x="1340" y="2559"/>
                    </a:cubicBezTo>
                    <a:cubicBezTo>
                      <a:pt x="1967" y="2559"/>
                      <a:pt x="2516" y="2107"/>
                      <a:pt x="2607" y="1468"/>
                    </a:cubicBezTo>
                    <a:cubicBezTo>
                      <a:pt x="2707" y="791"/>
                      <a:pt x="2231" y="140"/>
                      <a:pt x="1554" y="14"/>
                    </a:cubicBezTo>
                    <a:cubicBezTo>
                      <a:pt x="1492" y="5"/>
                      <a:pt x="1429" y="1"/>
                      <a:pt x="1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33"/>
              <p:cNvSpPr/>
              <p:nvPr/>
            </p:nvSpPr>
            <p:spPr>
              <a:xfrm>
                <a:off x="1755775" y="808575"/>
                <a:ext cx="67700" cy="63350"/>
              </a:xfrm>
              <a:custGeom>
                <a:rect b="b" l="l" r="r" t="t"/>
                <a:pathLst>
                  <a:path extrusionOk="0" h="2534" w="2708">
                    <a:moveTo>
                      <a:pt x="1368" y="1"/>
                    </a:moveTo>
                    <a:cubicBezTo>
                      <a:pt x="740" y="1"/>
                      <a:pt x="192" y="451"/>
                      <a:pt x="101" y="1067"/>
                    </a:cubicBezTo>
                    <a:cubicBezTo>
                      <a:pt x="1" y="1769"/>
                      <a:pt x="477" y="2420"/>
                      <a:pt x="1154" y="2520"/>
                    </a:cubicBezTo>
                    <a:cubicBezTo>
                      <a:pt x="1216" y="2529"/>
                      <a:pt x="1279" y="2534"/>
                      <a:pt x="1341" y="2534"/>
                    </a:cubicBezTo>
                    <a:cubicBezTo>
                      <a:pt x="1968" y="2534"/>
                      <a:pt x="2516" y="2084"/>
                      <a:pt x="2607" y="1468"/>
                    </a:cubicBezTo>
                    <a:cubicBezTo>
                      <a:pt x="2707" y="766"/>
                      <a:pt x="2256" y="114"/>
                      <a:pt x="1555" y="14"/>
                    </a:cubicBezTo>
                    <a:cubicBezTo>
                      <a:pt x="1492" y="5"/>
                      <a:pt x="1429" y="1"/>
                      <a:pt x="1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3" name="Google Shape;3243;p33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44" name="Google Shape;3244;p33"/>
          <p:cNvSpPr txBox="1"/>
          <p:nvPr>
            <p:ph idx="1" type="subTitle"/>
          </p:nvPr>
        </p:nvSpPr>
        <p:spPr>
          <a:xfrm>
            <a:off x="1745500" y="2080100"/>
            <a:ext cx="1166400" cy="24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5" name="Google Shape;3245;p33"/>
          <p:cNvSpPr txBox="1"/>
          <p:nvPr>
            <p:ph idx="2" type="subTitle"/>
          </p:nvPr>
        </p:nvSpPr>
        <p:spPr>
          <a:xfrm>
            <a:off x="1825288" y="1347813"/>
            <a:ext cx="2488500" cy="4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3246" name="Google Shape;3246;p33"/>
          <p:cNvSpPr txBox="1"/>
          <p:nvPr>
            <p:ph idx="3" type="subTitle"/>
          </p:nvPr>
        </p:nvSpPr>
        <p:spPr>
          <a:xfrm>
            <a:off x="3227200" y="2080100"/>
            <a:ext cx="1166400" cy="24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7" name="Google Shape;3247;p33"/>
          <p:cNvSpPr txBox="1"/>
          <p:nvPr>
            <p:ph idx="4" type="subTitle"/>
          </p:nvPr>
        </p:nvSpPr>
        <p:spPr>
          <a:xfrm>
            <a:off x="5452925" y="2080100"/>
            <a:ext cx="2488500" cy="24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8" name="Google Shape;3248;p33"/>
          <p:cNvSpPr txBox="1"/>
          <p:nvPr>
            <p:ph idx="5" type="subTitle"/>
          </p:nvPr>
        </p:nvSpPr>
        <p:spPr>
          <a:xfrm>
            <a:off x="5452913" y="1347825"/>
            <a:ext cx="2488500" cy="40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3249" name="Google Shape;3249;p33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p33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7_1">
    <p:spTree>
      <p:nvGrpSpPr>
        <p:cNvPr id="325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2" name="Google Shape;3252;p34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253" name="Google Shape;3253;p34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34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4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4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4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4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4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4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4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4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4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4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4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4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4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4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4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4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4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4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4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4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4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4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34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4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4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4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4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4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4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4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4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4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4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4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4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4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4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4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4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4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4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4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4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4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4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4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4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4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4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4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4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4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4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4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4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4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4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4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4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4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4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6" name="Google Shape;3316;p34"/>
          <p:cNvGrpSpPr/>
          <p:nvPr/>
        </p:nvGrpSpPr>
        <p:grpSpPr>
          <a:xfrm>
            <a:off x="7980921" y="-177155"/>
            <a:ext cx="1308360" cy="1328384"/>
            <a:chOff x="7980921" y="-177155"/>
            <a:chExt cx="1308360" cy="1328384"/>
          </a:xfrm>
        </p:grpSpPr>
        <p:grpSp>
          <p:nvGrpSpPr>
            <p:cNvPr id="3317" name="Google Shape;3317;p34"/>
            <p:cNvGrpSpPr/>
            <p:nvPr/>
          </p:nvGrpSpPr>
          <p:grpSpPr>
            <a:xfrm flipH="1" rot="9378747">
              <a:off x="8394791" y="259367"/>
              <a:ext cx="779415" cy="736319"/>
              <a:chOff x="2137750" y="2545775"/>
              <a:chExt cx="600900" cy="567675"/>
            </a:xfrm>
          </p:grpSpPr>
          <p:sp>
            <p:nvSpPr>
              <p:cNvPr id="3318" name="Google Shape;3318;p34"/>
              <p:cNvSpPr/>
              <p:nvPr/>
            </p:nvSpPr>
            <p:spPr>
              <a:xfrm>
                <a:off x="2346600" y="2651200"/>
                <a:ext cx="392050" cy="462250"/>
              </a:xfrm>
              <a:custGeom>
                <a:rect b="b" l="l" r="r" t="t"/>
                <a:pathLst>
                  <a:path extrusionOk="0" h="18490" w="15682">
                    <a:moveTo>
                      <a:pt x="229" y="1"/>
                    </a:moveTo>
                    <a:lnTo>
                      <a:pt x="1" y="160"/>
                    </a:lnTo>
                    <a:cubicBezTo>
                      <a:pt x="1781" y="2671"/>
                      <a:pt x="4178" y="4703"/>
                      <a:pt x="6483" y="6666"/>
                    </a:cubicBezTo>
                    <a:cubicBezTo>
                      <a:pt x="7236" y="7305"/>
                      <a:pt x="8012" y="7967"/>
                      <a:pt x="8743" y="8629"/>
                    </a:cubicBezTo>
                    <a:cubicBezTo>
                      <a:pt x="11162" y="10820"/>
                      <a:pt x="14495" y="14221"/>
                      <a:pt x="15408" y="18489"/>
                    </a:cubicBezTo>
                    <a:lnTo>
                      <a:pt x="15681" y="18421"/>
                    </a:lnTo>
                    <a:cubicBezTo>
                      <a:pt x="14768" y="14061"/>
                      <a:pt x="11390" y="10637"/>
                      <a:pt x="8925" y="8423"/>
                    </a:cubicBezTo>
                    <a:cubicBezTo>
                      <a:pt x="8195" y="7761"/>
                      <a:pt x="7419" y="7099"/>
                      <a:pt x="6665" y="6460"/>
                    </a:cubicBezTo>
                    <a:cubicBezTo>
                      <a:pt x="4360" y="4497"/>
                      <a:pt x="1986" y="2466"/>
                      <a:pt x="2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34"/>
              <p:cNvSpPr/>
              <p:nvPr/>
            </p:nvSpPr>
            <p:spPr>
              <a:xfrm>
                <a:off x="2245025" y="2704275"/>
                <a:ext cx="302475" cy="148950"/>
              </a:xfrm>
              <a:custGeom>
                <a:rect b="b" l="l" r="r" t="t"/>
                <a:pathLst>
                  <a:path extrusionOk="0" h="5958" w="12099">
                    <a:moveTo>
                      <a:pt x="229" y="0"/>
                    </a:moveTo>
                    <a:lnTo>
                      <a:pt x="1" y="183"/>
                    </a:lnTo>
                    <a:cubicBezTo>
                      <a:pt x="2945" y="3767"/>
                      <a:pt x="7442" y="5935"/>
                      <a:pt x="12075" y="5958"/>
                    </a:cubicBezTo>
                    <a:lnTo>
                      <a:pt x="12098" y="5684"/>
                    </a:lnTo>
                    <a:cubicBezTo>
                      <a:pt x="7533" y="5661"/>
                      <a:pt x="3105" y="3538"/>
                      <a:pt x="2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34"/>
              <p:cNvSpPr/>
              <p:nvPr/>
            </p:nvSpPr>
            <p:spPr>
              <a:xfrm>
                <a:off x="2137750" y="2608925"/>
                <a:ext cx="140400" cy="130750"/>
              </a:xfrm>
              <a:custGeom>
                <a:rect b="b" l="l" r="r" t="t"/>
                <a:pathLst>
                  <a:path extrusionOk="0" h="5230" w="5616">
                    <a:moveTo>
                      <a:pt x="1488" y="0"/>
                    </a:moveTo>
                    <a:cubicBezTo>
                      <a:pt x="1387" y="0"/>
                      <a:pt x="1293" y="30"/>
                      <a:pt x="1210" y="94"/>
                    </a:cubicBezTo>
                    <a:cubicBezTo>
                      <a:pt x="0" y="1030"/>
                      <a:pt x="5615" y="5230"/>
                      <a:pt x="5615" y="5230"/>
                    </a:cubicBezTo>
                    <a:cubicBezTo>
                      <a:pt x="5615" y="5230"/>
                      <a:pt x="2833" y="0"/>
                      <a:pt x="14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34"/>
              <p:cNvSpPr/>
              <p:nvPr/>
            </p:nvSpPr>
            <p:spPr>
              <a:xfrm>
                <a:off x="2204150" y="2780875"/>
                <a:ext cx="175000" cy="37925"/>
              </a:xfrm>
              <a:custGeom>
                <a:rect b="b" l="l" r="r" t="t"/>
                <a:pathLst>
                  <a:path extrusionOk="0" h="1517" w="7000">
                    <a:moveTo>
                      <a:pt x="1197" y="0"/>
                    </a:moveTo>
                    <a:cubicBezTo>
                      <a:pt x="465" y="0"/>
                      <a:pt x="0" y="163"/>
                      <a:pt x="106" y="611"/>
                    </a:cubicBezTo>
                    <a:cubicBezTo>
                      <a:pt x="273" y="1316"/>
                      <a:pt x="1562" y="1517"/>
                      <a:pt x="2982" y="1517"/>
                    </a:cubicBezTo>
                    <a:cubicBezTo>
                      <a:pt x="4875" y="1517"/>
                      <a:pt x="7000" y="1159"/>
                      <a:pt x="7000" y="1159"/>
                    </a:cubicBezTo>
                    <a:cubicBezTo>
                      <a:pt x="7000" y="1159"/>
                      <a:pt x="3148" y="0"/>
                      <a:pt x="11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34"/>
              <p:cNvSpPr/>
              <p:nvPr/>
            </p:nvSpPr>
            <p:spPr>
              <a:xfrm>
                <a:off x="2257575" y="2545775"/>
                <a:ext cx="138700" cy="163650"/>
              </a:xfrm>
              <a:custGeom>
                <a:rect b="b" l="l" r="r" t="t"/>
                <a:pathLst>
                  <a:path extrusionOk="0" h="6546" w="5548">
                    <a:moveTo>
                      <a:pt x="1539" y="0"/>
                    </a:moveTo>
                    <a:cubicBezTo>
                      <a:pt x="1497" y="0"/>
                      <a:pt x="1456" y="6"/>
                      <a:pt x="1416" y="18"/>
                    </a:cubicBezTo>
                    <a:cubicBezTo>
                      <a:pt x="1" y="429"/>
                      <a:pt x="4041" y="5610"/>
                      <a:pt x="5547" y="6546"/>
                    </a:cubicBezTo>
                    <a:cubicBezTo>
                      <a:pt x="5547" y="6546"/>
                      <a:pt x="2964" y="0"/>
                      <a:pt x="15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34"/>
              <p:cNvSpPr/>
              <p:nvPr/>
            </p:nvSpPr>
            <p:spPr>
              <a:xfrm>
                <a:off x="2287825" y="2709300"/>
                <a:ext cx="127275" cy="112550"/>
              </a:xfrm>
              <a:custGeom>
                <a:rect b="b" l="l" r="r" t="t"/>
                <a:pathLst>
                  <a:path extrusionOk="0" h="4502" w="5091">
                    <a:moveTo>
                      <a:pt x="1536" y="1"/>
                    </a:moveTo>
                    <a:cubicBezTo>
                      <a:pt x="1511" y="1"/>
                      <a:pt x="1486" y="2"/>
                      <a:pt x="1461" y="5"/>
                    </a:cubicBezTo>
                    <a:cubicBezTo>
                      <a:pt x="1" y="187"/>
                      <a:pt x="5091" y="4501"/>
                      <a:pt x="5091" y="4501"/>
                    </a:cubicBezTo>
                    <a:cubicBezTo>
                      <a:pt x="5091" y="4501"/>
                      <a:pt x="2995" y="1"/>
                      <a:pt x="15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4" name="Google Shape;3324;p34"/>
            <p:cNvGrpSpPr/>
            <p:nvPr/>
          </p:nvGrpSpPr>
          <p:grpSpPr>
            <a:xfrm flipH="1" rot="-9535276">
              <a:off x="8168070" y="-61630"/>
              <a:ext cx="779423" cy="736327"/>
              <a:chOff x="2137750" y="2545775"/>
              <a:chExt cx="600900" cy="567675"/>
            </a:xfrm>
          </p:grpSpPr>
          <p:sp>
            <p:nvSpPr>
              <p:cNvPr id="3325" name="Google Shape;3325;p34"/>
              <p:cNvSpPr/>
              <p:nvPr/>
            </p:nvSpPr>
            <p:spPr>
              <a:xfrm>
                <a:off x="2346600" y="2651200"/>
                <a:ext cx="392050" cy="462250"/>
              </a:xfrm>
              <a:custGeom>
                <a:rect b="b" l="l" r="r" t="t"/>
                <a:pathLst>
                  <a:path extrusionOk="0" h="18490" w="15682">
                    <a:moveTo>
                      <a:pt x="229" y="1"/>
                    </a:moveTo>
                    <a:lnTo>
                      <a:pt x="1" y="160"/>
                    </a:lnTo>
                    <a:cubicBezTo>
                      <a:pt x="1781" y="2671"/>
                      <a:pt x="4178" y="4703"/>
                      <a:pt x="6483" y="6666"/>
                    </a:cubicBezTo>
                    <a:cubicBezTo>
                      <a:pt x="7236" y="7305"/>
                      <a:pt x="8012" y="7967"/>
                      <a:pt x="8743" y="8629"/>
                    </a:cubicBezTo>
                    <a:cubicBezTo>
                      <a:pt x="11162" y="10820"/>
                      <a:pt x="14495" y="14221"/>
                      <a:pt x="15408" y="18489"/>
                    </a:cubicBezTo>
                    <a:lnTo>
                      <a:pt x="15681" y="18421"/>
                    </a:lnTo>
                    <a:cubicBezTo>
                      <a:pt x="14768" y="14061"/>
                      <a:pt x="11390" y="10637"/>
                      <a:pt x="8925" y="8423"/>
                    </a:cubicBezTo>
                    <a:cubicBezTo>
                      <a:pt x="8195" y="7761"/>
                      <a:pt x="7419" y="7099"/>
                      <a:pt x="6665" y="6460"/>
                    </a:cubicBezTo>
                    <a:cubicBezTo>
                      <a:pt x="4360" y="4497"/>
                      <a:pt x="1986" y="2466"/>
                      <a:pt x="2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34"/>
              <p:cNvSpPr/>
              <p:nvPr/>
            </p:nvSpPr>
            <p:spPr>
              <a:xfrm>
                <a:off x="2245025" y="2704275"/>
                <a:ext cx="302475" cy="148950"/>
              </a:xfrm>
              <a:custGeom>
                <a:rect b="b" l="l" r="r" t="t"/>
                <a:pathLst>
                  <a:path extrusionOk="0" h="5958" w="12099">
                    <a:moveTo>
                      <a:pt x="229" y="0"/>
                    </a:moveTo>
                    <a:lnTo>
                      <a:pt x="1" y="183"/>
                    </a:lnTo>
                    <a:cubicBezTo>
                      <a:pt x="2945" y="3767"/>
                      <a:pt x="7442" y="5935"/>
                      <a:pt x="12075" y="5958"/>
                    </a:cubicBezTo>
                    <a:lnTo>
                      <a:pt x="12098" y="5684"/>
                    </a:lnTo>
                    <a:cubicBezTo>
                      <a:pt x="7533" y="5661"/>
                      <a:pt x="3105" y="3538"/>
                      <a:pt x="2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34"/>
              <p:cNvSpPr/>
              <p:nvPr/>
            </p:nvSpPr>
            <p:spPr>
              <a:xfrm>
                <a:off x="2137750" y="2608925"/>
                <a:ext cx="140400" cy="130750"/>
              </a:xfrm>
              <a:custGeom>
                <a:rect b="b" l="l" r="r" t="t"/>
                <a:pathLst>
                  <a:path extrusionOk="0" h="5230" w="5616">
                    <a:moveTo>
                      <a:pt x="1488" y="0"/>
                    </a:moveTo>
                    <a:cubicBezTo>
                      <a:pt x="1387" y="0"/>
                      <a:pt x="1293" y="30"/>
                      <a:pt x="1210" y="94"/>
                    </a:cubicBezTo>
                    <a:cubicBezTo>
                      <a:pt x="0" y="1030"/>
                      <a:pt x="5615" y="5230"/>
                      <a:pt x="5615" y="5230"/>
                    </a:cubicBezTo>
                    <a:cubicBezTo>
                      <a:pt x="5615" y="5230"/>
                      <a:pt x="2833" y="0"/>
                      <a:pt x="14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34"/>
              <p:cNvSpPr/>
              <p:nvPr/>
            </p:nvSpPr>
            <p:spPr>
              <a:xfrm>
                <a:off x="2204150" y="2780875"/>
                <a:ext cx="175000" cy="37925"/>
              </a:xfrm>
              <a:custGeom>
                <a:rect b="b" l="l" r="r" t="t"/>
                <a:pathLst>
                  <a:path extrusionOk="0" h="1517" w="7000">
                    <a:moveTo>
                      <a:pt x="1197" y="0"/>
                    </a:moveTo>
                    <a:cubicBezTo>
                      <a:pt x="465" y="0"/>
                      <a:pt x="0" y="163"/>
                      <a:pt x="106" y="611"/>
                    </a:cubicBezTo>
                    <a:cubicBezTo>
                      <a:pt x="273" y="1316"/>
                      <a:pt x="1562" y="1517"/>
                      <a:pt x="2982" y="1517"/>
                    </a:cubicBezTo>
                    <a:cubicBezTo>
                      <a:pt x="4875" y="1517"/>
                      <a:pt x="7000" y="1159"/>
                      <a:pt x="7000" y="1159"/>
                    </a:cubicBezTo>
                    <a:cubicBezTo>
                      <a:pt x="7000" y="1159"/>
                      <a:pt x="3148" y="0"/>
                      <a:pt x="11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34"/>
              <p:cNvSpPr/>
              <p:nvPr/>
            </p:nvSpPr>
            <p:spPr>
              <a:xfrm>
                <a:off x="2257575" y="2545775"/>
                <a:ext cx="138700" cy="163650"/>
              </a:xfrm>
              <a:custGeom>
                <a:rect b="b" l="l" r="r" t="t"/>
                <a:pathLst>
                  <a:path extrusionOk="0" h="6546" w="5548">
                    <a:moveTo>
                      <a:pt x="1539" y="0"/>
                    </a:moveTo>
                    <a:cubicBezTo>
                      <a:pt x="1497" y="0"/>
                      <a:pt x="1456" y="6"/>
                      <a:pt x="1416" y="18"/>
                    </a:cubicBezTo>
                    <a:cubicBezTo>
                      <a:pt x="1" y="429"/>
                      <a:pt x="4041" y="5610"/>
                      <a:pt x="5547" y="6546"/>
                    </a:cubicBezTo>
                    <a:cubicBezTo>
                      <a:pt x="5547" y="6546"/>
                      <a:pt x="2964" y="0"/>
                      <a:pt x="15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34"/>
              <p:cNvSpPr/>
              <p:nvPr/>
            </p:nvSpPr>
            <p:spPr>
              <a:xfrm>
                <a:off x="2287825" y="2709300"/>
                <a:ext cx="127275" cy="112550"/>
              </a:xfrm>
              <a:custGeom>
                <a:rect b="b" l="l" r="r" t="t"/>
                <a:pathLst>
                  <a:path extrusionOk="0" h="4502" w="5091">
                    <a:moveTo>
                      <a:pt x="1536" y="1"/>
                    </a:moveTo>
                    <a:cubicBezTo>
                      <a:pt x="1511" y="1"/>
                      <a:pt x="1486" y="2"/>
                      <a:pt x="1461" y="5"/>
                    </a:cubicBezTo>
                    <a:cubicBezTo>
                      <a:pt x="1" y="187"/>
                      <a:pt x="5091" y="4501"/>
                      <a:pt x="5091" y="4501"/>
                    </a:cubicBezTo>
                    <a:cubicBezTo>
                      <a:pt x="5091" y="4501"/>
                      <a:pt x="2995" y="1"/>
                      <a:pt x="15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1" name="Google Shape;3331;p34"/>
            <p:cNvGrpSpPr/>
            <p:nvPr/>
          </p:nvGrpSpPr>
          <p:grpSpPr>
            <a:xfrm rot="-4977524">
              <a:off x="8038175" y="-98378"/>
              <a:ext cx="1193849" cy="1170842"/>
              <a:chOff x="3113300" y="3279250"/>
              <a:chExt cx="553925" cy="543250"/>
            </a:xfrm>
          </p:grpSpPr>
          <p:sp>
            <p:nvSpPr>
              <p:cNvPr id="3332" name="Google Shape;3332;p34"/>
              <p:cNvSpPr/>
              <p:nvPr/>
            </p:nvSpPr>
            <p:spPr>
              <a:xfrm>
                <a:off x="3491125" y="3284275"/>
                <a:ext cx="176100" cy="435475"/>
              </a:xfrm>
              <a:custGeom>
                <a:rect b="b" l="l" r="r" t="t"/>
                <a:pathLst>
                  <a:path extrusionOk="0" h="17419" w="7044">
                    <a:moveTo>
                      <a:pt x="978" y="0"/>
                    </a:moveTo>
                    <a:cubicBezTo>
                      <a:pt x="978" y="1"/>
                      <a:pt x="1554" y="3409"/>
                      <a:pt x="1" y="4236"/>
                    </a:cubicBezTo>
                    <a:cubicBezTo>
                      <a:pt x="1" y="4236"/>
                      <a:pt x="2507" y="6717"/>
                      <a:pt x="1" y="8045"/>
                    </a:cubicBezTo>
                    <a:cubicBezTo>
                      <a:pt x="1" y="8045"/>
                      <a:pt x="2457" y="12481"/>
                      <a:pt x="101" y="14060"/>
                    </a:cubicBezTo>
                    <a:cubicBezTo>
                      <a:pt x="101" y="14060"/>
                      <a:pt x="2432" y="14511"/>
                      <a:pt x="3309" y="17419"/>
                    </a:cubicBezTo>
                    <a:cubicBezTo>
                      <a:pt x="3309" y="17419"/>
                      <a:pt x="5264" y="12206"/>
                      <a:pt x="7043" y="10978"/>
                    </a:cubicBezTo>
                    <a:cubicBezTo>
                      <a:pt x="7043" y="10978"/>
                      <a:pt x="5113" y="10501"/>
                      <a:pt x="5013" y="9123"/>
                    </a:cubicBezTo>
                    <a:cubicBezTo>
                      <a:pt x="4938" y="7745"/>
                      <a:pt x="6041" y="5664"/>
                      <a:pt x="6041" y="5664"/>
                    </a:cubicBezTo>
                    <a:lnTo>
                      <a:pt x="6041" y="5664"/>
                    </a:lnTo>
                    <a:cubicBezTo>
                      <a:pt x="6041" y="5664"/>
                      <a:pt x="5373" y="6084"/>
                      <a:pt x="4742" y="6084"/>
                    </a:cubicBezTo>
                    <a:cubicBezTo>
                      <a:pt x="4239" y="6084"/>
                      <a:pt x="3760" y="5818"/>
                      <a:pt x="3660" y="4862"/>
                    </a:cubicBezTo>
                    <a:cubicBezTo>
                      <a:pt x="3459" y="2707"/>
                      <a:pt x="3835" y="2556"/>
                      <a:pt x="3835" y="2556"/>
                    </a:cubicBezTo>
                    <a:lnTo>
                      <a:pt x="3835" y="2556"/>
                    </a:lnTo>
                    <a:cubicBezTo>
                      <a:pt x="3835" y="2556"/>
                      <a:pt x="3691" y="2591"/>
                      <a:pt x="3465" y="2591"/>
                    </a:cubicBezTo>
                    <a:cubicBezTo>
                      <a:pt x="2803" y="2591"/>
                      <a:pt x="1445" y="2298"/>
                      <a:pt x="9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34"/>
              <p:cNvSpPr/>
              <p:nvPr/>
            </p:nvSpPr>
            <p:spPr>
              <a:xfrm>
                <a:off x="3518075" y="3279250"/>
                <a:ext cx="60800" cy="432350"/>
              </a:xfrm>
              <a:custGeom>
                <a:rect b="b" l="l" r="r" t="t"/>
                <a:pathLst>
                  <a:path extrusionOk="0" h="17294" w="2432">
                    <a:moveTo>
                      <a:pt x="25" y="1"/>
                    </a:moveTo>
                    <a:lnTo>
                      <a:pt x="25" y="1"/>
                    </a:lnTo>
                    <a:cubicBezTo>
                      <a:pt x="0" y="1"/>
                      <a:pt x="25" y="251"/>
                      <a:pt x="75" y="677"/>
                    </a:cubicBezTo>
                    <a:cubicBezTo>
                      <a:pt x="151" y="1128"/>
                      <a:pt x="226" y="1755"/>
                      <a:pt x="351" y="2532"/>
                    </a:cubicBezTo>
                    <a:cubicBezTo>
                      <a:pt x="577" y="4111"/>
                      <a:pt x="877" y="6266"/>
                      <a:pt x="1203" y="8647"/>
                    </a:cubicBezTo>
                    <a:cubicBezTo>
                      <a:pt x="1529" y="11028"/>
                      <a:pt x="1805" y="13209"/>
                      <a:pt x="2005" y="14763"/>
                    </a:cubicBezTo>
                    <a:cubicBezTo>
                      <a:pt x="2206" y="16341"/>
                      <a:pt x="2356" y="17294"/>
                      <a:pt x="2406" y="17294"/>
                    </a:cubicBezTo>
                    <a:cubicBezTo>
                      <a:pt x="2431" y="17294"/>
                      <a:pt x="2431" y="17043"/>
                      <a:pt x="2406" y="16617"/>
                    </a:cubicBezTo>
                    <a:cubicBezTo>
                      <a:pt x="2381" y="16166"/>
                      <a:pt x="2331" y="15514"/>
                      <a:pt x="2281" y="14737"/>
                    </a:cubicBezTo>
                    <a:cubicBezTo>
                      <a:pt x="2131" y="13159"/>
                      <a:pt x="1905" y="10978"/>
                      <a:pt x="1579" y="8597"/>
                    </a:cubicBezTo>
                    <a:cubicBezTo>
                      <a:pt x="1253" y="6216"/>
                      <a:pt x="902" y="4061"/>
                      <a:pt x="602" y="2507"/>
                    </a:cubicBezTo>
                    <a:cubicBezTo>
                      <a:pt x="451" y="1730"/>
                      <a:pt x="326" y="1103"/>
                      <a:pt x="226" y="652"/>
                    </a:cubicBezTo>
                    <a:cubicBezTo>
                      <a:pt x="126" y="226"/>
                      <a:pt x="50" y="1"/>
                      <a:pt x="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34"/>
              <p:cNvSpPr/>
              <p:nvPr/>
            </p:nvSpPr>
            <p:spPr>
              <a:xfrm>
                <a:off x="3113300" y="3629500"/>
                <a:ext cx="427350" cy="193000"/>
              </a:xfrm>
              <a:custGeom>
                <a:rect b="b" l="l" r="r" t="t"/>
                <a:pathLst>
                  <a:path extrusionOk="0" h="7720" w="17094">
                    <a:moveTo>
                      <a:pt x="10301" y="1"/>
                    </a:moveTo>
                    <a:cubicBezTo>
                      <a:pt x="10301" y="1"/>
                      <a:pt x="10001" y="1981"/>
                      <a:pt x="8647" y="2206"/>
                    </a:cubicBezTo>
                    <a:cubicBezTo>
                      <a:pt x="8482" y="2237"/>
                      <a:pt x="8305" y="2250"/>
                      <a:pt x="8121" y="2250"/>
                    </a:cubicBezTo>
                    <a:cubicBezTo>
                      <a:pt x="6795" y="2250"/>
                      <a:pt x="5114" y="1555"/>
                      <a:pt x="5113" y="1555"/>
                    </a:cubicBezTo>
                    <a:lnTo>
                      <a:pt x="5113" y="1555"/>
                    </a:lnTo>
                    <a:cubicBezTo>
                      <a:pt x="5114" y="1555"/>
                      <a:pt x="6667" y="3585"/>
                      <a:pt x="4562" y="4011"/>
                    </a:cubicBezTo>
                    <a:cubicBezTo>
                      <a:pt x="3767" y="4172"/>
                      <a:pt x="3240" y="4222"/>
                      <a:pt x="2892" y="4222"/>
                    </a:cubicBezTo>
                    <a:cubicBezTo>
                      <a:pt x="2319" y="4222"/>
                      <a:pt x="2231" y="4086"/>
                      <a:pt x="2231" y="4086"/>
                    </a:cubicBezTo>
                    <a:lnTo>
                      <a:pt x="2231" y="4086"/>
                    </a:lnTo>
                    <a:cubicBezTo>
                      <a:pt x="2231" y="4086"/>
                      <a:pt x="3008" y="6241"/>
                      <a:pt x="1" y="7194"/>
                    </a:cubicBezTo>
                    <a:cubicBezTo>
                      <a:pt x="1" y="7194"/>
                      <a:pt x="1048" y="6902"/>
                      <a:pt x="2146" y="6902"/>
                    </a:cubicBezTo>
                    <a:cubicBezTo>
                      <a:pt x="3006" y="6902"/>
                      <a:pt x="3896" y="7081"/>
                      <a:pt x="4337" y="7720"/>
                    </a:cubicBezTo>
                    <a:cubicBezTo>
                      <a:pt x="4337" y="7720"/>
                      <a:pt x="5419" y="6367"/>
                      <a:pt x="6610" y="6367"/>
                    </a:cubicBezTo>
                    <a:cubicBezTo>
                      <a:pt x="7119" y="6367"/>
                      <a:pt x="7648" y="6614"/>
                      <a:pt x="8121" y="7319"/>
                    </a:cubicBezTo>
                    <a:cubicBezTo>
                      <a:pt x="8121" y="7319"/>
                      <a:pt x="10322" y="5781"/>
                      <a:pt x="12216" y="5781"/>
                    </a:cubicBezTo>
                    <a:cubicBezTo>
                      <a:pt x="12926" y="5781"/>
                      <a:pt x="13594" y="5997"/>
                      <a:pt x="14086" y="6592"/>
                    </a:cubicBezTo>
                    <a:cubicBezTo>
                      <a:pt x="14086" y="6592"/>
                      <a:pt x="14286" y="4236"/>
                      <a:pt x="17093" y="3058"/>
                    </a:cubicBezTo>
                    <a:cubicBezTo>
                      <a:pt x="17093" y="3058"/>
                      <a:pt x="11705" y="1630"/>
                      <a:pt x="103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34"/>
              <p:cNvSpPr/>
              <p:nvPr/>
            </p:nvSpPr>
            <p:spPr>
              <a:xfrm>
                <a:off x="3514300" y="3708725"/>
                <a:ext cx="95900" cy="90975"/>
              </a:xfrm>
              <a:custGeom>
                <a:rect b="b" l="l" r="r" t="t"/>
                <a:pathLst>
                  <a:path extrusionOk="0" h="3639" w="3836">
                    <a:moveTo>
                      <a:pt x="1912" y="0"/>
                    </a:moveTo>
                    <a:cubicBezTo>
                      <a:pt x="1835" y="0"/>
                      <a:pt x="1758" y="5"/>
                      <a:pt x="1680" y="15"/>
                    </a:cubicBezTo>
                    <a:cubicBezTo>
                      <a:pt x="703" y="165"/>
                      <a:pt x="1" y="1067"/>
                      <a:pt x="126" y="2070"/>
                    </a:cubicBezTo>
                    <a:cubicBezTo>
                      <a:pt x="242" y="2971"/>
                      <a:pt x="1018" y="3638"/>
                      <a:pt x="1924" y="3638"/>
                    </a:cubicBezTo>
                    <a:cubicBezTo>
                      <a:pt x="2001" y="3638"/>
                      <a:pt x="2078" y="3633"/>
                      <a:pt x="2156" y="3624"/>
                    </a:cubicBezTo>
                    <a:cubicBezTo>
                      <a:pt x="3159" y="3498"/>
                      <a:pt x="3835" y="2571"/>
                      <a:pt x="3710" y="1594"/>
                    </a:cubicBezTo>
                    <a:cubicBezTo>
                      <a:pt x="3595" y="669"/>
                      <a:pt x="2818" y="0"/>
                      <a:pt x="19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34"/>
              <p:cNvSpPr/>
              <p:nvPr/>
            </p:nvSpPr>
            <p:spPr>
              <a:xfrm>
                <a:off x="3545000" y="3648425"/>
                <a:ext cx="96525" cy="90500"/>
              </a:xfrm>
              <a:custGeom>
                <a:rect b="b" l="l" r="r" t="t"/>
                <a:pathLst>
                  <a:path extrusionOk="0" h="3620" w="3861">
                    <a:moveTo>
                      <a:pt x="1951" y="0"/>
                    </a:moveTo>
                    <a:cubicBezTo>
                      <a:pt x="1862" y="0"/>
                      <a:pt x="1771" y="7"/>
                      <a:pt x="1680" y="21"/>
                    </a:cubicBezTo>
                    <a:cubicBezTo>
                      <a:pt x="703" y="146"/>
                      <a:pt x="1" y="1048"/>
                      <a:pt x="126" y="2051"/>
                    </a:cubicBezTo>
                    <a:cubicBezTo>
                      <a:pt x="265" y="2952"/>
                      <a:pt x="1043" y="3619"/>
                      <a:pt x="1930" y="3619"/>
                    </a:cubicBezTo>
                    <a:cubicBezTo>
                      <a:pt x="2005" y="3619"/>
                      <a:pt x="2080" y="3614"/>
                      <a:pt x="2156" y="3605"/>
                    </a:cubicBezTo>
                    <a:cubicBezTo>
                      <a:pt x="3159" y="3479"/>
                      <a:pt x="3861" y="2552"/>
                      <a:pt x="3735" y="1574"/>
                    </a:cubicBezTo>
                    <a:cubicBezTo>
                      <a:pt x="3599" y="663"/>
                      <a:pt x="2840" y="0"/>
                      <a:pt x="1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34"/>
              <p:cNvSpPr/>
              <p:nvPr/>
            </p:nvSpPr>
            <p:spPr>
              <a:xfrm>
                <a:off x="3613300" y="3706800"/>
                <a:ext cx="28850" cy="29025"/>
              </a:xfrm>
              <a:custGeom>
                <a:rect b="b" l="l" r="r" t="t"/>
                <a:pathLst>
                  <a:path extrusionOk="0" h="1161" w="1154">
                    <a:moveTo>
                      <a:pt x="121" y="1"/>
                    </a:moveTo>
                    <a:cubicBezTo>
                      <a:pt x="102" y="1"/>
                      <a:pt x="87" y="6"/>
                      <a:pt x="76" y="16"/>
                    </a:cubicBezTo>
                    <a:cubicBezTo>
                      <a:pt x="1" y="67"/>
                      <a:pt x="176" y="392"/>
                      <a:pt x="452" y="693"/>
                    </a:cubicBezTo>
                    <a:cubicBezTo>
                      <a:pt x="688" y="973"/>
                      <a:pt x="925" y="1160"/>
                      <a:pt x="1035" y="1160"/>
                    </a:cubicBezTo>
                    <a:cubicBezTo>
                      <a:pt x="1053" y="1160"/>
                      <a:pt x="1068" y="1155"/>
                      <a:pt x="1078" y="1144"/>
                    </a:cubicBezTo>
                    <a:cubicBezTo>
                      <a:pt x="1154" y="1069"/>
                      <a:pt x="1003" y="768"/>
                      <a:pt x="728" y="442"/>
                    </a:cubicBezTo>
                    <a:cubicBezTo>
                      <a:pt x="491" y="185"/>
                      <a:pt x="237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34"/>
              <p:cNvSpPr/>
              <p:nvPr/>
            </p:nvSpPr>
            <p:spPr>
              <a:xfrm>
                <a:off x="3612675" y="3710950"/>
                <a:ext cx="34500" cy="8800"/>
              </a:xfrm>
              <a:custGeom>
                <a:rect b="b" l="l" r="r" t="t"/>
                <a:pathLst>
                  <a:path extrusionOk="0" h="352" w="1380">
                    <a:moveTo>
                      <a:pt x="677" y="1"/>
                    </a:moveTo>
                    <a:cubicBezTo>
                      <a:pt x="327" y="1"/>
                      <a:pt x="1" y="51"/>
                      <a:pt x="1" y="151"/>
                    </a:cubicBezTo>
                    <a:cubicBezTo>
                      <a:pt x="1" y="251"/>
                      <a:pt x="301" y="352"/>
                      <a:pt x="677" y="352"/>
                    </a:cubicBezTo>
                    <a:cubicBezTo>
                      <a:pt x="1078" y="352"/>
                      <a:pt x="1379" y="251"/>
                      <a:pt x="1379" y="151"/>
                    </a:cubicBezTo>
                    <a:cubicBezTo>
                      <a:pt x="1379" y="51"/>
                      <a:pt x="1053" y="1"/>
                      <a:pt x="6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34"/>
              <p:cNvSpPr/>
              <p:nvPr/>
            </p:nvSpPr>
            <p:spPr>
              <a:xfrm>
                <a:off x="3580100" y="3777325"/>
                <a:ext cx="18200" cy="28450"/>
              </a:xfrm>
              <a:custGeom>
                <a:rect b="b" l="l" r="r" t="t"/>
                <a:pathLst>
                  <a:path extrusionOk="0" h="1138" w="728">
                    <a:moveTo>
                      <a:pt x="119" y="0"/>
                    </a:moveTo>
                    <a:cubicBezTo>
                      <a:pt x="112" y="0"/>
                      <a:pt x="106" y="1"/>
                      <a:pt x="101" y="2"/>
                    </a:cubicBezTo>
                    <a:cubicBezTo>
                      <a:pt x="0" y="53"/>
                      <a:pt x="51" y="353"/>
                      <a:pt x="201" y="654"/>
                    </a:cubicBezTo>
                    <a:cubicBezTo>
                      <a:pt x="314" y="927"/>
                      <a:pt x="490" y="1137"/>
                      <a:pt x="596" y="1137"/>
                    </a:cubicBezTo>
                    <a:cubicBezTo>
                      <a:pt x="607" y="1137"/>
                      <a:pt x="618" y="1135"/>
                      <a:pt x="627" y="1130"/>
                    </a:cubicBezTo>
                    <a:cubicBezTo>
                      <a:pt x="727" y="1105"/>
                      <a:pt x="677" y="804"/>
                      <a:pt x="527" y="504"/>
                    </a:cubicBezTo>
                    <a:cubicBezTo>
                      <a:pt x="408" y="196"/>
                      <a:pt x="223" y="0"/>
                      <a:pt x="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34"/>
              <p:cNvSpPr/>
              <p:nvPr/>
            </p:nvSpPr>
            <p:spPr>
              <a:xfrm>
                <a:off x="3574450" y="3767725"/>
                <a:ext cx="36375" cy="24525"/>
              </a:xfrm>
              <a:custGeom>
                <a:rect b="b" l="l" r="r" t="t"/>
                <a:pathLst>
                  <a:path extrusionOk="0" h="981" w="1455">
                    <a:moveTo>
                      <a:pt x="132" y="1"/>
                    </a:moveTo>
                    <a:cubicBezTo>
                      <a:pt x="91" y="1"/>
                      <a:pt x="63" y="12"/>
                      <a:pt x="51" y="36"/>
                    </a:cubicBezTo>
                    <a:cubicBezTo>
                      <a:pt x="1" y="136"/>
                      <a:pt x="277" y="361"/>
                      <a:pt x="627" y="612"/>
                    </a:cubicBezTo>
                    <a:cubicBezTo>
                      <a:pt x="923" y="823"/>
                      <a:pt x="1200" y="980"/>
                      <a:pt x="1325" y="980"/>
                    </a:cubicBezTo>
                    <a:cubicBezTo>
                      <a:pt x="1349" y="980"/>
                      <a:pt x="1367" y="975"/>
                      <a:pt x="1379" y="963"/>
                    </a:cubicBezTo>
                    <a:cubicBezTo>
                      <a:pt x="1455" y="888"/>
                      <a:pt x="1204" y="587"/>
                      <a:pt x="828" y="311"/>
                    </a:cubicBezTo>
                    <a:cubicBezTo>
                      <a:pt x="540" y="119"/>
                      <a:pt x="267" y="1"/>
                      <a:pt x="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1" name="Google Shape;3341;p34"/>
              <p:cNvSpPr/>
              <p:nvPr/>
            </p:nvSpPr>
            <p:spPr>
              <a:xfrm>
                <a:off x="3133975" y="3706725"/>
                <a:ext cx="406050" cy="94600"/>
              </a:xfrm>
              <a:custGeom>
                <a:rect b="b" l="l" r="r" t="t"/>
                <a:pathLst>
                  <a:path extrusionOk="0" h="3784" w="16242">
                    <a:moveTo>
                      <a:pt x="15239" y="1"/>
                    </a:moveTo>
                    <a:cubicBezTo>
                      <a:pt x="15107" y="1"/>
                      <a:pt x="14963" y="7"/>
                      <a:pt x="14813" y="19"/>
                    </a:cubicBezTo>
                    <a:cubicBezTo>
                      <a:pt x="14512" y="19"/>
                      <a:pt x="14161" y="19"/>
                      <a:pt x="13785" y="44"/>
                    </a:cubicBezTo>
                    <a:cubicBezTo>
                      <a:pt x="13585" y="44"/>
                      <a:pt x="13384" y="70"/>
                      <a:pt x="13184" y="70"/>
                    </a:cubicBezTo>
                    <a:cubicBezTo>
                      <a:pt x="12983" y="70"/>
                      <a:pt x="12758" y="95"/>
                      <a:pt x="12532" y="120"/>
                    </a:cubicBezTo>
                    <a:cubicBezTo>
                      <a:pt x="12081" y="145"/>
                      <a:pt x="11605" y="220"/>
                      <a:pt x="11104" y="270"/>
                    </a:cubicBezTo>
                    <a:cubicBezTo>
                      <a:pt x="10853" y="295"/>
                      <a:pt x="10602" y="345"/>
                      <a:pt x="10352" y="395"/>
                    </a:cubicBezTo>
                    <a:cubicBezTo>
                      <a:pt x="10226" y="395"/>
                      <a:pt x="10076" y="420"/>
                      <a:pt x="9951" y="445"/>
                    </a:cubicBezTo>
                    <a:cubicBezTo>
                      <a:pt x="9825" y="471"/>
                      <a:pt x="9675" y="496"/>
                      <a:pt x="9550" y="521"/>
                    </a:cubicBezTo>
                    <a:cubicBezTo>
                      <a:pt x="8998" y="621"/>
                      <a:pt x="8447" y="721"/>
                      <a:pt x="7870" y="846"/>
                    </a:cubicBezTo>
                    <a:cubicBezTo>
                      <a:pt x="7319" y="997"/>
                      <a:pt x="6768" y="1122"/>
                      <a:pt x="6241" y="1273"/>
                    </a:cubicBezTo>
                    <a:cubicBezTo>
                      <a:pt x="6091" y="1323"/>
                      <a:pt x="5966" y="1348"/>
                      <a:pt x="5840" y="1373"/>
                    </a:cubicBezTo>
                    <a:cubicBezTo>
                      <a:pt x="5715" y="1423"/>
                      <a:pt x="5590" y="1473"/>
                      <a:pt x="5464" y="1498"/>
                    </a:cubicBezTo>
                    <a:cubicBezTo>
                      <a:pt x="5214" y="1573"/>
                      <a:pt x="4963" y="1649"/>
                      <a:pt x="4713" y="1724"/>
                    </a:cubicBezTo>
                    <a:cubicBezTo>
                      <a:pt x="4236" y="1899"/>
                      <a:pt x="3785" y="2050"/>
                      <a:pt x="3359" y="2225"/>
                    </a:cubicBezTo>
                    <a:cubicBezTo>
                      <a:pt x="3159" y="2300"/>
                      <a:pt x="2958" y="2375"/>
                      <a:pt x="2758" y="2451"/>
                    </a:cubicBezTo>
                    <a:cubicBezTo>
                      <a:pt x="2557" y="2526"/>
                      <a:pt x="2382" y="2601"/>
                      <a:pt x="2206" y="2676"/>
                    </a:cubicBezTo>
                    <a:cubicBezTo>
                      <a:pt x="1855" y="2826"/>
                      <a:pt x="1555" y="2977"/>
                      <a:pt x="1279" y="3102"/>
                    </a:cubicBezTo>
                    <a:cubicBezTo>
                      <a:pt x="1003" y="3227"/>
                      <a:pt x="753" y="3353"/>
                      <a:pt x="577" y="3453"/>
                    </a:cubicBezTo>
                    <a:cubicBezTo>
                      <a:pt x="201" y="3654"/>
                      <a:pt x="1" y="3754"/>
                      <a:pt x="1" y="3779"/>
                    </a:cubicBezTo>
                    <a:cubicBezTo>
                      <a:pt x="1" y="3782"/>
                      <a:pt x="4" y="3784"/>
                      <a:pt x="12" y="3784"/>
                    </a:cubicBezTo>
                    <a:cubicBezTo>
                      <a:pt x="61" y="3784"/>
                      <a:pt x="277" y="3710"/>
                      <a:pt x="627" y="3578"/>
                    </a:cubicBezTo>
                    <a:cubicBezTo>
                      <a:pt x="828" y="3503"/>
                      <a:pt x="1078" y="3403"/>
                      <a:pt x="1354" y="3303"/>
                    </a:cubicBezTo>
                    <a:cubicBezTo>
                      <a:pt x="1630" y="3177"/>
                      <a:pt x="1956" y="3052"/>
                      <a:pt x="2307" y="2927"/>
                    </a:cubicBezTo>
                    <a:cubicBezTo>
                      <a:pt x="2482" y="2852"/>
                      <a:pt x="2657" y="2801"/>
                      <a:pt x="2858" y="2726"/>
                    </a:cubicBezTo>
                    <a:cubicBezTo>
                      <a:pt x="3058" y="2651"/>
                      <a:pt x="3259" y="2576"/>
                      <a:pt x="3459" y="2501"/>
                    </a:cubicBezTo>
                    <a:cubicBezTo>
                      <a:pt x="3885" y="2350"/>
                      <a:pt x="4337" y="2225"/>
                      <a:pt x="4813" y="2050"/>
                    </a:cubicBezTo>
                    <a:cubicBezTo>
                      <a:pt x="5063" y="1974"/>
                      <a:pt x="5314" y="1924"/>
                      <a:pt x="5565" y="1849"/>
                    </a:cubicBezTo>
                    <a:cubicBezTo>
                      <a:pt x="5690" y="1799"/>
                      <a:pt x="5815" y="1774"/>
                      <a:pt x="5941" y="1724"/>
                    </a:cubicBezTo>
                    <a:cubicBezTo>
                      <a:pt x="6066" y="1699"/>
                      <a:pt x="6191" y="1649"/>
                      <a:pt x="6317" y="1623"/>
                    </a:cubicBezTo>
                    <a:cubicBezTo>
                      <a:pt x="6843" y="1473"/>
                      <a:pt x="7394" y="1348"/>
                      <a:pt x="7971" y="1222"/>
                    </a:cubicBezTo>
                    <a:cubicBezTo>
                      <a:pt x="8522" y="1097"/>
                      <a:pt x="9073" y="972"/>
                      <a:pt x="9625" y="872"/>
                    </a:cubicBezTo>
                    <a:cubicBezTo>
                      <a:pt x="9750" y="846"/>
                      <a:pt x="9875" y="821"/>
                      <a:pt x="10001" y="796"/>
                    </a:cubicBezTo>
                    <a:cubicBezTo>
                      <a:pt x="10151" y="771"/>
                      <a:pt x="10276" y="746"/>
                      <a:pt x="10402" y="746"/>
                    </a:cubicBezTo>
                    <a:cubicBezTo>
                      <a:pt x="10652" y="696"/>
                      <a:pt x="10903" y="646"/>
                      <a:pt x="11154" y="621"/>
                    </a:cubicBezTo>
                    <a:cubicBezTo>
                      <a:pt x="11655" y="546"/>
                      <a:pt x="12131" y="471"/>
                      <a:pt x="12582" y="420"/>
                    </a:cubicBezTo>
                    <a:cubicBezTo>
                      <a:pt x="12783" y="395"/>
                      <a:pt x="13008" y="370"/>
                      <a:pt x="13209" y="345"/>
                    </a:cubicBezTo>
                    <a:cubicBezTo>
                      <a:pt x="13409" y="345"/>
                      <a:pt x="13610" y="320"/>
                      <a:pt x="13810" y="295"/>
                    </a:cubicBezTo>
                    <a:cubicBezTo>
                      <a:pt x="14186" y="270"/>
                      <a:pt x="14512" y="245"/>
                      <a:pt x="14813" y="220"/>
                    </a:cubicBezTo>
                    <a:cubicBezTo>
                      <a:pt x="15114" y="195"/>
                      <a:pt x="15389" y="170"/>
                      <a:pt x="15590" y="170"/>
                    </a:cubicBezTo>
                    <a:cubicBezTo>
                      <a:pt x="16016" y="120"/>
                      <a:pt x="16241" y="95"/>
                      <a:pt x="16241" y="70"/>
                    </a:cubicBezTo>
                    <a:cubicBezTo>
                      <a:pt x="16241" y="44"/>
                      <a:pt x="16016" y="19"/>
                      <a:pt x="15590" y="19"/>
                    </a:cubicBezTo>
                    <a:cubicBezTo>
                      <a:pt x="15490" y="7"/>
                      <a:pt x="15370" y="1"/>
                      <a:pt x="15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2" name="Google Shape;3342;p34"/>
            <p:cNvGrpSpPr/>
            <p:nvPr/>
          </p:nvGrpSpPr>
          <p:grpSpPr>
            <a:xfrm rot="2700000">
              <a:off x="8709157" y="212202"/>
              <a:ext cx="293142" cy="267145"/>
              <a:chOff x="1755775" y="808575"/>
              <a:chExt cx="146025" cy="133075"/>
            </a:xfrm>
          </p:grpSpPr>
          <p:sp>
            <p:nvSpPr>
              <p:cNvPr id="3343" name="Google Shape;3343;p34"/>
              <p:cNvSpPr/>
              <p:nvPr/>
            </p:nvSpPr>
            <p:spPr>
              <a:xfrm>
                <a:off x="1791500" y="878125"/>
                <a:ext cx="67675" cy="63525"/>
              </a:xfrm>
              <a:custGeom>
                <a:rect b="b" l="l" r="r" t="t"/>
                <a:pathLst>
                  <a:path extrusionOk="0" h="2541" w="2707">
                    <a:moveTo>
                      <a:pt x="1367" y="1"/>
                    </a:moveTo>
                    <a:cubicBezTo>
                      <a:pt x="740" y="1"/>
                      <a:pt x="192" y="453"/>
                      <a:pt x="100" y="1092"/>
                    </a:cubicBezTo>
                    <a:cubicBezTo>
                      <a:pt x="0" y="1769"/>
                      <a:pt x="451" y="2420"/>
                      <a:pt x="1153" y="2520"/>
                    </a:cubicBezTo>
                    <a:cubicBezTo>
                      <a:pt x="1229" y="2534"/>
                      <a:pt x="1304" y="2540"/>
                      <a:pt x="1378" y="2540"/>
                    </a:cubicBezTo>
                    <a:cubicBezTo>
                      <a:pt x="1989" y="2540"/>
                      <a:pt x="2517" y="2094"/>
                      <a:pt x="2607" y="1468"/>
                    </a:cubicBezTo>
                    <a:cubicBezTo>
                      <a:pt x="2707" y="766"/>
                      <a:pt x="2231" y="114"/>
                      <a:pt x="1554" y="14"/>
                    </a:cubicBezTo>
                    <a:cubicBezTo>
                      <a:pt x="1491" y="5"/>
                      <a:pt x="1429" y="1"/>
                      <a:pt x="1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4" name="Google Shape;3344;p34"/>
              <p:cNvSpPr/>
              <p:nvPr/>
            </p:nvSpPr>
            <p:spPr>
              <a:xfrm>
                <a:off x="1834100" y="809200"/>
                <a:ext cx="67700" cy="63975"/>
              </a:xfrm>
              <a:custGeom>
                <a:rect b="b" l="l" r="r" t="t"/>
                <a:pathLst>
                  <a:path extrusionOk="0" h="2559" w="2708">
                    <a:moveTo>
                      <a:pt x="1368" y="1"/>
                    </a:moveTo>
                    <a:cubicBezTo>
                      <a:pt x="741" y="1"/>
                      <a:pt x="192" y="453"/>
                      <a:pt x="101" y="1092"/>
                    </a:cubicBezTo>
                    <a:cubicBezTo>
                      <a:pt x="0" y="1769"/>
                      <a:pt x="477" y="2420"/>
                      <a:pt x="1153" y="2546"/>
                    </a:cubicBezTo>
                    <a:cubicBezTo>
                      <a:pt x="1216" y="2555"/>
                      <a:pt x="1278" y="2559"/>
                      <a:pt x="1340" y="2559"/>
                    </a:cubicBezTo>
                    <a:cubicBezTo>
                      <a:pt x="1967" y="2559"/>
                      <a:pt x="2516" y="2107"/>
                      <a:pt x="2607" y="1468"/>
                    </a:cubicBezTo>
                    <a:cubicBezTo>
                      <a:pt x="2707" y="791"/>
                      <a:pt x="2231" y="140"/>
                      <a:pt x="1554" y="14"/>
                    </a:cubicBezTo>
                    <a:cubicBezTo>
                      <a:pt x="1492" y="5"/>
                      <a:pt x="1429" y="1"/>
                      <a:pt x="1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5" name="Google Shape;3345;p34"/>
              <p:cNvSpPr/>
              <p:nvPr/>
            </p:nvSpPr>
            <p:spPr>
              <a:xfrm>
                <a:off x="1755775" y="808575"/>
                <a:ext cx="67700" cy="63350"/>
              </a:xfrm>
              <a:custGeom>
                <a:rect b="b" l="l" r="r" t="t"/>
                <a:pathLst>
                  <a:path extrusionOk="0" h="2534" w="2708">
                    <a:moveTo>
                      <a:pt x="1368" y="1"/>
                    </a:moveTo>
                    <a:cubicBezTo>
                      <a:pt x="740" y="1"/>
                      <a:pt x="192" y="451"/>
                      <a:pt x="101" y="1067"/>
                    </a:cubicBezTo>
                    <a:cubicBezTo>
                      <a:pt x="1" y="1769"/>
                      <a:pt x="477" y="2420"/>
                      <a:pt x="1154" y="2520"/>
                    </a:cubicBezTo>
                    <a:cubicBezTo>
                      <a:pt x="1216" y="2529"/>
                      <a:pt x="1279" y="2534"/>
                      <a:pt x="1341" y="2534"/>
                    </a:cubicBezTo>
                    <a:cubicBezTo>
                      <a:pt x="1968" y="2534"/>
                      <a:pt x="2516" y="2084"/>
                      <a:pt x="2607" y="1468"/>
                    </a:cubicBezTo>
                    <a:cubicBezTo>
                      <a:pt x="2707" y="766"/>
                      <a:pt x="2256" y="114"/>
                      <a:pt x="1555" y="14"/>
                    </a:cubicBezTo>
                    <a:cubicBezTo>
                      <a:pt x="1492" y="5"/>
                      <a:pt x="1429" y="1"/>
                      <a:pt x="1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46" name="Google Shape;3346;p34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47" name="Google Shape;3347;p34"/>
          <p:cNvSpPr txBox="1"/>
          <p:nvPr>
            <p:ph idx="1" type="subTitle"/>
          </p:nvPr>
        </p:nvSpPr>
        <p:spPr>
          <a:xfrm>
            <a:off x="1785400" y="2156300"/>
            <a:ext cx="2488500" cy="22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48" name="Google Shape;3348;p34"/>
          <p:cNvSpPr txBox="1"/>
          <p:nvPr>
            <p:ph idx="2" type="subTitle"/>
          </p:nvPr>
        </p:nvSpPr>
        <p:spPr>
          <a:xfrm>
            <a:off x="1861594" y="1465915"/>
            <a:ext cx="24885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3349" name="Google Shape;3349;p34"/>
          <p:cNvSpPr txBox="1"/>
          <p:nvPr>
            <p:ph idx="3" type="subTitle"/>
          </p:nvPr>
        </p:nvSpPr>
        <p:spPr>
          <a:xfrm>
            <a:off x="4045302" y="2156300"/>
            <a:ext cx="2488500" cy="22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0" name="Google Shape;3350;p34"/>
          <p:cNvSpPr txBox="1"/>
          <p:nvPr>
            <p:ph idx="4" type="subTitle"/>
          </p:nvPr>
        </p:nvSpPr>
        <p:spPr>
          <a:xfrm>
            <a:off x="3959638" y="1465927"/>
            <a:ext cx="24885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rushed"/>
              <a:buNone/>
              <a:defRPr sz="2000">
                <a:latin typeface="Crushed"/>
                <a:ea typeface="Crushed"/>
                <a:cs typeface="Crushed"/>
                <a:sym typeface="Crush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  <p:sp>
        <p:nvSpPr>
          <p:cNvPr id="3351" name="Google Shape;3351;p34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p34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9">
    <p:spTree>
      <p:nvGrpSpPr>
        <p:cNvPr id="3353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4" name="Google Shape;3354;p35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355" name="Google Shape;3355;p35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5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5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5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5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5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5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5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5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5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5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5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5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5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5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5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5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5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5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5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5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5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5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5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5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5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5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5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5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5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5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5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5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5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5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5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35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35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35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35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35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5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5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5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5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5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5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5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5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5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5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5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5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5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5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5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5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5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5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5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5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5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5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8" name="Google Shape;3418;p35"/>
          <p:cNvSpPr txBox="1"/>
          <p:nvPr>
            <p:ph idx="1" type="subTitle"/>
          </p:nvPr>
        </p:nvSpPr>
        <p:spPr>
          <a:xfrm>
            <a:off x="5614984" y="3433561"/>
            <a:ext cx="2568300" cy="8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419" name="Google Shape;3419;p35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3420" name="Google Shape;3420;p35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3421" name="Google Shape;3421;p35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35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35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4" name="Google Shape;3424;p35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5" name="Google Shape;3425;p35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35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7" name="Google Shape;3427;p35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8" name="Google Shape;3428;p35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9" name="Google Shape;3429;p35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0" name="Google Shape;3430;p35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1" name="Google Shape;3431;p35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2" name="Google Shape;3432;p35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3" name="Google Shape;3433;p35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4" name="Google Shape;3434;p35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5" name="Google Shape;3435;p35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6" name="Google Shape;3436;p35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7" name="Google Shape;3437;p35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8" name="Google Shape;3438;p35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35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35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1" name="Google Shape;3441;p35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2" name="Google Shape;3442;p35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3" name="Google Shape;3443;p35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4" name="Google Shape;3444;p35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5" name="Google Shape;3445;p35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6" name="Google Shape;3446;p35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35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8" name="Google Shape;3448;p35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9" name="Google Shape;3449;p35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0" name="Google Shape;3450;p35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1" name="Google Shape;3451;p35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2" name="Google Shape;3452;p35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3" name="Google Shape;3453;p35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4" name="Google Shape;3454;p35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5" name="Google Shape;3455;p35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6" name="Google Shape;3456;p35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7" name="Google Shape;3457;p35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8" name="Google Shape;3458;p35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9" name="Google Shape;3459;p35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35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1" name="Google Shape;3461;p35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2" name="Google Shape;3462;p35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35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35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35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35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35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35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35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35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35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35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35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35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35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76" name="Google Shape;3476;p35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3477" name="Google Shape;3477;p35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35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35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0" name="Google Shape;3480;p35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1" name="Google Shape;3481;p35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35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35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35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35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35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35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35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35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35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35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2" name="Google Shape;3492;p35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3" name="Google Shape;3493;p35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4" name="Google Shape;3494;p35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5" name="Google Shape;3495;p35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6" name="Google Shape;3496;p35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7" name="Google Shape;3497;p35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35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35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35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35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35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35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35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35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35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35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35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35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35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35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35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35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35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35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35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35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35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35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35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35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2" name="Google Shape;3522;p35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3" name="Google Shape;3523;p35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35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35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35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35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35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35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35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35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32" name="Google Shape;3532;p35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3533" name="Google Shape;3533;p35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35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35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35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35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35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35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35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35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35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35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35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35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6" name="Google Shape;3546;p35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7" name="Google Shape;3547;p35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8" name="Google Shape;3548;p35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35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35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35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35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35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35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35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35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35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35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35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35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35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35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35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35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35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35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35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35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35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35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35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35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35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35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35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35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35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35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35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35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35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35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35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35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35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35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35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88" name="Google Shape;3588;p35"/>
          <p:cNvSpPr txBox="1"/>
          <p:nvPr>
            <p:ph type="title"/>
          </p:nvPr>
        </p:nvSpPr>
        <p:spPr>
          <a:xfrm>
            <a:off x="5403242" y="1667178"/>
            <a:ext cx="2779800" cy="17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89" name="Google Shape;3589;p35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9_1"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1" name="Google Shape;3591;p36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592" name="Google Shape;3592;p36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5" name="Google Shape;3655;p36"/>
          <p:cNvSpPr txBox="1"/>
          <p:nvPr>
            <p:ph idx="1" type="subTitle"/>
          </p:nvPr>
        </p:nvSpPr>
        <p:spPr>
          <a:xfrm>
            <a:off x="1693157" y="3442308"/>
            <a:ext cx="2568300" cy="8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656" name="Google Shape;3656;p36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3657" name="Google Shape;3657;p36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3658" name="Google Shape;3658;p36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36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36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36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2" name="Google Shape;3662;p36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3" name="Google Shape;3663;p36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36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36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36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36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36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9" name="Google Shape;3669;p36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36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36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36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36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36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5" name="Google Shape;3675;p36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36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36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36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36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36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36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36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36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36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36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6" name="Google Shape;3686;p36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7" name="Google Shape;3687;p36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8" name="Google Shape;3688;p36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9" name="Google Shape;3689;p36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0" name="Google Shape;3690;p36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1" name="Google Shape;3691;p36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36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3" name="Google Shape;3693;p36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4" name="Google Shape;3694;p36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36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36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7" name="Google Shape;3697;p36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8" name="Google Shape;3698;p36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36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36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36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36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3" name="Google Shape;3703;p36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4" name="Google Shape;3704;p36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5" name="Google Shape;3705;p36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6" name="Google Shape;3706;p36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7" name="Google Shape;3707;p36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8" name="Google Shape;3708;p36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36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36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36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36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3" name="Google Shape;3713;p36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3714" name="Google Shape;3714;p36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36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36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36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36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9" name="Google Shape;3719;p36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0" name="Google Shape;3720;p36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36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36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36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36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5" name="Google Shape;3725;p36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36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36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36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36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36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1" name="Google Shape;3731;p36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36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36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36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36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36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7" name="Google Shape;3737;p36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8" name="Google Shape;3738;p36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36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36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36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36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36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36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36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36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36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36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9" name="Google Shape;3749;p36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0" name="Google Shape;3750;p36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1" name="Google Shape;3751;p36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36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36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4" name="Google Shape;3754;p36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36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6" name="Google Shape;3756;p36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7" name="Google Shape;3757;p36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36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36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36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36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2" name="Google Shape;3762;p36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3" name="Google Shape;3763;p36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36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5" name="Google Shape;3765;p36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6" name="Google Shape;3766;p36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36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8" name="Google Shape;3768;p36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9" name="Google Shape;3769;p36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3770" name="Google Shape;3770;p36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36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36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36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4" name="Google Shape;3774;p36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5" name="Google Shape;3775;p36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36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36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36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36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0" name="Google Shape;3780;p36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1" name="Google Shape;3781;p36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36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36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36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36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6" name="Google Shape;3786;p36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7" name="Google Shape;3787;p36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36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9" name="Google Shape;3789;p36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36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36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2" name="Google Shape;3792;p36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3" name="Google Shape;3793;p36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4" name="Google Shape;3794;p36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36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36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36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36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9" name="Google Shape;3799;p36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36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36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36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36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36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5" name="Google Shape;3805;p36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6" name="Google Shape;3806;p36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36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36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36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36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1" name="Google Shape;3811;p36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2" name="Google Shape;3812;p36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36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36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36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36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7" name="Google Shape;3817;p36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8" name="Google Shape;3818;p36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36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36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36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2" name="Google Shape;3822;p36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3" name="Google Shape;3823;p36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4" name="Google Shape;3824;p36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25" name="Google Shape;3825;p36"/>
          <p:cNvSpPr txBox="1"/>
          <p:nvPr>
            <p:ph type="title"/>
          </p:nvPr>
        </p:nvSpPr>
        <p:spPr>
          <a:xfrm>
            <a:off x="1693157" y="1675925"/>
            <a:ext cx="2779800" cy="17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26" name="Google Shape;3826;p36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0">
    <p:spTree>
      <p:nvGrpSpPr>
        <p:cNvPr id="3827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8" name="Google Shape;3828;p37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3829" name="Google Shape;3829;p37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37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37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37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37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37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37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2" name="Google Shape;3892;p37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3" name="Google Shape;3893;p37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3894" name="Google Shape;3894;p37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3895" name="Google Shape;3895;p37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6" name="Google Shape;3896;p37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7" name="Google Shape;3897;p37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8" name="Google Shape;3898;p37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9" name="Google Shape;3899;p37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0" name="Google Shape;3900;p37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1" name="Google Shape;3901;p37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2" name="Google Shape;3902;p37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3" name="Google Shape;3903;p37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4" name="Google Shape;3904;p37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5" name="Google Shape;3905;p37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6" name="Google Shape;3906;p37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37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37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9" name="Google Shape;3909;p37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0" name="Google Shape;3910;p37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37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37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37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4" name="Google Shape;3914;p37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5" name="Google Shape;3915;p37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6" name="Google Shape;3916;p37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7" name="Google Shape;3917;p37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8" name="Google Shape;3918;p37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37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0" name="Google Shape;3920;p37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1" name="Google Shape;3921;p37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2" name="Google Shape;3922;p37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3" name="Google Shape;3923;p37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4" name="Google Shape;3924;p37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37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37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7" name="Google Shape;3927;p37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8" name="Google Shape;3928;p37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9" name="Google Shape;3929;p37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37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37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37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3" name="Google Shape;3933;p37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4" name="Google Shape;3934;p37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37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37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37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37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9" name="Google Shape;3939;p37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0" name="Google Shape;3940;p37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37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37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3" name="Google Shape;3943;p37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37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5" name="Google Shape;3945;p37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6" name="Google Shape;3946;p37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7" name="Google Shape;3947;p37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8" name="Google Shape;3948;p37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9" name="Google Shape;3949;p37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0" name="Google Shape;3950;p37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3951" name="Google Shape;3951;p37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2" name="Google Shape;3952;p37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3" name="Google Shape;3953;p37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37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37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37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37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8" name="Google Shape;3958;p37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9" name="Google Shape;3959;p37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0" name="Google Shape;3960;p37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1" name="Google Shape;3961;p37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2" name="Google Shape;3962;p37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37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4" name="Google Shape;3964;p37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5" name="Google Shape;3965;p37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37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7" name="Google Shape;3967;p37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8" name="Google Shape;3968;p37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9" name="Google Shape;3969;p37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0" name="Google Shape;3970;p37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1" name="Google Shape;3971;p37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37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37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37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37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6" name="Google Shape;3976;p37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7" name="Google Shape;3977;p37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37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37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37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37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2" name="Google Shape;3982;p37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3" name="Google Shape;3983;p37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4" name="Google Shape;3984;p37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37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37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37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8" name="Google Shape;3988;p37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9" name="Google Shape;3989;p37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0" name="Google Shape;3990;p37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1" name="Google Shape;3991;p37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2" name="Google Shape;3992;p37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3" name="Google Shape;3993;p37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4" name="Google Shape;3994;p37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5" name="Google Shape;3995;p37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6" name="Google Shape;3996;p37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7" name="Google Shape;3997;p37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8" name="Google Shape;3998;p37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9" name="Google Shape;3999;p37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37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1" name="Google Shape;4001;p37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2" name="Google Shape;4002;p37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37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4" name="Google Shape;4004;p37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5" name="Google Shape;4005;p37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6" name="Google Shape;4006;p37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4007" name="Google Shape;4007;p37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8" name="Google Shape;4008;p37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9" name="Google Shape;4009;p37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37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1" name="Google Shape;4011;p37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37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3" name="Google Shape;4013;p37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4" name="Google Shape;4014;p37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37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37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37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8" name="Google Shape;4018;p37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9" name="Google Shape;4019;p37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0" name="Google Shape;4020;p37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1" name="Google Shape;4021;p37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2" name="Google Shape;4022;p37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3" name="Google Shape;4023;p37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37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5" name="Google Shape;4025;p37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6" name="Google Shape;4026;p37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37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8" name="Google Shape;4028;p37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9" name="Google Shape;4029;p37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0" name="Google Shape;4030;p37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1" name="Google Shape;4031;p37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2" name="Google Shape;4032;p37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3" name="Google Shape;4033;p37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4" name="Google Shape;4034;p37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5" name="Google Shape;4035;p37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6" name="Google Shape;4036;p37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7" name="Google Shape;4037;p37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8" name="Google Shape;4038;p37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9" name="Google Shape;4039;p37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0" name="Google Shape;4040;p37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1" name="Google Shape;4041;p37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2" name="Google Shape;4042;p37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3" name="Google Shape;4043;p37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4" name="Google Shape;4044;p37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5" name="Google Shape;4045;p37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6" name="Google Shape;4046;p37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7" name="Google Shape;4047;p37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8" name="Google Shape;4048;p37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9" name="Google Shape;4049;p37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0" name="Google Shape;4050;p37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37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2" name="Google Shape;4052;p37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3" name="Google Shape;4053;p37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37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37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6" name="Google Shape;4056;p37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7" name="Google Shape;4057;p37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8" name="Google Shape;4058;p37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9" name="Google Shape;4059;p37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0" name="Google Shape;4060;p37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1" name="Google Shape;4061;p37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062" name="Google Shape;4062;p37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3" name="Google Shape;4063;p37"/>
          <p:cNvSpPr txBox="1"/>
          <p:nvPr>
            <p:ph type="title"/>
          </p:nvPr>
        </p:nvSpPr>
        <p:spPr>
          <a:xfrm>
            <a:off x="2910050" y="2355260"/>
            <a:ext cx="40452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64" name="Google Shape;4064;p37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65" name="Google Shape;4065;p37"/>
          <p:cNvSpPr txBox="1"/>
          <p:nvPr>
            <p:ph hasCustomPrompt="1" idx="2" type="title"/>
          </p:nvPr>
        </p:nvSpPr>
        <p:spPr>
          <a:xfrm>
            <a:off x="4276700" y="158302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1">
    <p:spTree>
      <p:nvGrpSpPr>
        <p:cNvPr id="4066" name="Shape 4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7" name="Google Shape;4067;p38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068" name="Google Shape;4068;p38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1" name="Google Shape;4131;p38"/>
          <p:cNvSpPr txBox="1"/>
          <p:nvPr>
            <p:ph idx="1" type="subTitle"/>
          </p:nvPr>
        </p:nvSpPr>
        <p:spPr>
          <a:xfrm>
            <a:off x="2910050" y="1834800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2" name="Google Shape;4132;p38"/>
          <p:cNvSpPr txBox="1"/>
          <p:nvPr>
            <p:ph hasCustomPrompt="1" type="title"/>
          </p:nvPr>
        </p:nvSpPr>
        <p:spPr>
          <a:xfrm>
            <a:off x="2910050" y="984850"/>
            <a:ext cx="4045200" cy="8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133" name="Google Shape;4133;p38"/>
          <p:cNvSpPr txBox="1"/>
          <p:nvPr>
            <p:ph idx="2" type="subTitle"/>
          </p:nvPr>
        </p:nvSpPr>
        <p:spPr>
          <a:xfrm>
            <a:off x="2910050" y="3723650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4" name="Google Shape;4134;p38"/>
          <p:cNvSpPr txBox="1"/>
          <p:nvPr>
            <p:ph hasCustomPrompt="1" idx="3" type="title"/>
          </p:nvPr>
        </p:nvSpPr>
        <p:spPr>
          <a:xfrm>
            <a:off x="2910050" y="2873700"/>
            <a:ext cx="4045200" cy="8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135" name="Google Shape;4135;p38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6" name="Google Shape;4136;p38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7" name="Google Shape;4137;p38"/>
          <p:cNvGrpSpPr/>
          <p:nvPr/>
        </p:nvGrpSpPr>
        <p:grpSpPr>
          <a:xfrm>
            <a:off x="3352957" y="-333520"/>
            <a:ext cx="3159383" cy="1201582"/>
            <a:chOff x="3352957" y="-333520"/>
            <a:chExt cx="3159383" cy="1201582"/>
          </a:xfrm>
        </p:grpSpPr>
        <p:grpSp>
          <p:nvGrpSpPr>
            <p:cNvPr id="4138" name="Google Shape;4138;p38"/>
            <p:cNvGrpSpPr/>
            <p:nvPr/>
          </p:nvGrpSpPr>
          <p:grpSpPr>
            <a:xfrm>
              <a:off x="5160859" y="-333520"/>
              <a:ext cx="1351481" cy="839803"/>
              <a:chOff x="5160859" y="-333520"/>
              <a:chExt cx="1351481" cy="839803"/>
            </a:xfrm>
          </p:grpSpPr>
          <p:sp>
            <p:nvSpPr>
              <p:cNvPr id="4139" name="Google Shape;4139;p38"/>
              <p:cNvSpPr/>
              <p:nvPr/>
            </p:nvSpPr>
            <p:spPr>
              <a:xfrm>
                <a:off x="5267368" y="100710"/>
                <a:ext cx="352226" cy="308616"/>
              </a:xfrm>
              <a:custGeom>
                <a:rect b="b" l="l" r="r" t="t"/>
                <a:pathLst>
                  <a:path extrusionOk="0" fill="none" h="8400" w="9587">
                    <a:moveTo>
                      <a:pt x="0" y="8400"/>
                    </a:moveTo>
                    <a:cubicBezTo>
                      <a:pt x="0" y="8400"/>
                      <a:pt x="2077" y="0"/>
                      <a:pt x="5844" y="1301"/>
                    </a:cubicBezTo>
                    <a:cubicBezTo>
                      <a:pt x="9587" y="2602"/>
                      <a:pt x="0" y="8400"/>
                      <a:pt x="0" y="84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700">
                <a:solidFill>
                  <a:schemeClr val="dk2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38"/>
              <p:cNvSpPr/>
              <p:nvPr/>
            </p:nvSpPr>
            <p:spPr>
              <a:xfrm>
                <a:off x="5160859" y="-333520"/>
                <a:ext cx="1351481" cy="773267"/>
              </a:xfrm>
              <a:custGeom>
                <a:rect b="b" l="l" r="r" t="t"/>
                <a:pathLst>
                  <a:path extrusionOk="0" h="21047" w="36785">
                    <a:moveTo>
                      <a:pt x="36224" y="0"/>
                    </a:moveTo>
                    <a:cubicBezTo>
                      <a:pt x="36099" y="0"/>
                      <a:pt x="35977" y="66"/>
                      <a:pt x="35905" y="224"/>
                    </a:cubicBezTo>
                    <a:cubicBezTo>
                      <a:pt x="31819" y="8875"/>
                      <a:pt x="23145" y="13896"/>
                      <a:pt x="14403" y="16864"/>
                    </a:cubicBezTo>
                    <a:cubicBezTo>
                      <a:pt x="11208" y="17959"/>
                      <a:pt x="7921" y="18804"/>
                      <a:pt x="4611" y="19466"/>
                    </a:cubicBezTo>
                    <a:cubicBezTo>
                      <a:pt x="3401" y="19694"/>
                      <a:pt x="1507" y="19648"/>
                      <a:pt x="411" y="20265"/>
                    </a:cubicBezTo>
                    <a:cubicBezTo>
                      <a:pt x="1" y="20480"/>
                      <a:pt x="243" y="21047"/>
                      <a:pt x="623" y="21047"/>
                    </a:cubicBezTo>
                    <a:cubicBezTo>
                      <a:pt x="686" y="21047"/>
                      <a:pt x="754" y="21031"/>
                      <a:pt x="822" y="20995"/>
                    </a:cubicBezTo>
                    <a:cubicBezTo>
                      <a:pt x="1918" y="20379"/>
                      <a:pt x="4429" y="20379"/>
                      <a:pt x="5798" y="20082"/>
                    </a:cubicBezTo>
                    <a:cubicBezTo>
                      <a:pt x="9541" y="19306"/>
                      <a:pt x="13239" y="18279"/>
                      <a:pt x="16800" y="16909"/>
                    </a:cubicBezTo>
                    <a:cubicBezTo>
                      <a:pt x="24948" y="13782"/>
                      <a:pt x="32800" y="8784"/>
                      <a:pt x="36612" y="635"/>
                    </a:cubicBezTo>
                    <a:cubicBezTo>
                      <a:pt x="36784" y="307"/>
                      <a:pt x="36496" y="0"/>
                      <a:pt x="36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38"/>
              <p:cNvSpPr/>
              <p:nvPr/>
            </p:nvSpPr>
            <p:spPr>
              <a:xfrm>
                <a:off x="5398200" y="383314"/>
                <a:ext cx="367327" cy="122969"/>
              </a:xfrm>
              <a:custGeom>
                <a:rect b="b" l="l" r="r" t="t"/>
                <a:pathLst>
                  <a:path extrusionOk="0" h="3347" w="9998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"/>
                      <a:pt x="3767" y="3347"/>
                      <a:pt x="6420" y="3347"/>
                    </a:cubicBezTo>
                    <a:cubicBezTo>
                      <a:pt x="6795" y="3347"/>
                      <a:pt x="7147" y="3280"/>
                      <a:pt x="7464" y="3127"/>
                    </a:cubicBezTo>
                    <a:cubicBezTo>
                      <a:pt x="9997" y="1872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2" name="Google Shape;4142;p38"/>
              <p:cNvSpPr/>
              <p:nvPr/>
            </p:nvSpPr>
            <p:spPr>
              <a:xfrm>
                <a:off x="5542404" y="100710"/>
                <a:ext cx="259164" cy="247407"/>
              </a:xfrm>
              <a:custGeom>
                <a:rect b="b" l="l" r="r" t="t"/>
                <a:pathLst>
                  <a:path extrusionOk="0" h="6734" w="7054">
                    <a:moveTo>
                      <a:pt x="3950" y="0"/>
                    </a:moveTo>
                    <a:cubicBezTo>
                      <a:pt x="868" y="0"/>
                      <a:pt x="1" y="6734"/>
                      <a:pt x="1" y="6734"/>
                    </a:cubicBezTo>
                    <a:cubicBezTo>
                      <a:pt x="1" y="6734"/>
                      <a:pt x="7054" y="0"/>
                      <a:pt x="39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3" name="Google Shape;4143;p38"/>
              <p:cNvSpPr/>
              <p:nvPr/>
            </p:nvSpPr>
            <p:spPr>
              <a:xfrm>
                <a:off x="5615370" y="313545"/>
                <a:ext cx="336906" cy="82481"/>
              </a:xfrm>
              <a:custGeom>
                <a:rect b="b" l="l" r="r" t="t"/>
                <a:pathLst>
                  <a:path extrusionOk="0" h="2245" w="9170">
                    <a:moveTo>
                      <a:pt x="5142" y="0"/>
                    </a:moveTo>
                    <a:cubicBezTo>
                      <a:pt x="2770" y="0"/>
                      <a:pt x="1" y="347"/>
                      <a:pt x="1" y="347"/>
                    </a:cubicBezTo>
                    <a:cubicBezTo>
                      <a:pt x="1" y="347"/>
                      <a:pt x="3467" y="2245"/>
                      <a:pt x="6048" y="2245"/>
                    </a:cubicBezTo>
                    <a:cubicBezTo>
                      <a:pt x="6934" y="2245"/>
                      <a:pt x="7716" y="2021"/>
                      <a:pt x="8218" y="1420"/>
                    </a:cubicBezTo>
                    <a:cubicBezTo>
                      <a:pt x="9169" y="294"/>
                      <a:pt x="7323" y="0"/>
                      <a:pt x="51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38"/>
              <p:cNvSpPr/>
              <p:nvPr/>
            </p:nvSpPr>
            <p:spPr>
              <a:xfrm>
                <a:off x="5749544" y="23372"/>
                <a:ext cx="229992" cy="250126"/>
              </a:xfrm>
              <a:custGeom>
                <a:rect b="b" l="l" r="r" t="t"/>
                <a:pathLst>
                  <a:path extrusionOk="0" h="6808" w="6260">
                    <a:moveTo>
                      <a:pt x="3838" y="1"/>
                    </a:moveTo>
                    <a:cubicBezTo>
                      <a:pt x="3720" y="1"/>
                      <a:pt x="3583" y="17"/>
                      <a:pt x="3425" y="51"/>
                    </a:cubicBezTo>
                    <a:cubicBezTo>
                      <a:pt x="1" y="759"/>
                      <a:pt x="594" y="6807"/>
                      <a:pt x="594" y="6807"/>
                    </a:cubicBezTo>
                    <a:cubicBezTo>
                      <a:pt x="594" y="6807"/>
                      <a:pt x="6259" y="1"/>
                      <a:pt x="38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38"/>
              <p:cNvSpPr/>
              <p:nvPr/>
            </p:nvSpPr>
            <p:spPr>
              <a:xfrm>
                <a:off x="5866120" y="222466"/>
                <a:ext cx="263756" cy="60254"/>
              </a:xfrm>
              <a:custGeom>
                <a:rect b="b" l="l" r="r" t="t"/>
                <a:pathLst>
                  <a:path extrusionOk="0" h="1640" w="7179">
                    <a:moveTo>
                      <a:pt x="8" y="337"/>
                    </a:moveTo>
                    <a:cubicBezTo>
                      <a:pt x="5" y="337"/>
                      <a:pt x="2" y="337"/>
                      <a:pt x="1" y="338"/>
                    </a:cubicBezTo>
                    <a:cubicBezTo>
                      <a:pt x="1" y="338"/>
                      <a:pt x="4" y="338"/>
                      <a:pt x="11" y="337"/>
                    </a:cubicBezTo>
                    <a:lnTo>
                      <a:pt x="11" y="337"/>
                    </a:lnTo>
                    <a:cubicBezTo>
                      <a:pt x="10" y="337"/>
                      <a:pt x="9" y="337"/>
                      <a:pt x="8" y="337"/>
                    </a:cubicBezTo>
                    <a:close/>
                    <a:moveTo>
                      <a:pt x="4463" y="1"/>
                    </a:moveTo>
                    <a:cubicBezTo>
                      <a:pt x="2602" y="1"/>
                      <a:pt x="185" y="314"/>
                      <a:pt x="11" y="337"/>
                    </a:cubicBezTo>
                    <a:lnTo>
                      <a:pt x="11" y="337"/>
                    </a:lnTo>
                    <a:cubicBezTo>
                      <a:pt x="207" y="347"/>
                      <a:pt x="2530" y="1640"/>
                      <a:pt x="4481" y="1640"/>
                    </a:cubicBezTo>
                    <a:cubicBezTo>
                      <a:pt x="5193" y="1640"/>
                      <a:pt x="5854" y="1468"/>
                      <a:pt x="6346" y="1000"/>
                    </a:cubicBezTo>
                    <a:cubicBezTo>
                      <a:pt x="7179" y="218"/>
                      <a:pt x="6013" y="1"/>
                      <a:pt x="44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38"/>
              <p:cNvSpPr/>
              <p:nvPr/>
            </p:nvSpPr>
            <p:spPr>
              <a:xfrm>
                <a:off x="5920642" y="-83725"/>
                <a:ext cx="218199" cy="273346"/>
              </a:xfrm>
              <a:custGeom>
                <a:rect b="b" l="l" r="r" t="t"/>
                <a:pathLst>
                  <a:path extrusionOk="0" h="7440" w="5939">
                    <a:moveTo>
                      <a:pt x="4053" y="1"/>
                    </a:moveTo>
                    <a:cubicBezTo>
                      <a:pt x="3970" y="1"/>
                      <a:pt x="3875" y="15"/>
                      <a:pt x="3766" y="44"/>
                    </a:cubicBezTo>
                    <a:cubicBezTo>
                      <a:pt x="0" y="1072"/>
                      <a:pt x="1119" y="7440"/>
                      <a:pt x="1119" y="7440"/>
                    </a:cubicBezTo>
                    <a:cubicBezTo>
                      <a:pt x="1119" y="7440"/>
                      <a:pt x="5938" y="1"/>
                      <a:pt x="40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38"/>
              <p:cNvSpPr/>
              <p:nvPr/>
            </p:nvSpPr>
            <p:spPr>
              <a:xfrm>
                <a:off x="6020428" y="66689"/>
                <a:ext cx="325333" cy="91703"/>
              </a:xfrm>
              <a:custGeom>
                <a:rect b="b" l="l" r="r" t="t"/>
                <a:pathLst>
                  <a:path extrusionOk="0" h="2496" w="8855">
                    <a:moveTo>
                      <a:pt x="7677" y="0"/>
                    </a:moveTo>
                    <a:cubicBezTo>
                      <a:pt x="5427" y="0"/>
                      <a:pt x="0" y="2090"/>
                      <a:pt x="0" y="2090"/>
                    </a:cubicBezTo>
                    <a:cubicBezTo>
                      <a:pt x="0" y="2090"/>
                      <a:pt x="2002" y="2496"/>
                      <a:pt x="4086" y="2496"/>
                    </a:cubicBezTo>
                    <a:cubicBezTo>
                      <a:pt x="5959" y="2496"/>
                      <a:pt x="7898" y="2169"/>
                      <a:pt x="8514" y="926"/>
                    </a:cubicBezTo>
                    <a:cubicBezTo>
                      <a:pt x="8855" y="251"/>
                      <a:pt x="8457" y="0"/>
                      <a:pt x="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38"/>
              <p:cNvSpPr/>
              <p:nvPr/>
            </p:nvSpPr>
            <p:spPr>
              <a:xfrm>
                <a:off x="6107649" y="-181123"/>
                <a:ext cx="170437" cy="247481"/>
              </a:xfrm>
              <a:custGeom>
                <a:rect b="b" l="l" r="r" t="t"/>
                <a:pathLst>
                  <a:path extrusionOk="0" h="6736" w="4639">
                    <a:moveTo>
                      <a:pt x="3277" y="1"/>
                    </a:moveTo>
                    <a:cubicBezTo>
                      <a:pt x="3137" y="1"/>
                      <a:pt x="2945" y="72"/>
                      <a:pt x="2694" y="230"/>
                    </a:cubicBezTo>
                    <a:cubicBezTo>
                      <a:pt x="0" y="1919"/>
                      <a:pt x="1187" y="6735"/>
                      <a:pt x="1187" y="6735"/>
                    </a:cubicBezTo>
                    <a:cubicBezTo>
                      <a:pt x="1187" y="6735"/>
                      <a:pt x="4639" y="1"/>
                      <a:pt x="3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38"/>
              <p:cNvSpPr/>
              <p:nvPr/>
            </p:nvSpPr>
            <p:spPr>
              <a:xfrm>
                <a:off x="6239288" y="-112860"/>
                <a:ext cx="263756" cy="121536"/>
              </a:xfrm>
              <a:custGeom>
                <a:rect b="b" l="l" r="r" t="t"/>
                <a:pathLst>
                  <a:path extrusionOk="0" h="3308" w="7179">
                    <a:moveTo>
                      <a:pt x="6417" y="0"/>
                    </a:moveTo>
                    <a:cubicBezTo>
                      <a:pt x="4595" y="0"/>
                      <a:pt x="1" y="3303"/>
                      <a:pt x="1" y="3303"/>
                    </a:cubicBezTo>
                    <a:cubicBezTo>
                      <a:pt x="1" y="3303"/>
                      <a:pt x="143" y="3307"/>
                      <a:pt x="388" y="3307"/>
                    </a:cubicBezTo>
                    <a:cubicBezTo>
                      <a:pt x="1857" y="3307"/>
                      <a:pt x="7008" y="3139"/>
                      <a:pt x="7145" y="792"/>
                    </a:cubicBezTo>
                    <a:cubicBezTo>
                      <a:pt x="7178" y="225"/>
                      <a:pt x="6892" y="0"/>
                      <a:pt x="64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0" name="Google Shape;4150;p38"/>
            <p:cNvGrpSpPr/>
            <p:nvPr/>
          </p:nvGrpSpPr>
          <p:grpSpPr>
            <a:xfrm>
              <a:off x="3352957" y="-333520"/>
              <a:ext cx="1351738" cy="839803"/>
              <a:chOff x="3352957" y="-333520"/>
              <a:chExt cx="1351738" cy="839803"/>
            </a:xfrm>
          </p:grpSpPr>
          <p:sp>
            <p:nvSpPr>
              <p:cNvPr id="4151" name="Google Shape;4151;p38"/>
              <p:cNvSpPr/>
              <p:nvPr/>
            </p:nvSpPr>
            <p:spPr>
              <a:xfrm>
                <a:off x="3352957" y="-333520"/>
                <a:ext cx="1351738" cy="773267"/>
              </a:xfrm>
              <a:custGeom>
                <a:rect b="b" l="l" r="r" t="t"/>
                <a:pathLst>
                  <a:path extrusionOk="0" h="21047" w="36792">
                    <a:moveTo>
                      <a:pt x="567" y="0"/>
                    </a:moveTo>
                    <a:cubicBezTo>
                      <a:pt x="293" y="0"/>
                      <a:pt x="1" y="307"/>
                      <a:pt x="157" y="635"/>
                    </a:cubicBezTo>
                    <a:cubicBezTo>
                      <a:pt x="3969" y="8784"/>
                      <a:pt x="11821" y="13782"/>
                      <a:pt x="19969" y="16909"/>
                    </a:cubicBezTo>
                    <a:cubicBezTo>
                      <a:pt x="23484" y="18233"/>
                      <a:pt x="27114" y="19260"/>
                      <a:pt x="30788" y="20036"/>
                    </a:cubicBezTo>
                    <a:cubicBezTo>
                      <a:pt x="32204" y="20356"/>
                      <a:pt x="34806" y="20356"/>
                      <a:pt x="35947" y="20995"/>
                    </a:cubicBezTo>
                    <a:cubicBezTo>
                      <a:pt x="36016" y="21031"/>
                      <a:pt x="36083" y="21047"/>
                      <a:pt x="36147" y="21047"/>
                    </a:cubicBezTo>
                    <a:cubicBezTo>
                      <a:pt x="36532" y="21047"/>
                      <a:pt x="36791" y="20480"/>
                      <a:pt x="36381" y="20265"/>
                    </a:cubicBezTo>
                    <a:cubicBezTo>
                      <a:pt x="35308" y="19671"/>
                      <a:pt x="33505" y="19717"/>
                      <a:pt x="32341" y="19511"/>
                    </a:cubicBezTo>
                    <a:cubicBezTo>
                      <a:pt x="28962" y="18849"/>
                      <a:pt x="25630" y="17982"/>
                      <a:pt x="22366" y="16864"/>
                    </a:cubicBezTo>
                    <a:cubicBezTo>
                      <a:pt x="13647" y="13896"/>
                      <a:pt x="4950" y="8875"/>
                      <a:pt x="887" y="224"/>
                    </a:cubicBezTo>
                    <a:cubicBezTo>
                      <a:pt x="815" y="66"/>
                      <a:pt x="693" y="0"/>
                      <a:pt x="5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2" name="Google Shape;4152;p38"/>
              <p:cNvSpPr/>
              <p:nvPr/>
            </p:nvSpPr>
            <p:spPr>
              <a:xfrm>
                <a:off x="4099183" y="383314"/>
                <a:ext cx="367363" cy="122969"/>
              </a:xfrm>
              <a:custGeom>
                <a:rect b="b" l="l" r="r" t="t"/>
                <a:pathLst>
                  <a:path extrusionOk="0" h="3347" w="9999">
                    <a:moveTo>
                      <a:pt x="9998" y="0"/>
                    </a:moveTo>
                    <a:cubicBezTo>
                      <a:pt x="9998" y="0"/>
                      <a:pt x="1" y="1872"/>
                      <a:pt x="2557" y="3127"/>
                    </a:cubicBezTo>
                    <a:cubicBezTo>
                      <a:pt x="2871" y="3280"/>
                      <a:pt x="3221" y="3347"/>
                      <a:pt x="3594" y="3347"/>
                    </a:cubicBezTo>
                    <a:cubicBezTo>
                      <a:pt x="6231" y="3347"/>
                      <a:pt x="9998" y="1"/>
                      <a:pt x="9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3" name="Google Shape;4153;p38"/>
              <p:cNvSpPr/>
              <p:nvPr/>
            </p:nvSpPr>
            <p:spPr>
              <a:xfrm>
                <a:off x="4063950" y="100710"/>
                <a:ext cx="258356" cy="247407"/>
              </a:xfrm>
              <a:custGeom>
                <a:rect b="b" l="l" r="r" t="t"/>
                <a:pathLst>
                  <a:path extrusionOk="0" h="6734" w="7032">
                    <a:moveTo>
                      <a:pt x="3082" y="0"/>
                    </a:moveTo>
                    <a:cubicBezTo>
                      <a:pt x="1" y="0"/>
                      <a:pt x="7031" y="6734"/>
                      <a:pt x="7031" y="6734"/>
                    </a:cubicBezTo>
                    <a:cubicBezTo>
                      <a:pt x="7031" y="6734"/>
                      <a:pt x="6187" y="0"/>
                      <a:pt x="30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38"/>
              <p:cNvSpPr/>
              <p:nvPr/>
            </p:nvSpPr>
            <p:spPr>
              <a:xfrm>
                <a:off x="3912838" y="313545"/>
                <a:ext cx="336502" cy="82481"/>
              </a:xfrm>
              <a:custGeom>
                <a:rect b="b" l="l" r="r" t="t"/>
                <a:pathLst>
                  <a:path extrusionOk="0" h="2245" w="9159">
                    <a:moveTo>
                      <a:pt x="4026" y="0"/>
                    </a:moveTo>
                    <a:cubicBezTo>
                      <a:pt x="1847" y="0"/>
                      <a:pt x="1" y="294"/>
                      <a:pt x="941" y="1420"/>
                    </a:cubicBezTo>
                    <a:cubicBezTo>
                      <a:pt x="1443" y="2021"/>
                      <a:pt x="2225" y="2245"/>
                      <a:pt x="3111" y="2245"/>
                    </a:cubicBezTo>
                    <a:cubicBezTo>
                      <a:pt x="5693" y="2245"/>
                      <a:pt x="9158" y="347"/>
                      <a:pt x="9158" y="347"/>
                    </a:cubicBezTo>
                    <a:cubicBezTo>
                      <a:pt x="9158" y="347"/>
                      <a:pt x="6396" y="0"/>
                      <a:pt x="4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5" name="Google Shape;4155;p38"/>
              <p:cNvSpPr/>
              <p:nvPr/>
            </p:nvSpPr>
            <p:spPr>
              <a:xfrm>
                <a:off x="3885173" y="23372"/>
                <a:ext cx="229992" cy="250126"/>
              </a:xfrm>
              <a:custGeom>
                <a:rect b="b" l="l" r="r" t="t"/>
                <a:pathLst>
                  <a:path extrusionOk="0" h="6808" w="6260">
                    <a:moveTo>
                      <a:pt x="2422" y="1"/>
                    </a:moveTo>
                    <a:cubicBezTo>
                      <a:pt x="1" y="1"/>
                      <a:pt x="5666" y="6807"/>
                      <a:pt x="5666" y="6807"/>
                    </a:cubicBezTo>
                    <a:cubicBezTo>
                      <a:pt x="5666" y="6807"/>
                      <a:pt x="6259" y="759"/>
                      <a:pt x="2835" y="51"/>
                    </a:cubicBezTo>
                    <a:cubicBezTo>
                      <a:pt x="2677" y="17"/>
                      <a:pt x="2540" y="1"/>
                      <a:pt x="2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6" name="Google Shape;4156;p38"/>
              <p:cNvSpPr/>
              <p:nvPr/>
            </p:nvSpPr>
            <p:spPr>
              <a:xfrm>
                <a:off x="3734833" y="222466"/>
                <a:ext cx="263756" cy="60254"/>
              </a:xfrm>
              <a:custGeom>
                <a:rect b="b" l="l" r="r" t="t"/>
                <a:pathLst>
                  <a:path extrusionOk="0" h="1640" w="7179">
                    <a:moveTo>
                      <a:pt x="7172" y="337"/>
                    </a:moveTo>
                    <a:cubicBezTo>
                      <a:pt x="7171" y="337"/>
                      <a:pt x="7170" y="337"/>
                      <a:pt x="7169" y="337"/>
                    </a:cubicBezTo>
                    <a:lnTo>
                      <a:pt x="7169" y="337"/>
                    </a:lnTo>
                    <a:cubicBezTo>
                      <a:pt x="7175" y="338"/>
                      <a:pt x="7179" y="338"/>
                      <a:pt x="7179" y="338"/>
                    </a:cubicBezTo>
                    <a:cubicBezTo>
                      <a:pt x="7177" y="337"/>
                      <a:pt x="7175" y="337"/>
                      <a:pt x="7172" y="337"/>
                    </a:cubicBezTo>
                    <a:close/>
                    <a:moveTo>
                      <a:pt x="2716" y="1"/>
                    </a:moveTo>
                    <a:cubicBezTo>
                      <a:pt x="1166" y="1"/>
                      <a:pt x="0" y="218"/>
                      <a:pt x="833" y="1000"/>
                    </a:cubicBezTo>
                    <a:cubicBezTo>
                      <a:pt x="1325" y="1468"/>
                      <a:pt x="1988" y="1640"/>
                      <a:pt x="2701" y="1640"/>
                    </a:cubicBezTo>
                    <a:cubicBezTo>
                      <a:pt x="4655" y="1640"/>
                      <a:pt x="6983" y="350"/>
                      <a:pt x="7169" y="337"/>
                    </a:cubicBezTo>
                    <a:lnTo>
                      <a:pt x="7169" y="337"/>
                    </a:lnTo>
                    <a:cubicBezTo>
                      <a:pt x="6997" y="315"/>
                      <a:pt x="4579" y="1"/>
                      <a:pt x="27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7" name="Google Shape;4157;p38"/>
              <p:cNvSpPr/>
              <p:nvPr/>
            </p:nvSpPr>
            <p:spPr>
              <a:xfrm>
                <a:off x="3725868" y="-83725"/>
                <a:ext cx="219044" cy="273346"/>
              </a:xfrm>
              <a:custGeom>
                <a:rect b="b" l="l" r="r" t="t"/>
                <a:pathLst>
                  <a:path extrusionOk="0" h="7440" w="5962">
                    <a:moveTo>
                      <a:pt x="1907" y="1"/>
                    </a:moveTo>
                    <a:cubicBezTo>
                      <a:pt x="1" y="1"/>
                      <a:pt x="4820" y="7440"/>
                      <a:pt x="4820" y="7440"/>
                    </a:cubicBezTo>
                    <a:cubicBezTo>
                      <a:pt x="4820" y="7440"/>
                      <a:pt x="5962" y="1072"/>
                      <a:pt x="2196" y="44"/>
                    </a:cubicBezTo>
                    <a:cubicBezTo>
                      <a:pt x="2086" y="15"/>
                      <a:pt x="1990" y="1"/>
                      <a:pt x="19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38"/>
              <p:cNvSpPr/>
              <p:nvPr/>
            </p:nvSpPr>
            <p:spPr>
              <a:xfrm>
                <a:off x="3519169" y="66689"/>
                <a:ext cx="325112" cy="91703"/>
              </a:xfrm>
              <a:custGeom>
                <a:rect b="b" l="l" r="r" t="t"/>
                <a:pathLst>
                  <a:path extrusionOk="0" h="2496" w="8849">
                    <a:moveTo>
                      <a:pt x="1182" y="0"/>
                    </a:moveTo>
                    <a:cubicBezTo>
                      <a:pt x="401" y="0"/>
                      <a:pt x="0" y="251"/>
                      <a:pt x="335" y="926"/>
                    </a:cubicBezTo>
                    <a:cubicBezTo>
                      <a:pt x="951" y="2169"/>
                      <a:pt x="2890" y="2496"/>
                      <a:pt x="4763" y="2496"/>
                    </a:cubicBezTo>
                    <a:cubicBezTo>
                      <a:pt x="6847" y="2496"/>
                      <a:pt x="8849" y="2090"/>
                      <a:pt x="8849" y="2090"/>
                    </a:cubicBezTo>
                    <a:cubicBezTo>
                      <a:pt x="8849" y="2090"/>
                      <a:pt x="3434" y="0"/>
                      <a:pt x="11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38"/>
              <p:cNvSpPr/>
              <p:nvPr/>
            </p:nvSpPr>
            <p:spPr>
              <a:xfrm>
                <a:off x="3587469" y="-181123"/>
                <a:ext cx="170437" cy="247481"/>
              </a:xfrm>
              <a:custGeom>
                <a:rect b="b" l="l" r="r" t="t"/>
                <a:pathLst>
                  <a:path extrusionOk="0" h="6736" w="4639">
                    <a:moveTo>
                      <a:pt x="1362" y="1"/>
                    </a:moveTo>
                    <a:cubicBezTo>
                      <a:pt x="0" y="1"/>
                      <a:pt x="3452" y="6735"/>
                      <a:pt x="3452" y="6735"/>
                    </a:cubicBezTo>
                    <a:cubicBezTo>
                      <a:pt x="3452" y="6735"/>
                      <a:pt x="4639" y="1919"/>
                      <a:pt x="1945" y="230"/>
                    </a:cubicBezTo>
                    <a:cubicBezTo>
                      <a:pt x="1694" y="72"/>
                      <a:pt x="1502" y="1"/>
                      <a:pt x="13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0" name="Google Shape;4160;p38"/>
            <p:cNvGrpSpPr/>
            <p:nvPr/>
          </p:nvGrpSpPr>
          <p:grpSpPr>
            <a:xfrm>
              <a:off x="4280312" y="72200"/>
              <a:ext cx="1368638" cy="795862"/>
              <a:chOff x="4280312" y="72200"/>
              <a:chExt cx="1368638" cy="795862"/>
            </a:xfrm>
          </p:grpSpPr>
          <p:sp>
            <p:nvSpPr>
              <p:cNvPr id="4161" name="Google Shape;4161;p38"/>
              <p:cNvSpPr/>
              <p:nvPr/>
            </p:nvSpPr>
            <p:spPr>
              <a:xfrm>
                <a:off x="4519342" y="177864"/>
                <a:ext cx="360603" cy="155153"/>
              </a:xfrm>
              <a:custGeom>
                <a:rect b="b" l="l" r="r" t="t"/>
                <a:pathLst>
                  <a:path extrusionOk="0" fill="none" h="4223" w="9815">
                    <a:moveTo>
                      <a:pt x="0" y="799"/>
                    </a:moveTo>
                    <a:cubicBezTo>
                      <a:pt x="4771" y="0"/>
                      <a:pt x="9815" y="2853"/>
                      <a:pt x="9815" y="2853"/>
                    </a:cubicBezTo>
                    <a:cubicBezTo>
                      <a:pt x="9655" y="2602"/>
                      <a:pt x="5821" y="2351"/>
                      <a:pt x="2305" y="4223"/>
                    </a:cubicBezTo>
                  </a:path>
                </a:pathLst>
              </a:custGeom>
              <a:noFill/>
              <a:ln cap="flat" cmpd="sng" w="9700">
                <a:solidFill>
                  <a:schemeClr val="dk2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2" name="Google Shape;4162;p38"/>
              <p:cNvSpPr/>
              <p:nvPr/>
            </p:nvSpPr>
            <p:spPr>
              <a:xfrm>
                <a:off x="4986418" y="296938"/>
                <a:ext cx="297741" cy="36079"/>
              </a:xfrm>
              <a:custGeom>
                <a:rect b="b" l="l" r="r" t="t"/>
                <a:pathLst>
                  <a:path extrusionOk="0" fill="none" h="982" w="8104">
                    <a:moveTo>
                      <a:pt x="1" y="388"/>
                    </a:moveTo>
                    <a:cubicBezTo>
                      <a:pt x="1" y="388"/>
                      <a:pt x="3310" y="0"/>
                      <a:pt x="8104" y="982"/>
                    </a:cubicBezTo>
                  </a:path>
                </a:pathLst>
              </a:custGeom>
              <a:noFill/>
              <a:ln cap="flat" cmpd="sng" w="9700">
                <a:solidFill>
                  <a:schemeClr val="dk2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38"/>
              <p:cNvSpPr/>
              <p:nvPr/>
            </p:nvSpPr>
            <p:spPr>
              <a:xfrm>
                <a:off x="4557074" y="316227"/>
                <a:ext cx="375703" cy="551835"/>
              </a:xfrm>
              <a:custGeom>
                <a:rect b="b" l="l" r="r" t="t"/>
                <a:pathLst>
                  <a:path extrusionOk="0" h="15020" w="10226">
                    <a:moveTo>
                      <a:pt x="10226" y="0"/>
                    </a:moveTo>
                    <a:lnTo>
                      <a:pt x="6642" y="617"/>
                    </a:lnTo>
                    <a:lnTo>
                      <a:pt x="0" y="13148"/>
                    </a:lnTo>
                    <a:lnTo>
                      <a:pt x="4816" y="10979"/>
                    </a:lnTo>
                    <a:lnTo>
                      <a:pt x="6642" y="15019"/>
                    </a:lnTo>
                    <a:lnTo>
                      <a:pt x="102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38"/>
              <p:cNvSpPr/>
              <p:nvPr/>
            </p:nvSpPr>
            <p:spPr>
              <a:xfrm>
                <a:off x="4943652" y="332980"/>
                <a:ext cx="347230" cy="535081"/>
              </a:xfrm>
              <a:custGeom>
                <a:rect b="b" l="l" r="r" t="t"/>
                <a:pathLst>
                  <a:path extrusionOk="0" h="14564" w="9451">
                    <a:moveTo>
                      <a:pt x="2146" y="1"/>
                    </a:moveTo>
                    <a:lnTo>
                      <a:pt x="1" y="823"/>
                    </a:lnTo>
                    <a:lnTo>
                      <a:pt x="2420" y="14563"/>
                    </a:lnTo>
                    <a:lnTo>
                      <a:pt x="5182" y="10523"/>
                    </a:lnTo>
                    <a:lnTo>
                      <a:pt x="9450" y="12623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38"/>
              <p:cNvSpPr/>
              <p:nvPr/>
            </p:nvSpPr>
            <p:spPr>
              <a:xfrm>
                <a:off x="4280312" y="72200"/>
                <a:ext cx="618922" cy="468802"/>
              </a:xfrm>
              <a:custGeom>
                <a:rect b="b" l="l" r="r" t="t"/>
                <a:pathLst>
                  <a:path extrusionOk="0" h="12760" w="16846">
                    <a:moveTo>
                      <a:pt x="2375" y="0"/>
                    </a:moveTo>
                    <a:lnTo>
                      <a:pt x="2375" y="0"/>
                    </a:lnTo>
                    <a:cubicBezTo>
                      <a:pt x="2375" y="0"/>
                      <a:pt x="1" y="10135"/>
                      <a:pt x="5274" y="12760"/>
                    </a:cubicBezTo>
                    <a:cubicBezTo>
                      <a:pt x="5274" y="12760"/>
                      <a:pt x="14792" y="10135"/>
                      <a:pt x="16846" y="6551"/>
                    </a:cubicBezTo>
                    <a:cubicBezTo>
                      <a:pt x="16846" y="6551"/>
                      <a:pt x="13194" y="502"/>
                      <a:pt x="23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38"/>
              <p:cNvSpPr/>
              <p:nvPr/>
            </p:nvSpPr>
            <p:spPr>
              <a:xfrm>
                <a:off x="4989798" y="103502"/>
                <a:ext cx="659152" cy="458993"/>
              </a:xfrm>
              <a:custGeom>
                <a:rect b="b" l="l" r="r" t="t"/>
                <a:pathLst>
                  <a:path extrusionOk="0" h="12493" w="17941">
                    <a:moveTo>
                      <a:pt x="12625" y="1"/>
                    </a:moveTo>
                    <a:cubicBezTo>
                      <a:pt x="3730" y="1"/>
                      <a:pt x="0" y="5790"/>
                      <a:pt x="0" y="5790"/>
                    </a:cubicBezTo>
                    <a:cubicBezTo>
                      <a:pt x="3809" y="12029"/>
                      <a:pt x="12235" y="12492"/>
                      <a:pt x="14655" y="12492"/>
                    </a:cubicBezTo>
                    <a:cubicBezTo>
                      <a:pt x="15077" y="12492"/>
                      <a:pt x="15316" y="12478"/>
                      <a:pt x="15316" y="12478"/>
                    </a:cubicBezTo>
                    <a:cubicBezTo>
                      <a:pt x="17941" y="7160"/>
                      <a:pt x="14973" y="130"/>
                      <a:pt x="14973" y="130"/>
                    </a:cubicBezTo>
                    <a:cubicBezTo>
                      <a:pt x="14154" y="41"/>
                      <a:pt x="13371" y="1"/>
                      <a:pt x="126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7" name="Google Shape;4167;p38"/>
              <p:cNvSpPr/>
              <p:nvPr/>
            </p:nvSpPr>
            <p:spPr>
              <a:xfrm>
                <a:off x="4850590" y="235362"/>
                <a:ext cx="192885" cy="161729"/>
              </a:xfrm>
              <a:custGeom>
                <a:rect b="b" l="l" r="r" t="t"/>
                <a:pathLst>
                  <a:path extrusionOk="0" h="4402" w="5250">
                    <a:moveTo>
                      <a:pt x="2621" y="0"/>
                    </a:moveTo>
                    <a:cubicBezTo>
                      <a:pt x="1065" y="0"/>
                      <a:pt x="0" y="558"/>
                      <a:pt x="0" y="558"/>
                    </a:cubicBezTo>
                    <a:cubicBezTo>
                      <a:pt x="0" y="558"/>
                      <a:pt x="346" y="4402"/>
                      <a:pt x="2360" y="4402"/>
                    </a:cubicBezTo>
                    <a:cubicBezTo>
                      <a:pt x="2417" y="4402"/>
                      <a:pt x="2474" y="4399"/>
                      <a:pt x="2534" y="4393"/>
                    </a:cubicBezTo>
                    <a:cubicBezTo>
                      <a:pt x="4702" y="4142"/>
                      <a:pt x="5250" y="558"/>
                      <a:pt x="5250" y="558"/>
                    </a:cubicBezTo>
                    <a:cubicBezTo>
                      <a:pt x="4299" y="139"/>
                      <a:pt x="3399" y="0"/>
                      <a:pt x="26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8" name="Google Shape;4168;p38"/>
              <p:cNvSpPr/>
              <p:nvPr/>
            </p:nvSpPr>
            <p:spPr>
              <a:xfrm>
                <a:off x="5048104" y="204574"/>
                <a:ext cx="206222" cy="84282"/>
              </a:xfrm>
              <a:custGeom>
                <a:rect b="b" l="l" r="r" t="t"/>
                <a:pathLst>
                  <a:path extrusionOk="0" h="2294" w="5613">
                    <a:moveTo>
                      <a:pt x="5299" y="0"/>
                    </a:moveTo>
                    <a:cubicBezTo>
                      <a:pt x="5287" y="0"/>
                      <a:pt x="5274" y="1"/>
                      <a:pt x="5261" y="4"/>
                    </a:cubicBezTo>
                    <a:cubicBezTo>
                      <a:pt x="3457" y="346"/>
                      <a:pt x="1768" y="985"/>
                      <a:pt x="193" y="1898"/>
                    </a:cubicBezTo>
                    <a:cubicBezTo>
                      <a:pt x="0" y="2014"/>
                      <a:pt x="118" y="2294"/>
                      <a:pt x="297" y="2294"/>
                    </a:cubicBezTo>
                    <a:cubicBezTo>
                      <a:pt x="329" y="2294"/>
                      <a:pt x="364" y="2284"/>
                      <a:pt x="399" y="2263"/>
                    </a:cubicBezTo>
                    <a:cubicBezTo>
                      <a:pt x="1951" y="1373"/>
                      <a:pt x="3617" y="757"/>
                      <a:pt x="5375" y="414"/>
                    </a:cubicBezTo>
                    <a:cubicBezTo>
                      <a:pt x="5613" y="371"/>
                      <a:pt x="5523" y="0"/>
                      <a:pt x="5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38"/>
              <p:cNvSpPr/>
              <p:nvPr/>
            </p:nvSpPr>
            <p:spPr>
              <a:xfrm>
                <a:off x="5051264" y="312075"/>
                <a:ext cx="153243" cy="52024"/>
              </a:xfrm>
              <a:custGeom>
                <a:rect b="b" l="l" r="r" t="t"/>
                <a:pathLst>
                  <a:path extrusionOk="0" h="1416" w="4171">
                    <a:moveTo>
                      <a:pt x="331" y="0"/>
                    </a:moveTo>
                    <a:cubicBezTo>
                      <a:pt x="129" y="0"/>
                      <a:pt x="1" y="288"/>
                      <a:pt x="199" y="387"/>
                    </a:cubicBezTo>
                    <a:cubicBezTo>
                      <a:pt x="1386" y="958"/>
                      <a:pt x="2618" y="1300"/>
                      <a:pt x="3919" y="1414"/>
                    </a:cubicBezTo>
                    <a:cubicBezTo>
                      <a:pt x="3926" y="1415"/>
                      <a:pt x="3932" y="1415"/>
                      <a:pt x="3938" y="1415"/>
                    </a:cubicBezTo>
                    <a:cubicBezTo>
                      <a:pt x="4170" y="1415"/>
                      <a:pt x="4164" y="1003"/>
                      <a:pt x="3919" y="981"/>
                    </a:cubicBezTo>
                    <a:cubicBezTo>
                      <a:pt x="2687" y="889"/>
                      <a:pt x="1523" y="570"/>
                      <a:pt x="427" y="22"/>
                    </a:cubicBezTo>
                    <a:cubicBezTo>
                      <a:pt x="394" y="7"/>
                      <a:pt x="361" y="0"/>
                      <a:pt x="3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38"/>
              <p:cNvSpPr/>
              <p:nvPr/>
            </p:nvSpPr>
            <p:spPr>
              <a:xfrm>
                <a:off x="4568794" y="212473"/>
                <a:ext cx="228523" cy="67161"/>
              </a:xfrm>
              <a:custGeom>
                <a:rect b="b" l="l" r="r" t="t"/>
                <a:pathLst>
                  <a:path extrusionOk="0" h="1828" w="6220">
                    <a:moveTo>
                      <a:pt x="865" y="0"/>
                    </a:moveTo>
                    <a:cubicBezTo>
                      <a:pt x="669" y="0"/>
                      <a:pt x="473" y="6"/>
                      <a:pt x="275" y="17"/>
                    </a:cubicBezTo>
                    <a:cubicBezTo>
                      <a:pt x="8" y="39"/>
                      <a:pt x="1" y="429"/>
                      <a:pt x="253" y="429"/>
                    </a:cubicBezTo>
                    <a:cubicBezTo>
                      <a:pt x="260" y="429"/>
                      <a:pt x="267" y="428"/>
                      <a:pt x="275" y="428"/>
                    </a:cubicBezTo>
                    <a:cubicBezTo>
                      <a:pt x="440" y="420"/>
                      <a:pt x="605" y="416"/>
                      <a:pt x="768" y="416"/>
                    </a:cubicBezTo>
                    <a:cubicBezTo>
                      <a:pt x="2568" y="416"/>
                      <a:pt x="4252" y="877"/>
                      <a:pt x="5821" y="1797"/>
                    </a:cubicBezTo>
                    <a:cubicBezTo>
                      <a:pt x="5856" y="1818"/>
                      <a:pt x="5891" y="1827"/>
                      <a:pt x="5923" y="1827"/>
                    </a:cubicBezTo>
                    <a:cubicBezTo>
                      <a:pt x="6102" y="1827"/>
                      <a:pt x="6220" y="1548"/>
                      <a:pt x="6027" y="1432"/>
                    </a:cubicBezTo>
                    <a:cubicBezTo>
                      <a:pt x="4438" y="483"/>
                      <a:pt x="2701" y="0"/>
                      <a:pt x="8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38"/>
              <p:cNvSpPr/>
              <p:nvPr/>
            </p:nvSpPr>
            <p:spPr>
              <a:xfrm>
                <a:off x="4572248" y="303625"/>
                <a:ext cx="214635" cy="55037"/>
              </a:xfrm>
              <a:custGeom>
                <a:rect b="b" l="l" r="r" t="t"/>
                <a:pathLst>
                  <a:path extrusionOk="0" h="1498" w="5842">
                    <a:moveTo>
                      <a:pt x="5588" y="0"/>
                    </a:moveTo>
                    <a:cubicBezTo>
                      <a:pt x="5581" y="0"/>
                      <a:pt x="5574" y="0"/>
                      <a:pt x="5567" y="1"/>
                    </a:cubicBezTo>
                    <a:cubicBezTo>
                      <a:pt x="3719" y="69"/>
                      <a:pt x="1961" y="435"/>
                      <a:pt x="226" y="1074"/>
                    </a:cubicBezTo>
                    <a:cubicBezTo>
                      <a:pt x="0" y="1156"/>
                      <a:pt x="70" y="1498"/>
                      <a:pt x="270" y="1498"/>
                    </a:cubicBezTo>
                    <a:cubicBezTo>
                      <a:pt x="292" y="1498"/>
                      <a:pt x="316" y="1494"/>
                      <a:pt x="340" y="1485"/>
                    </a:cubicBezTo>
                    <a:cubicBezTo>
                      <a:pt x="2030" y="846"/>
                      <a:pt x="3764" y="480"/>
                      <a:pt x="5567" y="412"/>
                    </a:cubicBezTo>
                    <a:cubicBezTo>
                      <a:pt x="5834" y="412"/>
                      <a:pt x="5841" y="0"/>
                      <a:pt x="55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1_1">
    <p:spTree>
      <p:nvGrpSpPr>
        <p:cNvPr id="4172" name="Shape 4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3" name="Google Shape;4173;p39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174" name="Google Shape;4174;p39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39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39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39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39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39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39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39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39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39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39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39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9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9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9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9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9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9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9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39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39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9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9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9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9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9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9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9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9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9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9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39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9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9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9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39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39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9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9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9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39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39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9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9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9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9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9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9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9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9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9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9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9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9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39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39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39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39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39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39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39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39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39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7" name="Google Shape;4237;p39"/>
          <p:cNvSpPr txBox="1"/>
          <p:nvPr>
            <p:ph idx="1" type="subTitle"/>
          </p:nvPr>
        </p:nvSpPr>
        <p:spPr>
          <a:xfrm>
            <a:off x="4519525" y="1834800"/>
            <a:ext cx="36549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8" name="Google Shape;4238;p39"/>
          <p:cNvSpPr txBox="1"/>
          <p:nvPr>
            <p:ph hasCustomPrompt="1" type="title"/>
          </p:nvPr>
        </p:nvSpPr>
        <p:spPr>
          <a:xfrm>
            <a:off x="4519525" y="984850"/>
            <a:ext cx="3654900" cy="8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239" name="Google Shape;4239;p39"/>
          <p:cNvSpPr txBox="1"/>
          <p:nvPr>
            <p:ph idx="2" type="subTitle"/>
          </p:nvPr>
        </p:nvSpPr>
        <p:spPr>
          <a:xfrm>
            <a:off x="4519525" y="3723650"/>
            <a:ext cx="36549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40" name="Google Shape;4240;p39"/>
          <p:cNvSpPr txBox="1"/>
          <p:nvPr>
            <p:ph hasCustomPrompt="1" idx="3" type="title"/>
          </p:nvPr>
        </p:nvSpPr>
        <p:spPr>
          <a:xfrm>
            <a:off x="4519525" y="2873700"/>
            <a:ext cx="3654900" cy="8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241" name="Google Shape;4241;p39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2" name="Google Shape;4242;p39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43" name="Google Shape;4243;p39"/>
          <p:cNvGrpSpPr/>
          <p:nvPr/>
        </p:nvGrpSpPr>
        <p:grpSpPr>
          <a:xfrm>
            <a:off x="3352957" y="-333520"/>
            <a:ext cx="3159383" cy="1201582"/>
            <a:chOff x="3352957" y="-333520"/>
            <a:chExt cx="3159383" cy="1201582"/>
          </a:xfrm>
        </p:grpSpPr>
        <p:grpSp>
          <p:nvGrpSpPr>
            <p:cNvPr id="4244" name="Google Shape;4244;p39"/>
            <p:cNvGrpSpPr/>
            <p:nvPr/>
          </p:nvGrpSpPr>
          <p:grpSpPr>
            <a:xfrm>
              <a:off x="5160859" y="-333520"/>
              <a:ext cx="1351481" cy="839803"/>
              <a:chOff x="5160859" y="-333520"/>
              <a:chExt cx="1351481" cy="839803"/>
            </a:xfrm>
          </p:grpSpPr>
          <p:sp>
            <p:nvSpPr>
              <p:cNvPr id="4245" name="Google Shape;4245;p39"/>
              <p:cNvSpPr/>
              <p:nvPr/>
            </p:nvSpPr>
            <p:spPr>
              <a:xfrm>
                <a:off x="5267368" y="100710"/>
                <a:ext cx="352226" cy="308616"/>
              </a:xfrm>
              <a:custGeom>
                <a:rect b="b" l="l" r="r" t="t"/>
                <a:pathLst>
                  <a:path extrusionOk="0" fill="none" h="8400" w="9587">
                    <a:moveTo>
                      <a:pt x="0" y="8400"/>
                    </a:moveTo>
                    <a:cubicBezTo>
                      <a:pt x="0" y="8400"/>
                      <a:pt x="2077" y="0"/>
                      <a:pt x="5844" y="1301"/>
                    </a:cubicBezTo>
                    <a:cubicBezTo>
                      <a:pt x="9587" y="2602"/>
                      <a:pt x="0" y="8400"/>
                      <a:pt x="0" y="84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700">
                <a:solidFill>
                  <a:schemeClr val="dk2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6" name="Google Shape;4246;p39"/>
              <p:cNvSpPr/>
              <p:nvPr/>
            </p:nvSpPr>
            <p:spPr>
              <a:xfrm>
                <a:off x="5160859" y="-333520"/>
                <a:ext cx="1351481" cy="773267"/>
              </a:xfrm>
              <a:custGeom>
                <a:rect b="b" l="l" r="r" t="t"/>
                <a:pathLst>
                  <a:path extrusionOk="0" h="21047" w="36785">
                    <a:moveTo>
                      <a:pt x="36224" y="0"/>
                    </a:moveTo>
                    <a:cubicBezTo>
                      <a:pt x="36099" y="0"/>
                      <a:pt x="35977" y="66"/>
                      <a:pt x="35905" y="224"/>
                    </a:cubicBezTo>
                    <a:cubicBezTo>
                      <a:pt x="31819" y="8875"/>
                      <a:pt x="23145" y="13896"/>
                      <a:pt x="14403" y="16864"/>
                    </a:cubicBezTo>
                    <a:cubicBezTo>
                      <a:pt x="11208" y="17959"/>
                      <a:pt x="7921" y="18804"/>
                      <a:pt x="4611" y="19466"/>
                    </a:cubicBezTo>
                    <a:cubicBezTo>
                      <a:pt x="3401" y="19694"/>
                      <a:pt x="1507" y="19648"/>
                      <a:pt x="411" y="20265"/>
                    </a:cubicBezTo>
                    <a:cubicBezTo>
                      <a:pt x="1" y="20480"/>
                      <a:pt x="243" y="21047"/>
                      <a:pt x="623" y="21047"/>
                    </a:cubicBezTo>
                    <a:cubicBezTo>
                      <a:pt x="686" y="21047"/>
                      <a:pt x="754" y="21031"/>
                      <a:pt x="822" y="20995"/>
                    </a:cubicBezTo>
                    <a:cubicBezTo>
                      <a:pt x="1918" y="20379"/>
                      <a:pt x="4429" y="20379"/>
                      <a:pt x="5798" y="20082"/>
                    </a:cubicBezTo>
                    <a:cubicBezTo>
                      <a:pt x="9541" y="19306"/>
                      <a:pt x="13239" y="18279"/>
                      <a:pt x="16800" y="16909"/>
                    </a:cubicBezTo>
                    <a:cubicBezTo>
                      <a:pt x="24948" y="13782"/>
                      <a:pt x="32800" y="8784"/>
                      <a:pt x="36612" y="635"/>
                    </a:cubicBezTo>
                    <a:cubicBezTo>
                      <a:pt x="36784" y="307"/>
                      <a:pt x="36496" y="0"/>
                      <a:pt x="36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7" name="Google Shape;4247;p39"/>
              <p:cNvSpPr/>
              <p:nvPr/>
            </p:nvSpPr>
            <p:spPr>
              <a:xfrm>
                <a:off x="5398200" y="383314"/>
                <a:ext cx="367327" cy="122969"/>
              </a:xfrm>
              <a:custGeom>
                <a:rect b="b" l="l" r="r" t="t"/>
                <a:pathLst>
                  <a:path extrusionOk="0" h="3347" w="9998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"/>
                      <a:pt x="3767" y="3347"/>
                      <a:pt x="6420" y="3347"/>
                    </a:cubicBezTo>
                    <a:cubicBezTo>
                      <a:pt x="6795" y="3347"/>
                      <a:pt x="7147" y="3280"/>
                      <a:pt x="7464" y="3127"/>
                    </a:cubicBezTo>
                    <a:cubicBezTo>
                      <a:pt x="9997" y="1872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39"/>
              <p:cNvSpPr/>
              <p:nvPr/>
            </p:nvSpPr>
            <p:spPr>
              <a:xfrm>
                <a:off x="5542404" y="100710"/>
                <a:ext cx="259164" cy="247407"/>
              </a:xfrm>
              <a:custGeom>
                <a:rect b="b" l="l" r="r" t="t"/>
                <a:pathLst>
                  <a:path extrusionOk="0" h="6734" w="7054">
                    <a:moveTo>
                      <a:pt x="3950" y="0"/>
                    </a:moveTo>
                    <a:cubicBezTo>
                      <a:pt x="868" y="0"/>
                      <a:pt x="1" y="6734"/>
                      <a:pt x="1" y="6734"/>
                    </a:cubicBezTo>
                    <a:cubicBezTo>
                      <a:pt x="1" y="6734"/>
                      <a:pt x="7054" y="0"/>
                      <a:pt x="39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39"/>
              <p:cNvSpPr/>
              <p:nvPr/>
            </p:nvSpPr>
            <p:spPr>
              <a:xfrm>
                <a:off x="5615370" y="313545"/>
                <a:ext cx="336906" cy="82481"/>
              </a:xfrm>
              <a:custGeom>
                <a:rect b="b" l="l" r="r" t="t"/>
                <a:pathLst>
                  <a:path extrusionOk="0" h="2245" w="9170">
                    <a:moveTo>
                      <a:pt x="5142" y="0"/>
                    </a:moveTo>
                    <a:cubicBezTo>
                      <a:pt x="2770" y="0"/>
                      <a:pt x="1" y="347"/>
                      <a:pt x="1" y="347"/>
                    </a:cubicBezTo>
                    <a:cubicBezTo>
                      <a:pt x="1" y="347"/>
                      <a:pt x="3467" y="2245"/>
                      <a:pt x="6048" y="2245"/>
                    </a:cubicBezTo>
                    <a:cubicBezTo>
                      <a:pt x="6934" y="2245"/>
                      <a:pt x="7716" y="2021"/>
                      <a:pt x="8218" y="1420"/>
                    </a:cubicBezTo>
                    <a:cubicBezTo>
                      <a:pt x="9169" y="294"/>
                      <a:pt x="7323" y="0"/>
                      <a:pt x="51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39"/>
              <p:cNvSpPr/>
              <p:nvPr/>
            </p:nvSpPr>
            <p:spPr>
              <a:xfrm>
                <a:off x="5749544" y="23372"/>
                <a:ext cx="229992" cy="250126"/>
              </a:xfrm>
              <a:custGeom>
                <a:rect b="b" l="l" r="r" t="t"/>
                <a:pathLst>
                  <a:path extrusionOk="0" h="6808" w="6260">
                    <a:moveTo>
                      <a:pt x="3838" y="1"/>
                    </a:moveTo>
                    <a:cubicBezTo>
                      <a:pt x="3720" y="1"/>
                      <a:pt x="3583" y="17"/>
                      <a:pt x="3425" y="51"/>
                    </a:cubicBezTo>
                    <a:cubicBezTo>
                      <a:pt x="1" y="759"/>
                      <a:pt x="594" y="6807"/>
                      <a:pt x="594" y="6807"/>
                    </a:cubicBezTo>
                    <a:cubicBezTo>
                      <a:pt x="594" y="6807"/>
                      <a:pt x="6259" y="1"/>
                      <a:pt x="38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1" name="Google Shape;4251;p39"/>
              <p:cNvSpPr/>
              <p:nvPr/>
            </p:nvSpPr>
            <p:spPr>
              <a:xfrm>
                <a:off x="5866120" y="222466"/>
                <a:ext cx="263756" cy="60254"/>
              </a:xfrm>
              <a:custGeom>
                <a:rect b="b" l="l" r="r" t="t"/>
                <a:pathLst>
                  <a:path extrusionOk="0" h="1640" w="7179">
                    <a:moveTo>
                      <a:pt x="8" y="337"/>
                    </a:moveTo>
                    <a:cubicBezTo>
                      <a:pt x="5" y="337"/>
                      <a:pt x="2" y="337"/>
                      <a:pt x="1" y="338"/>
                    </a:cubicBezTo>
                    <a:cubicBezTo>
                      <a:pt x="1" y="338"/>
                      <a:pt x="4" y="338"/>
                      <a:pt x="11" y="337"/>
                    </a:cubicBezTo>
                    <a:lnTo>
                      <a:pt x="11" y="337"/>
                    </a:lnTo>
                    <a:cubicBezTo>
                      <a:pt x="10" y="337"/>
                      <a:pt x="9" y="337"/>
                      <a:pt x="8" y="337"/>
                    </a:cubicBezTo>
                    <a:close/>
                    <a:moveTo>
                      <a:pt x="4463" y="1"/>
                    </a:moveTo>
                    <a:cubicBezTo>
                      <a:pt x="2602" y="1"/>
                      <a:pt x="185" y="314"/>
                      <a:pt x="11" y="337"/>
                    </a:cubicBezTo>
                    <a:lnTo>
                      <a:pt x="11" y="337"/>
                    </a:lnTo>
                    <a:cubicBezTo>
                      <a:pt x="207" y="347"/>
                      <a:pt x="2530" y="1640"/>
                      <a:pt x="4481" y="1640"/>
                    </a:cubicBezTo>
                    <a:cubicBezTo>
                      <a:pt x="5193" y="1640"/>
                      <a:pt x="5854" y="1468"/>
                      <a:pt x="6346" y="1000"/>
                    </a:cubicBezTo>
                    <a:cubicBezTo>
                      <a:pt x="7179" y="218"/>
                      <a:pt x="6013" y="1"/>
                      <a:pt x="44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2" name="Google Shape;4252;p39"/>
              <p:cNvSpPr/>
              <p:nvPr/>
            </p:nvSpPr>
            <p:spPr>
              <a:xfrm>
                <a:off x="5920642" y="-83725"/>
                <a:ext cx="218199" cy="273346"/>
              </a:xfrm>
              <a:custGeom>
                <a:rect b="b" l="l" r="r" t="t"/>
                <a:pathLst>
                  <a:path extrusionOk="0" h="7440" w="5939">
                    <a:moveTo>
                      <a:pt x="4053" y="1"/>
                    </a:moveTo>
                    <a:cubicBezTo>
                      <a:pt x="3970" y="1"/>
                      <a:pt x="3875" y="15"/>
                      <a:pt x="3766" y="44"/>
                    </a:cubicBezTo>
                    <a:cubicBezTo>
                      <a:pt x="0" y="1072"/>
                      <a:pt x="1119" y="7440"/>
                      <a:pt x="1119" y="7440"/>
                    </a:cubicBezTo>
                    <a:cubicBezTo>
                      <a:pt x="1119" y="7440"/>
                      <a:pt x="5938" y="1"/>
                      <a:pt x="40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3" name="Google Shape;4253;p39"/>
              <p:cNvSpPr/>
              <p:nvPr/>
            </p:nvSpPr>
            <p:spPr>
              <a:xfrm>
                <a:off x="6020428" y="66689"/>
                <a:ext cx="325333" cy="91703"/>
              </a:xfrm>
              <a:custGeom>
                <a:rect b="b" l="l" r="r" t="t"/>
                <a:pathLst>
                  <a:path extrusionOk="0" h="2496" w="8855">
                    <a:moveTo>
                      <a:pt x="7677" y="0"/>
                    </a:moveTo>
                    <a:cubicBezTo>
                      <a:pt x="5427" y="0"/>
                      <a:pt x="0" y="2090"/>
                      <a:pt x="0" y="2090"/>
                    </a:cubicBezTo>
                    <a:cubicBezTo>
                      <a:pt x="0" y="2090"/>
                      <a:pt x="2002" y="2496"/>
                      <a:pt x="4086" y="2496"/>
                    </a:cubicBezTo>
                    <a:cubicBezTo>
                      <a:pt x="5959" y="2496"/>
                      <a:pt x="7898" y="2169"/>
                      <a:pt x="8514" y="926"/>
                    </a:cubicBezTo>
                    <a:cubicBezTo>
                      <a:pt x="8855" y="251"/>
                      <a:pt x="8457" y="0"/>
                      <a:pt x="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39"/>
              <p:cNvSpPr/>
              <p:nvPr/>
            </p:nvSpPr>
            <p:spPr>
              <a:xfrm>
                <a:off x="6107649" y="-181123"/>
                <a:ext cx="170437" cy="247481"/>
              </a:xfrm>
              <a:custGeom>
                <a:rect b="b" l="l" r="r" t="t"/>
                <a:pathLst>
                  <a:path extrusionOk="0" h="6736" w="4639">
                    <a:moveTo>
                      <a:pt x="3277" y="1"/>
                    </a:moveTo>
                    <a:cubicBezTo>
                      <a:pt x="3137" y="1"/>
                      <a:pt x="2945" y="72"/>
                      <a:pt x="2694" y="230"/>
                    </a:cubicBezTo>
                    <a:cubicBezTo>
                      <a:pt x="0" y="1919"/>
                      <a:pt x="1187" y="6735"/>
                      <a:pt x="1187" y="6735"/>
                    </a:cubicBezTo>
                    <a:cubicBezTo>
                      <a:pt x="1187" y="6735"/>
                      <a:pt x="4639" y="1"/>
                      <a:pt x="3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39"/>
              <p:cNvSpPr/>
              <p:nvPr/>
            </p:nvSpPr>
            <p:spPr>
              <a:xfrm>
                <a:off x="6239288" y="-112860"/>
                <a:ext cx="263756" cy="121536"/>
              </a:xfrm>
              <a:custGeom>
                <a:rect b="b" l="l" r="r" t="t"/>
                <a:pathLst>
                  <a:path extrusionOk="0" h="3308" w="7179">
                    <a:moveTo>
                      <a:pt x="6417" y="0"/>
                    </a:moveTo>
                    <a:cubicBezTo>
                      <a:pt x="4595" y="0"/>
                      <a:pt x="1" y="3303"/>
                      <a:pt x="1" y="3303"/>
                    </a:cubicBezTo>
                    <a:cubicBezTo>
                      <a:pt x="1" y="3303"/>
                      <a:pt x="143" y="3307"/>
                      <a:pt x="388" y="3307"/>
                    </a:cubicBezTo>
                    <a:cubicBezTo>
                      <a:pt x="1857" y="3307"/>
                      <a:pt x="7008" y="3139"/>
                      <a:pt x="7145" y="792"/>
                    </a:cubicBezTo>
                    <a:cubicBezTo>
                      <a:pt x="7178" y="225"/>
                      <a:pt x="6892" y="0"/>
                      <a:pt x="64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6" name="Google Shape;4256;p39"/>
            <p:cNvGrpSpPr/>
            <p:nvPr/>
          </p:nvGrpSpPr>
          <p:grpSpPr>
            <a:xfrm>
              <a:off x="3352957" y="-333520"/>
              <a:ext cx="1351738" cy="839803"/>
              <a:chOff x="3352957" y="-333520"/>
              <a:chExt cx="1351738" cy="839803"/>
            </a:xfrm>
          </p:grpSpPr>
          <p:sp>
            <p:nvSpPr>
              <p:cNvPr id="4257" name="Google Shape;4257;p39"/>
              <p:cNvSpPr/>
              <p:nvPr/>
            </p:nvSpPr>
            <p:spPr>
              <a:xfrm>
                <a:off x="3352957" y="-333520"/>
                <a:ext cx="1351738" cy="773267"/>
              </a:xfrm>
              <a:custGeom>
                <a:rect b="b" l="l" r="r" t="t"/>
                <a:pathLst>
                  <a:path extrusionOk="0" h="21047" w="36792">
                    <a:moveTo>
                      <a:pt x="567" y="0"/>
                    </a:moveTo>
                    <a:cubicBezTo>
                      <a:pt x="293" y="0"/>
                      <a:pt x="1" y="307"/>
                      <a:pt x="157" y="635"/>
                    </a:cubicBezTo>
                    <a:cubicBezTo>
                      <a:pt x="3969" y="8784"/>
                      <a:pt x="11821" y="13782"/>
                      <a:pt x="19969" y="16909"/>
                    </a:cubicBezTo>
                    <a:cubicBezTo>
                      <a:pt x="23484" y="18233"/>
                      <a:pt x="27114" y="19260"/>
                      <a:pt x="30788" y="20036"/>
                    </a:cubicBezTo>
                    <a:cubicBezTo>
                      <a:pt x="32204" y="20356"/>
                      <a:pt x="34806" y="20356"/>
                      <a:pt x="35947" y="20995"/>
                    </a:cubicBezTo>
                    <a:cubicBezTo>
                      <a:pt x="36016" y="21031"/>
                      <a:pt x="36083" y="21047"/>
                      <a:pt x="36147" y="21047"/>
                    </a:cubicBezTo>
                    <a:cubicBezTo>
                      <a:pt x="36532" y="21047"/>
                      <a:pt x="36791" y="20480"/>
                      <a:pt x="36381" y="20265"/>
                    </a:cubicBezTo>
                    <a:cubicBezTo>
                      <a:pt x="35308" y="19671"/>
                      <a:pt x="33505" y="19717"/>
                      <a:pt x="32341" y="19511"/>
                    </a:cubicBezTo>
                    <a:cubicBezTo>
                      <a:pt x="28962" y="18849"/>
                      <a:pt x="25630" y="17982"/>
                      <a:pt x="22366" y="16864"/>
                    </a:cubicBezTo>
                    <a:cubicBezTo>
                      <a:pt x="13647" y="13896"/>
                      <a:pt x="4950" y="8875"/>
                      <a:pt x="887" y="224"/>
                    </a:cubicBezTo>
                    <a:cubicBezTo>
                      <a:pt x="815" y="66"/>
                      <a:pt x="693" y="0"/>
                      <a:pt x="5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8" name="Google Shape;4258;p39"/>
              <p:cNvSpPr/>
              <p:nvPr/>
            </p:nvSpPr>
            <p:spPr>
              <a:xfrm>
                <a:off x="4099183" y="383314"/>
                <a:ext cx="367363" cy="122969"/>
              </a:xfrm>
              <a:custGeom>
                <a:rect b="b" l="l" r="r" t="t"/>
                <a:pathLst>
                  <a:path extrusionOk="0" h="3347" w="9999">
                    <a:moveTo>
                      <a:pt x="9998" y="0"/>
                    </a:moveTo>
                    <a:cubicBezTo>
                      <a:pt x="9998" y="0"/>
                      <a:pt x="1" y="1872"/>
                      <a:pt x="2557" y="3127"/>
                    </a:cubicBezTo>
                    <a:cubicBezTo>
                      <a:pt x="2871" y="3280"/>
                      <a:pt x="3221" y="3347"/>
                      <a:pt x="3594" y="3347"/>
                    </a:cubicBezTo>
                    <a:cubicBezTo>
                      <a:pt x="6231" y="3347"/>
                      <a:pt x="9998" y="1"/>
                      <a:pt x="99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9" name="Google Shape;4259;p39"/>
              <p:cNvSpPr/>
              <p:nvPr/>
            </p:nvSpPr>
            <p:spPr>
              <a:xfrm>
                <a:off x="4063950" y="100710"/>
                <a:ext cx="258356" cy="247407"/>
              </a:xfrm>
              <a:custGeom>
                <a:rect b="b" l="l" r="r" t="t"/>
                <a:pathLst>
                  <a:path extrusionOk="0" h="6734" w="7032">
                    <a:moveTo>
                      <a:pt x="3082" y="0"/>
                    </a:moveTo>
                    <a:cubicBezTo>
                      <a:pt x="1" y="0"/>
                      <a:pt x="7031" y="6734"/>
                      <a:pt x="7031" y="6734"/>
                    </a:cubicBezTo>
                    <a:cubicBezTo>
                      <a:pt x="7031" y="6734"/>
                      <a:pt x="6187" y="0"/>
                      <a:pt x="30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39"/>
              <p:cNvSpPr/>
              <p:nvPr/>
            </p:nvSpPr>
            <p:spPr>
              <a:xfrm>
                <a:off x="3912838" y="313545"/>
                <a:ext cx="336502" cy="82481"/>
              </a:xfrm>
              <a:custGeom>
                <a:rect b="b" l="l" r="r" t="t"/>
                <a:pathLst>
                  <a:path extrusionOk="0" h="2245" w="9159">
                    <a:moveTo>
                      <a:pt x="4026" y="0"/>
                    </a:moveTo>
                    <a:cubicBezTo>
                      <a:pt x="1847" y="0"/>
                      <a:pt x="1" y="294"/>
                      <a:pt x="941" y="1420"/>
                    </a:cubicBezTo>
                    <a:cubicBezTo>
                      <a:pt x="1443" y="2021"/>
                      <a:pt x="2225" y="2245"/>
                      <a:pt x="3111" y="2245"/>
                    </a:cubicBezTo>
                    <a:cubicBezTo>
                      <a:pt x="5693" y="2245"/>
                      <a:pt x="9158" y="347"/>
                      <a:pt x="9158" y="347"/>
                    </a:cubicBezTo>
                    <a:cubicBezTo>
                      <a:pt x="9158" y="347"/>
                      <a:pt x="6396" y="0"/>
                      <a:pt x="4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39"/>
              <p:cNvSpPr/>
              <p:nvPr/>
            </p:nvSpPr>
            <p:spPr>
              <a:xfrm>
                <a:off x="3885173" y="23372"/>
                <a:ext cx="229992" cy="250126"/>
              </a:xfrm>
              <a:custGeom>
                <a:rect b="b" l="l" r="r" t="t"/>
                <a:pathLst>
                  <a:path extrusionOk="0" h="6808" w="6260">
                    <a:moveTo>
                      <a:pt x="2422" y="1"/>
                    </a:moveTo>
                    <a:cubicBezTo>
                      <a:pt x="1" y="1"/>
                      <a:pt x="5666" y="6807"/>
                      <a:pt x="5666" y="6807"/>
                    </a:cubicBezTo>
                    <a:cubicBezTo>
                      <a:pt x="5666" y="6807"/>
                      <a:pt x="6259" y="759"/>
                      <a:pt x="2835" y="51"/>
                    </a:cubicBezTo>
                    <a:cubicBezTo>
                      <a:pt x="2677" y="17"/>
                      <a:pt x="2540" y="1"/>
                      <a:pt x="2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39"/>
              <p:cNvSpPr/>
              <p:nvPr/>
            </p:nvSpPr>
            <p:spPr>
              <a:xfrm>
                <a:off x="3734833" y="222466"/>
                <a:ext cx="263756" cy="60254"/>
              </a:xfrm>
              <a:custGeom>
                <a:rect b="b" l="l" r="r" t="t"/>
                <a:pathLst>
                  <a:path extrusionOk="0" h="1640" w="7179">
                    <a:moveTo>
                      <a:pt x="7172" y="337"/>
                    </a:moveTo>
                    <a:cubicBezTo>
                      <a:pt x="7171" y="337"/>
                      <a:pt x="7170" y="337"/>
                      <a:pt x="7169" y="337"/>
                    </a:cubicBezTo>
                    <a:lnTo>
                      <a:pt x="7169" y="337"/>
                    </a:lnTo>
                    <a:cubicBezTo>
                      <a:pt x="7175" y="338"/>
                      <a:pt x="7179" y="338"/>
                      <a:pt x="7179" y="338"/>
                    </a:cubicBezTo>
                    <a:cubicBezTo>
                      <a:pt x="7177" y="337"/>
                      <a:pt x="7175" y="337"/>
                      <a:pt x="7172" y="337"/>
                    </a:cubicBezTo>
                    <a:close/>
                    <a:moveTo>
                      <a:pt x="2716" y="1"/>
                    </a:moveTo>
                    <a:cubicBezTo>
                      <a:pt x="1166" y="1"/>
                      <a:pt x="0" y="218"/>
                      <a:pt x="833" y="1000"/>
                    </a:cubicBezTo>
                    <a:cubicBezTo>
                      <a:pt x="1325" y="1468"/>
                      <a:pt x="1988" y="1640"/>
                      <a:pt x="2701" y="1640"/>
                    </a:cubicBezTo>
                    <a:cubicBezTo>
                      <a:pt x="4655" y="1640"/>
                      <a:pt x="6983" y="350"/>
                      <a:pt x="7169" y="337"/>
                    </a:cubicBezTo>
                    <a:lnTo>
                      <a:pt x="7169" y="337"/>
                    </a:lnTo>
                    <a:cubicBezTo>
                      <a:pt x="6997" y="315"/>
                      <a:pt x="4579" y="1"/>
                      <a:pt x="27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39"/>
              <p:cNvSpPr/>
              <p:nvPr/>
            </p:nvSpPr>
            <p:spPr>
              <a:xfrm>
                <a:off x="3725868" y="-83725"/>
                <a:ext cx="219044" cy="273346"/>
              </a:xfrm>
              <a:custGeom>
                <a:rect b="b" l="l" r="r" t="t"/>
                <a:pathLst>
                  <a:path extrusionOk="0" h="7440" w="5962">
                    <a:moveTo>
                      <a:pt x="1907" y="1"/>
                    </a:moveTo>
                    <a:cubicBezTo>
                      <a:pt x="1" y="1"/>
                      <a:pt x="4820" y="7440"/>
                      <a:pt x="4820" y="7440"/>
                    </a:cubicBezTo>
                    <a:cubicBezTo>
                      <a:pt x="4820" y="7440"/>
                      <a:pt x="5962" y="1072"/>
                      <a:pt x="2196" y="44"/>
                    </a:cubicBezTo>
                    <a:cubicBezTo>
                      <a:pt x="2086" y="15"/>
                      <a:pt x="1990" y="1"/>
                      <a:pt x="19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39"/>
              <p:cNvSpPr/>
              <p:nvPr/>
            </p:nvSpPr>
            <p:spPr>
              <a:xfrm>
                <a:off x="3519169" y="66689"/>
                <a:ext cx="325112" cy="91703"/>
              </a:xfrm>
              <a:custGeom>
                <a:rect b="b" l="l" r="r" t="t"/>
                <a:pathLst>
                  <a:path extrusionOk="0" h="2496" w="8849">
                    <a:moveTo>
                      <a:pt x="1182" y="0"/>
                    </a:moveTo>
                    <a:cubicBezTo>
                      <a:pt x="401" y="0"/>
                      <a:pt x="0" y="251"/>
                      <a:pt x="335" y="926"/>
                    </a:cubicBezTo>
                    <a:cubicBezTo>
                      <a:pt x="951" y="2169"/>
                      <a:pt x="2890" y="2496"/>
                      <a:pt x="4763" y="2496"/>
                    </a:cubicBezTo>
                    <a:cubicBezTo>
                      <a:pt x="6847" y="2496"/>
                      <a:pt x="8849" y="2090"/>
                      <a:pt x="8849" y="2090"/>
                    </a:cubicBezTo>
                    <a:cubicBezTo>
                      <a:pt x="8849" y="2090"/>
                      <a:pt x="3434" y="0"/>
                      <a:pt x="11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5" name="Google Shape;4265;p39"/>
              <p:cNvSpPr/>
              <p:nvPr/>
            </p:nvSpPr>
            <p:spPr>
              <a:xfrm>
                <a:off x="3587469" y="-181123"/>
                <a:ext cx="170437" cy="247481"/>
              </a:xfrm>
              <a:custGeom>
                <a:rect b="b" l="l" r="r" t="t"/>
                <a:pathLst>
                  <a:path extrusionOk="0" h="6736" w="4639">
                    <a:moveTo>
                      <a:pt x="1362" y="1"/>
                    </a:moveTo>
                    <a:cubicBezTo>
                      <a:pt x="0" y="1"/>
                      <a:pt x="3452" y="6735"/>
                      <a:pt x="3452" y="6735"/>
                    </a:cubicBezTo>
                    <a:cubicBezTo>
                      <a:pt x="3452" y="6735"/>
                      <a:pt x="4639" y="1919"/>
                      <a:pt x="1945" y="230"/>
                    </a:cubicBezTo>
                    <a:cubicBezTo>
                      <a:pt x="1694" y="72"/>
                      <a:pt x="1502" y="1"/>
                      <a:pt x="13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6" name="Google Shape;4266;p39"/>
            <p:cNvGrpSpPr/>
            <p:nvPr/>
          </p:nvGrpSpPr>
          <p:grpSpPr>
            <a:xfrm>
              <a:off x="4280312" y="72200"/>
              <a:ext cx="1368638" cy="795862"/>
              <a:chOff x="4280312" y="72200"/>
              <a:chExt cx="1368638" cy="795862"/>
            </a:xfrm>
          </p:grpSpPr>
          <p:sp>
            <p:nvSpPr>
              <p:cNvPr id="4267" name="Google Shape;4267;p39"/>
              <p:cNvSpPr/>
              <p:nvPr/>
            </p:nvSpPr>
            <p:spPr>
              <a:xfrm>
                <a:off x="4519342" y="177864"/>
                <a:ext cx="360603" cy="155153"/>
              </a:xfrm>
              <a:custGeom>
                <a:rect b="b" l="l" r="r" t="t"/>
                <a:pathLst>
                  <a:path extrusionOk="0" fill="none" h="4223" w="9815">
                    <a:moveTo>
                      <a:pt x="0" y="799"/>
                    </a:moveTo>
                    <a:cubicBezTo>
                      <a:pt x="4771" y="0"/>
                      <a:pt x="9815" y="2853"/>
                      <a:pt x="9815" y="2853"/>
                    </a:cubicBezTo>
                    <a:cubicBezTo>
                      <a:pt x="9655" y="2602"/>
                      <a:pt x="5821" y="2351"/>
                      <a:pt x="2305" y="4223"/>
                    </a:cubicBezTo>
                  </a:path>
                </a:pathLst>
              </a:custGeom>
              <a:noFill/>
              <a:ln cap="flat" cmpd="sng" w="9700">
                <a:solidFill>
                  <a:schemeClr val="dk2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8" name="Google Shape;4268;p39"/>
              <p:cNvSpPr/>
              <p:nvPr/>
            </p:nvSpPr>
            <p:spPr>
              <a:xfrm>
                <a:off x="4986418" y="296938"/>
                <a:ext cx="297741" cy="36079"/>
              </a:xfrm>
              <a:custGeom>
                <a:rect b="b" l="l" r="r" t="t"/>
                <a:pathLst>
                  <a:path extrusionOk="0" fill="none" h="982" w="8104">
                    <a:moveTo>
                      <a:pt x="1" y="388"/>
                    </a:moveTo>
                    <a:cubicBezTo>
                      <a:pt x="1" y="388"/>
                      <a:pt x="3310" y="0"/>
                      <a:pt x="8104" y="982"/>
                    </a:cubicBezTo>
                  </a:path>
                </a:pathLst>
              </a:custGeom>
              <a:noFill/>
              <a:ln cap="flat" cmpd="sng" w="9700">
                <a:solidFill>
                  <a:schemeClr val="dk2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9" name="Google Shape;4269;p39"/>
              <p:cNvSpPr/>
              <p:nvPr/>
            </p:nvSpPr>
            <p:spPr>
              <a:xfrm>
                <a:off x="4557074" y="316227"/>
                <a:ext cx="375703" cy="551835"/>
              </a:xfrm>
              <a:custGeom>
                <a:rect b="b" l="l" r="r" t="t"/>
                <a:pathLst>
                  <a:path extrusionOk="0" h="15020" w="10226">
                    <a:moveTo>
                      <a:pt x="10226" y="0"/>
                    </a:moveTo>
                    <a:lnTo>
                      <a:pt x="6642" y="617"/>
                    </a:lnTo>
                    <a:lnTo>
                      <a:pt x="0" y="13148"/>
                    </a:lnTo>
                    <a:lnTo>
                      <a:pt x="4816" y="10979"/>
                    </a:lnTo>
                    <a:lnTo>
                      <a:pt x="6642" y="15019"/>
                    </a:lnTo>
                    <a:lnTo>
                      <a:pt x="102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39"/>
              <p:cNvSpPr/>
              <p:nvPr/>
            </p:nvSpPr>
            <p:spPr>
              <a:xfrm>
                <a:off x="4943652" y="332980"/>
                <a:ext cx="347230" cy="535081"/>
              </a:xfrm>
              <a:custGeom>
                <a:rect b="b" l="l" r="r" t="t"/>
                <a:pathLst>
                  <a:path extrusionOk="0" h="14564" w="9451">
                    <a:moveTo>
                      <a:pt x="2146" y="1"/>
                    </a:moveTo>
                    <a:lnTo>
                      <a:pt x="1" y="823"/>
                    </a:lnTo>
                    <a:lnTo>
                      <a:pt x="2420" y="14563"/>
                    </a:lnTo>
                    <a:lnTo>
                      <a:pt x="5182" y="10523"/>
                    </a:lnTo>
                    <a:lnTo>
                      <a:pt x="9450" y="12623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1" name="Google Shape;4271;p39"/>
              <p:cNvSpPr/>
              <p:nvPr/>
            </p:nvSpPr>
            <p:spPr>
              <a:xfrm>
                <a:off x="4280312" y="72200"/>
                <a:ext cx="618922" cy="468802"/>
              </a:xfrm>
              <a:custGeom>
                <a:rect b="b" l="l" r="r" t="t"/>
                <a:pathLst>
                  <a:path extrusionOk="0" h="12760" w="16846">
                    <a:moveTo>
                      <a:pt x="2375" y="0"/>
                    </a:moveTo>
                    <a:lnTo>
                      <a:pt x="2375" y="0"/>
                    </a:lnTo>
                    <a:cubicBezTo>
                      <a:pt x="2375" y="0"/>
                      <a:pt x="1" y="10135"/>
                      <a:pt x="5274" y="12760"/>
                    </a:cubicBezTo>
                    <a:cubicBezTo>
                      <a:pt x="5274" y="12760"/>
                      <a:pt x="14792" y="10135"/>
                      <a:pt x="16846" y="6551"/>
                    </a:cubicBezTo>
                    <a:cubicBezTo>
                      <a:pt x="16846" y="6551"/>
                      <a:pt x="13194" y="502"/>
                      <a:pt x="23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2" name="Google Shape;4272;p39"/>
              <p:cNvSpPr/>
              <p:nvPr/>
            </p:nvSpPr>
            <p:spPr>
              <a:xfrm>
                <a:off x="4989798" y="103502"/>
                <a:ext cx="659152" cy="458993"/>
              </a:xfrm>
              <a:custGeom>
                <a:rect b="b" l="l" r="r" t="t"/>
                <a:pathLst>
                  <a:path extrusionOk="0" h="12493" w="17941">
                    <a:moveTo>
                      <a:pt x="12625" y="1"/>
                    </a:moveTo>
                    <a:cubicBezTo>
                      <a:pt x="3730" y="1"/>
                      <a:pt x="0" y="5790"/>
                      <a:pt x="0" y="5790"/>
                    </a:cubicBezTo>
                    <a:cubicBezTo>
                      <a:pt x="3809" y="12029"/>
                      <a:pt x="12235" y="12492"/>
                      <a:pt x="14655" y="12492"/>
                    </a:cubicBezTo>
                    <a:cubicBezTo>
                      <a:pt x="15077" y="12492"/>
                      <a:pt x="15316" y="12478"/>
                      <a:pt x="15316" y="12478"/>
                    </a:cubicBezTo>
                    <a:cubicBezTo>
                      <a:pt x="17941" y="7160"/>
                      <a:pt x="14973" y="130"/>
                      <a:pt x="14973" y="130"/>
                    </a:cubicBezTo>
                    <a:cubicBezTo>
                      <a:pt x="14154" y="41"/>
                      <a:pt x="13371" y="1"/>
                      <a:pt x="126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3" name="Google Shape;4273;p39"/>
              <p:cNvSpPr/>
              <p:nvPr/>
            </p:nvSpPr>
            <p:spPr>
              <a:xfrm>
                <a:off x="4850590" y="235362"/>
                <a:ext cx="192885" cy="161729"/>
              </a:xfrm>
              <a:custGeom>
                <a:rect b="b" l="l" r="r" t="t"/>
                <a:pathLst>
                  <a:path extrusionOk="0" h="4402" w="5250">
                    <a:moveTo>
                      <a:pt x="2621" y="0"/>
                    </a:moveTo>
                    <a:cubicBezTo>
                      <a:pt x="1065" y="0"/>
                      <a:pt x="0" y="558"/>
                      <a:pt x="0" y="558"/>
                    </a:cubicBezTo>
                    <a:cubicBezTo>
                      <a:pt x="0" y="558"/>
                      <a:pt x="346" y="4402"/>
                      <a:pt x="2360" y="4402"/>
                    </a:cubicBezTo>
                    <a:cubicBezTo>
                      <a:pt x="2417" y="4402"/>
                      <a:pt x="2474" y="4399"/>
                      <a:pt x="2534" y="4393"/>
                    </a:cubicBezTo>
                    <a:cubicBezTo>
                      <a:pt x="4702" y="4142"/>
                      <a:pt x="5250" y="558"/>
                      <a:pt x="5250" y="558"/>
                    </a:cubicBezTo>
                    <a:cubicBezTo>
                      <a:pt x="4299" y="139"/>
                      <a:pt x="3399" y="0"/>
                      <a:pt x="26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4" name="Google Shape;4274;p39"/>
              <p:cNvSpPr/>
              <p:nvPr/>
            </p:nvSpPr>
            <p:spPr>
              <a:xfrm>
                <a:off x="5048104" y="204574"/>
                <a:ext cx="206222" cy="84282"/>
              </a:xfrm>
              <a:custGeom>
                <a:rect b="b" l="l" r="r" t="t"/>
                <a:pathLst>
                  <a:path extrusionOk="0" h="2294" w="5613">
                    <a:moveTo>
                      <a:pt x="5299" y="0"/>
                    </a:moveTo>
                    <a:cubicBezTo>
                      <a:pt x="5287" y="0"/>
                      <a:pt x="5274" y="1"/>
                      <a:pt x="5261" y="4"/>
                    </a:cubicBezTo>
                    <a:cubicBezTo>
                      <a:pt x="3457" y="346"/>
                      <a:pt x="1768" y="985"/>
                      <a:pt x="193" y="1898"/>
                    </a:cubicBezTo>
                    <a:cubicBezTo>
                      <a:pt x="0" y="2014"/>
                      <a:pt x="118" y="2294"/>
                      <a:pt x="297" y="2294"/>
                    </a:cubicBezTo>
                    <a:cubicBezTo>
                      <a:pt x="329" y="2294"/>
                      <a:pt x="364" y="2284"/>
                      <a:pt x="399" y="2263"/>
                    </a:cubicBezTo>
                    <a:cubicBezTo>
                      <a:pt x="1951" y="1373"/>
                      <a:pt x="3617" y="757"/>
                      <a:pt x="5375" y="414"/>
                    </a:cubicBezTo>
                    <a:cubicBezTo>
                      <a:pt x="5613" y="371"/>
                      <a:pt x="5523" y="0"/>
                      <a:pt x="5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39"/>
              <p:cNvSpPr/>
              <p:nvPr/>
            </p:nvSpPr>
            <p:spPr>
              <a:xfrm>
                <a:off x="5051264" y="312075"/>
                <a:ext cx="153243" cy="52024"/>
              </a:xfrm>
              <a:custGeom>
                <a:rect b="b" l="l" r="r" t="t"/>
                <a:pathLst>
                  <a:path extrusionOk="0" h="1416" w="4171">
                    <a:moveTo>
                      <a:pt x="331" y="0"/>
                    </a:moveTo>
                    <a:cubicBezTo>
                      <a:pt x="129" y="0"/>
                      <a:pt x="1" y="288"/>
                      <a:pt x="199" y="387"/>
                    </a:cubicBezTo>
                    <a:cubicBezTo>
                      <a:pt x="1386" y="958"/>
                      <a:pt x="2618" y="1300"/>
                      <a:pt x="3919" y="1414"/>
                    </a:cubicBezTo>
                    <a:cubicBezTo>
                      <a:pt x="3926" y="1415"/>
                      <a:pt x="3932" y="1415"/>
                      <a:pt x="3938" y="1415"/>
                    </a:cubicBezTo>
                    <a:cubicBezTo>
                      <a:pt x="4170" y="1415"/>
                      <a:pt x="4164" y="1003"/>
                      <a:pt x="3919" y="981"/>
                    </a:cubicBezTo>
                    <a:cubicBezTo>
                      <a:pt x="2687" y="889"/>
                      <a:pt x="1523" y="570"/>
                      <a:pt x="427" y="22"/>
                    </a:cubicBezTo>
                    <a:cubicBezTo>
                      <a:pt x="394" y="7"/>
                      <a:pt x="361" y="0"/>
                      <a:pt x="3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39"/>
              <p:cNvSpPr/>
              <p:nvPr/>
            </p:nvSpPr>
            <p:spPr>
              <a:xfrm>
                <a:off x="4568794" y="212473"/>
                <a:ext cx="228523" cy="67161"/>
              </a:xfrm>
              <a:custGeom>
                <a:rect b="b" l="l" r="r" t="t"/>
                <a:pathLst>
                  <a:path extrusionOk="0" h="1828" w="6220">
                    <a:moveTo>
                      <a:pt x="865" y="0"/>
                    </a:moveTo>
                    <a:cubicBezTo>
                      <a:pt x="669" y="0"/>
                      <a:pt x="473" y="6"/>
                      <a:pt x="275" y="17"/>
                    </a:cubicBezTo>
                    <a:cubicBezTo>
                      <a:pt x="8" y="39"/>
                      <a:pt x="1" y="429"/>
                      <a:pt x="253" y="429"/>
                    </a:cubicBezTo>
                    <a:cubicBezTo>
                      <a:pt x="260" y="429"/>
                      <a:pt x="267" y="428"/>
                      <a:pt x="275" y="428"/>
                    </a:cubicBezTo>
                    <a:cubicBezTo>
                      <a:pt x="440" y="420"/>
                      <a:pt x="605" y="416"/>
                      <a:pt x="768" y="416"/>
                    </a:cubicBezTo>
                    <a:cubicBezTo>
                      <a:pt x="2568" y="416"/>
                      <a:pt x="4252" y="877"/>
                      <a:pt x="5821" y="1797"/>
                    </a:cubicBezTo>
                    <a:cubicBezTo>
                      <a:pt x="5856" y="1818"/>
                      <a:pt x="5891" y="1827"/>
                      <a:pt x="5923" y="1827"/>
                    </a:cubicBezTo>
                    <a:cubicBezTo>
                      <a:pt x="6102" y="1827"/>
                      <a:pt x="6220" y="1548"/>
                      <a:pt x="6027" y="1432"/>
                    </a:cubicBezTo>
                    <a:cubicBezTo>
                      <a:pt x="4438" y="483"/>
                      <a:pt x="2701" y="0"/>
                      <a:pt x="8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7" name="Google Shape;4277;p39"/>
              <p:cNvSpPr/>
              <p:nvPr/>
            </p:nvSpPr>
            <p:spPr>
              <a:xfrm>
                <a:off x="4572248" y="303625"/>
                <a:ext cx="214635" cy="55037"/>
              </a:xfrm>
              <a:custGeom>
                <a:rect b="b" l="l" r="r" t="t"/>
                <a:pathLst>
                  <a:path extrusionOk="0" h="1498" w="5842">
                    <a:moveTo>
                      <a:pt x="5588" y="0"/>
                    </a:moveTo>
                    <a:cubicBezTo>
                      <a:pt x="5581" y="0"/>
                      <a:pt x="5574" y="0"/>
                      <a:pt x="5567" y="1"/>
                    </a:cubicBezTo>
                    <a:cubicBezTo>
                      <a:pt x="3719" y="69"/>
                      <a:pt x="1961" y="435"/>
                      <a:pt x="226" y="1074"/>
                    </a:cubicBezTo>
                    <a:cubicBezTo>
                      <a:pt x="0" y="1156"/>
                      <a:pt x="70" y="1498"/>
                      <a:pt x="270" y="1498"/>
                    </a:cubicBezTo>
                    <a:cubicBezTo>
                      <a:pt x="292" y="1498"/>
                      <a:pt x="316" y="1494"/>
                      <a:pt x="340" y="1485"/>
                    </a:cubicBezTo>
                    <a:cubicBezTo>
                      <a:pt x="2030" y="846"/>
                      <a:pt x="3764" y="480"/>
                      <a:pt x="5567" y="412"/>
                    </a:cubicBezTo>
                    <a:cubicBezTo>
                      <a:pt x="5834" y="412"/>
                      <a:pt x="5841" y="0"/>
                      <a:pt x="55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2">
    <p:spTree>
      <p:nvGrpSpPr>
        <p:cNvPr id="4278" name="Shape 4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9" name="Google Shape;4279;p40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280" name="Google Shape;4280;p40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40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40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40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40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40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40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40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40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40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40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40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40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40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40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40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40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40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40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40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40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40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40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40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40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40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40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40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40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40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40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40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40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40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40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40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40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40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40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40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40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40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40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40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40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40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40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40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40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40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40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40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40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40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40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40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40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40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40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40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40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40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40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3" name="Google Shape;4343;p40"/>
          <p:cNvSpPr txBox="1"/>
          <p:nvPr>
            <p:ph idx="1" type="subTitle"/>
          </p:nvPr>
        </p:nvSpPr>
        <p:spPr>
          <a:xfrm>
            <a:off x="1299600" y="3071524"/>
            <a:ext cx="2750400" cy="10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44" name="Google Shape;4344;p40"/>
          <p:cNvSpPr txBox="1"/>
          <p:nvPr>
            <p:ph type="title"/>
          </p:nvPr>
        </p:nvSpPr>
        <p:spPr>
          <a:xfrm>
            <a:off x="1299563" y="1897615"/>
            <a:ext cx="2750400" cy="11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grpSp>
        <p:nvGrpSpPr>
          <p:cNvPr id="4345" name="Google Shape;4345;p40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4346" name="Google Shape;4346;p40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4347" name="Google Shape;4347;p40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8" name="Google Shape;4348;p40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9" name="Google Shape;4349;p40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0" name="Google Shape;4350;p40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1" name="Google Shape;4351;p40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2" name="Google Shape;4352;p40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3" name="Google Shape;4353;p40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4" name="Google Shape;4354;p40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5" name="Google Shape;4355;p40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6" name="Google Shape;4356;p40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7" name="Google Shape;4357;p40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8" name="Google Shape;4358;p40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9" name="Google Shape;4359;p40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0" name="Google Shape;4360;p40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1" name="Google Shape;4361;p40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2" name="Google Shape;4362;p40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3" name="Google Shape;4363;p40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4" name="Google Shape;4364;p40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5" name="Google Shape;4365;p40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6" name="Google Shape;4366;p40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7" name="Google Shape;4367;p40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8" name="Google Shape;4368;p40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9" name="Google Shape;4369;p40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0" name="Google Shape;4370;p40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1" name="Google Shape;4371;p40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2" name="Google Shape;4372;p40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3" name="Google Shape;4373;p40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4" name="Google Shape;4374;p40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5" name="Google Shape;4375;p40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6" name="Google Shape;4376;p40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7" name="Google Shape;4377;p40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8" name="Google Shape;4378;p40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9" name="Google Shape;4379;p40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0" name="Google Shape;4380;p40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1" name="Google Shape;4381;p40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2" name="Google Shape;4382;p40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3" name="Google Shape;4383;p40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4" name="Google Shape;4384;p40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5" name="Google Shape;4385;p40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6" name="Google Shape;4386;p40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7" name="Google Shape;4387;p40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8" name="Google Shape;4388;p40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9" name="Google Shape;4389;p40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0" name="Google Shape;4390;p40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1" name="Google Shape;4391;p40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2" name="Google Shape;4392;p40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3" name="Google Shape;4393;p40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4" name="Google Shape;4394;p40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5" name="Google Shape;4395;p40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6" name="Google Shape;4396;p40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7" name="Google Shape;4397;p40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8" name="Google Shape;4398;p40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9" name="Google Shape;4399;p40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0" name="Google Shape;4400;p40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1" name="Google Shape;4401;p40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2" name="Google Shape;4402;p40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4403" name="Google Shape;4403;p40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4" name="Google Shape;4404;p40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5" name="Google Shape;4405;p40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6" name="Google Shape;4406;p40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7" name="Google Shape;4407;p40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8" name="Google Shape;4408;p40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9" name="Google Shape;4409;p40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0" name="Google Shape;4410;p40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1" name="Google Shape;4411;p40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2" name="Google Shape;4412;p40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3" name="Google Shape;4413;p40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4" name="Google Shape;4414;p40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5" name="Google Shape;4415;p40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6" name="Google Shape;4416;p40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7" name="Google Shape;4417;p40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8" name="Google Shape;4418;p40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9" name="Google Shape;4419;p40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0" name="Google Shape;4420;p40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1" name="Google Shape;4421;p40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2" name="Google Shape;4422;p40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3" name="Google Shape;4423;p40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4" name="Google Shape;4424;p40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5" name="Google Shape;4425;p40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6" name="Google Shape;4426;p40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7" name="Google Shape;4427;p40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8" name="Google Shape;4428;p40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9" name="Google Shape;4429;p40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0" name="Google Shape;4430;p40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1" name="Google Shape;4431;p40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2" name="Google Shape;4432;p40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3" name="Google Shape;4433;p40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4" name="Google Shape;4434;p40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5" name="Google Shape;4435;p40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6" name="Google Shape;4436;p40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7" name="Google Shape;4437;p40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8" name="Google Shape;4438;p40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9" name="Google Shape;4439;p40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0" name="Google Shape;4440;p40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1" name="Google Shape;4441;p40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2" name="Google Shape;4442;p40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3" name="Google Shape;4443;p40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40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40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40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40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8" name="Google Shape;4448;p40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9" name="Google Shape;4449;p40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0" name="Google Shape;4450;p40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1" name="Google Shape;4451;p40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2" name="Google Shape;4452;p40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3" name="Google Shape;4453;p40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4" name="Google Shape;4454;p40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5" name="Google Shape;4455;p40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6" name="Google Shape;4456;p40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7" name="Google Shape;4457;p40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58" name="Google Shape;4458;p40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4459" name="Google Shape;4459;p40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0" name="Google Shape;4460;p40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1" name="Google Shape;4461;p40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2" name="Google Shape;4462;p40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3" name="Google Shape;4463;p40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4" name="Google Shape;4464;p40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5" name="Google Shape;4465;p40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6" name="Google Shape;4466;p40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7" name="Google Shape;4467;p40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8" name="Google Shape;4468;p40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9" name="Google Shape;4469;p40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40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40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40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3" name="Google Shape;4473;p40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4" name="Google Shape;4474;p40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5" name="Google Shape;4475;p40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40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40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40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40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0" name="Google Shape;4480;p40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40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40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40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40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40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6" name="Google Shape;4486;p40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7" name="Google Shape;4487;p40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40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40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0" name="Google Shape;4490;p40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1" name="Google Shape;4491;p40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2" name="Google Shape;4492;p40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3" name="Google Shape;4493;p40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4" name="Google Shape;4494;p40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5" name="Google Shape;4495;p40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40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7" name="Google Shape;4497;p40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8" name="Google Shape;4498;p40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9" name="Google Shape;4499;p40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40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40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40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40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4" name="Google Shape;4504;p40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5" name="Google Shape;4505;p40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40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40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40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40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0" name="Google Shape;4510;p40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1" name="Google Shape;4511;p40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2" name="Google Shape;4512;p40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40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14" name="Google Shape;4514;p40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2_1"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6" name="Google Shape;4516;p41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517" name="Google Shape;4517;p41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41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41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41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41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41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41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41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41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41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41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41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41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41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41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41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41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41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41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41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41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41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41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41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41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41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41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41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41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41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41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41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41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41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41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41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41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41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41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41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41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41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41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41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41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41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41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41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41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41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41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41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41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41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41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41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41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41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41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41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41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41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41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0" name="Google Shape;4580;p41"/>
          <p:cNvSpPr txBox="1"/>
          <p:nvPr>
            <p:ph idx="1" type="subTitle"/>
          </p:nvPr>
        </p:nvSpPr>
        <p:spPr>
          <a:xfrm>
            <a:off x="5190750" y="3053870"/>
            <a:ext cx="2750400" cy="10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4581" name="Google Shape;4581;p41"/>
          <p:cNvGrpSpPr/>
          <p:nvPr/>
        </p:nvGrpSpPr>
        <p:grpSpPr>
          <a:xfrm>
            <a:off x="-1166812" y="0"/>
            <a:ext cx="11477625" cy="584925"/>
            <a:chOff x="-1166812" y="0"/>
            <a:chExt cx="11477625" cy="584925"/>
          </a:xfrm>
        </p:grpSpPr>
        <p:grpSp>
          <p:nvGrpSpPr>
            <p:cNvPr id="4582" name="Google Shape;4582;p41"/>
            <p:cNvGrpSpPr/>
            <p:nvPr/>
          </p:nvGrpSpPr>
          <p:grpSpPr>
            <a:xfrm>
              <a:off x="6484938" y="0"/>
              <a:ext cx="3825875" cy="584925"/>
              <a:chOff x="1866050" y="2421075"/>
              <a:chExt cx="3825875" cy="584925"/>
            </a:xfrm>
          </p:grpSpPr>
          <p:sp>
            <p:nvSpPr>
              <p:cNvPr id="4583" name="Google Shape;4583;p41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41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41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6" name="Google Shape;4586;p41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7" name="Google Shape;4587;p41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8" name="Google Shape;4588;p41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9" name="Google Shape;4589;p41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0" name="Google Shape;4590;p41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1" name="Google Shape;4591;p41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2" name="Google Shape;4592;p41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3" name="Google Shape;4593;p41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4" name="Google Shape;4594;p41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5" name="Google Shape;4595;p41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6" name="Google Shape;4596;p41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7" name="Google Shape;4597;p41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8" name="Google Shape;4598;p41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9" name="Google Shape;4599;p41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0" name="Google Shape;4600;p41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1" name="Google Shape;4601;p41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2" name="Google Shape;4602;p41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3" name="Google Shape;4603;p41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4" name="Google Shape;4604;p41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5" name="Google Shape;4605;p41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6" name="Google Shape;4606;p41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7" name="Google Shape;4607;p41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8" name="Google Shape;4608;p41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9" name="Google Shape;4609;p41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0" name="Google Shape;4610;p41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1" name="Google Shape;4611;p41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2" name="Google Shape;4612;p41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3" name="Google Shape;4613;p41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4" name="Google Shape;4614;p41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5" name="Google Shape;4615;p41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6" name="Google Shape;4616;p41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7" name="Google Shape;4617;p41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8" name="Google Shape;4618;p41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9" name="Google Shape;4619;p41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0" name="Google Shape;4620;p41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1" name="Google Shape;4621;p41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2" name="Google Shape;4622;p41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3" name="Google Shape;4623;p41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4" name="Google Shape;4624;p41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5" name="Google Shape;4625;p41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6" name="Google Shape;4626;p41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7" name="Google Shape;4627;p41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8" name="Google Shape;4628;p41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9" name="Google Shape;4629;p41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0" name="Google Shape;4630;p41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1" name="Google Shape;4631;p41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2" name="Google Shape;4632;p41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3" name="Google Shape;4633;p41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4" name="Google Shape;4634;p41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5" name="Google Shape;4635;p41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6" name="Google Shape;4636;p41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7" name="Google Shape;4637;p41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8" name="Google Shape;4638;p41"/>
            <p:cNvGrpSpPr/>
            <p:nvPr/>
          </p:nvGrpSpPr>
          <p:grpSpPr>
            <a:xfrm flipH="1">
              <a:off x="2659063" y="0"/>
              <a:ext cx="3825875" cy="584925"/>
              <a:chOff x="1866050" y="2421075"/>
              <a:chExt cx="3825875" cy="584925"/>
            </a:xfrm>
          </p:grpSpPr>
          <p:sp>
            <p:nvSpPr>
              <p:cNvPr id="4639" name="Google Shape;4639;p41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0" name="Google Shape;4640;p41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1" name="Google Shape;4641;p41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2" name="Google Shape;4642;p41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3" name="Google Shape;4643;p41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4" name="Google Shape;4644;p41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5" name="Google Shape;4645;p41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6" name="Google Shape;4646;p41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7" name="Google Shape;4647;p41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8" name="Google Shape;4648;p41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9" name="Google Shape;4649;p41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0" name="Google Shape;4650;p41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1" name="Google Shape;4651;p41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2" name="Google Shape;4652;p41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3" name="Google Shape;4653;p41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4" name="Google Shape;4654;p41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5" name="Google Shape;4655;p41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6" name="Google Shape;4656;p41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7" name="Google Shape;4657;p41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8" name="Google Shape;4658;p41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9" name="Google Shape;4659;p41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0" name="Google Shape;4660;p41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1" name="Google Shape;4661;p41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2" name="Google Shape;4662;p41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3" name="Google Shape;4663;p41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4" name="Google Shape;4664;p41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5" name="Google Shape;4665;p41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6" name="Google Shape;4666;p41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7" name="Google Shape;4667;p41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8" name="Google Shape;4668;p41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9" name="Google Shape;4669;p41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0" name="Google Shape;4670;p41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1" name="Google Shape;4671;p41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2" name="Google Shape;4672;p41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3" name="Google Shape;4673;p41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4" name="Google Shape;4674;p41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5" name="Google Shape;4675;p41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6" name="Google Shape;4676;p41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7" name="Google Shape;4677;p41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8" name="Google Shape;4678;p41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9" name="Google Shape;4679;p41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0" name="Google Shape;4680;p41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1" name="Google Shape;4681;p41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2" name="Google Shape;4682;p41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41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41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41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41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7" name="Google Shape;4687;p41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8" name="Google Shape;4688;p41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41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41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41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41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3" name="Google Shape;4693;p41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4" name="Google Shape;4694;p41"/>
            <p:cNvGrpSpPr/>
            <p:nvPr/>
          </p:nvGrpSpPr>
          <p:grpSpPr>
            <a:xfrm>
              <a:off x="-1166812" y="0"/>
              <a:ext cx="3825875" cy="584925"/>
              <a:chOff x="1866050" y="2421075"/>
              <a:chExt cx="3825875" cy="584925"/>
            </a:xfrm>
          </p:grpSpPr>
          <p:sp>
            <p:nvSpPr>
              <p:cNvPr id="4695" name="Google Shape;4695;p41"/>
              <p:cNvSpPr/>
              <p:nvPr/>
            </p:nvSpPr>
            <p:spPr>
              <a:xfrm>
                <a:off x="1866050" y="2421075"/>
                <a:ext cx="3825875" cy="349650"/>
              </a:xfrm>
              <a:custGeom>
                <a:rect b="b" l="l" r="r" t="t"/>
                <a:pathLst>
                  <a:path extrusionOk="0" fill="none" h="13986" w="153035">
                    <a:moveTo>
                      <a:pt x="153034" y="3535"/>
                    </a:moveTo>
                    <a:cubicBezTo>
                      <a:pt x="153034" y="3535"/>
                      <a:pt x="147420" y="5063"/>
                      <a:pt x="142658" y="3535"/>
                    </a:cubicBezTo>
                    <a:cubicBezTo>
                      <a:pt x="137921" y="2031"/>
                      <a:pt x="135741" y="1354"/>
                      <a:pt x="132708" y="3535"/>
                    </a:cubicBezTo>
                    <a:cubicBezTo>
                      <a:pt x="129701" y="5715"/>
                      <a:pt x="124287" y="10602"/>
                      <a:pt x="117269" y="10251"/>
                    </a:cubicBezTo>
                    <a:cubicBezTo>
                      <a:pt x="110227" y="9926"/>
                      <a:pt x="106492" y="7795"/>
                      <a:pt x="100753" y="9074"/>
                    </a:cubicBezTo>
                    <a:cubicBezTo>
                      <a:pt x="95039" y="10377"/>
                      <a:pt x="96066" y="13810"/>
                      <a:pt x="88272" y="11855"/>
                    </a:cubicBezTo>
                    <a:cubicBezTo>
                      <a:pt x="80477" y="9926"/>
                      <a:pt x="72006" y="6743"/>
                      <a:pt x="62131" y="7394"/>
                    </a:cubicBezTo>
                    <a:cubicBezTo>
                      <a:pt x="52257" y="8071"/>
                      <a:pt x="42507" y="13986"/>
                      <a:pt x="37144" y="11855"/>
                    </a:cubicBezTo>
                    <a:cubicBezTo>
                      <a:pt x="31755" y="9750"/>
                      <a:pt x="25865" y="853"/>
                      <a:pt x="21179" y="3384"/>
                    </a:cubicBezTo>
                    <a:cubicBezTo>
                      <a:pt x="16467" y="5891"/>
                      <a:pt x="8898" y="9926"/>
                      <a:pt x="4888" y="8422"/>
                    </a:cubicBezTo>
                    <a:cubicBezTo>
                      <a:pt x="853" y="6893"/>
                      <a:pt x="1" y="5966"/>
                      <a:pt x="1" y="5966"/>
                    </a:cubicBezTo>
                    <a:cubicBezTo>
                      <a:pt x="1" y="5966"/>
                      <a:pt x="17520" y="2708"/>
                      <a:pt x="22131" y="6743"/>
                    </a:cubicBezTo>
                    <a:cubicBezTo>
                      <a:pt x="26718" y="10753"/>
                      <a:pt x="26216" y="12282"/>
                      <a:pt x="24036" y="11780"/>
                    </a:cubicBezTo>
                    <a:cubicBezTo>
                      <a:pt x="21855" y="11279"/>
                      <a:pt x="23184" y="6066"/>
                      <a:pt x="26542" y="5715"/>
                    </a:cubicBezTo>
                    <a:cubicBezTo>
                      <a:pt x="29901" y="5389"/>
                      <a:pt x="42332" y="10928"/>
                      <a:pt x="47871" y="11279"/>
                    </a:cubicBezTo>
                    <a:cubicBezTo>
                      <a:pt x="53435" y="11605"/>
                      <a:pt x="58948" y="9074"/>
                      <a:pt x="58948" y="9074"/>
                    </a:cubicBezTo>
                    <a:cubicBezTo>
                      <a:pt x="58948" y="9074"/>
                      <a:pt x="82056" y="3134"/>
                      <a:pt x="90853" y="8297"/>
                    </a:cubicBezTo>
                    <a:cubicBezTo>
                      <a:pt x="99625" y="13459"/>
                      <a:pt x="104337" y="11780"/>
                      <a:pt x="112382" y="9249"/>
                    </a:cubicBezTo>
                    <a:cubicBezTo>
                      <a:pt x="120452" y="6743"/>
                      <a:pt x="123635" y="4888"/>
                      <a:pt x="130202" y="4713"/>
                    </a:cubicBezTo>
                    <a:cubicBezTo>
                      <a:pt x="136743" y="4537"/>
                      <a:pt x="144112" y="4963"/>
                      <a:pt x="148072" y="2482"/>
                    </a:cubicBezTo>
                    <a:lnTo>
                      <a:pt x="152032" y="1"/>
                    </a:lnTo>
                  </a:path>
                </a:pathLst>
              </a:custGeom>
              <a:noFill/>
              <a:ln cap="rnd" cmpd="sng" w="12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41"/>
              <p:cNvSpPr/>
              <p:nvPr/>
            </p:nvSpPr>
            <p:spPr>
              <a:xfrm>
                <a:off x="2390500" y="2789425"/>
                <a:ext cx="146000" cy="214425"/>
              </a:xfrm>
              <a:custGeom>
                <a:rect b="b" l="l" r="r" t="t"/>
                <a:pathLst>
                  <a:path extrusionOk="0" h="8577" w="5840">
                    <a:moveTo>
                      <a:pt x="3203" y="0"/>
                    </a:moveTo>
                    <a:cubicBezTo>
                      <a:pt x="2758" y="0"/>
                      <a:pt x="2310" y="157"/>
                      <a:pt x="1955" y="480"/>
                    </a:cubicBezTo>
                    <a:cubicBezTo>
                      <a:pt x="978" y="1357"/>
                      <a:pt x="326" y="2560"/>
                      <a:pt x="151" y="3964"/>
                    </a:cubicBezTo>
                    <a:cubicBezTo>
                      <a:pt x="0" y="5367"/>
                      <a:pt x="351" y="6695"/>
                      <a:pt x="1103" y="7748"/>
                    </a:cubicBezTo>
                    <a:cubicBezTo>
                      <a:pt x="1462" y="8294"/>
                      <a:pt x="2052" y="8576"/>
                      <a:pt x="2646" y="8576"/>
                    </a:cubicBezTo>
                    <a:cubicBezTo>
                      <a:pt x="3088" y="8576"/>
                      <a:pt x="3532" y="8420"/>
                      <a:pt x="3885" y="8099"/>
                    </a:cubicBezTo>
                    <a:cubicBezTo>
                      <a:pt x="4862" y="7222"/>
                      <a:pt x="5514" y="5994"/>
                      <a:pt x="5690" y="4615"/>
                    </a:cubicBezTo>
                    <a:cubicBezTo>
                      <a:pt x="5840" y="3212"/>
                      <a:pt x="5489" y="1883"/>
                      <a:pt x="4737" y="806"/>
                    </a:cubicBezTo>
                    <a:cubicBezTo>
                      <a:pt x="4380" y="277"/>
                      <a:pt x="3794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41"/>
              <p:cNvSpPr/>
              <p:nvPr/>
            </p:nvSpPr>
            <p:spPr>
              <a:xfrm>
                <a:off x="2454400" y="2736875"/>
                <a:ext cx="50775" cy="62675"/>
              </a:xfrm>
              <a:custGeom>
                <a:rect b="b" l="l" r="r" t="t"/>
                <a:pathLst>
                  <a:path extrusionOk="0" h="2507" w="2031">
                    <a:moveTo>
                      <a:pt x="577" y="0"/>
                    </a:moveTo>
                    <a:cubicBezTo>
                      <a:pt x="427" y="0"/>
                      <a:pt x="276" y="101"/>
                      <a:pt x="251" y="276"/>
                    </a:cubicBezTo>
                    <a:lnTo>
                      <a:pt x="1" y="2306"/>
                    </a:lnTo>
                    <a:lnTo>
                      <a:pt x="1780" y="2507"/>
                    </a:lnTo>
                    <a:lnTo>
                      <a:pt x="2006" y="477"/>
                    </a:lnTo>
                    <a:cubicBezTo>
                      <a:pt x="2031" y="326"/>
                      <a:pt x="1905" y="151"/>
                      <a:pt x="1730" y="151"/>
                    </a:cubicBez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41"/>
              <p:cNvSpPr/>
              <p:nvPr/>
            </p:nvSpPr>
            <p:spPr>
              <a:xfrm>
                <a:off x="2470075" y="2726175"/>
                <a:ext cx="26950" cy="25175"/>
              </a:xfrm>
              <a:custGeom>
                <a:rect b="b" l="l" r="r" t="t"/>
                <a:pathLst>
                  <a:path extrusionOk="0" h="1007" w="1078">
                    <a:moveTo>
                      <a:pt x="532" y="175"/>
                    </a:moveTo>
                    <a:cubicBezTo>
                      <a:pt x="547" y="175"/>
                      <a:pt x="562" y="176"/>
                      <a:pt x="577" y="178"/>
                    </a:cubicBezTo>
                    <a:cubicBezTo>
                      <a:pt x="752" y="203"/>
                      <a:pt x="877" y="353"/>
                      <a:pt x="852" y="554"/>
                    </a:cubicBezTo>
                    <a:cubicBezTo>
                      <a:pt x="829" y="714"/>
                      <a:pt x="702" y="833"/>
                      <a:pt x="546" y="833"/>
                    </a:cubicBezTo>
                    <a:cubicBezTo>
                      <a:pt x="531" y="833"/>
                      <a:pt x="517" y="832"/>
                      <a:pt x="501" y="829"/>
                    </a:cubicBezTo>
                    <a:cubicBezTo>
                      <a:pt x="326" y="804"/>
                      <a:pt x="201" y="654"/>
                      <a:pt x="201" y="453"/>
                    </a:cubicBezTo>
                    <a:cubicBezTo>
                      <a:pt x="224" y="293"/>
                      <a:pt x="372" y="175"/>
                      <a:pt x="532" y="175"/>
                    </a:cubicBezTo>
                    <a:close/>
                    <a:moveTo>
                      <a:pt x="555" y="0"/>
                    </a:moveTo>
                    <a:cubicBezTo>
                      <a:pt x="298" y="0"/>
                      <a:pt x="73" y="193"/>
                      <a:pt x="25" y="453"/>
                    </a:cubicBezTo>
                    <a:cubicBezTo>
                      <a:pt x="0" y="729"/>
                      <a:pt x="201" y="980"/>
                      <a:pt x="476" y="1005"/>
                    </a:cubicBezTo>
                    <a:cubicBezTo>
                      <a:pt x="492" y="1006"/>
                      <a:pt x="508" y="1007"/>
                      <a:pt x="523" y="1007"/>
                    </a:cubicBezTo>
                    <a:cubicBezTo>
                      <a:pt x="780" y="1007"/>
                      <a:pt x="1004" y="814"/>
                      <a:pt x="1028" y="554"/>
                    </a:cubicBezTo>
                    <a:cubicBezTo>
                      <a:pt x="1078" y="278"/>
                      <a:pt x="877" y="27"/>
                      <a:pt x="602" y="2"/>
                    </a:cubicBezTo>
                    <a:cubicBezTo>
                      <a:pt x="586" y="1"/>
                      <a:pt x="571" y="0"/>
                      <a:pt x="55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9" name="Google Shape;4699;p41"/>
              <p:cNvSpPr/>
              <p:nvPr/>
            </p:nvSpPr>
            <p:spPr>
              <a:xfrm>
                <a:off x="2441250" y="2820000"/>
                <a:ext cx="56400" cy="53600"/>
              </a:xfrm>
              <a:custGeom>
                <a:rect b="b" l="l" r="r" t="t"/>
                <a:pathLst>
                  <a:path extrusionOk="0" h="2144" w="2256">
                    <a:moveTo>
                      <a:pt x="1121" y="0"/>
                    </a:moveTo>
                    <a:cubicBezTo>
                      <a:pt x="595" y="0"/>
                      <a:pt x="122" y="404"/>
                      <a:pt x="76" y="936"/>
                    </a:cubicBezTo>
                    <a:cubicBezTo>
                      <a:pt x="0" y="1538"/>
                      <a:pt x="426" y="2064"/>
                      <a:pt x="1003" y="2139"/>
                    </a:cubicBezTo>
                    <a:cubicBezTo>
                      <a:pt x="1035" y="2142"/>
                      <a:pt x="1068" y="2143"/>
                      <a:pt x="1100" y="2143"/>
                    </a:cubicBezTo>
                    <a:cubicBezTo>
                      <a:pt x="1637" y="2143"/>
                      <a:pt x="2110" y="1754"/>
                      <a:pt x="2181" y="1187"/>
                    </a:cubicBezTo>
                    <a:cubicBezTo>
                      <a:pt x="2256" y="610"/>
                      <a:pt x="1830" y="84"/>
                      <a:pt x="1253" y="9"/>
                    </a:cubicBezTo>
                    <a:cubicBezTo>
                      <a:pt x="1209" y="3"/>
                      <a:pt x="1165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0" name="Google Shape;4700;p41"/>
              <p:cNvSpPr/>
              <p:nvPr/>
            </p:nvSpPr>
            <p:spPr>
              <a:xfrm>
                <a:off x="2507025" y="2913575"/>
                <a:ext cx="2550" cy="9425"/>
              </a:xfrm>
              <a:custGeom>
                <a:rect b="b" l="l" r="r" t="t"/>
                <a:pathLst>
                  <a:path extrusionOk="0" fill="none" h="377" w="102">
                    <a:moveTo>
                      <a:pt x="1" y="376"/>
                    </a:moveTo>
                    <a:cubicBezTo>
                      <a:pt x="51" y="201"/>
                      <a:pt x="51" y="201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1" name="Google Shape;4701;p41"/>
              <p:cNvSpPr/>
              <p:nvPr/>
            </p:nvSpPr>
            <p:spPr>
              <a:xfrm>
                <a:off x="2459425" y="2946775"/>
                <a:ext cx="36350" cy="32600"/>
              </a:xfrm>
              <a:custGeom>
                <a:rect b="b" l="l" r="r" t="t"/>
                <a:pathLst>
                  <a:path extrusionOk="0" fill="none" h="1304" w="1454">
                    <a:moveTo>
                      <a:pt x="0" y="1304"/>
                    </a:moveTo>
                    <a:cubicBezTo>
                      <a:pt x="0" y="1304"/>
                      <a:pt x="827" y="1003"/>
                      <a:pt x="1454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2" name="Google Shape;4702;p41"/>
              <p:cNvSpPr/>
              <p:nvPr/>
            </p:nvSpPr>
            <p:spPr>
              <a:xfrm>
                <a:off x="4097275" y="2796250"/>
                <a:ext cx="153525" cy="209750"/>
              </a:xfrm>
              <a:custGeom>
                <a:rect b="b" l="l" r="r" t="t"/>
                <a:pathLst>
                  <a:path extrusionOk="0" h="8390" w="6141">
                    <a:moveTo>
                      <a:pt x="2373" y="0"/>
                    </a:moveTo>
                    <a:cubicBezTo>
                      <a:pt x="1661" y="0"/>
                      <a:pt x="976" y="409"/>
                      <a:pt x="652" y="1109"/>
                    </a:cubicBezTo>
                    <a:cubicBezTo>
                      <a:pt x="126" y="2287"/>
                      <a:pt x="0" y="3666"/>
                      <a:pt x="401" y="5019"/>
                    </a:cubicBezTo>
                    <a:cubicBezTo>
                      <a:pt x="802" y="6347"/>
                      <a:pt x="1680" y="7425"/>
                      <a:pt x="2782" y="8102"/>
                    </a:cubicBezTo>
                    <a:cubicBezTo>
                      <a:pt x="3092" y="8297"/>
                      <a:pt x="3436" y="8390"/>
                      <a:pt x="3776" y="8390"/>
                    </a:cubicBezTo>
                    <a:cubicBezTo>
                      <a:pt x="4479" y="8390"/>
                      <a:pt x="5160" y="7993"/>
                      <a:pt x="5464" y="7300"/>
                    </a:cubicBezTo>
                    <a:cubicBezTo>
                      <a:pt x="6015" y="6097"/>
                      <a:pt x="6141" y="4743"/>
                      <a:pt x="5740" y="3390"/>
                    </a:cubicBezTo>
                    <a:cubicBezTo>
                      <a:pt x="5314" y="2036"/>
                      <a:pt x="4461" y="984"/>
                      <a:pt x="3359" y="282"/>
                    </a:cubicBezTo>
                    <a:cubicBezTo>
                      <a:pt x="3047" y="90"/>
                      <a:pt x="2707" y="0"/>
                      <a:pt x="2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3" name="Google Shape;4703;p41"/>
              <p:cNvSpPr/>
              <p:nvPr/>
            </p:nvSpPr>
            <p:spPr>
              <a:xfrm>
                <a:off x="4108550" y="2744075"/>
                <a:ext cx="58925" cy="66750"/>
              </a:xfrm>
              <a:custGeom>
                <a:rect b="b" l="l" r="r" t="t"/>
                <a:pathLst>
                  <a:path extrusionOk="0" h="2670" w="2357">
                    <a:moveTo>
                      <a:pt x="1460" y="0"/>
                    </a:moveTo>
                    <a:cubicBezTo>
                      <a:pt x="1433" y="0"/>
                      <a:pt x="1406" y="4"/>
                      <a:pt x="1379" y="13"/>
                    </a:cubicBezTo>
                    <a:lnTo>
                      <a:pt x="276" y="339"/>
                    </a:lnTo>
                    <a:cubicBezTo>
                      <a:pt x="101" y="389"/>
                      <a:pt x="0" y="565"/>
                      <a:pt x="51" y="740"/>
                    </a:cubicBezTo>
                    <a:lnTo>
                      <a:pt x="652" y="2670"/>
                    </a:lnTo>
                    <a:lnTo>
                      <a:pt x="2356" y="2169"/>
                    </a:lnTo>
                    <a:lnTo>
                      <a:pt x="1755" y="214"/>
                    </a:lnTo>
                    <a:cubicBezTo>
                      <a:pt x="1714" y="90"/>
                      <a:pt x="1587" y="0"/>
                      <a:pt x="14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4" name="Google Shape;4704;p41"/>
              <p:cNvSpPr/>
              <p:nvPr/>
            </p:nvSpPr>
            <p:spPr>
              <a:xfrm>
                <a:off x="4114825" y="2735775"/>
                <a:ext cx="28200" cy="25425"/>
              </a:xfrm>
              <a:custGeom>
                <a:rect b="b" l="l" r="r" t="t"/>
                <a:pathLst>
                  <a:path extrusionOk="0" h="1017" w="1128">
                    <a:moveTo>
                      <a:pt x="567" y="182"/>
                    </a:moveTo>
                    <a:cubicBezTo>
                      <a:pt x="709" y="182"/>
                      <a:pt x="836" y="275"/>
                      <a:pt x="877" y="420"/>
                    </a:cubicBezTo>
                    <a:cubicBezTo>
                      <a:pt x="927" y="596"/>
                      <a:pt x="827" y="771"/>
                      <a:pt x="652" y="821"/>
                    </a:cubicBezTo>
                    <a:cubicBezTo>
                      <a:pt x="625" y="830"/>
                      <a:pt x="598" y="834"/>
                      <a:pt x="570" y="834"/>
                    </a:cubicBezTo>
                    <a:cubicBezTo>
                      <a:pt x="436" y="834"/>
                      <a:pt x="292" y="741"/>
                      <a:pt x="251" y="596"/>
                    </a:cubicBezTo>
                    <a:cubicBezTo>
                      <a:pt x="201" y="445"/>
                      <a:pt x="301" y="245"/>
                      <a:pt x="476" y="195"/>
                    </a:cubicBezTo>
                    <a:cubicBezTo>
                      <a:pt x="507" y="186"/>
                      <a:pt x="537" y="182"/>
                      <a:pt x="567" y="182"/>
                    </a:cubicBezTo>
                    <a:close/>
                    <a:moveTo>
                      <a:pt x="560" y="0"/>
                    </a:moveTo>
                    <a:cubicBezTo>
                      <a:pt x="515" y="0"/>
                      <a:pt x="470" y="6"/>
                      <a:pt x="426" y="19"/>
                    </a:cubicBezTo>
                    <a:cubicBezTo>
                      <a:pt x="150" y="120"/>
                      <a:pt x="0" y="395"/>
                      <a:pt x="75" y="646"/>
                    </a:cubicBezTo>
                    <a:cubicBezTo>
                      <a:pt x="158" y="874"/>
                      <a:pt x="361" y="1016"/>
                      <a:pt x="570" y="1016"/>
                    </a:cubicBezTo>
                    <a:cubicBezTo>
                      <a:pt x="614" y="1016"/>
                      <a:pt x="658" y="1010"/>
                      <a:pt x="702" y="997"/>
                    </a:cubicBezTo>
                    <a:cubicBezTo>
                      <a:pt x="978" y="922"/>
                      <a:pt x="1128" y="621"/>
                      <a:pt x="1053" y="370"/>
                    </a:cubicBezTo>
                    <a:cubicBezTo>
                      <a:pt x="991" y="142"/>
                      <a:pt x="774" y="0"/>
                      <a:pt x="56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5" name="Google Shape;4705;p41"/>
              <p:cNvSpPr/>
              <p:nvPr/>
            </p:nvSpPr>
            <p:spPr>
              <a:xfrm>
                <a:off x="4129225" y="2826525"/>
                <a:ext cx="59550" cy="53175"/>
              </a:xfrm>
              <a:custGeom>
                <a:rect b="b" l="l" r="r" t="t"/>
                <a:pathLst>
                  <a:path extrusionOk="0" h="2127" w="2382">
                    <a:moveTo>
                      <a:pt x="1210" y="1"/>
                    </a:moveTo>
                    <a:cubicBezTo>
                      <a:pt x="1108" y="1"/>
                      <a:pt x="1004" y="16"/>
                      <a:pt x="903" y="49"/>
                    </a:cubicBezTo>
                    <a:cubicBezTo>
                      <a:pt x="326" y="224"/>
                      <a:pt x="1" y="800"/>
                      <a:pt x="176" y="1377"/>
                    </a:cubicBezTo>
                    <a:cubicBezTo>
                      <a:pt x="319" y="1827"/>
                      <a:pt x="746" y="2126"/>
                      <a:pt x="1197" y="2126"/>
                    </a:cubicBezTo>
                    <a:cubicBezTo>
                      <a:pt x="1299" y="2126"/>
                      <a:pt x="1403" y="2111"/>
                      <a:pt x="1504" y="2079"/>
                    </a:cubicBezTo>
                    <a:cubicBezTo>
                      <a:pt x="2081" y="1903"/>
                      <a:pt x="2381" y="1327"/>
                      <a:pt x="2231" y="750"/>
                    </a:cubicBezTo>
                    <a:cubicBezTo>
                      <a:pt x="2088" y="301"/>
                      <a:pt x="166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6" name="Google Shape;4706;p41"/>
              <p:cNvSpPr/>
              <p:nvPr/>
            </p:nvSpPr>
            <p:spPr>
              <a:xfrm>
                <a:off x="4222575" y="2897900"/>
                <a:ext cx="1925" cy="10050"/>
              </a:xfrm>
              <a:custGeom>
                <a:rect b="b" l="l" r="r" t="t"/>
                <a:pathLst>
                  <a:path extrusionOk="0" fill="none" h="402" w="77">
                    <a:moveTo>
                      <a:pt x="76" y="402"/>
                    </a:moveTo>
                    <a:cubicBezTo>
                      <a:pt x="51" y="226"/>
                      <a:pt x="51" y="201"/>
                      <a:pt x="1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7" name="Google Shape;4707;p41"/>
              <p:cNvSpPr/>
              <p:nvPr/>
            </p:nvSpPr>
            <p:spPr>
              <a:xfrm>
                <a:off x="4203150" y="2934250"/>
                <a:ext cx="20700" cy="44500"/>
              </a:xfrm>
              <a:custGeom>
                <a:rect b="b" l="l" r="r" t="t"/>
                <a:pathLst>
                  <a:path extrusionOk="0" fill="none" h="1780" w="828">
                    <a:moveTo>
                      <a:pt x="1" y="1780"/>
                    </a:moveTo>
                    <a:cubicBezTo>
                      <a:pt x="1" y="1780"/>
                      <a:pt x="653" y="1153"/>
                      <a:pt x="828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8" name="Google Shape;4708;p41"/>
              <p:cNvSpPr/>
              <p:nvPr/>
            </p:nvSpPr>
            <p:spPr>
              <a:xfrm>
                <a:off x="3654275" y="2713675"/>
                <a:ext cx="141025" cy="214975"/>
              </a:xfrm>
              <a:custGeom>
                <a:rect b="b" l="l" r="r" t="t"/>
                <a:pathLst>
                  <a:path extrusionOk="0" h="8599" w="5641">
                    <a:moveTo>
                      <a:pt x="2769" y="1"/>
                    </a:moveTo>
                    <a:cubicBezTo>
                      <a:pt x="2237" y="1"/>
                      <a:pt x="1703" y="226"/>
                      <a:pt x="1329" y="678"/>
                    </a:cubicBezTo>
                    <a:cubicBezTo>
                      <a:pt x="502" y="1655"/>
                      <a:pt x="1" y="2959"/>
                      <a:pt x="26" y="4362"/>
                    </a:cubicBezTo>
                    <a:cubicBezTo>
                      <a:pt x="76" y="5766"/>
                      <a:pt x="627" y="7019"/>
                      <a:pt x="1505" y="7996"/>
                    </a:cubicBezTo>
                    <a:cubicBezTo>
                      <a:pt x="1870" y="8397"/>
                      <a:pt x="2370" y="8598"/>
                      <a:pt x="2872" y="8598"/>
                    </a:cubicBezTo>
                    <a:cubicBezTo>
                      <a:pt x="3404" y="8598"/>
                      <a:pt x="3938" y="8372"/>
                      <a:pt x="4312" y="7921"/>
                    </a:cubicBezTo>
                    <a:cubicBezTo>
                      <a:pt x="5139" y="6918"/>
                      <a:pt x="5640" y="5640"/>
                      <a:pt x="5590" y="4237"/>
                    </a:cubicBezTo>
                    <a:cubicBezTo>
                      <a:pt x="5565" y="2833"/>
                      <a:pt x="5013" y="1555"/>
                      <a:pt x="4136" y="603"/>
                    </a:cubicBezTo>
                    <a:cubicBezTo>
                      <a:pt x="3771" y="201"/>
                      <a:pt x="3271" y="1"/>
                      <a:pt x="27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9" name="Google Shape;4709;p41"/>
              <p:cNvSpPr/>
              <p:nvPr/>
            </p:nvSpPr>
            <p:spPr>
              <a:xfrm>
                <a:off x="3700025" y="2661675"/>
                <a:ext cx="45775" cy="59550"/>
              </a:xfrm>
              <a:custGeom>
                <a:rect b="b" l="l" r="r" t="t"/>
                <a:pathLst>
                  <a:path extrusionOk="0" h="2382" w="1831">
                    <a:moveTo>
                      <a:pt x="1479" y="1"/>
                    </a:moveTo>
                    <a:lnTo>
                      <a:pt x="326" y="26"/>
                    </a:lnTo>
                    <a:cubicBezTo>
                      <a:pt x="151" y="26"/>
                      <a:pt x="0" y="176"/>
                      <a:pt x="26" y="352"/>
                    </a:cubicBezTo>
                    <a:lnTo>
                      <a:pt x="76" y="2382"/>
                    </a:lnTo>
                    <a:lnTo>
                      <a:pt x="1830" y="2332"/>
                    </a:lnTo>
                    <a:lnTo>
                      <a:pt x="1780" y="302"/>
                    </a:lnTo>
                    <a:cubicBezTo>
                      <a:pt x="1780" y="126"/>
                      <a:pt x="1630" y="1"/>
                      <a:pt x="147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0" name="Google Shape;4710;p41"/>
              <p:cNvSpPr/>
              <p:nvPr/>
            </p:nvSpPr>
            <p:spPr>
              <a:xfrm>
                <a:off x="3709425" y="2649150"/>
                <a:ext cx="25700" cy="25150"/>
              </a:xfrm>
              <a:custGeom>
                <a:rect b="b" l="l" r="r" t="t"/>
                <a:pathLst>
                  <a:path extrusionOk="0" h="1006" w="1028">
                    <a:moveTo>
                      <a:pt x="502" y="176"/>
                    </a:moveTo>
                    <a:cubicBezTo>
                      <a:pt x="702" y="176"/>
                      <a:pt x="828" y="326"/>
                      <a:pt x="853" y="502"/>
                    </a:cubicBezTo>
                    <a:cubicBezTo>
                      <a:pt x="853" y="677"/>
                      <a:pt x="702" y="828"/>
                      <a:pt x="527" y="828"/>
                    </a:cubicBezTo>
                    <a:cubicBezTo>
                      <a:pt x="351" y="828"/>
                      <a:pt x="201" y="702"/>
                      <a:pt x="201" y="527"/>
                    </a:cubicBezTo>
                    <a:cubicBezTo>
                      <a:pt x="201" y="352"/>
                      <a:pt x="326" y="201"/>
                      <a:pt x="502" y="176"/>
                    </a:cubicBezTo>
                    <a:close/>
                    <a:moveTo>
                      <a:pt x="502" y="1"/>
                    </a:moveTo>
                    <a:cubicBezTo>
                      <a:pt x="226" y="26"/>
                      <a:pt x="0" y="251"/>
                      <a:pt x="25" y="527"/>
                    </a:cubicBezTo>
                    <a:cubicBezTo>
                      <a:pt x="25" y="789"/>
                      <a:pt x="229" y="1005"/>
                      <a:pt x="485" y="1005"/>
                    </a:cubicBezTo>
                    <a:cubicBezTo>
                      <a:pt x="499" y="1005"/>
                      <a:pt x="513" y="1004"/>
                      <a:pt x="527" y="1003"/>
                    </a:cubicBezTo>
                    <a:cubicBezTo>
                      <a:pt x="802" y="1003"/>
                      <a:pt x="1028" y="778"/>
                      <a:pt x="1028" y="502"/>
                    </a:cubicBezTo>
                    <a:cubicBezTo>
                      <a:pt x="1028" y="226"/>
                      <a:pt x="777" y="1"/>
                      <a:pt x="50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1" name="Google Shape;4711;p41"/>
              <p:cNvSpPr/>
              <p:nvPr/>
            </p:nvSpPr>
            <p:spPr>
              <a:xfrm>
                <a:off x="3696275" y="2744375"/>
                <a:ext cx="54525" cy="53300"/>
              </a:xfrm>
              <a:custGeom>
                <a:rect b="b" l="l" r="r" t="t"/>
                <a:pathLst>
                  <a:path extrusionOk="0" h="2132" w="2181">
                    <a:moveTo>
                      <a:pt x="1121" y="0"/>
                    </a:moveTo>
                    <a:cubicBezTo>
                      <a:pt x="1107" y="0"/>
                      <a:pt x="1092" y="1"/>
                      <a:pt x="1078" y="1"/>
                    </a:cubicBezTo>
                    <a:cubicBezTo>
                      <a:pt x="476" y="1"/>
                      <a:pt x="0" y="502"/>
                      <a:pt x="25" y="1079"/>
                    </a:cubicBezTo>
                    <a:cubicBezTo>
                      <a:pt x="50" y="1680"/>
                      <a:pt x="526" y="2132"/>
                      <a:pt x="1103" y="2132"/>
                    </a:cubicBezTo>
                    <a:cubicBezTo>
                      <a:pt x="1704" y="2106"/>
                      <a:pt x="2181" y="1630"/>
                      <a:pt x="2156" y="1029"/>
                    </a:cubicBezTo>
                    <a:cubicBezTo>
                      <a:pt x="2131" y="467"/>
                      <a:pt x="1678" y="0"/>
                      <a:pt x="1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2" name="Google Shape;4712;p41"/>
              <p:cNvSpPr/>
              <p:nvPr/>
            </p:nvSpPr>
            <p:spPr>
              <a:xfrm>
                <a:off x="3771450" y="2830850"/>
                <a:ext cx="1275" cy="10050"/>
              </a:xfrm>
              <a:custGeom>
                <a:rect b="b" l="l" r="r" t="t"/>
                <a:pathLst>
                  <a:path extrusionOk="0" fill="none" h="402" w="51">
                    <a:moveTo>
                      <a:pt x="1" y="402"/>
                    </a:moveTo>
                    <a:cubicBezTo>
                      <a:pt x="26" y="226"/>
                      <a:pt x="26" y="226"/>
                      <a:pt x="51" y="1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3" name="Google Shape;4713;p41"/>
              <p:cNvSpPr/>
              <p:nvPr/>
            </p:nvSpPr>
            <p:spPr>
              <a:xfrm>
                <a:off x="3731975" y="2865950"/>
                <a:ext cx="31975" cy="37625"/>
              </a:xfrm>
              <a:custGeom>
                <a:rect b="b" l="l" r="r" t="t"/>
                <a:pathLst>
                  <a:path extrusionOk="0" fill="none" h="1505" w="1279">
                    <a:moveTo>
                      <a:pt x="1" y="1504"/>
                    </a:moveTo>
                    <a:cubicBezTo>
                      <a:pt x="1" y="1504"/>
                      <a:pt x="803" y="1078"/>
                      <a:pt x="1279" y="0"/>
                    </a:cubicBezTo>
                  </a:path>
                </a:pathLst>
              </a:custGeom>
              <a:noFill/>
              <a:ln cap="flat" cmpd="sng" w="13150">
                <a:solidFill>
                  <a:schemeClr val="dk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4" name="Google Shape;4714;p41"/>
              <p:cNvSpPr/>
              <p:nvPr/>
            </p:nvSpPr>
            <p:spPr>
              <a:xfrm>
                <a:off x="2916175" y="2797175"/>
                <a:ext cx="138500" cy="188775"/>
              </a:xfrm>
              <a:custGeom>
                <a:rect b="b" l="l" r="r" t="t"/>
                <a:pathLst>
                  <a:path extrusionOk="0" h="7551" w="5540">
                    <a:moveTo>
                      <a:pt x="2131" y="1"/>
                    </a:moveTo>
                    <a:cubicBezTo>
                      <a:pt x="1511" y="1"/>
                      <a:pt x="912" y="352"/>
                      <a:pt x="628" y="972"/>
                    </a:cubicBezTo>
                    <a:cubicBezTo>
                      <a:pt x="126" y="2050"/>
                      <a:pt x="1" y="3278"/>
                      <a:pt x="377" y="4481"/>
                    </a:cubicBezTo>
                    <a:cubicBezTo>
                      <a:pt x="728" y="5684"/>
                      <a:pt x="1505" y="6661"/>
                      <a:pt x="2482" y="7288"/>
                    </a:cubicBezTo>
                    <a:cubicBezTo>
                      <a:pt x="2767" y="7467"/>
                      <a:pt x="3078" y="7551"/>
                      <a:pt x="3383" y="7551"/>
                    </a:cubicBezTo>
                    <a:cubicBezTo>
                      <a:pt x="4018" y="7551"/>
                      <a:pt x="4625" y="7187"/>
                      <a:pt x="4913" y="6561"/>
                    </a:cubicBezTo>
                    <a:cubicBezTo>
                      <a:pt x="5414" y="5508"/>
                      <a:pt x="5540" y="4280"/>
                      <a:pt x="5164" y="3052"/>
                    </a:cubicBezTo>
                    <a:cubicBezTo>
                      <a:pt x="4813" y="1849"/>
                      <a:pt x="4036" y="872"/>
                      <a:pt x="3034" y="270"/>
                    </a:cubicBezTo>
                    <a:cubicBezTo>
                      <a:pt x="2751" y="87"/>
                      <a:pt x="2438" y="1"/>
                      <a:pt x="21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5" name="Google Shape;4715;p41"/>
              <p:cNvSpPr/>
              <p:nvPr/>
            </p:nvSpPr>
            <p:spPr>
              <a:xfrm>
                <a:off x="2927475" y="2749900"/>
                <a:ext cx="52650" cy="60300"/>
              </a:xfrm>
              <a:custGeom>
                <a:rect b="b" l="l" r="r" t="t"/>
                <a:pathLst>
                  <a:path extrusionOk="0" h="2412" w="2106">
                    <a:moveTo>
                      <a:pt x="1285" y="1"/>
                    </a:moveTo>
                    <a:cubicBezTo>
                      <a:pt x="1266" y="1"/>
                      <a:pt x="1247" y="3"/>
                      <a:pt x="1228" y="6"/>
                    </a:cubicBezTo>
                    <a:lnTo>
                      <a:pt x="226" y="306"/>
                    </a:lnTo>
                    <a:cubicBezTo>
                      <a:pt x="100" y="357"/>
                      <a:pt x="0" y="507"/>
                      <a:pt x="50" y="657"/>
                    </a:cubicBezTo>
                    <a:lnTo>
                      <a:pt x="577" y="2412"/>
                    </a:lnTo>
                    <a:lnTo>
                      <a:pt x="2105" y="1961"/>
                    </a:lnTo>
                    <a:lnTo>
                      <a:pt x="1579" y="206"/>
                    </a:lnTo>
                    <a:cubicBezTo>
                      <a:pt x="1535" y="75"/>
                      <a:pt x="1415" y="1"/>
                      <a:pt x="128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6" name="Google Shape;4716;p41"/>
              <p:cNvSpPr/>
              <p:nvPr/>
            </p:nvSpPr>
            <p:spPr>
              <a:xfrm>
                <a:off x="2933100" y="2742650"/>
                <a:ext cx="25100" cy="22725"/>
              </a:xfrm>
              <a:custGeom>
                <a:rect b="b" l="l" r="r" t="t"/>
                <a:pathLst>
                  <a:path extrusionOk="0" h="909" w="1004">
                    <a:moveTo>
                      <a:pt x="508" y="157"/>
                    </a:moveTo>
                    <a:cubicBezTo>
                      <a:pt x="635" y="157"/>
                      <a:pt x="757" y="247"/>
                      <a:pt x="778" y="371"/>
                    </a:cubicBezTo>
                    <a:cubicBezTo>
                      <a:pt x="828" y="521"/>
                      <a:pt x="753" y="697"/>
                      <a:pt x="602" y="722"/>
                    </a:cubicBezTo>
                    <a:cubicBezTo>
                      <a:pt x="566" y="732"/>
                      <a:pt x="530" y="737"/>
                      <a:pt x="496" y="737"/>
                    </a:cubicBezTo>
                    <a:cubicBezTo>
                      <a:pt x="368" y="737"/>
                      <a:pt x="266" y="665"/>
                      <a:pt x="226" y="546"/>
                    </a:cubicBezTo>
                    <a:cubicBezTo>
                      <a:pt x="176" y="371"/>
                      <a:pt x="276" y="221"/>
                      <a:pt x="427" y="170"/>
                    </a:cubicBezTo>
                    <a:cubicBezTo>
                      <a:pt x="453" y="162"/>
                      <a:pt x="481" y="157"/>
                      <a:pt x="508" y="157"/>
                    </a:cubicBezTo>
                    <a:close/>
                    <a:moveTo>
                      <a:pt x="509" y="0"/>
                    </a:moveTo>
                    <a:cubicBezTo>
                      <a:pt x="465" y="0"/>
                      <a:pt x="421" y="7"/>
                      <a:pt x="377" y="20"/>
                    </a:cubicBezTo>
                    <a:cubicBezTo>
                      <a:pt x="151" y="95"/>
                      <a:pt x="1" y="346"/>
                      <a:pt x="76" y="571"/>
                    </a:cubicBezTo>
                    <a:cubicBezTo>
                      <a:pt x="140" y="785"/>
                      <a:pt x="332" y="908"/>
                      <a:pt x="527" y="908"/>
                    </a:cubicBezTo>
                    <a:cubicBezTo>
                      <a:pt x="561" y="908"/>
                      <a:pt x="594" y="905"/>
                      <a:pt x="627" y="897"/>
                    </a:cubicBezTo>
                    <a:cubicBezTo>
                      <a:pt x="878" y="822"/>
                      <a:pt x="1003" y="571"/>
                      <a:pt x="953" y="321"/>
                    </a:cubicBezTo>
                    <a:cubicBezTo>
                      <a:pt x="891" y="135"/>
                      <a:pt x="710" y="0"/>
                      <a:pt x="50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7" name="Google Shape;4717;p41"/>
              <p:cNvSpPr/>
              <p:nvPr/>
            </p:nvSpPr>
            <p:spPr>
              <a:xfrm>
                <a:off x="2945625" y="2824250"/>
                <a:ext cx="53925" cy="47750"/>
              </a:xfrm>
              <a:custGeom>
                <a:rect b="b" l="l" r="r" t="t"/>
                <a:pathLst>
                  <a:path extrusionOk="0" h="1910" w="2157">
                    <a:moveTo>
                      <a:pt x="1067" y="0"/>
                    </a:moveTo>
                    <a:cubicBezTo>
                      <a:pt x="979" y="0"/>
                      <a:pt x="891" y="13"/>
                      <a:pt x="803" y="39"/>
                    </a:cubicBezTo>
                    <a:cubicBezTo>
                      <a:pt x="302" y="190"/>
                      <a:pt x="1" y="716"/>
                      <a:pt x="151" y="1242"/>
                    </a:cubicBezTo>
                    <a:cubicBezTo>
                      <a:pt x="274" y="1651"/>
                      <a:pt x="663" y="1910"/>
                      <a:pt x="1075" y="1910"/>
                    </a:cubicBezTo>
                    <a:cubicBezTo>
                      <a:pt x="1168" y="1910"/>
                      <a:pt x="1262" y="1897"/>
                      <a:pt x="1354" y="1869"/>
                    </a:cubicBezTo>
                    <a:cubicBezTo>
                      <a:pt x="1856" y="1718"/>
                      <a:pt x="2156" y="1192"/>
                      <a:pt x="2006" y="691"/>
                    </a:cubicBezTo>
                    <a:cubicBezTo>
                      <a:pt x="1861" y="277"/>
                      <a:pt x="1478" y="0"/>
                      <a:pt x="10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8" name="Google Shape;4718;p41"/>
              <p:cNvSpPr/>
              <p:nvPr/>
            </p:nvSpPr>
            <p:spPr>
              <a:xfrm>
                <a:off x="3028975" y="2889125"/>
                <a:ext cx="1900" cy="8800"/>
              </a:xfrm>
              <a:custGeom>
                <a:rect b="b" l="l" r="r" t="t"/>
                <a:pathLst>
                  <a:path extrusionOk="0" fill="none" h="352" w="76">
                    <a:moveTo>
                      <a:pt x="75" y="352"/>
                    </a:moveTo>
                    <a:cubicBezTo>
                      <a:pt x="50" y="176"/>
                      <a:pt x="50" y="176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9" name="Google Shape;4719;p41"/>
              <p:cNvSpPr/>
              <p:nvPr/>
            </p:nvSpPr>
            <p:spPr>
              <a:xfrm>
                <a:off x="3011425" y="2921075"/>
                <a:ext cx="18825" cy="40750"/>
              </a:xfrm>
              <a:custGeom>
                <a:rect b="b" l="l" r="r" t="t"/>
                <a:pathLst>
                  <a:path extrusionOk="0" fill="none" h="1630" w="753">
                    <a:moveTo>
                      <a:pt x="0" y="1630"/>
                    </a:moveTo>
                    <a:cubicBezTo>
                      <a:pt x="0" y="1630"/>
                      <a:pt x="577" y="1054"/>
                      <a:pt x="752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0" name="Google Shape;4720;p41"/>
              <p:cNvSpPr/>
              <p:nvPr/>
            </p:nvSpPr>
            <p:spPr>
              <a:xfrm>
                <a:off x="3340375" y="2689950"/>
                <a:ext cx="134100" cy="191925"/>
              </a:xfrm>
              <a:custGeom>
                <a:rect b="b" l="l" r="r" t="t"/>
                <a:pathLst>
                  <a:path extrusionOk="0" h="7677" w="5364">
                    <a:moveTo>
                      <a:pt x="3034" y="0"/>
                    </a:moveTo>
                    <a:cubicBezTo>
                      <a:pt x="2658" y="0"/>
                      <a:pt x="2277" y="123"/>
                      <a:pt x="1955" y="374"/>
                    </a:cubicBezTo>
                    <a:cubicBezTo>
                      <a:pt x="1053" y="1126"/>
                      <a:pt x="427" y="2178"/>
                      <a:pt x="201" y="3431"/>
                    </a:cubicBezTo>
                    <a:cubicBezTo>
                      <a:pt x="0" y="4684"/>
                      <a:pt x="276" y="5887"/>
                      <a:pt x="903" y="6890"/>
                    </a:cubicBezTo>
                    <a:cubicBezTo>
                      <a:pt x="1218" y="7400"/>
                      <a:pt x="1766" y="7677"/>
                      <a:pt x="2328" y="7677"/>
                    </a:cubicBezTo>
                    <a:cubicBezTo>
                      <a:pt x="2705" y="7677"/>
                      <a:pt x="3087" y="7552"/>
                      <a:pt x="3409" y="7291"/>
                    </a:cubicBezTo>
                    <a:cubicBezTo>
                      <a:pt x="4311" y="6539"/>
                      <a:pt x="4938" y="5486"/>
                      <a:pt x="5163" y="4233"/>
                    </a:cubicBezTo>
                    <a:cubicBezTo>
                      <a:pt x="5364" y="3005"/>
                      <a:pt x="5088" y="1777"/>
                      <a:pt x="4462" y="800"/>
                    </a:cubicBezTo>
                    <a:cubicBezTo>
                      <a:pt x="4146" y="274"/>
                      <a:pt x="3597" y="0"/>
                      <a:pt x="3034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1" name="Google Shape;4721;p41"/>
              <p:cNvSpPr/>
              <p:nvPr/>
            </p:nvSpPr>
            <p:spPr>
              <a:xfrm>
                <a:off x="3403650" y="2642800"/>
                <a:ext cx="47025" cy="57125"/>
              </a:xfrm>
              <a:custGeom>
                <a:rect b="b" l="l" r="r" t="t"/>
                <a:pathLst>
                  <a:path extrusionOk="0" h="2285" w="1881">
                    <a:moveTo>
                      <a:pt x="557" y="0"/>
                    </a:moveTo>
                    <a:cubicBezTo>
                      <a:pt x="427" y="0"/>
                      <a:pt x="324" y="95"/>
                      <a:pt x="302" y="230"/>
                    </a:cubicBezTo>
                    <a:lnTo>
                      <a:pt x="1" y="2034"/>
                    </a:lnTo>
                    <a:lnTo>
                      <a:pt x="1580" y="2285"/>
                    </a:lnTo>
                    <a:lnTo>
                      <a:pt x="1855" y="480"/>
                    </a:lnTo>
                    <a:cubicBezTo>
                      <a:pt x="1880" y="330"/>
                      <a:pt x="1780" y="179"/>
                      <a:pt x="1630" y="154"/>
                    </a:cubicBezTo>
                    <a:lnTo>
                      <a:pt x="602" y="4"/>
                    </a:lnTo>
                    <a:cubicBezTo>
                      <a:pt x="587" y="1"/>
                      <a:pt x="572" y="0"/>
                      <a:pt x="557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2" name="Google Shape;4722;p41"/>
              <p:cNvSpPr/>
              <p:nvPr/>
            </p:nvSpPr>
            <p:spPr>
              <a:xfrm>
                <a:off x="3419325" y="2633425"/>
                <a:ext cx="24450" cy="22725"/>
              </a:xfrm>
              <a:custGeom>
                <a:rect b="b" l="l" r="r" t="t"/>
                <a:pathLst>
                  <a:path extrusionOk="0" h="909" w="978">
                    <a:moveTo>
                      <a:pt x="473" y="167"/>
                    </a:moveTo>
                    <a:cubicBezTo>
                      <a:pt x="499" y="167"/>
                      <a:pt x="525" y="171"/>
                      <a:pt x="552" y="178"/>
                    </a:cubicBezTo>
                    <a:cubicBezTo>
                      <a:pt x="702" y="204"/>
                      <a:pt x="802" y="354"/>
                      <a:pt x="777" y="504"/>
                    </a:cubicBezTo>
                    <a:cubicBezTo>
                      <a:pt x="754" y="642"/>
                      <a:pt x="627" y="758"/>
                      <a:pt x="490" y="758"/>
                    </a:cubicBezTo>
                    <a:cubicBezTo>
                      <a:pt x="477" y="758"/>
                      <a:pt x="464" y="757"/>
                      <a:pt x="451" y="755"/>
                    </a:cubicBezTo>
                    <a:cubicBezTo>
                      <a:pt x="301" y="705"/>
                      <a:pt x="176" y="554"/>
                      <a:pt x="201" y="404"/>
                    </a:cubicBezTo>
                    <a:cubicBezTo>
                      <a:pt x="222" y="277"/>
                      <a:pt x="333" y="167"/>
                      <a:pt x="473" y="167"/>
                    </a:cubicBezTo>
                    <a:close/>
                    <a:moveTo>
                      <a:pt x="523" y="0"/>
                    </a:moveTo>
                    <a:cubicBezTo>
                      <a:pt x="294" y="0"/>
                      <a:pt x="97" y="147"/>
                      <a:pt x="50" y="379"/>
                    </a:cubicBezTo>
                    <a:cubicBezTo>
                      <a:pt x="0" y="630"/>
                      <a:pt x="176" y="855"/>
                      <a:pt x="426" y="905"/>
                    </a:cubicBezTo>
                    <a:cubicBezTo>
                      <a:pt x="445" y="907"/>
                      <a:pt x="463" y="908"/>
                      <a:pt x="481" y="908"/>
                    </a:cubicBezTo>
                    <a:cubicBezTo>
                      <a:pt x="709" y="908"/>
                      <a:pt x="906" y="762"/>
                      <a:pt x="953" y="529"/>
                    </a:cubicBezTo>
                    <a:cubicBezTo>
                      <a:pt x="978" y="279"/>
                      <a:pt x="827" y="53"/>
                      <a:pt x="577" y="3"/>
                    </a:cubicBezTo>
                    <a:cubicBezTo>
                      <a:pt x="559" y="1"/>
                      <a:pt x="541" y="0"/>
                      <a:pt x="5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3" name="Google Shape;4723;p41"/>
              <p:cNvSpPr/>
              <p:nvPr/>
            </p:nvSpPr>
            <p:spPr>
              <a:xfrm>
                <a:off x="3388625" y="2717200"/>
                <a:ext cx="52025" cy="48150"/>
              </a:xfrm>
              <a:custGeom>
                <a:rect b="b" l="l" r="r" t="t"/>
                <a:pathLst>
                  <a:path extrusionOk="0" h="1926" w="2081">
                    <a:moveTo>
                      <a:pt x="1061" y="0"/>
                    </a:moveTo>
                    <a:cubicBezTo>
                      <a:pt x="590" y="0"/>
                      <a:pt x="169" y="334"/>
                      <a:pt x="101" y="812"/>
                    </a:cubicBezTo>
                    <a:cubicBezTo>
                      <a:pt x="0" y="1339"/>
                      <a:pt x="376" y="1815"/>
                      <a:pt x="877" y="1915"/>
                    </a:cubicBezTo>
                    <a:cubicBezTo>
                      <a:pt x="925" y="1922"/>
                      <a:pt x="973" y="1925"/>
                      <a:pt x="1020" y="1925"/>
                    </a:cubicBezTo>
                    <a:cubicBezTo>
                      <a:pt x="1491" y="1925"/>
                      <a:pt x="1912" y="1592"/>
                      <a:pt x="1980" y="1113"/>
                    </a:cubicBezTo>
                    <a:cubicBezTo>
                      <a:pt x="2080" y="587"/>
                      <a:pt x="1730" y="111"/>
                      <a:pt x="1203" y="10"/>
                    </a:cubicBezTo>
                    <a:cubicBezTo>
                      <a:pt x="1156" y="4"/>
                      <a:pt x="1108" y="0"/>
                      <a:pt x="1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4" name="Google Shape;4724;p41"/>
              <p:cNvSpPr/>
              <p:nvPr/>
            </p:nvSpPr>
            <p:spPr>
              <a:xfrm>
                <a:off x="3445625" y="2802675"/>
                <a:ext cx="2550" cy="8775"/>
              </a:xfrm>
              <a:custGeom>
                <a:rect b="b" l="l" r="r" t="t"/>
                <a:pathLst>
                  <a:path extrusionOk="0" fill="none" h="351" w="102">
                    <a:moveTo>
                      <a:pt x="1" y="351"/>
                    </a:moveTo>
                    <a:cubicBezTo>
                      <a:pt x="51" y="201"/>
                      <a:pt x="51" y="175"/>
                      <a:pt x="101" y="0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5" name="Google Shape;4725;p41"/>
              <p:cNvSpPr/>
              <p:nvPr/>
            </p:nvSpPr>
            <p:spPr>
              <a:xfrm>
                <a:off x="3400525" y="2832100"/>
                <a:ext cx="33850" cy="28225"/>
              </a:xfrm>
              <a:custGeom>
                <a:rect b="b" l="l" r="r" t="t"/>
                <a:pathLst>
                  <a:path extrusionOk="0" fill="none" h="1129" w="1354">
                    <a:moveTo>
                      <a:pt x="0" y="1129"/>
                    </a:moveTo>
                    <a:cubicBezTo>
                      <a:pt x="0" y="1129"/>
                      <a:pt x="752" y="878"/>
                      <a:pt x="1354" y="1"/>
                    </a:cubicBezTo>
                  </a:path>
                </a:pathLst>
              </a:custGeom>
              <a:noFill/>
              <a:ln cap="rnd" cmpd="sng" w="13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6" name="Google Shape;4726;p41"/>
              <p:cNvSpPr/>
              <p:nvPr/>
            </p:nvSpPr>
            <p:spPr>
              <a:xfrm>
                <a:off x="4451900" y="2743300"/>
                <a:ext cx="137250" cy="189725"/>
              </a:xfrm>
              <a:custGeom>
                <a:rect b="b" l="l" r="r" t="t"/>
                <a:pathLst>
                  <a:path extrusionOk="0" h="7589" w="5490">
                    <a:moveTo>
                      <a:pt x="3270" y="0"/>
                    </a:moveTo>
                    <a:cubicBezTo>
                      <a:pt x="2946" y="0"/>
                      <a:pt x="2619" y="94"/>
                      <a:pt x="2332" y="295"/>
                    </a:cubicBezTo>
                    <a:cubicBezTo>
                      <a:pt x="1354" y="946"/>
                      <a:pt x="627" y="1949"/>
                      <a:pt x="327" y="3177"/>
                    </a:cubicBezTo>
                    <a:cubicBezTo>
                      <a:pt x="1" y="4405"/>
                      <a:pt x="176" y="5633"/>
                      <a:pt x="703" y="6661"/>
                    </a:cubicBezTo>
                    <a:cubicBezTo>
                      <a:pt x="1011" y="7261"/>
                      <a:pt x="1602" y="7588"/>
                      <a:pt x="2205" y="7588"/>
                    </a:cubicBezTo>
                    <a:cubicBezTo>
                      <a:pt x="2534" y="7588"/>
                      <a:pt x="2867" y="7491"/>
                      <a:pt x="3159" y="7287"/>
                    </a:cubicBezTo>
                    <a:cubicBezTo>
                      <a:pt x="4136" y="6636"/>
                      <a:pt x="4863" y="5633"/>
                      <a:pt x="5164" y="4405"/>
                    </a:cubicBezTo>
                    <a:cubicBezTo>
                      <a:pt x="5490" y="3177"/>
                      <a:pt x="5314" y="1949"/>
                      <a:pt x="4788" y="921"/>
                    </a:cubicBezTo>
                    <a:cubicBezTo>
                      <a:pt x="4477" y="333"/>
                      <a:pt x="3878" y="0"/>
                      <a:pt x="327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7" name="Google Shape;4727;p41"/>
              <p:cNvSpPr/>
              <p:nvPr/>
            </p:nvSpPr>
            <p:spPr>
              <a:xfrm>
                <a:off x="4524600" y="2696450"/>
                <a:ext cx="50775" cy="59250"/>
              </a:xfrm>
              <a:custGeom>
                <a:rect b="b" l="l" r="r" t="t"/>
                <a:pathLst>
                  <a:path extrusionOk="0" h="2370" w="2031">
                    <a:moveTo>
                      <a:pt x="723" y="0"/>
                    </a:moveTo>
                    <a:cubicBezTo>
                      <a:pt x="602" y="0"/>
                      <a:pt x="492" y="90"/>
                      <a:pt x="451" y="214"/>
                    </a:cubicBezTo>
                    <a:lnTo>
                      <a:pt x="0" y="1993"/>
                    </a:lnTo>
                    <a:lnTo>
                      <a:pt x="1554" y="2369"/>
                    </a:lnTo>
                    <a:lnTo>
                      <a:pt x="2005" y="590"/>
                    </a:lnTo>
                    <a:cubicBezTo>
                      <a:pt x="2030" y="439"/>
                      <a:pt x="1955" y="289"/>
                      <a:pt x="1805" y="264"/>
                    </a:cubicBezTo>
                    <a:lnTo>
                      <a:pt x="802" y="13"/>
                    </a:lnTo>
                    <a:cubicBezTo>
                      <a:pt x="775" y="5"/>
                      <a:pt x="749" y="0"/>
                      <a:pt x="72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8" name="Google Shape;4728;p41"/>
              <p:cNvSpPr/>
              <p:nvPr/>
            </p:nvSpPr>
            <p:spPr>
              <a:xfrm>
                <a:off x="4544650" y="2688375"/>
                <a:ext cx="25075" cy="22700"/>
              </a:xfrm>
              <a:custGeom>
                <a:rect b="b" l="l" r="r" t="t"/>
                <a:pathLst>
                  <a:path extrusionOk="0" h="908" w="1003">
                    <a:moveTo>
                      <a:pt x="505" y="157"/>
                    </a:moveTo>
                    <a:cubicBezTo>
                      <a:pt x="520" y="157"/>
                      <a:pt x="536" y="158"/>
                      <a:pt x="552" y="161"/>
                    </a:cubicBezTo>
                    <a:cubicBezTo>
                      <a:pt x="727" y="211"/>
                      <a:pt x="802" y="361"/>
                      <a:pt x="777" y="537"/>
                    </a:cubicBezTo>
                    <a:cubicBezTo>
                      <a:pt x="736" y="661"/>
                      <a:pt x="627" y="750"/>
                      <a:pt x="506" y="750"/>
                    </a:cubicBezTo>
                    <a:cubicBezTo>
                      <a:pt x="479" y="750"/>
                      <a:pt x="453" y="746"/>
                      <a:pt x="426" y="737"/>
                    </a:cubicBezTo>
                    <a:cubicBezTo>
                      <a:pt x="276" y="687"/>
                      <a:pt x="176" y="537"/>
                      <a:pt x="201" y="387"/>
                    </a:cubicBezTo>
                    <a:cubicBezTo>
                      <a:pt x="246" y="252"/>
                      <a:pt x="371" y="157"/>
                      <a:pt x="505" y="157"/>
                    </a:cubicBezTo>
                    <a:close/>
                    <a:moveTo>
                      <a:pt x="505" y="1"/>
                    </a:moveTo>
                    <a:cubicBezTo>
                      <a:pt x="295" y="1"/>
                      <a:pt x="116" y="140"/>
                      <a:pt x="50" y="336"/>
                    </a:cubicBezTo>
                    <a:cubicBezTo>
                      <a:pt x="0" y="587"/>
                      <a:pt x="125" y="838"/>
                      <a:pt x="376" y="888"/>
                    </a:cubicBezTo>
                    <a:cubicBezTo>
                      <a:pt x="420" y="901"/>
                      <a:pt x="464" y="907"/>
                      <a:pt x="507" y="907"/>
                    </a:cubicBezTo>
                    <a:cubicBezTo>
                      <a:pt x="708" y="907"/>
                      <a:pt x="886" y="769"/>
                      <a:pt x="927" y="562"/>
                    </a:cubicBezTo>
                    <a:cubicBezTo>
                      <a:pt x="1003" y="336"/>
                      <a:pt x="852" y="86"/>
                      <a:pt x="602" y="11"/>
                    </a:cubicBezTo>
                    <a:cubicBezTo>
                      <a:pt x="569" y="4"/>
                      <a:pt x="537" y="1"/>
                      <a:pt x="505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9" name="Google Shape;4729;p41"/>
              <p:cNvSpPr/>
              <p:nvPr/>
            </p:nvSpPr>
            <p:spPr>
              <a:xfrm>
                <a:off x="4505175" y="2770625"/>
                <a:ext cx="52650" cy="47800"/>
              </a:xfrm>
              <a:custGeom>
                <a:rect b="b" l="l" r="r" t="t"/>
                <a:pathLst>
                  <a:path extrusionOk="0" h="1912" w="2106">
                    <a:moveTo>
                      <a:pt x="1063" y="0"/>
                    </a:moveTo>
                    <a:cubicBezTo>
                      <a:pt x="625" y="0"/>
                      <a:pt x="232" y="281"/>
                      <a:pt x="125" y="706"/>
                    </a:cubicBezTo>
                    <a:cubicBezTo>
                      <a:pt x="0" y="1232"/>
                      <a:pt x="301" y="1758"/>
                      <a:pt x="827" y="1884"/>
                    </a:cubicBezTo>
                    <a:cubicBezTo>
                      <a:pt x="904" y="1903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05" y="681"/>
                      <a:pt x="1805" y="154"/>
                      <a:pt x="1303" y="29"/>
                    </a:cubicBezTo>
                    <a:cubicBezTo>
                      <a:pt x="1223" y="10"/>
                      <a:pt x="1142" y="0"/>
                      <a:pt x="1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0" name="Google Shape;4730;p41"/>
              <p:cNvSpPr/>
              <p:nvPr/>
            </p:nvSpPr>
            <p:spPr>
              <a:xfrm>
                <a:off x="4555925" y="2858425"/>
                <a:ext cx="3775" cy="8175"/>
              </a:xfrm>
              <a:custGeom>
                <a:rect b="b" l="l" r="r" t="t"/>
                <a:pathLst>
                  <a:path extrusionOk="0" fill="none" h="327" w="151">
                    <a:moveTo>
                      <a:pt x="0" y="326"/>
                    </a:moveTo>
                    <a:cubicBezTo>
                      <a:pt x="75" y="176"/>
                      <a:pt x="75" y="176"/>
                      <a:pt x="151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1" name="Google Shape;4731;p41"/>
              <p:cNvSpPr/>
              <p:nvPr/>
            </p:nvSpPr>
            <p:spPr>
              <a:xfrm>
                <a:off x="4507050" y="288662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02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2" name="Google Shape;4732;p41"/>
              <p:cNvSpPr/>
              <p:nvPr/>
            </p:nvSpPr>
            <p:spPr>
              <a:xfrm>
                <a:off x="5459425" y="2581625"/>
                <a:ext cx="137250" cy="190200"/>
              </a:xfrm>
              <a:custGeom>
                <a:rect b="b" l="l" r="r" t="t"/>
                <a:pathLst>
                  <a:path extrusionOk="0" h="7608" w="5490">
                    <a:moveTo>
                      <a:pt x="3270" y="1"/>
                    </a:moveTo>
                    <a:cubicBezTo>
                      <a:pt x="2946" y="1"/>
                      <a:pt x="2619" y="95"/>
                      <a:pt x="2332" y="296"/>
                    </a:cubicBezTo>
                    <a:cubicBezTo>
                      <a:pt x="1379" y="972"/>
                      <a:pt x="627" y="1975"/>
                      <a:pt x="327" y="3178"/>
                    </a:cubicBezTo>
                    <a:cubicBezTo>
                      <a:pt x="1" y="4406"/>
                      <a:pt x="176" y="5634"/>
                      <a:pt x="703" y="6687"/>
                    </a:cubicBezTo>
                    <a:cubicBezTo>
                      <a:pt x="1013" y="7275"/>
                      <a:pt x="1612" y="7608"/>
                      <a:pt x="2220" y="7608"/>
                    </a:cubicBezTo>
                    <a:cubicBezTo>
                      <a:pt x="2544" y="7608"/>
                      <a:pt x="2871" y="7514"/>
                      <a:pt x="3159" y="7313"/>
                    </a:cubicBezTo>
                    <a:cubicBezTo>
                      <a:pt x="4136" y="6636"/>
                      <a:pt x="4863" y="5634"/>
                      <a:pt x="5164" y="4431"/>
                    </a:cubicBezTo>
                    <a:cubicBezTo>
                      <a:pt x="5490" y="3203"/>
                      <a:pt x="5314" y="1975"/>
                      <a:pt x="4788" y="922"/>
                    </a:cubicBezTo>
                    <a:cubicBezTo>
                      <a:pt x="4477" y="333"/>
                      <a:pt x="3878" y="1"/>
                      <a:pt x="3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3" name="Google Shape;4733;p41"/>
              <p:cNvSpPr/>
              <p:nvPr/>
            </p:nvSpPr>
            <p:spPr>
              <a:xfrm>
                <a:off x="5532125" y="2535000"/>
                <a:ext cx="50775" cy="59675"/>
              </a:xfrm>
              <a:custGeom>
                <a:rect b="b" l="l" r="r" t="t"/>
                <a:pathLst>
                  <a:path extrusionOk="0" h="2387" w="2031">
                    <a:moveTo>
                      <a:pt x="745" y="0"/>
                    </a:moveTo>
                    <a:cubicBezTo>
                      <a:pt x="615" y="0"/>
                      <a:pt x="495" y="74"/>
                      <a:pt x="451" y="206"/>
                    </a:cubicBezTo>
                    <a:lnTo>
                      <a:pt x="0" y="1985"/>
                    </a:lnTo>
                    <a:lnTo>
                      <a:pt x="1554" y="2386"/>
                    </a:lnTo>
                    <a:lnTo>
                      <a:pt x="2005" y="607"/>
                    </a:lnTo>
                    <a:cubicBezTo>
                      <a:pt x="2030" y="456"/>
                      <a:pt x="1955" y="306"/>
                      <a:pt x="1805" y="256"/>
                    </a:cubicBezTo>
                    <a:lnTo>
                      <a:pt x="802" y="5"/>
                    </a:lnTo>
                    <a:cubicBezTo>
                      <a:pt x="783" y="2"/>
                      <a:pt x="764" y="0"/>
                      <a:pt x="7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4" name="Google Shape;4734;p41"/>
              <p:cNvSpPr/>
              <p:nvPr/>
            </p:nvSpPr>
            <p:spPr>
              <a:xfrm>
                <a:off x="5552175" y="2527125"/>
                <a:ext cx="25075" cy="22675"/>
              </a:xfrm>
              <a:custGeom>
                <a:rect b="b" l="l" r="r" t="t"/>
                <a:pathLst>
                  <a:path extrusionOk="0" h="907" w="1003">
                    <a:moveTo>
                      <a:pt x="486" y="157"/>
                    </a:moveTo>
                    <a:cubicBezTo>
                      <a:pt x="515" y="157"/>
                      <a:pt x="545" y="161"/>
                      <a:pt x="577" y="170"/>
                    </a:cubicBezTo>
                    <a:cubicBezTo>
                      <a:pt x="727" y="195"/>
                      <a:pt x="827" y="370"/>
                      <a:pt x="777" y="521"/>
                    </a:cubicBezTo>
                    <a:cubicBezTo>
                      <a:pt x="736" y="644"/>
                      <a:pt x="627" y="734"/>
                      <a:pt x="506" y="734"/>
                    </a:cubicBezTo>
                    <a:cubicBezTo>
                      <a:pt x="479" y="734"/>
                      <a:pt x="453" y="730"/>
                      <a:pt x="426" y="721"/>
                    </a:cubicBezTo>
                    <a:cubicBezTo>
                      <a:pt x="276" y="696"/>
                      <a:pt x="176" y="521"/>
                      <a:pt x="201" y="370"/>
                    </a:cubicBezTo>
                    <a:cubicBezTo>
                      <a:pt x="242" y="247"/>
                      <a:pt x="351" y="157"/>
                      <a:pt x="486" y="157"/>
                    </a:cubicBezTo>
                    <a:close/>
                    <a:moveTo>
                      <a:pt x="473" y="0"/>
                    </a:moveTo>
                    <a:cubicBezTo>
                      <a:pt x="277" y="0"/>
                      <a:pt x="112" y="139"/>
                      <a:pt x="50" y="345"/>
                    </a:cubicBezTo>
                    <a:cubicBezTo>
                      <a:pt x="0" y="571"/>
                      <a:pt x="150" y="821"/>
                      <a:pt x="376" y="897"/>
                    </a:cubicBezTo>
                    <a:cubicBezTo>
                      <a:pt x="409" y="903"/>
                      <a:pt x="441" y="906"/>
                      <a:pt x="474" y="906"/>
                    </a:cubicBezTo>
                    <a:cubicBezTo>
                      <a:pt x="689" y="906"/>
                      <a:pt x="884" y="767"/>
                      <a:pt x="927" y="571"/>
                    </a:cubicBezTo>
                    <a:cubicBezTo>
                      <a:pt x="1003" y="320"/>
                      <a:pt x="852" y="70"/>
                      <a:pt x="602" y="19"/>
                    </a:cubicBezTo>
                    <a:cubicBezTo>
                      <a:pt x="558" y="6"/>
                      <a:pt x="515" y="0"/>
                      <a:pt x="47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5" name="Google Shape;4735;p41"/>
              <p:cNvSpPr/>
              <p:nvPr/>
            </p:nvSpPr>
            <p:spPr>
              <a:xfrm>
                <a:off x="5512700" y="2608975"/>
                <a:ext cx="53275" cy="47800"/>
              </a:xfrm>
              <a:custGeom>
                <a:rect b="b" l="l" r="r" t="t"/>
                <a:pathLst>
                  <a:path extrusionOk="0" h="1912" w="2131">
                    <a:moveTo>
                      <a:pt x="1064" y="0"/>
                    </a:moveTo>
                    <a:cubicBezTo>
                      <a:pt x="626" y="0"/>
                      <a:pt x="232" y="284"/>
                      <a:pt x="125" y="730"/>
                    </a:cubicBezTo>
                    <a:cubicBezTo>
                      <a:pt x="0" y="1232"/>
                      <a:pt x="301" y="1758"/>
                      <a:pt x="827" y="1883"/>
                    </a:cubicBezTo>
                    <a:cubicBezTo>
                      <a:pt x="904" y="1902"/>
                      <a:pt x="981" y="1912"/>
                      <a:pt x="1057" y="1912"/>
                    </a:cubicBezTo>
                    <a:cubicBezTo>
                      <a:pt x="1480" y="1912"/>
                      <a:pt x="1874" y="1628"/>
                      <a:pt x="1980" y="1182"/>
                    </a:cubicBezTo>
                    <a:cubicBezTo>
                      <a:pt x="2130" y="680"/>
                      <a:pt x="1805" y="154"/>
                      <a:pt x="1303" y="29"/>
                    </a:cubicBezTo>
                    <a:cubicBezTo>
                      <a:pt x="1223" y="10"/>
                      <a:pt x="1143" y="0"/>
                      <a:pt x="10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6" name="Google Shape;4736;p41"/>
              <p:cNvSpPr/>
              <p:nvPr/>
            </p:nvSpPr>
            <p:spPr>
              <a:xfrm>
                <a:off x="5564075" y="2696775"/>
                <a:ext cx="3150" cy="8800"/>
              </a:xfrm>
              <a:custGeom>
                <a:rect b="b" l="l" r="r" t="t"/>
                <a:pathLst>
                  <a:path extrusionOk="0" fill="none" h="352" w="126">
                    <a:moveTo>
                      <a:pt x="0" y="351"/>
                    </a:moveTo>
                    <a:cubicBezTo>
                      <a:pt x="75" y="201"/>
                      <a:pt x="50" y="176"/>
                      <a:pt x="126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7" name="Google Shape;4737;p41"/>
              <p:cNvSpPr/>
              <p:nvPr/>
            </p:nvSpPr>
            <p:spPr>
              <a:xfrm>
                <a:off x="5514575" y="2724975"/>
                <a:ext cx="36350" cy="25075"/>
              </a:xfrm>
              <a:custGeom>
                <a:rect b="b" l="l" r="r" t="t"/>
                <a:pathLst>
                  <a:path extrusionOk="0" fill="none" h="1003" w="1454">
                    <a:moveTo>
                      <a:pt x="0" y="1003"/>
                    </a:moveTo>
                    <a:cubicBezTo>
                      <a:pt x="0" y="1003"/>
                      <a:pt x="777" y="827"/>
                      <a:pt x="1454" y="0"/>
                    </a:cubicBezTo>
                  </a:path>
                </a:pathLst>
              </a:custGeom>
              <a:noFill/>
              <a:ln cap="flat" cmpd="sng" w="13150">
                <a:solidFill>
                  <a:schemeClr val="accent1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8" name="Google Shape;4738;p41"/>
              <p:cNvSpPr/>
              <p:nvPr/>
            </p:nvSpPr>
            <p:spPr>
              <a:xfrm>
                <a:off x="2039000" y="2713575"/>
                <a:ext cx="149775" cy="212525"/>
              </a:xfrm>
              <a:custGeom>
                <a:rect b="b" l="l" r="r" t="t"/>
                <a:pathLst>
                  <a:path extrusionOk="0" h="8501" w="5991">
                    <a:moveTo>
                      <a:pt x="2550" y="0"/>
                    </a:moveTo>
                    <a:cubicBezTo>
                      <a:pt x="1911" y="0"/>
                      <a:pt x="1284" y="327"/>
                      <a:pt x="927" y="932"/>
                    </a:cubicBezTo>
                    <a:cubicBezTo>
                      <a:pt x="276" y="2035"/>
                      <a:pt x="0" y="3389"/>
                      <a:pt x="251" y="4767"/>
                    </a:cubicBezTo>
                    <a:cubicBezTo>
                      <a:pt x="526" y="6145"/>
                      <a:pt x="1278" y="7323"/>
                      <a:pt x="2306" y="8100"/>
                    </a:cubicBezTo>
                    <a:cubicBezTo>
                      <a:pt x="2644" y="8371"/>
                      <a:pt x="3047" y="8500"/>
                      <a:pt x="3446" y="8500"/>
                    </a:cubicBezTo>
                    <a:cubicBezTo>
                      <a:pt x="4081" y="8500"/>
                      <a:pt x="4709" y="8174"/>
                      <a:pt x="5063" y="7574"/>
                    </a:cubicBezTo>
                    <a:cubicBezTo>
                      <a:pt x="5714" y="6446"/>
                      <a:pt x="5990" y="5093"/>
                      <a:pt x="5739" y="3714"/>
                    </a:cubicBezTo>
                    <a:cubicBezTo>
                      <a:pt x="5464" y="2361"/>
                      <a:pt x="4712" y="1183"/>
                      <a:pt x="3684" y="381"/>
                    </a:cubicBezTo>
                    <a:cubicBezTo>
                      <a:pt x="3341" y="124"/>
                      <a:pt x="2943" y="0"/>
                      <a:pt x="2550" y="0"/>
                    </a:cubicBezTo>
                    <a:close/>
                  </a:path>
                </a:pathLst>
              </a:custGeom>
              <a:solidFill>
                <a:srgbClr val="EFBA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9" name="Google Shape;4739;p41"/>
              <p:cNvSpPr/>
              <p:nvPr/>
            </p:nvSpPr>
            <p:spPr>
              <a:xfrm>
                <a:off x="2064050" y="2660325"/>
                <a:ext cx="53900" cy="64675"/>
              </a:xfrm>
              <a:custGeom>
                <a:rect b="b" l="l" r="r" t="t"/>
                <a:pathLst>
                  <a:path extrusionOk="0" h="2587" w="2156">
                    <a:moveTo>
                      <a:pt x="1457" y="1"/>
                    </a:moveTo>
                    <a:cubicBezTo>
                      <a:pt x="1440" y="1"/>
                      <a:pt x="1422" y="2"/>
                      <a:pt x="1404" y="5"/>
                    </a:cubicBezTo>
                    <a:lnTo>
                      <a:pt x="276" y="230"/>
                    </a:lnTo>
                    <a:cubicBezTo>
                      <a:pt x="101" y="255"/>
                      <a:pt x="1" y="431"/>
                      <a:pt x="26" y="581"/>
                    </a:cubicBezTo>
                    <a:lnTo>
                      <a:pt x="427" y="2586"/>
                    </a:lnTo>
                    <a:lnTo>
                      <a:pt x="2156" y="2260"/>
                    </a:lnTo>
                    <a:lnTo>
                      <a:pt x="1780" y="255"/>
                    </a:lnTo>
                    <a:cubicBezTo>
                      <a:pt x="1735" y="98"/>
                      <a:pt x="1609" y="1"/>
                      <a:pt x="1457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0" name="Google Shape;4740;p41"/>
              <p:cNvSpPr/>
              <p:nvPr/>
            </p:nvSpPr>
            <p:spPr>
              <a:xfrm>
                <a:off x="2071575" y="2650825"/>
                <a:ext cx="27600" cy="24875"/>
              </a:xfrm>
              <a:custGeom>
                <a:rect b="b" l="l" r="r" t="t"/>
                <a:pathLst>
                  <a:path extrusionOk="0" h="995" w="1104">
                    <a:moveTo>
                      <a:pt x="530" y="180"/>
                    </a:moveTo>
                    <a:cubicBezTo>
                      <a:pt x="686" y="180"/>
                      <a:pt x="830" y="277"/>
                      <a:pt x="852" y="435"/>
                    </a:cubicBezTo>
                    <a:cubicBezTo>
                      <a:pt x="903" y="610"/>
                      <a:pt x="777" y="786"/>
                      <a:pt x="602" y="811"/>
                    </a:cubicBezTo>
                    <a:cubicBezTo>
                      <a:pt x="575" y="818"/>
                      <a:pt x="549" y="822"/>
                      <a:pt x="523" y="822"/>
                    </a:cubicBezTo>
                    <a:cubicBezTo>
                      <a:pt x="377" y="822"/>
                      <a:pt x="247" y="709"/>
                      <a:pt x="226" y="560"/>
                    </a:cubicBezTo>
                    <a:cubicBezTo>
                      <a:pt x="201" y="385"/>
                      <a:pt x="301" y="209"/>
                      <a:pt x="476" y="184"/>
                    </a:cubicBezTo>
                    <a:cubicBezTo>
                      <a:pt x="494" y="182"/>
                      <a:pt x="512" y="180"/>
                      <a:pt x="530" y="180"/>
                    </a:cubicBezTo>
                    <a:close/>
                    <a:moveTo>
                      <a:pt x="545" y="0"/>
                    </a:moveTo>
                    <a:cubicBezTo>
                      <a:pt x="514" y="0"/>
                      <a:pt x="483" y="3"/>
                      <a:pt x="451" y="9"/>
                    </a:cubicBezTo>
                    <a:cubicBezTo>
                      <a:pt x="176" y="59"/>
                      <a:pt x="0" y="335"/>
                      <a:pt x="50" y="585"/>
                    </a:cubicBezTo>
                    <a:cubicBezTo>
                      <a:pt x="95" y="829"/>
                      <a:pt x="316" y="995"/>
                      <a:pt x="540" y="995"/>
                    </a:cubicBezTo>
                    <a:cubicBezTo>
                      <a:pt x="569" y="995"/>
                      <a:pt x="598" y="992"/>
                      <a:pt x="627" y="986"/>
                    </a:cubicBezTo>
                    <a:cubicBezTo>
                      <a:pt x="903" y="936"/>
                      <a:pt x="1103" y="686"/>
                      <a:pt x="1028" y="410"/>
                    </a:cubicBezTo>
                    <a:cubicBezTo>
                      <a:pt x="983" y="166"/>
                      <a:pt x="782" y="0"/>
                      <a:pt x="545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1" name="Google Shape;4741;p41"/>
              <p:cNvSpPr/>
              <p:nvPr/>
            </p:nvSpPr>
            <p:spPr>
              <a:xfrm>
                <a:off x="2075325" y="2744000"/>
                <a:ext cx="57675" cy="53025"/>
              </a:xfrm>
              <a:custGeom>
                <a:rect b="b" l="l" r="r" t="t"/>
                <a:pathLst>
                  <a:path extrusionOk="0" h="2121" w="2307">
                    <a:moveTo>
                      <a:pt x="1140" y="0"/>
                    </a:moveTo>
                    <a:cubicBezTo>
                      <a:pt x="1078" y="0"/>
                      <a:pt x="1016" y="5"/>
                      <a:pt x="953" y="16"/>
                    </a:cubicBezTo>
                    <a:cubicBezTo>
                      <a:pt x="377" y="116"/>
                      <a:pt x="1" y="693"/>
                      <a:pt x="126" y="1269"/>
                    </a:cubicBezTo>
                    <a:cubicBezTo>
                      <a:pt x="213" y="1771"/>
                      <a:pt x="642" y="2121"/>
                      <a:pt x="1131" y="2121"/>
                    </a:cubicBezTo>
                    <a:cubicBezTo>
                      <a:pt x="1205" y="2121"/>
                      <a:pt x="1279" y="2113"/>
                      <a:pt x="1354" y="2096"/>
                    </a:cubicBezTo>
                    <a:cubicBezTo>
                      <a:pt x="1931" y="1996"/>
                      <a:pt x="2306" y="1445"/>
                      <a:pt x="2206" y="868"/>
                    </a:cubicBezTo>
                    <a:cubicBezTo>
                      <a:pt x="2117" y="355"/>
                      <a:pt x="1649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2" name="Google Shape;4742;p41"/>
              <p:cNvSpPr/>
              <p:nvPr/>
            </p:nvSpPr>
            <p:spPr>
              <a:xfrm>
                <a:off x="2162425" y="2822075"/>
                <a:ext cx="1275" cy="9425"/>
              </a:xfrm>
              <a:custGeom>
                <a:rect b="b" l="l" r="r" t="t"/>
                <a:pathLst>
                  <a:path extrusionOk="0" fill="none" h="377" w="51">
                    <a:moveTo>
                      <a:pt x="25" y="377"/>
                    </a:moveTo>
                    <a:cubicBezTo>
                      <a:pt x="51" y="201"/>
                      <a:pt x="25" y="201"/>
                      <a:pt x="0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3" name="Google Shape;4743;p41"/>
              <p:cNvSpPr/>
              <p:nvPr/>
            </p:nvSpPr>
            <p:spPr>
              <a:xfrm>
                <a:off x="2134850" y="2857800"/>
                <a:ext cx="25100" cy="42625"/>
              </a:xfrm>
              <a:custGeom>
                <a:rect b="b" l="l" r="r" t="t"/>
                <a:pathLst>
                  <a:path extrusionOk="0" fill="none" h="1705" w="1004">
                    <a:moveTo>
                      <a:pt x="1" y="1705"/>
                    </a:moveTo>
                    <a:cubicBezTo>
                      <a:pt x="1" y="1705"/>
                      <a:pt x="702" y="1128"/>
                      <a:pt x="1003" y="1"/>
                    </a:cubicBezTo>
                  </a:path>
                </a:pathLst>
              </a:custGeom>
              <a:noFill/>
              <a:ln cap="flat" cmpd="sng" w="131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4" name="Google Shape;4744;p41"/>
              <p:cNvSpPr/>
              <p:nvPr/>
            </p:nvSpPr>
            <p:spPr>
              <a:xfrm>
                <a:off x="4958175" y="2686150"/>
                <a:ext cx="150400" cy="213000"/>
              </a:xfrm>
              <a:custGeom>
                <a:rect b="b" l="l" r="r" t="t"/>
                <a:pathLst>
                  <a:path extrusionOk="0" h="8520" w="6016">
                    <a:moveTo>
                      <a:pt x="2550" y="0"/>
                    </a:moveTo>
                    <a:cubicBezTo>
                      <a:pt x="1910" y="0"/>
                      <a:pt x="1282" y="327"/>
                      <a:pt x="928" y="927"/>
                    </a:cubicBezTo>
                    <a:cubicBezTo>
                      <a:pt x="276" y="2054"/>
                      <a:pt x="1" y="3408"/>
                      <a:pt x="276" y="4786"/>
                    </a:cubicBezTo>
                    <a:cubicBezTo>
                      <a:pt x="552" y="6165"/>
                      <a:pt x="1304" y="7318"/>
                      <a:pt x="2331" y="8120"/>
                    </a:cubicBezTo>
                    <a:cubicBezTo>
                      <a:pt x="2670" y="8391"/>
                      <a:pt x="3072" y="8520"/>
                      <a:pt x="3472" y="8520"/>
                    </a:cubicBezTo>
                    <a:cubicBezTo>
                      <a:pt x="4107" y="8520"/>
                      <a:pt x="4734" y="8193"/>
                      <a:pt x="5088" y="7593"/>
                    </a:cubicBezTo>
                    <a:cubicBezTo>
                      <a:pt x="5740" y="6466"/>
                      <a:pt x="6016" y="5112"/>
                      <a:pt x="5740" y="3734"/>
                    </a:cubicBezTo>
                    <a:cubicBezTo>
                      <a:pt x="5489" y="2355"/>
                      <a:pt x="4737" y="1202"/>
                      <a:pt x="3710" y="400"/>
                    </a:cubicBezTo>
                    <a:cubicBezTo>
                      <a:pt x="3362" y="129"/>
                      <a:pt x="2953" y="0"/>
                      <a:pt x="25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5" name="Google Shape;4745;p41"/>
              <p:cNvSpPr/>
              <p:nvPr/>
            </p:nvSpPr>
            <p:spPr>
              <a:xfrm>
                <a:off x="4983875" y="2633200"/>
                <a:ext cx="53900" cy="64850"/>
              </a:xfrm>
              <a:custGeom>
                <a:rect b="b" l="l" r="r" t="t"/>
                <a:pathLst>
                  <a:path extrusionOk="0" h="2594" w="2156">
                    <a:moveTo>
                      <a:pt x="1482" y="1"/>
                    </a:moveTo>
                    <a:cubicBezTo>
                      <a:pt x="1457" y="1"/>
                      <a:pt x="1430" y="4"/>
                      <a:pt x="1404" y="12"/>
                    </a:cubicBezTo>
                    <a:lnTo>
                      <a:pt x="276" y="213"/>
                    </a:lnTo>
                    <a:cubicBezTo>
                      <a:pt x="100" y="263"/>
                      <a:pt x="0" y="413"/>
                      <a:pt x="25" y="589"/>
                    </a:cubicBezTo>
                    <a:lnTo>
                      <a:pt x="401" y="2594"/>
                    </a:lnTo>
                    <a:lnTo>
                      <a:pt x="2156" y="2243"/>
                    </a:lnTo>
                    <a:lnTo>
                      <a:pt x="1755" y="238"/>
                    </a:lnTo>
                    <a:cubicBezTo>
                      <a:pt x="1733" y="110"/>
                      <a:pt x="1622" y="1"/>
                      <a:pt x="1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6" name="Google Shape;4746;p41"/>
              <p:cNvSpPr/>
              <p:nvPr/>
            </p:nvSpPr>
            <p:spPr>
              <a:xfrm>
                <a:off x="4990750" y="2623250"/>
                <a:ext cx="27600" cy="25525"/>
              </a:xfrm>
              <a:custGeom>
                <a:rect b="b" l="l" r="r" t="t"/>
                <a:pathLst>
                  <a:path extrusionOk="0" h="1021" w="1104">
                    <a:moveTo>
                      <a:pt x="547" y="181"/>
                    </a:moveTo>
                    <a:cubicBezTo>
                      <a:pt x="707" y="181"/>
                      <a:pt x="855" y="300"/>
                      <a:pt x="878" y="460"/>
                    </a:cubicBezTo>
                    <a:cubicBezTo>
                      <a:pt x="903" y="636"/>
                      <a:pt x="803" y="786"/>
                      <a:pt x="627" y="836"/>
                    </a:cubicBezTo>
                    <a:cubicBezTo>
                      <a:pt x="612" y="838"/>
                      <a:pt x="597" y="839"/>
                      <a:pt x="582" y="839"/>
                    </a:cubicBezTo>
                    <a:cubicBezTo>
                      <a:pt x="423" y="839"/>
                      <a:pt x="274" y="721"/>
                      <a:pt x="251" y="560"/>
                    </a:cubicBezTo>
                    <a:cubicBezTo>
                      <a:pt x="201" y="385"/>
                      <a:pt x="327" y="235"/>
                      <a:pt x="502" y="184"/>
                    </a:cubicBezTo>
                    <a:cubicBezTo>
                      <a:pt x="517" y="182"/>
                      <a:pt x="532" y="181"/>
                      <a:pt x="547" y="181"/>
                    </a:cubicBezTo>
                    <a:close/>
                    <a:moveTo>
                      <a:pt x="564" y="1"/>
                    </a:moveTo>
                    <a:cubicBezTo>
                      <a:pt x="535" y="1"/>
                      <a:pt x="506" y="3"/>
                      <a:pt x="477" y="9"/>
                    </a:cubicBezTo>
                    <a:cubicBezTo>
                      <a:pt x="201" y="59"/>
                      <a:pt x="1" y="335"/>
                      <a:pt x="76" y="611"/>
                    </a:cubicBezTo>
                    <a:cubicBezTo>
                      <a:pt x="120" y="855"/>
                      <a:pt x="322" y="1020"/>
                      <a:pt x="559" y="1020"/>
                    </a:cubicBezTo>
                    <a:cubicBezTo>
                      <a:pt x="590" y="1020"/>
                      <a:pt x="621" y="1017"/>
                      <a:pt x="652" y="1012"/>
                    </a:cubicBezTo>
                    <a:cubicBezTo>
                      <a:pt x="928" y="961"/>
                      <a:pt x="1104" y="686"/>
                      <a:pt x="1053" y="410"/>
                    </a:cubicBezTo>
                    <a:cubicBezTo>
                      <a:pt x="1009" y="166"/>
                      <a:pt x="788" y="1"/>
                      <a:pt x="564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7" name="Google Shape;4747;p41"/>
              <p:cNvSpPr/>
              <p:nvPr/>
            </p:nvSpPr>
            <p:spPr>
              <a:xfrm>
                <a:off x="4995150" y="2716425"/>
                <a:ext cx="57675" cy="53450"/>
              </a:xfrm>
              <a:custGeom>
                <a:rect b="b" l="l" r="r" t="t"/>
                <a:pathLst>
                  <a:path extrusionOk="0" h="2138" w="2307">
                    <a:moveTo>
                      <a:pt x="1139" y="0"/>
                    </a:moveTo>
                    <a:cubicBezTo>
                      <a:pt x="1078" y="0"/>
                      <a:pt x="1015" y="6"/>
                      <a:pt x="953" y="16"/>
                    </a:cubicBezTo>
                    <a:cubicBezTo>
                      <a:pt x="376" y="142"/>
                      <a:pt x="0" y="693"/>
                      <a:pt x="101" y="1270"/>
                    </a:cubicBezTo>
                    <a:cubicBezTo>
                      <a:pt x="212" y="1783"/>
                      <a:pt x="662" y="2138"/>
                      <a:pt x="1167" y="2138"/>
                    </a:cubicBezTo>
                    <a:cubicBezTo>
                      <a:pt x="1229" y="2138"/>
                      <a:pt x="1291" y="2133"/>
                      <a:pt x="1354" y="2122"/>
                    </a:cubicBezTo>
                    <a:cubicBezTo>
                      <a:pt x="1930" y="1996"/>
                      <a:pt x="2306" y="1445"/>
                      <a:pt x="2206" y="869"/>
                    </a:cubicBezTo>
                    <a:cubicBezTo>
                      <a:pt x="2094" y="355"/>
                      <a:pt x="1644" y="0"/>
                      <a:pt x="1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8" name="Google Shape;4748;p41"/>
              <p:cNvSpPr/>
              <p:nvPr/>
            </p:nvSpPr>
            <p:spPr>
              <a:xfrm>
                <a:off x="5082250" y="2794525"/>
                <a:ext cx="650" cy="10050"/>
              </a:xfrm>
              <a:custGeom>
                <a:rect b="b" l="l" r="r" t="t"/>
                <a:pathLst>
                  <a:path extrusionOk="0" fill="none" h="402" w="26">
                    <a:moveTo>
                      <a:pt x="25" y="401"/>
                    </a:moveTo>
                    <a:cubicBezTo>
                      <a:pt x="25" y="226"/>
                      <a:pt x="25" y="201"/>
                      <a:pt x="0" y="0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9" name="Google Shape;4749;p41"/>
              <p:cNvSpPr/>
              <p:nvPr/>
            </p:nvSpPr>
            <p:spPr>
              <a:xfrm>
                <a:off x="5054675" y="2830225"/>
                <a:ext cx="25075" cy="42650"/>
              </a:xfrm>
              <a:custGeom>
                <a:rect b="b" l="l" r="r" t="t"/>
                <a:pathLst>
                  <a:path extrusionOk="0" fill="none" h="1706" w="1003">
                    <a:moveTo>
                      <a:pt x="0" y="1705"/>
                    </a:moveTo>
                    <a:cubicBezTo>
                      <a:pt x="0" y="1705"/>
                      <a:pt x="702" y="1154"/>
                      <a:pt x="1003" y="1"/>
                    </a:cubicBezTo>
                  </a:path>
                </a:pathLst>
              </a:custGeom>
              <a:noFill/>
              <a:ln cap="rnd" cmpd="sng" w="13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50" name="Google Shape;4750;p41"/>
          <p:cNvSpPr txBox="1"/>
          <p:nvPr>
            <p:ph type="title"/>
          </p:nvPr>
        </p:nvSpPr>
        <p:spPr>
          <a:xfrm>
            <a:off x="5799600" y="1879970"/>
            <a:ext cx="1532700" cy="11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51" name="Google Shape;4751;p41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0">
    <p:spTree>
      <p:nvGrpSpPr>
        <p:cNvPr id="4752" name="Shape 4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3" name="Google Shape;4753;p42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754" name="Google Shape;4754;p42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42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42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42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42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42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42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42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42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42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42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42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42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42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42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42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42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42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42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42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42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42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42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42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42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42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42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42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42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42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42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42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42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42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42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42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42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42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42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42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42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2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42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42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42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42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42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42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42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42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42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2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2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2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2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2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2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2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2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2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2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2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2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7" name="Google Shape;4817;p42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8" name="Google Shape;4818;p42"/>
          <p:cNvSpPr txBox="1"/>
          <p:nvPr>
            <p:ph idx="1" type="subTitle"/>
          </p:nvPr>
        </p:nvSpPr>
        <p:spPr>
          <a:xfrm>
            <a:off x="2505450" y="4016853"/>
            <a:ext cx="47427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19" name="Google Shape;4819;p42"/>
          <p:cNvSpPr txBox="1"/>
          <p:nvPr>
            <p:ph type="ctrTitle"/>
          </p:nvPr>
        </p:nvSpPr>
        <p:spPr>
          <a:xfrm>
            <a:off x="3608425" y="3654928"/>
            <a:ext cx="2536800" cy="3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20" name="Google Shape;4820;p42"/>
          <p:cNvSpPr txBox="1"/>
          <p:nvPr>
            <p:ph idx="2"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3">
    <p:spTree>
      <p:nvGrpSpPr>
        <p:cNvPr id="482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2" name="Google Shape;4822;p43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823" name="Google Shape;4823;p43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43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43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43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43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43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43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43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43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43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43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43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43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43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43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43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43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43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43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43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43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3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3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3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3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3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3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3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3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3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3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3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3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43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43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43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43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43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1" name="Google Shape;4861;p43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43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43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43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3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43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43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43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43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43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43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43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43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43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43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43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43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43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43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3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3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43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43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3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3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86" name="Google Shape;4886;p43"/>
          <p:cNvSpPr/>
          <p:nvPr/>
        </p:nvSpPr>
        <p:spPr>
          <a:xfrm>
            <a:off x="3758750" y="444675"/>
            <a:ext cx="4723200" cy="4254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7" name="Google Shape;4887;p43"/>
          <p:cNvSpPr/>
          <p:nvPr/>
        </p:nvSpPr>
        <p:spPr>
          <a:xfrm>
            <a:off x="0" y="4748825"/>
            <a:ext cx="9144000" cy="3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8" name="Google Shape;4888;p43"/>
          <p:cNvSpPr txBox="1"/>
          <p:nvPr>
            <p:ph type="ctrTitle"/>
          </p:nvPr>
        </p:nvSpPr>
        <p:spPr>
          <a:xfrm>
            <a:off x="4413863" y="639440"/>
            <a:ext cx="3412800" cy="8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889" name="Google Shape;4889;p43"/>
          <p:cNvSpPr txBox="1"/>
          <p:nvPr>
            <p:ph idx="1" type="subTitle"/>
          </p:nvPr>
        </p:nvSpPr>
        <p:spPr>
          <a:xfrm>
            <a:off x="4748063" y="2266078"/>
            <a:ext cx="2744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890" name="Google Shape;4890;p43"/>
          <p:cNvSpPr txBox="1"/>
          <p:nvPr>
            <p:ph idx="2" type="subTitle"/>
          </p:nvPr>
        </p:nvSpPr>
        <p:spPr>
          <a:xfrm>
            <a:off x="4953113" y="2607660"/>
            <a:ext cx="23343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891" name="Google Shape;4891;p43"/>
          <p:cNvSpPr txBox="1"/>
          <p:nvPr/>
        </p:nvSpPr>
        <p:spPr>
          <a:xfrm>
            <a:off x="4364213" y="3422777"/>
            <a:ext cx="35121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892" name="Google Shape;4892;p43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4">
    <p:spTree>
      <p:nvGrpSpPr>
        <p:cNvPr id="4893" name="Shape 4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4" name="Google Shape;4894;p44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895" name="Google Shape;4895;p44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4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4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4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4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4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4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4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3" name="Google Shape;4903;p44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4" name="Google Shape;4904;p44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4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4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4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4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4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4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4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4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4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4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4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44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44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44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44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44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44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44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44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44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5" name="Google Shape;4925;p44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44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4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44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44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44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44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44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44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44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44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44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44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44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44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44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44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44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44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4" name="Google Shape;4944;p44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5" name="Google Shape;4945;p44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44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44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44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44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44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44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44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44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44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44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44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44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58" name="Google Shape;4958;p44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9" name="Google Shape;4959;p44"/>
          <p:cNvSpPr txBox="1"/>
          <p:nvPr>
            <p:ph idx="1" type="subTitle"/>
          </p:nvPr>
        </p:nvSpPr>
        <p:spPr>
          <a:xfrm>
            <a:off x="1456688" y="1206100"/>
            <a:ext cx="3423600" cy="3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0" name="Google Shape;4960;p44"/>
          <p:cNvSpPr txBox="1"/>
          <p:nvPr>
            <p:ph idx="2" type="subTitle"/>
          </p:nvPr>
        </p:nvSpPr>
        <p:spPr>
          <a:xfrm>
            <a:off x="4985013" y="1206100"/>
            <a:ext cx="3423600" cy="3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1" name="Google Shape;4961;p44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14_1">
    <p:spTree>
      <p:nvGrpSpPr>
        <p:cNvPr id="4962" name="Shape 4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3" name="Google Shape;4963;p45"/>
          <p:cNvGrpSpPr/>
          <p:nvPr/>
        </p:nvGrpSpPr>
        <p:grpSpPr>
          <a:xfrm>
            <a:off x="-100350" y="-102000"/>
            <a:ext cx="9261397" cy="5294476"/>
            <a:chOff x="-100350" y="-102000"/>
            <a:chExt cx="9261397" cy="5294476"/>
          </a:xfrm>
        </p:grpSpPr>
        <p:sp>
          <p:nvSpPr>
            <p:cNvPr id="4964" name="Google Shape;4964;p45"/>
            <p:cNvSpPr/>
            <p:nvPr/>
          </p:nvSpPr>
          <p:spPr>
            <a:xfrm>
              <a:off x="908579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45"/>
            <p:cNvSpPr/>
            <p:nvPr/>
          </p:nvSpPr>
          <p:spPr>
            <a:xfrm>
              <a:off x="159465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45"/>
            <p:cNvSpPr/>
            <p:nvPr/>
          </p:nvSpPr>
          <p:spPr>
            <a:xfrm>
              <a:off x="7323950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45"/>
            <p:cNvSpPr/>
            <p:nvPr/>
          </p:nvSpPr>
          <p:spPr>
            <a:xfrm>
              <a:off x="7816704" y="1760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8" name="Google Shape;4968;p45"/>
            <p:cNvSpPr/>
            <p:nvPr/>
          </p:nvSpPr>
          <p:spPr>
            <a:xfrm>
              <a:off x="6642150" y="382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9" name="Google Shape;4969;p45"/>
            <p:cNvSpPr/>
            <p:nvPr/>
          </p:nvSpPr>
          <p:spPr>
            <a:xfrm>
              <a:off x="5328325" y="41072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0" name="Google Shape;4970;p45"/>
            <p:cNvSpPr/>
            <p:nvPr/>
          </p:nvSpPr>
          <p:spPr>
            <a:xfrm>
              <a:off x="2181929" y="36721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1" name="Google Shape;4971;p45"/>
            <p:cNvSpPr/>
            <p:nvPr/>
          </p:nvSpPr>
          <p:spPr>
            <a:xfrm>
              <a:off x="1127700" y="5952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2" name="Google Shape;4972;p45"/>
            <p:cNvSpPr/>
            <p:nvPr/>
          </p:nvSpPr>
          <p:spPr>
            <a:xfrm>
              <a:off x="6964479" y="3611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3" name="Google Shape;4973;p45"/>
            <p:cNvSpPr/>
            <p:nvPr/>
          </p:nvSpPr>
          <p:spPr>
            <a:xfrm>
              <a:off x="8106000" y="36059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4" name="Google Shape;4974;p45"/>
            <p:cNvSpPr/>
            <p:nvPr/>
          </p:nvSpPr>
          <p:spPr>
            <a:xfrm>
              <a:off x="5934600" y="3139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5" name="Google Shape;4975;p45"/>
            <p:cNvSpPr/>
            <p:nvPr/>
          </p:nvSpPr>
          <p:spPr>
            <a:xfrm>
              <a:off x="2442604" y="22718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6" name="Google Shape;4976;p45"/>
            <p:cNvSpPr/>
            <p:nvPr/>
          </p:nvSpPr>
          <p:spPr>
            <a:xfrm>
              <a:off x="5089554" y="8481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7" name="Google Shape;4977;p45"/>
            <p:cNvSpPr/>
            <p:nvPr/>
          </p:nvSpPr>
          <p:spPr>
            <a:xfrm>
              <a:off x="17904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8" name="Google Shape;4978;p45"/>
            <p:cNvSpPr/>
            <p:nvPr/>
          </p:nvSpPr>
          <p:spPr>
            <a:xfrm>
              <a:off x="8174554" y="460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9" name="Google Shape;4979;p45"/>
            <p:cNvSpPr/>
            <p:nvPr/>
          </p:nvSpPr>
          <p:spPr>
            <a:xfrm>
              <a:off x="524200" y="2475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0" name="Google Shape;4980;p45"/>
            <p:cNvSpPr/>
            <p:nvPr/>
          </p:nvSpPr>
          <p:spPr>
            <a:xfrm>
              <a:off x="6837950" y="25203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1" name="Google Shape;4981;p45"/>
            <p:cNvSpPr/>
            <p:nvPr/>
          </p:nvSpPr>
          <p:spPr>
            <a:xfrm>
              <a:off x="6710704" y="27932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2" name="Google Shape;4982;p45"/>
            <p:cNvSpPr/>
            <p:nvPr/>
          </p:nvSpPr>
          <p:spPr>
            <a:xfrm>
              <a:off x="8707575" y="23789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3" name="Google Shape;4983;p45"/>
            <p:cNvSpPr/>
            <p:nvPr/>
          </p:nvSpPr>
          <p:spPr>
            <a:xfrm>
              <a:off x="18796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4" name="Google Shape;4984;p45"/>
            <p:cNvSpPr/>
            <p:nvPr/>
          </p:nvSpPr>
          <p:spPr>
            <a:xfrm>
              <a:off x="1221779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5" name="Google Shape;4985;p45"/>
            <p:cNvSpPr/>
            <p:nvPr/>
          </p:nvSpPr>
          <p:spPr>
            <a:xfrm>
              <a:off x="8424004" y="349506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6" name="Google Shape;4986;p45"/>
            <p:cNvSpPr/>
            <p:nvPr/>
          </p:nvSpPr>
          <p:spPr>
            <a:xfrm>
              <a:off x="8424000" y="4024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45"/>
            <p:cNvSpPr/>
            <p:nvPr/>
          </p:nvSpPr>
          <p:spPr>
            <a:xfrm>
              <a:off x="8301804" y="40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45"/>
            <p:cNvSpPr/>
            <p:nvPr/>
          </p:nvSpPr>
          <p:spPr>
            <a:xfrm>
              <a:off x="377729" y="24451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45"/>
            <p:cNvSpPr/>
            <p:nvPr/>
          </p:nvSpPr>
          <p:spPr>
            <a:xfrm>
              <a:off x="1025975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45"/>
            <p:cNvSpPr/>
            <p:nvPr/>
          </p:nvSpPr>
          <p:spPr>
            <a:xfrm>
              <a:off x="1323504" y="188704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45"/>
            <p:cNvSpPr/>
            <p:nvPr/>
          </p:nvSpPr>
          <p:spPr>
            <a:xfrm>
              <a:off x="2113375" y="11567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45"/>
            <p:cNvSpPr/>
            <p:nvPr/>
          </p:nvSpPr>
          <p:spPr>
            <a:xfrm>
              <a:off x="2383904" y="1044910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45"/>
            <p:cNvSpPr/>
            <p:nvPr/>
          </p:nvSpPr>
          <p:spPr>
            <a:xfrm>
              <a:off x="287080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45"/>
            <p:cNvSpPr/>
            <p:nvPr/>
          </p:nvSpPr>
          <p:spPr>
            <a:xfrm>
              <a:off x="3007904" y="5952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45"/>
            <p:cNvSpPr/>
            <p:nvPr/>
          </p:nvSpPr>
          <p:spPr>
            <a:xfrm>
              <a:off x="3793225" y="39058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45"/>
            <p:cNvSpPr/>
            <p:nvPr/>
          </p:nvSpPr>
          <p:spPr>
            <a:xfrm>
              <a:off x="3793229" y="373248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45"/>
            <p:cNvSpPr/>
            <p:nvPr/>
          </p:nvSpPr>
          <p:spPr>
            <a:xfrm>
              <a:off x="3066600" y="1567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45"/>
            <p:cNvSpPr/>
            <p:nvPr/>
          </p:nvSpPr>
          <p:spPr>
            <a:xfrm>
              <a:off x="3447729" y="15073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45"/>
            <p:cNvSpPr/>
            <p:nvPr/>
          </p:nvSpPr>
          <p:spPr>
            <a:xfrm>
              <a:off x="5089554" y="38920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45"/>
            <p:cNvSpPr/>
            <p:nvPr/>
          </p:nvSpPr>
          <p:spPr>
            <a:xfrm>
              <a:off x="3506425" y="27269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45"/>
            <p:cNvSpPr/>
            <p:nvPr/>
          </p:nvSpPr>
          <p:spPr>
            <a:xfrm>
              <a:off x="3447729" y="2713135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45"/>
            <p:cNvSpPr/>
            <p:nvPr/>
          </p:nvSpPr>
          <p:spPr>
            <a:xfrm>
              <a:off x="5089554" y="4663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45"/>
            <p:cNvSpPr/>
            <p:nvPr/>
          </p:nvSpPr>
          <p:spPr>
            <a:xfrm>
              <a:off x="4194600" y="1820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45"/>
            <p:cNvSpPr/>
            <p:nvPr/>
          </p:nvSpPr>
          <p:spPr>
            <a:xfrm>
              <a:off x="5455575" y="19473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45"/>
            <p:cNvSpPr/>
            <p:nvPr/>
          </p:nvSpPr>
          <p:spPr>
            <a:xfrm>
              <a:off x="6363950" y="134955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45"/>
            <p:cNvSpPr/>
            <p:nvPr/>
          </p:nvSpPr>
          <p:spPr>
            <a:xfrm>
              <a:off x="6559750" y="270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45"/>
            <p:cNvSpPr/>
            <p:nvPr/>
          </p:nvSpPr>
          <p:spPr>
            <a:xfrm>
              <a:off x="3169225" y="4724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45"/>
            <p:cNvSpPr/>
            <p:nvPr/>
          </p:nvSpPr>
          <p:spPr>
            <a:xfrm>
              <a:off x="5396879" y="1820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45"/>
            <p:cNvSpPr/>
            <p:nvPr/>
          </p:nvSpPr>
          <p:spPr>
            <a:xfrm>
              <a:off x="59346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45"/>
            <p:cNvSpPr/>
            <p:nvPr/>
          </p:nvSpPr>
          <p:spPr>
            <a:xfrm>
              <a:off x="4129225" y="781863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45"/>
            <p:cNvSpPr/>
            <p:nvPr/>
          </p:nvSpPr>
          <p:spPr>
            <a:xfrm>
              <a:off x="4390404" y="6615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45"/>
            <p:cNvSpPr/>
            <p:nvPr/>
          </p:nvSpPr>
          <p:spPr>
            <a:xfrm>
              <a:off x="5148250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45"/>
            <p:cNvSpPr/>
            <p:nvPr/>
          </p:nvSpPr>
          <p:spPr>
            <a:xfrm>
              <a:off x="377725" y="-1020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45"/>
            <p:cNvSpPr/>
            <p:nvPr/>
          </p:nvSpPr>
          <p:spPr>
            <a:xfrm>
              <a:off x="-100350" y="46638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45"/>
            <p:cNvSpPr/>
            <p:nvPr/>
          </p:nvSpPr>
          <p:spPr>
            <a:xfrm>
              <a:off x="8838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45"/>
            <p:cNvSpPr/>
            <p:nvPr/>
          </p:nvSpPr>
          <p:spPr>
            <a:xfrm>
              <a:off x="7194000" y="45071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45"/>
            <p:cNvSpPr/>
            <p:nvPr/>
          </p:nvSpPr>
          <p:spPr>
            <a:xfrm>
              <a:off x="9033804" y="41734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45"/>
            <p:cNvSpPr/>
            <p:nvPr/>
          </p:nvSpPr>
          <p:spPr>
            <a:xfrm>
              <a:off x="2675000" y="3495038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45"/>
            <p:cNvSpPr/>
            <p:nvPr/>
          </p:nvSpPr>
          <p:spPr>
            <a:xfrm>
              <a:off x="4626600" y="29197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45"/>
            <p:cNvSpPr/>
            <p:nvPr/>
          </p:nvSpPr>
          <p:spPr>
            <a:xfrm>
              <a:off x="4822404" y="279322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45"/>
            <p:cNvSpPr/>
            <p:nvPr/>
          </p:nvSpPr>
          <p:spPr>
            <a:xfrm>
              <a:off x="-100350" y="1044900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45"/>
            <p:cNvSpPr/>
            <p:nvPr/>
          </p:nvSpPr>
          <p:spPr>
            <a:xfrm>
              <a:off x="8965250" y="14411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45"/>
            <p:cNvSpPr/>
            <p:nvPr/>
          </p:nvSpPr>
          <p:spPr>
            <a:xfrm>
              <a:off x="8906554" y="1415797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45"/>
            <p:cNvSpPr/>
            <p:nvPr/>
          </p:nvSpPr>
          <p:spPr>
            <a:xfrm>
              <a:off x="181925" y="401862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45"/>
            <p:cNvSpPr/>
            <p:nvPr/>
          </p:nvSpPr>
          <p:spPr>
            <a:xfrm>
              <a:off x="592754" y="4084872"/>
              <a:ext cx="58695" cy="60315"/>
            </a:xfrm>
            <a:custGeom>
              <a:rect b="b" l="l" r="r" t="t"/>
              <a:pathLst>
                <a:path extrusionOk="0" h="1713" w="1667">
                  <a:moveTo>
                    <a:pt x="982" y="1"/>
                  </a:moveTo>
                  <a:lnTo>
                    <a:pt x="594" y="457"/>
                  </a:lnTo>
                  <a:lnTo>
                    <a:pt x="0" y="412"/>
                  </a:lnTo>
                  <a:lnTo>
                    <a:pt x="320" y="914"/>
                  </a:lnTo>
                  <a:lnTo>
                    <a:pt x="92" y="1485"/>
                  </a:lnTo>
                  <a:lnTo>
                    <a:pt x="662" y="1325"/>
                  </a:lnTo>
                  <a:lnTo>
                    <a:pt x="1119" y="1713"/>
                  </a:lnTo>
                  <a:lnTo>
                    <a:pt x="1164" y="1119"/>
                  </a:lnTo>
                  <a:lnTo>
                    <a:pt x="1667" y="800"/>
                  </a:lnTo>
                  <a:lnTo>
                    <a:pt x="1119" y="57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45"/>
            <p:cNvSpPr/>
            <p:nvPr/>
          </p:nvSpPr>
          <p:spPr>
            <a:xfrm>
              <a:off x="720000" y="4999675"/>
              <a:ext cx="195797" cy="192801"/>
            </a:xfrm>
            <a:custGeom>
              <a:rect b="b" l="l" r="r" t="t"/>
              <a:pathLst>
                <a:path extrusionOk="0" h="5171" w="5251">
                  <a:moveTo>
                    <a:pt x="2637" y="1"/>
                  </a:moveTo>
                  <a:cubicBezTo>
                    <a:pt x="2586" y="1"/>
                    <a:pt x="2534" y="29"/>
                    <a:pt x="2534" y="86"/>
                  </a:cubicBezTo>
                  <a:lnTo>
                    <a:pt x="2534" y="2369"/>
                  </a:lnTo>
                  <a:cubicBezTo>
                    <a:pt x="2215" y="2049"/>
                    <a:pt x="1895" y="1753"/>
                    <a:pt x="1598" y="1433"/>
                  </a:cubicBezTo>
                  <a:cubicBezTo>
                    <a:pt x="1572" y="1412"/>
                    <a:pt x="1544" y="1403"/>
                    <a:pt x="1518" y="1403"/>
                  </a:cubicBezTo>
                  <a:cubicBezTo>
                    <a:pt x="1433" y="1403"/>
                    <a:pt x="1369" y="1500"/>
                    <a:pt x="1439" y="1570"/>
                  </a:cubicBezTo>
                  <a:cubicBezTo>
                    <a:pt x="1758" y="1890"/>
                    <a:pt x="2078" y="2209"/>
                    <a:pt x="2397" y="2506"/>
                  </a:cubicBezTo>
                  <a:lnTo>
                    <a:pt x="138" y="2506"/>
                  </a:lnTo>
                  <a:cubicBezTo>
                    <a:pt x="1" y="2506"/>
                    <a:pt x="1" y="2711"/>
                    <a:pt x="138" y="2711"/>
                  </a:cubicBezTo>
                  <a:lnTo>
                    <a:pt x="2397" y="2711"/>
                  </a:lnTo>
                  <a:cubicBezTo>
                    <a:pt x="2101" y="3031"/>
                    <a:pt x="1781" y="3350"/>
                    <a:pt x="1484" y="3670"/>
                  </a:cubicBezTo>
                  <a:cubicBezTo>
                    <a:pt x="1414" y="3740"/>
                    <a:pt x="1479" y="3837"/>
                    <a:pt x="1554" y="3837"/>
                  </a:cubicBezTo>
                  <a:cubicBezTo>
                    <a:pt x="1576" y="3837"/>
                    <a:pt x="1600" y="3828"/>
                    <a:pt x="1621" y="3807"/>
                  </a:cubicBezTo>
                  <a:lnTo>
                    <a:pt x="2534" y="2848"/>
                  </a:lnTo>
                  <a:lnTo>
                    <a:pt x="2534" y="5085"/>
                  </a:lnTo>
                  <a:cubicBezTo>
                    <a:pt x="2534" y="5142"/>
                    <a:pt x="2586" y="5171"/>
                    <a:pt x="2637" y="5171"/>
                  </a:cubicBezTo>
                  <a:cubicBezTo>
                    <a:pt x="2688" y="5171"/>
                    <a:pt x="2740" y="5142"/>
                    <a:pt x="2740" y="5085"/>
                  </a:cubicBezTo>
                  <a:lnTo>
                    <a:pt x="2740" y="2848"/>
                  </a:lnTo>
                  <a:cubicBezTo>
                    <a:pt x="3105" y="3191"/>
                    <a:pt x="3470" y="3556"/>
                    <a:pt x="3835" y="3921"/>
                  </a:cubicBezTo>
                  <a:cubicBezTo>
                    <a:pt x="3855" y="3940"/>
                    <a:pt x="3877" y="3948"/>
                    <a:pt x="3900" y="3948"/>
                  </a:cubicBezTo>
                  <a:cubicBezTo>
                    <a:pt x="3983" y="3948"/>
                    <a:pt x="4067" y="3838"/>
                    <a:pt x="3995" y="3784"/>
                  </a:cubicBezTo>
                  <a:cubicBezTo>
                    <a:pt x="3630" y="3419"/>
                    <a:pt x="3265" y="3054"/>
                    <a:pt x="2899" y="2711"/>
                  </a:cubicBezTo>
                  <a:lnTo>
                    <a:pt x="5114" y="2711"/>
                  </a:lnTo>
                  <a:cubicBezTo>
                    <a:pt x="5250" y="2711"/>
                    <a:pt x="5250" y="2506"/>
                    <a:pt x="5114" y="2506"/>
                  </a:cubicBezTo>
                  <a:lnTo>
                    <a:pt x="2877" y="2506"/>
                  </a:lnTo>
                  <a:cubicBezTo>
                    <a:pt x="3242" y="2141"/>
                    <a:pt x="3584" y="1775"/>
                    <a:pt x="3949" y="1410"/>
                  </a:cubicBezTo>
                  <a:cubicBezTo>
                    <a:pt x="4020" y="1340"/>
                    <a:pt x="3955" y="1243"/>
                    <a:pt x="3880" y="1243"/>
                  </a:cubicBezTo>
                  <a:cubicBezTo>
                    <a:pt x="3857" y="1243"/>
                    <a:pt x="3834" y="1252"/>
                    <a:pt x="3812" y="1273"/>
                  </a:cubicBezTo>
                  <a:cubicBezTo>
                    <a:pt x="3447" y="1638"/>
                    <a:pt x="3105" y="2004"/>
                    <a:pt x="2740" y="2369"/>
                  </a:cubicBezTo>
                  <a:lnTo>
                    <a:pt x="2740" y="86"/>
                  </a:lnTo>
                  <a:cubicBezTo>
                    <a:pt x="2740" y="29"/>
                    <a:pt x="2688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7" name="Google Shape;5027;p45"/>
          <p:cNvSpPr/>
          <p:nvPr/>
        </p:nvSpPr>
        <p:spPr>
          <a:xfrm>
            <a:off x="127400" y="449700"/>
            <a:ext cx="594000" cy="4244100"/>
          </a:xfrm>
          <a:prstGeom prst="roundRect">
            <a:avLst>
              <a:gd fmla="val 33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8" name="Google Shape;5028;p45"/>
          <p:cNvSpPr txBox="1"/>
          <p:nvPr>
            <p:ph idx="1" type="subTitle"/>
          </p:nvPr>
        </p:nvSpPr>
        <p:spPr>
          <a:xfrm>
            <a:off x="1456711" y="1206100"/>
            <a:ext cx="6486600" cy="3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9" name="Google Shape;5029;p45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129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rushed"/>
              <a:buNone/>
              <a:defRPr sz="36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302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9.xml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12.xml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slide" Target="/ppt/slides/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slide" Target="/ppt/slides/slide1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slide" Target="/ppt/slides/slide13.xml"/><Relationship Id="rId6" Type="http://schemas.openxmlformats.org/officeDocument/2006/relationships/slide" Target="/ppt/slides/slide3.xml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5.xml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slide" Target="/ppt/slides/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slide" Target="/ppt/slides/slide10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slide" Target="/ppt/slides/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slide" Target="/ppt/slides/slide13.xml"/><Relationship Id="rId6" Type="http://schemas.openxmlformats.org/officeDocument/2006/relationships/slide" Target="/ppt/slides/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3" name="Shape 5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4" name="Google Shape;5034;p46"/>
          <p:cNvGrpSpPr/>
          <p:nvPr/>
        </p:nvGrpSpPr>
        <p:grpSpPr>
          <a:xfrm>
            <a:off x="7371888" y="4260588"/>
            <a:ext cx="406875" cy="629425"/>
            <a:chOff x="6691975" y="660275"/>
            <a:chExt cx="406875" cy="629425"/>
          </a:xfrm>
        </p:grpSpPr>
        <p:sp>
          <p:nvSpPr>
            <p:cNvPr id="5035" name="Google Shape;5035;p46"/>
            <p:cNvSpPr/>
            <p:nvPr/>
          </p:nvSpPr>
          <p:spPr>
            <a:xfrm>
              <a:off x="6828925" y="697950"/>
              <a:ext cx="77050" cy="261925"/>
            </a:xfrm>
            <a:custGeom>
              <a:rect b="b" l="l" r="r" t="t"/>
              <a:pathLst>
                <a:path extrusionOk="0" h="10477" w="3082">
                  <a:moveTo>
                    <a:pt x="1667" y="388"/>
                  </a:moveTo>
                  <a:cubicBezTo>
                    <a:pt x="1689" y="388"/>
                    <a:pt x="1712" y="388"/>
                    <a:pt x="1735" y="411"/>
                  </a:cubicBezTo>
                  <a:cubicBezTo>
                    <a:pt x="2351" y="913"/>
                    <a:pt x="2374" y="4930"/>
                    <a:pt x="2192" y="8011"/>
                  </a:cubicBezTo>
                  <a:cubicBezTo>
                    <a:pt x="1438" y="4633"/>
                    <a:pt x="868" y="616"/>
                    <a:pt x="1621" y="388"/>
                  </a:cubicBezTo>
                  <a:close/>
                  <a:moveTo>
                    <a:pt x="1681" y="1"/>
                  </a:moveTo>
                  <a:cubicBezTo>
                    <a:pt x="1631" y="1"/>
                    <a:pt x="1580" y="8"/>
                    <a:pt x="1530" y="23"/>
                  </a:cubicBezTo>
                  <a:cubicBezTo>
                    <a:pt x="0" y="479"/>
                    <a:pt x="1758" y="7852"/>
                    <a:pt x="2123" y="9335"/>
                  </a:cubicBezTo>
                  <a:lnTo>
                    <a:pt x="2420" y="10477"/>
                  </a:lnTo>
                  <a:lnTo>
                    <a:pt x="2511" y="9313"/>
                  </a:lnTo>
                  <a:cubicBezTo>
                    <a:pt x="2557" y="8445"/>
                    <a:pt x="3082" y="1004"/>
                    <a:pt x="1986" y="114"/>
                  </a:cubicBezTo>
                  <a:cubicBezTo>
                    <a:pt x="1893" y="36"/>
                    <a:pt x="1788" y="1"/>
                    <a:pt x="1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46"/>
            <p:cNvSpPr/>
            <p:nvPr/>
          </p:nvSpPr>
          <p:spPr>
            <a:xfrm>
              <a:off x="6899100" y="707275"/>
              <a:ext cx="113600" cy="241200"/>
            </a:xfrm>
            <a:custGeom>
              <a:rect b="b" l="l" r="r" t="t"/>
              <a:pathLst>
                <a:path extrusionOk="0" h="9648" w="4544">
                  <a:moveTo>
                    <a:pt x="3037" y="380"/>
                  </a:moveTo>
                  <a:cubicBezTo>
                    <a:pt x="3196" y="380"/>
                    <a:pt x="3242" y="449"/>
                    <a:pt x="3288" y="494"/>
                  </a:cubicBezTo>
                  <a:cubicBezTo>
                    <a:pt x="3835" y="1293"/>
                    <a:pt x="1964" y="5356"/>
                    <a:pt x="412" y="8141"/>
                  </a:cubicBezTo>
                  <a:cubicBezTo>
                    <a:pt x="549" y="5539"/>
                    <a:pt x="1119" y="700"/>
                    <a:pt x="2900" y="403"/>
                  </a:cubicBezTo>
                  <a:cubicBezTo>
                    <a:pt x="2945" y="380"/>
                    <a:pt x="2991" y="380"/>
                    <a:pt x="3037" y="380"/>
                  </a:cubicBezTo>
                  <a:close/>
                  <a:moveTo>
                    <a:pt x="3011" y="0"/>
                  </a:moveTo>
                  <a:cubicBezTo>
                    <a:pt x="2955" y="0"/>
                    <a:pt x="2895" y="5"/>
                    <a:pt x="2831" y="15"/>
                  </a:cubicBezTo>
                  <a:cubicBezTo>
                    <a:pt x="161" y="471"/>
                    <a:pt x="24" y="8574"/>
                    <a:pt x="24" y="8917"/>
                  </a:cubicBezTo>
                  <a:lnTo>
                    <a:pt x="1" y="9647"/>
                  </a:lnTo>
                  <a:lnTo>
                    <a:pt x="366" y="9008"/>
                  </a:lnTo>
                  <a:cubicBezTo>
                    <a:pt x="800" y="8255"/>
                    <a:pt x="4543" y="1635"/>
                    <a:pt x="3607" y="289"/>
                  </a:cubicBezTo>
                  <a:cubicBezTo>
                    <a:pt x="3510" y="153"/>
                    <a:pt x="3330" y="0"/>
                    <a:pt x="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46"/>
            <p:cNvSpPr/>
            <p:nvPr/>
          </p:nvSpPr>
          <p:spPr>
            <a:xfrm>
              <a:off x="6747900" y="660275"/>
              <a:ext cx="105575" cy="261950"/>
            </a:xfrm>
            <a:custGeom>
              <a:rect b="b" l="l" r="r" t="t"/>
              <a:pathLst>
                <a:path extrusionOk="0" h="10478" w="4223">
                  <a:moveTo>
                    <a:pt x="1986" y="5844"/>
                  </a:moveTo>
                  <a:cubicBezTo>
                    <a:pt x="2009" y="5844"/>
                    <a:pt x="2054" y="5844"/>
                    <a:pt x="2100" y="5866"/>
                  </a:cubicBezTo>
                  <a:cubicBezTo>
                    <a:pt x="2123" y="5866"/>
                    <a:pt x="2146" y="5889"/>
                    <a:pt x="2169" y="5889"/>
                  </a:cubicBezTo>
                  <a:cubicBezTo>
                    <a:pt x="2123" y="5981"/>
                    <a:pt x="2077" y="6072"/>
                    <a:pt x="2032" y="6140"/>
                  </a:cubicBezTo>
                  <a:cubicBezTo>
                    <a:pt x="1826" y="6437"/>
                    <a:pt x="1507" y="6711"/>
                    <a:pt x="1141" y="6711"/>
                  </a:cubicBezTo>
                  <a:cubicBezTo>
                    <a:pt x="1210" y="6506"/>
                    <a:pt x="1301" y="6300"/>
                    <a:pt x="1438" y="6140"/>
                  </a:cubicBezTo>
                  <a:cubicBezTo>
                    <a:pt x="1575" y="5981"/>
                    <a:pt x="1780" y="5844"/>
                    <a:pt x="1986" y="5844"/>
                  </a:cubicBezTo>
                  <a:close/>
                  <a:moveTo>
                    <a:pt x="1689" y="0"/>
                  </a:moveTo>
                  <a:cubicBezTo>
                    <a:pt x="1004" y="46"/>
                    <a:pt x="388" y="525"/>
                    <a:pt x="183" y="1187"/>
                  </a:cubicBezTo>
                  <a:cubicBezTo>
                    <a:pt x="0" y="1826"/>
                    <a:pt x="228" y="2580"/>
                    <a:pt x="776" y="2990"/>
                  </a:cubicBezTo>
                  <a:cubicBezTo>
                    <a:pt x="913" y="3105"/>
                    <a:pt x="1050" y="3173"/>
                    <a:pt x="1187" y="3242"/>
                  </a:cubicBezTo>
                  <a:cubicBezTo>
                    <a:pt x="1278" y="3287"/>
                    <a:pt x="1347" y="3356"/>
                    <a:pt x="1438" y="3401"/>
                  </a:cubicBezTo>
                  <a:cubicBezTo>
                    <a:pt x="1849" y="3675"/>
                    <a:pt x="2146" y="4132"/>
                    <a:pt x="2260" y="4657"/>
                  </a:cubicBezTo>
                  <a:cubicBezTo>
                    <a:pt x="2328" y="4953"/>
                    <a:pt x="2328" y="5250"/>
                    <a:pt x="2283" y="5524"/>
                  </a:cubicBezTo>
                  <a:cubicBezTo>
                    <a:pt x="2260" y="5524"/>
                    <a:pt x="2237" y="5501"/>
                    <a:pt x="2214" y="5501"/>
                  </a:cubicBezTo>
                  <a:cubicBezTo>
                    <a:pt x="2140" y="5481"/>
                    <a:pt x="2066" y="5471"/>
                    <a:pt x="1992" y="5471"/>
                  </a:cubicBezTo>
                  <a:cubicBezTo>
                    <a:pt x="1660" y="5471"/>
                    <a:pt x="1347" y="5665"/>
                    <a:pt x="1141" y="5889"/>
                  </a:cubicBezTo>
                  <a:cubicBezTo>
                    <a:pt x="913" y="6163"/>
                    <a:pt x="799" y="6528"/>
                    <a:pt x="708" y="6825"/>
                  </a:cubicBezTo>
                  <a:lnTo>
                    <a:pt x="662" y="7031"/>
                  </a:lnTo>
                  <a:lnTo>
                    <a:pt x="845" y="7076"/>
                  </a:lnTo>
                  <a:cubicBezTo>
                    <a:pt x="930" y="7095"/>
                    <a:pt x="1014" y="7104"/>
                    <a:pt x="1097" y="7104"/>
                  </a:cubicBezTo>
                  <a:cubicBezTo>
                    <a:pt x="1614" y="7104"/>
                    <a:pt x="2073" y="6759"/>
                    <a:pt x="2328" y="6346"/>
                  </a:cubicBezTo>
                  <a:cubicBezTo>
                    <a:pt x="2374" y="6277"/>
                    <a:pt x="2420" y="6209"/>
                    <a:pt x="2465" y="6140"/>
                  </a:cubicBezTo>
                  <a:cubicBezTo>
                    <a:pt x="2511" y="6209"/>
                    <a:pt x="2557" y="6277"/>
                    <a:pt x="2602" y="6369"/>
                  </a:cubicBezTo>
                  <a:cubicBezTo>
                    <a:pt x="3378" y="7601"/>
                    <a:pt x="3789" y="9016"/>
                    <a:pt x="3835" y="10477"/>
                  </a:cubicBezTo>
                  <a:lnTo>
                    <a:pt x="4223" y="10454"/>
                  </a:lnTo>
                  <a:cubicBezTo>
                    <a:pt x="4177" y="8948"/>
                    <a:pt x="3721" y="7464"/>
                    <a:pt x="2922" y="6163"/>
                  </a:cubicBezTo>
                  <a:cubicBezTo>
                    <a:pt x="2830" y="6026"/>
                    <a:pt x="2739" y="5866"/>
                    <a:pt x="2602" y="5752"/>
                  </a:cubicBezTo>
                  <a:cubicBezTo>
                    <a:pt x="2716" y="5387"/>
                    <a:pt x="2716" y="4976"/>
                    <a:pt x="2648" y="4565"/>
                  </a:cubicBezTo>
                  <a:cubicBezTo>
                    <a:pt x="2511" y="3949"/>
                    <a:pt x="2146" y="3401"/>
                    <a:pt x="1644" y="3082"/>
                  </a:cubicBezTo>
                  <a:cubicBezTo>
                    <a:pt x="1552" y="3013"/>
                    <a:pt x="1461" y="2968"/>
                    <a:pt x="1370" y="2922"/>
                  </a:cubicBezTo>
                  <a:cubicBezTo>
                    <a:pt x="1233" y="2853"/>
                    <a:pt x="1119" y="2785"/>
                    <a:pt x="1004" y="2694"/>
                  </a:cubicBezTo>
                  <a:cubicBezTo>
                    <a:pt x="594" y="2374"/>
                    <a:pt x="411" y="1781"/>
                    <a:pt x="548" y="1301"/>
                  </a:cubicBezTo>
                  <a:cubicBezTo>
                    <a:pt x="708" y="799"/>
                    <a:pt x="1187" y="411"/>
                    <a:pt x="1712" y="388"/>
                  </a:cubicBezTo>
                  <a:lnTo>
                    <a:pt x="16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46"/>
            <p:cNvSpPr/>
            <p:nvPr/>
          </p:nvSpPr>
          <p:spPr>
            <a:xfrm>
              <a:off x="6937350" y="707450"/>
              <a:ext cx="161500" cy="214775"/>
            </a:xfrm>
            <a:custGeom>
              <a:rect b="b" l="l" r="r" t="t"/>
              <a:pathLst>
                <a:path extrusionOk="0" h="8591" w="6460">
                  <a:moveTo>
                    <a:pt x="3561" y="4733"/>
                  </a:moveTo>
                  <a:cubicBezTo>
                    <a:pt x="3629" y="4733"/>
                    <a:pt x="3698" y="4755"/>
                    <a:pt x="3766" y="4755"/>
                  </a:cubicBezTo>
                  <a:cubicBezTo>
                    <a:pt x="3926" y="4801"/>
                    <a:pt x="4086" y="4892"/>
                    <a:pt x="4086" y="5007"/>
                  </a:cubicBezTo>
                  <a:cubicBezTo>
                    <a:pt x="4086" y="5121"/>
                    <a:pt x="3835" y="5189"/>
                    <a:pt x="3607" y="5189"/>
                  </a:cubicBezTo>
                  <a:lnTo>
                    <a:pt x="3492" y="5189"/>
                  </a:lnTo>
                  <a:cubicBezTo>
                    <a:pt x="3492" y="5189"/>
                    <a:pt x="3492" y="5166"/>
                    <a:pt x="3492" y="5121"/>
                  </a:cubicBezTo>
                  <a:cubicBezTo>
                    <a:pt x="3492" y="4984"/>
                    <a:pt x="3515" y="4847"/>
                    <a:pt x="3561" y="4733"/>
                  </a:cubicBezTo>
                  <a:close/>
                  <a:moveTo>
                    <a:pt x="5282" y="1"/>
                  </a:moveTo>
                  <a:cubicBezTo>
                    <a:pt x="5202" y="1"/>
                    <a:pt x="5122" y="11"/>
                    <a:pt x="5044" y="31"/>
                  </a:cubicBezTo>
                  <a:lnTo>
                    <a:pt x="5136" y="396"/>
                  </a:lnTo>
                  <a:cubicBezTo>
                    <a:pt x="5177" y="384"/>
                    <a:pt x="5220" y="378"/>
                    <a:pt x="5264" y="378"/>
                  </a:cubicBezTo>
                  <a:cubicBezTo>
                    <a:pt x="5390" y="378"/>
                    <a:pt x="5525" y="425"/>
                    <a:pt x="5661" y="510"/>
                  </a:cubicBezTo>
                  <a:cubicBezTo>
                    <a:pt x="5866" y="670"/>
                    <a:pt x="6026" y="944"/>
                    <a:pt x="6026" y="1195"/>
                  </a:cubicBezTo>
                  <a:cubicBezTo>
                    <a:pt x="6072" y="1788"/>
                    <a:pt x="5615" y="2268"/>
                    <a:pt x="5341" y="2519"/>
                  </a:cubicBezTo>
                  <a:cubicBezTo>
                    <a:pt x="5136" y="2701"/>
                    <a:pt x="4908" y="2861"/>
                    <a:pt x="4656" y="3044"/>
                  </a:cubicBezTo>
                  <a:cubicBezTo>
                    <a:pt x="4428" y="3203"/>
                    <a:pt x="4200" y="3363"/>
                    <a:pt x="3972" y="3546"/>
                  </a:cubicBezTo>
                  <a:cubicBezTo>
                    <a:pt x="3698" y="3774"/>
                    <a:pt x="3470" y="4048"/>
                    <a:pt x="3333" y="4322"/>
                  </a:cubicBezTo>
                  <a:lnTo>
                    <a:pt x="3310" y="4322"/>
                  </a:lnTo>
                  <a:cubicBezTo>
                    <a:pt x="2351" y="4322"/>
                    <a:pt x="1484" y="4915"/>
                    <a:pt x="1004" y="5577"/>
                  </a:cubicBezTo>
                  <a:cubicBezTo>
                    <a:pt x="297" y="6513"/>
                    <a:pt x="91" y="7654"/>
                    <a:pt x="0" y="8544"/>
                  </a:cubicBezTo>
                  <a:lnTo>
                    <a:pt x="365" y="8590"/>
                  </a:lnTo>
                  <a:cubicBezTo>
                    <a:pt x="479" y="7746"/>
                    <a:pt x="662" y="6650"/>
                    <a:pt x="1301" y="5805"/>
                  </a:cubicBezTo>
                  <a:cubicBezTo>
                    <a:pt x="1780" y="5166"/>
                    <a:pt x="2488" y="4778"/>
                    <a:pt x="3173" y="4710"/>
                  </a:cubicBezTo>
                  <a:lnTo>
                    <a:pt x="3173" y="4710"/>
                  </a:lnTo>
                  <a:cubicBezTo>
                    <a:pt x="3127" y="4847"/>
                    <a:pt x="3104" y="4984"/>
                    <a:pt x="3104" y="5121"/>
                  </a:cubicBezTo>
                  <a:cubicBezTo>
                    <a:pt x="3104" y="5212"/>
                    <a:pt x="3104" y="5303"/>
                    <a:pt x="3173" y="5395"/>
                  </a:cubicBezTo>
                  <a:cubicBezTo>
                    <a:pt x="3287" y="5577"/>
                    <a:pt x="3515" y="5577"/>
                    <a:pt x="3607" y="5577"/>
                  </a:cubicBezTo>
                  <a:cubicBezTo>
                    <a:pt x="4109" y="5577"/>
                    <a:pt x="4451" y="5349"/>
                    <a:pt x="4474" y="5029"/>
                  </a:cubicBezTo>
                  <a:cubicBezTo>
                    <a:pt x="4497" y="4687"/>
                    <a:pt x="4154" y="4459"/>
                    <a:pt x="3858" y="4390"/>
                  </a:cubicBezTo>
                  <a:cubicBezTo>
                    <a:pt x="3835" y="4390"/>
                    <a:pt x="3789" y="4367"/>
                    <a:pt x="3743" y="4367"/>
                  </a:cubicBezTo>
                  <a:cubicBezTo>
                    <a:pt x="3903" y="4139"/>
                    <a:pt x="4086" y="3957"/>
                    <a:pt x="4223" y="3820"/>
                  </a:cubicBezTo>
                  <a:cubicBezTo>
                    <a:pt x="4428" y="3660"/>
                    <a:pt x="4656" y="3500"/>
                    <a:pt x="4862" y="3340"/>
                  </a:cubicBezTo>
                  <a:cubicBezTo>
                    <a:pt x="5113" y="3181"/>
                    <a:pt x="5364" y="2998"/>
                    <a:pt x="5592" y="2793"/>
                  </a:cubicBezTo>
                  <a:cubicBezTo>
                    <a:pt x="5912" y="2519"/>
                    <a:pt x="6460" y="1925"/>
                    <a:pt x="6414" y="1172"/>
                  </a:cubicBezTo>
                  <a:cubicBezTo>
                    <a:pt x="6391" y="807"/>
                    <a:pt x="6186" y="442"/>
                    <a:pt x="5866" y="213"/>
                  </a:cubicBezTo>
                  <a:cubicBezTo>
                    <a:pt x="5686" y="66"/>
                    <a:pt x="5483" y="1"/>
                    <a:pt x="52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46"/>
            <p:cNvSpPr/>
            <p:nvPr/>
          </p:nvSpPr>
          <p:spPr>
            <a:xfrm>
              <a:off x="6691975" y="897650"/>
              <a:ext cx="382350" cy="392050"/>
            </a:xfrm>
            <a:custGeom>
              <a:rect b="b" l="l" r="r" t="t"/>
              <a:pathLst>
                <a:path extrusionOk="0" h="15682" w="15294">
                  <a:moveTo>
                    <a:pt x="1256" y="1"/>
                  </a:moveTo>
                  <a:lnTo>
                    <a:pt x="0" y="13125"/>
                  </a:lnTo>
                  <a:lnTo>
                    <a:pt x="14380" y="15682"/>
                  </a:lnTo>
                  <a:lnTo>
                    <a:pt x="15293" y="503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46"/>
            <p:cNvSpPr/>
            <p:nvPr/>
          </p:nvSpPr>
          <p:spPr>
            <a:xfrm>
              <a:off x="6757025" y="1160725"/>
              <a:ext cx="25700" cy="20550"/>
            </a:xfrm>
            <a:custGeom>
              <a:rect b="b" l="l" r="r" t="t"/>
              <a:pathLst>
                <a:path extrusionOk="0" h="822" w="1028">
                  <a:moveTo>
                    <a:pt x="525" y="0"/>
                  </a:moveTo>
                  <a:cubicBezTo>
                    <a:pt x="0" y="0"/>
                    <a:pt x="0" y="822"/>
                    <a:pt x="525" y="822"/>
                  </a:cubicBezTo>
                  <a:cubicBezTo>
                    <a:pt x="1027" y="822"/>
                    <a:pt x="1027" y="0"/>
                    <a:pt x="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46"/>
            <p:cNvSpPr/>
            <p:nvPr/>
          </p:nvSpPr>
          <p:spPr>
            <a:xfrm>
              <a:off x="6761025" y="1050000"/>
              <a:ext cx="27400" cy="20000"/>
            </a:xfrm>
            <a:custGeom>
              <a:rect b="b" l="l" r="r" t="t"/>
              <a:pathLst>
                <a:path extrusionOk="0" h="800" w="1096">
                  <a:moveTo>
                    <a:pt x="502" y="1"/>
                  </a:moveTo>
                  <a:cubicBezTo>
                    <a:pt x="0" y="1"/>
                    <a:pt x="0" y="800"/>
                    <a:pt x="502" y="800"/>
                  </a:cubicBezTo>
                  <a:lnTo>
                    <a:pt x="594" y="800"/>
                  </a:lnTo>
                  <a:cubicBezTo>
                    <a:pt x="1096" y="800"/>
                    <a:pt x="1096" y="1"/>
                    <a:pt x="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46"/>
            <p:cNvSpPr/>
            <p:nvPr/>
          </p:nvSpPr>
          <p:spPr>
            <a:xfrm>
              <a:off x="6863725" y="1107650"/>
              <a:ext cx="26275" cy="20000"/>
            </a:xfrm>
            <a:custGeom>
              <a:rect b="b" l="l" r="r" t="t"/>
              <a:pathLst>
                <a:path extrusionOk="0" h="800" w="1051">
                  <a:moveTo>
                    <a:pt x="526" y="0"/>
                  </a:moveTo>
                  <a:cubicBezTo>
                    <a:pt x="23" y="0"/>
                    <a:pt x="1" y="799"/>
                    <a:pt x="526" y="799"/>
                  </a:cubicBezTo>
                  <a:cubicBezTo>
                    <a:pt x="1051" y="799"/>
                    <a:pt x="1051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46"/>
            <p:cNvSpPr/>
            <p:nvPr/>
          </p:nvSpPr>
          <p:spPr>
            <a:xfrm>
              <a:off x="6777000" y="935750"/>
              <a:ext cx="20000" cy="21425"/>
            </a:xfrm>
            <a:custGeom>
              <a:rect b="b" l="l" r="r" t="t"/>
              <a:pathLst>
                <a:path extrusionOk="0" h="857" w="800">
                  <a:moveTo>
                    <a:pt x="400" y="0"/>
                  </a:moveTo>
                  <a:cubicBezTo>
                    <a:pt x="200" y="0"/>
                    <a:pt x="0" y="131"/>
                    <a:pt x="0" y="394"/>
                  </a:cubicBezTo>
                  <a:lnTo>
                    <a:pt x="0" y="462"/>
                  </a:lnTo>
                  <a:cubicBezTo>
                    <a:pt x="0" y="725"/>
                    <a:pt x="200" y="856"/>
                    <a:pt x="400" y="856"/>
                  </a:cubicBezTo>
                  <a:cubicBezTo>
                    <a:pt x="599" y="856"/>
                    <a:pt x="799" y="725"/>
                    <a:pt x="799" y="462"/>
                  </a:cubicBezTo>
                  <a:lnTo>
                    <a:pt x="799" y="394"/>
                  </a:lnTo>
                  <a:cubicBezTo>
                    <a:pt x="799" y="131"/>
                    <a:pt x="599" y="0"/>
                    <a:pt x="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46"/>
            <p:cNvSpPr/>
            <p:nvPr/>
          </p:nvSpPr>
          <p:spPr>
            <a:xfrm>
              <a:off x="6854600" y="1034600"/>
              <a:ext cx="27425" cy="20575"/>
            </a:xfrm>
            <a:custGeom>
              <a:rect b="b" l="l" r="r" t="t"/>
              <a:pathLst>
                <a:path extrusionOk="0" h="823" w="1097">
                  <a:moveTo>
                    <a:pt x="503" y="1"/>
                  </a:moveTo>
                  <a:cubicBezTo>
                    <a:pt x="0" y="1"/>
                    <a:pt x="0" y="822"/>
                    <a:pt x="503" y="822"/>
                  </a:cubicBezTo>
                  <a:lnTo>
                    <a:pt x="594" y="822"/>
                  </a:lnTo>
                  <a:cubicBezTo>
                    <a:pt x="1096" y="822"/>
                    <a:pt x="1096" y="1"/>
                    <a:pt x="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46"/>
            <p:cNvSpPr/>
            <p:nvPr/>
          </p:nvSpPr>
          <p:spPr>
            <a:xfrm>
              <a:off x="6988125" y="946725"/>
              <a:ext cx="26275" cy="20000"/>
            </a:xfrm>
            <a:custGeom>
              <a:rect b="b" l="l" r="r" t="t"/>
              <a:pathLst>
                <a:path extrusionOk="0" h="800" w="1051">
                  <a:moveTo>
                    <a:pt x="526" y="1"/>
                  </a:moveTo>
                  <a:cubicBezTo>
                    <a:pt x="1" y="1"/>
                    <a:pt x="1" y="800"/>
                    <a:pt x="526" y="800"/>
                  </a:cubicBezTo>
                  <a:cubicBezTo>
                    <a:pt x="1051" y="800"/>
                    <a:pt x="1051" y="1"/>
                    <a:pt x="5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46"/>
            <p:cNvSpPr/>
            <p:nvPr/>
          </p:nvSpPr>
          <p:spPr>
            <a:xfrm>
              <a:off x="6994825" y="1114975"/>
              <a:ext cx="30050" cy="21950"/>
            </a:xfrm>
            <a:custGeom>
              <a:rect b="b" l="l" r="r" t="t"/>
              <a:pathLst>
                <a:path extrusionOk="0" h="878" w="1202">
                  <a:moveTo>
                    <a:pt x="615" y="1"/>
                  </a:moveTo>
                  <a:cubicBezTo>
                    <a:pt x="525" y="1"/>
                    <a:pt x="432" y="36"/>
                    <a:pt x="349" y="118"/>
                  </a:cubicBezTo>
                  <a:lnTo>
                    <a:pt x="280" y="209"/>
                  </a:lnTo>
                  <a:cubicBezTo>
                    <a:pt x="0" y="490"/>
                    <a:pt x="271" y="878"/>
                    <a:pt x="577" y="878"/>
                  </a:cubicBezTo>
                  <a:cubicBezTo>
                    <a:pt x="670" y="878"/>
                    <a:pt x="766" y="842"/>
                    <a:pt x="851" y="757"/>
                  </a:cubicBezTo>
                  <a:lnTo>
                    <a:pt x="919" y="689"/>
                  </a:lnTo>
                  <a:cubicBezTo>
                    <a:pt x="1202" y="406"/>
                    <a:pt x="924" y="1"/>
                    <a:pt x="6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46"/>
            <p:cNvSpPr/>
            <p:nvPr/>
          </p:nvSpPr>
          <p:spPr>
            <a:xfrm>
              <a:off x="6856300" y="1208650"/>
              <a:ext cx="25725" cy="20000"/>
            </a:xfrm>
            <a:custGeom>
              <a:rect b="b" l="l" r="r" t="t"/>
              <a:pathLst>
                <a:path extrusionOk="0" h="800" w="1029">
                  <a:moveTo>
                    <a:pt x="526" y="0"/>
                  </a:moveTo>
                  <a:cubicBezTo>
                    <a:pt x="1" y="0"/>
                    <a:pt x="1" y="799"/>
                    <a:pt x="526" y="799"/>
                  </a:cubicBezTo>
                  <a:cubicBezTo>
                    <a:pt x="1028" y="799"/>
                    <a:pt x="1028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46"/>
            <p:cNvSpPr/>
            <p:nvPr/>
          </p:nvSpPr>
          <p:spPr>
            <a:xfrm>
              <a:off x="6990400" y="1233750"/>
              <a:ext cx="25700" cy="20000"/>
            </a:xfrm>
            <a:custGeom>
              <a:rect b="b" l="l" r="r" t="t"/>
              <a:pathLst>
                <a:path extrusionOk="0" h="800" w="1028">
                  <a:moveTo>
                    <a:pt x="503" y="1"/>
                  </a:moveTo>
                  <a:cubicBezTo>
                    <a:pt x="1" y="1"/>
                    <a:pt x="1" y="800"/>
                    <a:pt x="503" y="800"/>
                  </a:cubicBezTo>
                  <a:cubicBezTo>
                    <a:pt x="1028" y="800"/>
                    <a:pt x="1028" y="1"/>
                    <a:pt x="5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46"/>
            <p:cNvSpPr/>
            <p:nvPr/>
          </p:nvSpPr>
          <p:spPr>
            <a:xfrm>
              <a:off x="6934475" y="1036900"/>
              <a:ext cx="26275" cy="19975"/>
            </a:xfrm>
            <a:custGeom>
              <a:rect b="b" l="l" r="r" t="t"/>
              <a:pathLst>
                <a:path extrusionOk="0" h="799" w="1051">
                  <a:moveTo>
                    <a:pt x="526" y="0"/>
                  </a:moveTo>
                  <a:cubicBezTo>
                    <a:pt x="1" y="0"/>
                    <a:pt x="1" y="799"/>
                    <a:pt x="526" y="799"/>
                  </a:cubicBezTo>
                  <a:cubicBezTo>
                    <a:pt x="1051" y="799"/>
                    <a:pt x="1051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46"/>
            <p:cNvSpPr/>
            <p:nvPr/>
          </p:nvSpPr>
          <p:spPr>
            <a:xfrm>
              <a:off x="7028650" y="1007775"/>
              <a:ext cx="25700" cy="20575"/>
            </a:xfrm>
            <a:custGeom>
              <a:rect b="b" l="l" r="r" t="t"/>
              <a:pathLst>
                <a:path extrusionOk="0" h="823" w="1028">
                  <a:moveTo>
                    <a:pt x="502" y="1"/>
                  </a:moveTo>
                  <a:cubicBezTo>
                    <a:pt x="0" y="1"/>
                    <a:pt x="0" y="823"/>
                    <a:pt x="502" y="823"/>
                  </a:cubicBezTo>
                  <a:cubicBezTo>
                    <a:pt x="1027" y="823"/>
                    <a:pt x="1027" y="1"/>
                    <a:pt x="5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46"/>
            <p:cNvSpPr/>
            <p:nvPr/>
          </p:nvSpPr>
          <p:spPr>
            <a:xfrm>
              <a:off x="6814075" y="937025"/>
              <a:ext cx="26275" cy="20575"/>
            </a:xfrm>
            <a:custGeom>
              <a:rect b="b" l="l" r="r" t="t"/>
              <a:pathLst>
                <a:path extrusionOk="0" h="823" w="1051">
                  <a:moveTo>
                    <a:pt x="526" y="1"/>
                  </a:moveTo>
                  <a:cubicBezTo>
                    <a:pt x="1" y="1"/>
                    <a:pt x="1" y="822"/>
                    <a:pt x="526" y="822"/>
                  </a:cubicBezTo>
                  <a:cubicBezTo>
                    <a:pt x="1051" y="822"/>
                    <a:pt x="1051" y="1"/>
                    <a:pt x="5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46"/>
            <p:cNvSpPr/>
            <p:nvPr/>
          </p:nvSpPr>
          <p:spPr>
            <a:xfrm>
              <a:off x="6703375" y="1105375"/>
              <a:ext cx="25700" cy="19975"/>
            </a:xfrm>
            <a:custGeom>
              <a:rect b="b" l="l" r="r" t="t"/>
              <a:pathLst>
                <a:path extrusionOk="0" h="799" w="1028">
                  <a:moveTo>
                    <a:pt x="526" y="0"/>
                  </a:moveTo>
                  <a:cubicBezTo>
                    <a:pt x="1" y="0"/>
                    <a:pt x="1" y="799"/>
                    <a:pt x="526" y="799"/>
                  </a:cubicBezTo>
                  <a:cubicBezTo>
                    <a:pt x="1028" y="799"/>
                    <a:pt x="1028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46"/>
            <p:cNvSpPr/>
            <p:nvPr/>
          </p:nvSpPr>
          <p:spPr>
            <a:xfrm>
              <a:off x="6747325" y="1206925"/>
              <a:ext cx="26275" cy="20000"/>
            </a:xfrm>
            <a:custGeom>
              <a:rect b="b" l="l" r="r" t="t"/>
              <a:pathLst>
                <a:path extrusionOk="0" h="800" w="1051">
                  <a:moveTo>
                    <a:pt x="525" y="1"/>
                  </a:moveTo>
                  <a:cubicBezTo>
                    <a:pt x="0" y="1"/>
                    <a:pt x="0" y="800"/>
                    <a:pt x="525" y="800"/>
                  </a:cubicBezTo>
                  <a:cubicBezTo>
                    <a:pt x="1027" y="800"/>
                    <a:pt x="1050" y="1"/>
                    <a:pt x="5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46"/>
            <p:cNvSpPr/>
            <p:nvPr/>
          </p:nvSpPr>
          <p:spPr>
            <a:xfrm>
              <a:off x="6938475" y="1163000"/>
              <a:ext cx="26275" cy="20000"/>
            </a:xfrm>
            <a:custGeom>
              <a:rect b="b" l="l" r="r" t="t"/>
              <a:pathLst>
                <a:path extrusionOk="0" h="800" w="1051">
                  <a:moveTo>
                    <a:pt x="526" y="0"/>
                  </a:moveTo>
                  <a:cubicBezTo>
                    <a:pt x="1" y="0"/>
                    <a:pt x="1" y="799"/>
                    <a:pt x="526" y="799"/>
                  </a:cubicBezTo>
                  <a:cubicBezTo>
                    <a:pt x="1028" y="799"/>
                    <a:pt x="1051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46"/>
            <p:cNvSpPr/>
            <p:nvPr/>
          </p:nvSpPr>
          <p:spPr>
            <a:xfrm>
              <a:off x="6948175" y="1218350"/>
              <a:ext cx="25700" cy="20000"/>
            </a:xfrm>
            <a:custGeom>
              <a:rect b="b" l="l" r="r" t="t"/>
              <a:pathLst>
                <a:path extrusionOk="0" h="800" w="1028">
                  <a:moveTo>
                    <a:pt x="526" y="0"/>
                  </a:moveTo>
                  <a:cubicBezTo>
                    <a:pt x="1" y="0"/>
                    <a:pt x="1" y="799"/>
                    <a:pt x="526" y="799"/>
                  </a:cubicBezTo>
                  <a:cubicBezTo>
                    <a:pt x="1028" y="799"/>
                    <a:pt x="1028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46"/>
            <p:cNvSpPr/>
            <p:nvPr/>
          </p:nvSpPr>
          <p:spPr>
            <a:xfrm>
              <a:off x="7024650" y="1176125"/>
              <a:ext cx="25700" cy="20000"/>
            </a:xfrm>
            <a:custGeom>
              <a:rect b="b" l="l" r="r" t="t"/>
              <a:pathLst>
                <a:path extrusionOk="0" h="800" w="1028">
                  <a:moveTo>
                    <a:pt x="525" y="0"/>
                  </a:moveTo>
                  <a:cubicBezTo>
                    <a:pt x="0" y="0"/>
                    <a:pt x="0" y="799"/>
                    <a:pt x="525" y="799"/>
                  </a:cubicBezTo>
                  <a:cubicBezTo>
                    <a:pt x="1028" y="799"/>
                    <a:pt x="1028" y="0"/>
                    <a:pt x="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46"/>
            <p:cNvSpPr/>
            <p:nvPr/>
          </p:nvSpPr>
          <p:spPr>
            <a:xfrm>
              <a:off x="6948175" y="996375"/>
              <a:ext cx="25700" cy="20575"/>
            </a:xfrm>
            <a:custGeom>
              <a:rect b="b" l="l" r="r" t="t"/>
              <a:pathLst>
                <a:path extrusionOk="0" h="823" w="1028">
                  <a:moveTo>
                    <a:pt x="526" y="0"/>
                  </a:moveTo>
                  <a:cubicBezTo>
                    <a:pt x="1" y="0"/>
                    <a:pt x="1" y="822"/>
                    <a:pt x="526" y="822"/>
                  </a:cubicBezTo>
                  <a:cubicBezTo>
                    <a:pt x="1028" y="822"/>
                    <a:pt x="1028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46"/>
            <p:cNvSpPr/>
            <p:nvPr/>
          </p:nvSpPr>
          <p:spPr>
            <a:xfrm>
              <a:off x="7026350" y="919900"/>
              <a:ext cx="26275" cy="20575"/>
            </a:xfrm>
            <a:custGeom>
              <a:rect b="b" l="l" r="r" t="t"/>
              <a:pathLst>
                <a:path extrusionOk="0" h="823" w="1051">
                  <a:moveTo>
                    <a:pt x="526" y="1"/>
                  </a:moveTo>
                  <a:cubicBezTo>
                    <a:pt x="1" y="1"/>
                    <a:pt x="1" y="823"/>
                    <a:pt x="526" y="823"/>
                  </a:cubicBezTo>
                  <a:cubicBezTo>
                    <a:pt x="1051" y="823"/>
                    <a:pt x="1051" y="1"/>
                    <a:pt x="5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9" name="Google Shape;5059;p46"/>
          <p:cNvSpPr/>
          <p:nvPr/>
        </p:nvSpPr>
        <p:spPr>
          <a:xfrm>
            <a:off x="395637" y="540000"/>
            <a:ext cx="4582800" cy="4063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0" name="Google Shape;5060;p46"/>
          <p:cNvSpPr txBox="1"/>
          <p:nvPr>
            <p:ph type="ctrTitle"/>
          </p:nvPr>
        </p:nvSpPr>
        <p:spPr>
          <a:xfrm>
            <a:off x="980625" y="2041200"/>
            <a:ext cx="34128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061" name="Google Shape;5061;p46"/>
          <p:cNvSpPr txBox="1"/>
          <p:nvPr>
            <p:ph idx="1" type="subTitle"/>
          </p:nvPr>
        </p:nvSpPr>
        <p:spPr>
          <a:xfrm>
            <a:off x="395625" y="3310788"/>
            <a:ext cx="45828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1"/>
                </a:solidFill>
                <a:latin typeface="Manrope"/>
                <a:ea typeface="Manrope"/>
                <a:cs typeface="Manrope"/>
                <a:sym typeface="Manrope"/>
              </a:rPr>
              <a:t>THỰC HÀNH CẤU TRÚC DỮ LIỆU VÀ GIẢI THUẬT</a:t>
            </a:r>
            <a:endParaRPr b="1" sz="1500">
              <a:solidFill>
                <a:srgbClr val="22222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1"/>
                </a:solidFill>
                <a:latin typeface="Manrope"/>
                <a:ea typeface="Manrope"/>
                <a:cs typeface="Manrope"/>
                <a:sym typeface="Manrope"/>
              </a:rPr>
              <a:t>TUẦN 08 - THÁNG 12 NĂM 2025</a:t>
            </a:r>
            <a:endParaRPr sz="1900"/>
          </a:p>
        </p:txBody>
      </p:sp>
      <p:grpSp>
        <p:nvGrpSpPr>
          <p:cNvPr id="5062" name="Google Shape;5062;p46"/>
          <p:cNvGrpSpPr/>
          <p:nvPr/>
        </p:nvGrpSpPr>
        <p:grpSpPr>
          <a:xfrm>
            <a:off x="6657475" y="94600"/>
            <a:ext cx="2235799" cy="5062261"/>
            <a:chOff x="6657475" y="399400"/>
            <a:chExt cx="2235799" cy="5062261"/>
          </a:xfrm>
        </p:grpSpPr>
        <p:sp>
          <p:nvSpPr>
            <p:cNvPr id="5063" name="Google Shape;5063;p46"/>
            <p:cNvSpPr/>
            <p:nvPr/>
          </p:nvSpPr>
          <p:spPr>
            <a:xfrm>
              <a:off x="7752375" y="4467350"/>
              <a:ext cx="149781" cy="994310"/>
            </a:xfrm>
            <a:custGeom>
              <a:rect b="b" l="l" r="r" t="t"/>
              <a:pathLst>
                <a:path extrusionOk="0" h="21730" w="4813">
                  <a:moveTo>
                    <a:pt x="1" y="0"/>
                  </a:moveTo>
                  <a:lnTo>
                    <a:pt x="1254" y="21730"/>
                  </a:lnTo>
                  <a:lnTo>
                    <a:pt x="3560" y="21730"/>
                  </a:lnTo>
                  <a:lnTo>
                    <a:pt x="48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46"/>
            <p:cNvSpPr/>
            <p:nvPr/>
          </p:nvSpPr>
          <p:spPr>
            <a:xfrm>
              <a:off x="6657475" y="3090126"/>
              <a:ext cx="2235799" cy="1741382"/>
            </a:xfrm>
            <a:custGeom>
              <a:rect b="b" l="l" r="r" t="t"/>
              <a:pathLst>
                <a:path extrusionOk="0" h="55966" w="71856">
                  <a:moveTo>
                    <a:pt x="42833" y="0"/>
                  </a:moveTo>
                  <a:cubicBezTo>
                    <a:pt x="41981" y="0"/>
                    <a:pt x="13785" y="8547"/>
                    <a:pt x="13785" y="8547"/>
                  </a:cubicBezTo>
                  <a:lnTo>
                    <a:pt x="1" y="53660"/>
                  </a:lnTo>
                  <a:lnTo>
                    <a:pt x="12758" y="43234"/>
                  </a:lnTo>
                  <a:lnTo>
                    <a:pt x="13384" y="50753"/>
                  </a:lnTo>
                  <a:lnTo>
                    <a:pt x="20678" y="45114"/>
                  </a:lnTo>
                  <a:lnTo>
                    <a:pt x="25289" y="55139"/>
                  </a:lnTo>
                  <a:lnTo>
                    <a:pt x="32808" y="45740"/>
                  </a:lnTo>
                  <a:lnTo>
                    <a:pt x="38021" y="52206"/>
                  </a:lnTo>
                  <a:lnTo>
                    <a:pt x="43234" y="44487"/>
                  </a:lnTo>
                  <a:lnTo>
                    <a:pt x="51605" y="55966"/>
                  </a:lnTo>
                  <a:lnTo>
                    <a:pt x="54111" y="45114"/>
                  </a:lnTo>
                  <a:lnTo>
                    <a:pt x="60578" y="50953"/>
                  </a:lnTo>
                  <a:lnTo>
                    <a:pt x="62658" y="43635"/>
                  </a:lnTo>
                  <a:lnTo>
                    <a:pt x="71856" y="52833"/>
                  </a:lnTo>
                  <a:cubicBezTo>
                    <a:pt x="71856" y="52833"/>
                    <a:pt x="62257" y="10853"/>
                    <a:pt x="61630" y="10652"/>
                  </a:cubicBezTo>
                  <a:cubicBezTo>
                    <a:pt x="61004" y="10427"/>
                    <a:pt x="43660" y="0"/>
                    <a:pt x="42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46"/>
            <p:cNvSpPr/>
            <p:nvPr/>
          </p:nvSpPr>
          <p:spPr>
            <a:xfrm>
              <a:off x="6924202" y="2244767"/>
              <a:ext cx="1774146" cy="1547193"/>
            </a:xfrm>
            <a:custGeom>
              <a:rect b="b" l="l" r="r" t="t"/>
              <a:pathLst>
                <a:path extrusionOk="0" h="49725" w="57019">
                  <a:moveTo>
                    <a:pt x="16717" y="0"/>
                  </a:moveTo>
                  <a:cubicBezTo>
                    <a:pt x="16717" y="627"/>
                    <a:pt x="0" y="47620"/>
                    <a:pt x="0" y="47620"/>
                  </a:cubicBezTo>
                  <a:lnTo>
                    <a:pt x="8572" y="40527"/>
                  </a:lnTo>
                  <a:lnTo>
                    <a:pt x="10226" y="47419"/>
                  </a:lnTo>
                  <a:lnTo>
                    <a:pt x="19850" y="37820"/>
                  </a:lnTo>
                  <a:lnTo>
                    <a:pt x="22356" y="45540"/>
                  </a:lnTo>
                  <a:lnTo>
                    <a:pt x="28622" y="39700"/>
                  </a:lnTo>
                  <a:lnTo>
                    <a:pt x="35289" y="49725"/>
                  </a:lnTo>
                  <a:lnTo>
                    <a:pt x="39274" y="37194"/>
                  </a:lnTo>
                  <a:lnTo>
                    <a:pt x="43660" y="42407"/>
                  </a:lnTo>
                  <a:lnTo>
                    <a:pt x="47193" y="38021"/>
                  </a:lnTo>
                  <a:lnTo>
                    <a:pt x="57018" y="46166"/>
                  </a:lnTo>
                  <a:lnTo>
                    <a:pt x="45113" y="6266"/>
                  </a:lnTo>
                  <a:lnTo>
                    <a:pt x="167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46"/>
            <p:cNvSpPr/>
            <p:nvPr/>
          </p:nvSpPr>
          <p:spPr>
            <a:xfrm>
              <a:off x="7255619" y="1419665"/>
              <a:ext cx="1208787" cy="1359290"/>
            </a:xfrm>
            <a:custGeom>
              <a:rect b="b" l="l" r="r" t="t"/>
              <a:pathLst>
                <a:path extrusionOk="0" h="43686" w="38849">
                  <a:moveTo>
                    <a:pt x="13785" y="1"/>
                  </a:moveTo>
                  <a:lnTo>
                    <a:pt x="1" y="38648"/>
                  </a:lnTo>
                  <a:lnTo>
                    <a:pt x="1" y="38648"/>
                  </a:lnTo>
                  <a:lnTo>
                    <a:pt x="7094" y="32783"/>
                  </a:lnTo>
                  <a:lnTo>
                    <a:pt x="9826" y="41555"/>
                  </a:lnTo>
                  <a:lnTo>
                    <a:pt x="15465" y="33635"/>
                  </a:lnTo>
                  <a:lnTo>
                    <a:pt x="17545" y="38648"/>
                  </a:lnTo>
                  <a:lnTo>
                    <a:pt x="21931" y="33009"/>
                  </a:lnTo>
                  <a:cubicBezTo>
                    <a:pt x="21931" y="33009"/>
                    <a:pt x="27079" y="43686"/>
                    <a:pt x="27542" y="43686"/>
                  </a:cubicBezTo>
                  <a:cubicBezTo>
                    <a:pt x="27555" y="43686"/>
                    <a:pt x="27565" y="43677"/>
                    <a:pt x="27570" y="43660"/>
                  </a:cubicBezTo>
                  <a:cubicBezTo>
                    <a:pt x="27770" y="43034"/>
                    <a:pt x="30903" y="34036"/>
                    <a:pt x="30903" y="34036"/>
                  </a:cubicBezTo>
                  <a:lnTo>
                    <a:pt x="38848" y="40728"/>
                  </a:lnTo>
                  <a:lnTo>
                    <a:pt x="26517" y="1680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46"/>
            <p:cNvSpPr/>
            <p:nvPr/>
          </p:nvSpPr>
          <p:spPr>
            <a:xfrm>
              <a:off x="7629198" y="399400"/>
              <a:ext cx="488194" cy="545913"/>
            </a:xfrm>
            <a:custGeom>
              <a:rect b="b" l="l" r="r" t="t"/>
              <a:pathLst>
                <a:path extrusionOk="0" h="17545" w="15690">
                  <a:moveTo>
                    <a:pt x="8597" y="1"/>
                  </a:moveTo>
                  <a:lnTo>
                    <a:pt x="6917" y="5865"/>
                  </a:lnTo>
                  <a:lnTo>
                    <a:pt x="0" y="6793"/>
                  </a:lnTo>
                  <a:lnTo>
                    <a:pt x="5063" y="9700"/>
                  </a:lnTo>
                  <a:lnTo>
                    <a:pt x="3985" y="16016"/>
                  </a:lnTo>
                  <a:lnTo>
                    <a:pt x="8597" y="11555"/>
                  </a:lnTo>
                  <a:lnTo>
                    <a:pt x="13835" y="17545"/>
                  </a:lnTo>
                  <a:lnTo>
                    <a:pt x="11830" y="8948"/>
                  </a:lnTo>
                  <a:lnTo>
                    <a:pt x="15689" y="6016"/>
                  </a:lnTo>
                  <a:lnTo>
                    <a:pt x="10000" y="5865"/>
                  </a:lnTo>
                  <a:lnTo>
                    <a:pt x="8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46"/>
            <p:cNvSpPr/>
            <p:nvPr/>
          </p:nvSpPr>
          <p:spPr>
            <a:xfrm>
              <a:off x="7509090" y="815299"/>
              <a:ext cx="715116" cy="994311"/>
            </a:xfrm>
            <a:custGeom>
              <a:rect b="b" l="l" r="r" t="t"/>
              <a:pathLst>
                <a:path extrusionOk="0" h="31956" w="22983">
                  <a:moveTo>
                    <a:pt x="11905" y="0"/>
                  </a:moveTo>
                  <a:lnTo>
                    <a:pt x="0" y="29650"/>
                  </a:lnTo>
                  <a:lnTo>
                    <a:pt x="4186" y="24863"/>
                  </a:lnTo>
                  <a:lnTo>
                    <a:pt x="5439" y="31955"/>
                  </a:lnTo>
                  <a:lnTo>
                    <a:pt x="10226" y="24863"/>
                  </a:lnTo>
                  <a:lnTo>
                    <a:pt x="15665" y="31529"/>
                  </a:lnTo>
                  <a:lnTo>
                    <a:pt x="16717" y="26517"/>
                  </a:lnTo>
                  <a:lnTo>
                    <a:pt x="22983" y="30903"/>
                  </a:lnTo>
                  <a:lnTo>
                    <a:pt x="22983" y="30903"/>
                  </a:lnTo>
                  <a:lnTo>
                    <a:pt x="119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46"/>
            <p:cNvSpPr/>
            <p:nvPr/>
          </p:nvSpPr>
          <p:spPr>
            <a:xfrm>
              <a:off x="8232787" y="3715557"/>
              <a:ext cx="285449" cy="286227"/>
            </a:xfrm>
            <a:custGeom>
              <a:rect b="b" l="l" r="r" t="t"/>
              <a:pathLst>
                <a:path extrusionOk="0" h="9199" w="9174">
                  <a:moveTo>
                    <a:pt x="4587" y="1"/>
                  </a:moveTo>
                  <a:cubicBezTo>
                    <a:pt x="2056" y="1"/>
                    <a:pt x="1" y="2081"/>
                    <a:pt x="1" y="4612"/>
                  </a:cubicBezTo>
                  <a:cubicBezTo>
                    <a:pt x="1" y="7144"/>
                    <a:pt x="2056" y="9199"/>
                    <a:pt x="4587" y="9199"/>
                  </a:cubicBezTo>
                  <a:cubicBezTo>
                    <a:pt x="7118" y="9199"/>
                    <a:pt x="9174" y="7144"/>
                    <a:pt x="9174" y="4612"/>
                  </a:cubicBezTo>
                  <a:cubicBezTo>
                    <a:pt x="9174" y="2081"/>
                    <a:pt x="7118" y="1"/>
                    <a:pt x="45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46"/>
            <p:cNvSpPr/>
            <p:nvPr/>
          </p:nvSpPr>
          <p:spPr>
            <a:xfrm>
              <a:off x="7236140" y="3837220"/>
              <a:ext cx="142725" cy="142756"/>
            </a:xfrm>
            <a:custGeom>
              <a:rect b="b" l="l" r="r" t="t"/>
              <a:pathLst>
                <a:path extrusionOk="0" h="4588" w="4587">
                  <a:moveTo>
                    <a:pt x="2306" y="1"/>
                  </a:moveTo>
                  <a:cubicBezTo>
                    <a:pt x="1028" y="1"/>
                    <a:pt x="0" y="1028"/>
                    <a:pt x="0" y="2306"/>
                  </a:cubicBezTo>
                  <a:cubicBezTo>
                    <a:pt x="0" y="3560"/>
                    <a:pt x="1028" y="4587"/>
                    <a:pt x="2306" y="4587"/>
                  </a:cubicBezTo>
                  <a:cubicBezTo>
                    <a:pt x="3559" y="4587"/>
                    <a:pt x="4587" y="3560"/>
                    <a:pt x="4587" y="2306"/>
                  </a:cubicBezTo>
                  <a:cubicBezTo>
                    <a:pt x="4587" y="1028"/>
                    <a:pt x="3559" y="1"/>
                    <a:pt x="2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46"/>
            <p:cNvSpPr/>
            <p:nvPr/>
          </p:nvSpPr>
          <p:spPr>
            <a:xfrm>
              <a:off x="8029257" y="4235723"/>
              <a:ext cx="103737" cy="103769"/>
            </a:xfrm>
            <a:custGeom>
              <a:rect b="b" l="l" r="r" t="t"/>
              <a:pathLst>
                <a:path extrusionOk="0" h="3335" w="3334">
                  <a:moveTo>
                    <a:pt x="1654" y="1"/>
                  </a:moveTo>
                  <a:cubicBezTo>
                    <a:pt x="752" y="1"/>
                    <a:pt x="0" y="753"/>
                    <a:pt x="0" y="1680"/>
                  </a:cubicBezTo>
                  <a:cubicBezTo>
                    <a:pt x="0" y="2607"/>
                    <a:pt x="752" y="3334"/>
                    <a:pt x="1654" y="3334"/>
                  </a:cubicBezTo>
                  <a:cubicBezTo>
                    <a:pt x="2582" y="3334"/>
                    <a:pt x="3334" y="2607"/>
                    <a:pt x="3334" y="1680"/>
                  </a:cubicBezTo>
                  <a:cubicBezTo>
                    <a:pt x="3334" y="753"/>
                    <a:pt x="2582" y="1"/>
                    <a:pt x="16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46"/>
            <p:cNvSpPr/>
            <p:nvPr/>
          </p:nvSpPr>
          <p:spPr>
            <a:xfrm>
              <a:off x="7924738" y="1393932"/>
              <a:ext cx="104546" cy="103769"/>
            </a:xfrm>
            <a:custGeom>
              <a:rect b="b" l="l" r="r" t="t"/>
              <a:pathLst>
                <a:path extrusionOk="0" h="3335" w="3360">
                  <a:moveTo>
                    <a:pt x="1680" y="1"/>
                  </a:moveTo>
                  <a:cubicBezTo>
                    <a:pt x="753" y="1"/>
                    <a:pt x="1" y="753"/>
                    <a:pt x="1" y="1655"/>
                  </a:cubicBezTo>
                  <a:cubicBezTo>
                    <a:pt x="1" y="2582"/>
                    <a:pt x="753" y="3334"/>
                    <a:pt x="1680" y="3334"/>
                  </a:cubicBezTo>
                  <a:cubicBezTo>
                    <a:pt x="2607" y="3334"/>
                    <a:pt x="3359" y="2582"/>
                    <a:pt x="3359" y="1655"/>
                  </a:cubicBezTo>
                  <a:cubicBezTo>
                    <a:pt x="3359" y="753"/>
                    <a:pt x="2607" y="1"/>
                    <a:pt x="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46"/>
            <p:cNvSpPr/>
            <p:nvPr/>
          </p:nvSpPr>
          <p:spPr>
            <a:xfrm>
              <a:off x="7339850" y="3096349"/>
              <a:ext cx="104546" cy="103769"/>
            </a:xfrm>
            <a:custGeom>
              <a:rect b="b" l="l" r="r" t="t"/>
              <a:pathLst>
                <a:path extrusionOk="0" h="3335" w="3360">
                  <a:moveTo>
                    <a:pt x="1680" y="1"/>
                  </a:moveTo>
                  <a:cubicBezTo>
                    <a:pt x="753" y="1"/>
                    <a:pt x="1" y="753"/>
                    <a:pt x="1" y="1680"/>
                  </a:cubicBezTo>
                  <a:cubicBezTo>
                    <a:pt x="1" y="2582"/>
                    <a:pt x="753" y="3334"/>
                    <a:pt x="1680" y="3334"/>
                  </a:cubicBezTo>
                  <a:cubicBezTo>
                    <a:pt x="2607" y="3334"/>
                    <a:pt x="3359" y="2582"/>
                    <a:pt x="3359" y="1680"/>
                  </a:cubicBezTo>
                  <a:cubicBezTo>
                    <a:pt x="3359" y="753"/>
                    <a:pt x="2607" y="1"/>
                    <a:pt x="1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46"/>
            <p:cNvSpPr/>
            <p:nvPr/>
          </p:nvSpPr>
          <p:spPr>
            <a:xfrm>
              <a:off x="7786708" y="3912863"/>
              <a:ext cx="39018" cy="39018"/>
            </a:xfrm>
            <a:custGeom>
              <a:rect b="b" l="l" r="r" t="t"/>
              <a:pathLst>
                <a:path extrusionOk="0" h="1254" w="1254">
                  <a:moveTo>
                    <a:pt x="627" y="1"/>
                  </a:moveTo>
                  <a:cubicBezTo>
                    <a:pt x="276" y="1"/>
                    <a:pt x="1" y="276"/>
                    <a:pt x="1" y="627"/>
                  </a:cubicBezTo>
                  <a:cubicBezTo>
                    <a:pt x="1" y="978"/>
                    <a:pt x="276" y="1254"/>
                    <a:pt x="627" y="1254"/>
                  </a:cubicBezTo>
                  <a:cubicBezTo>
                    <a:pt x="953" y="1254"/>
                    <a:pt x="1254" y="978"/>
                    <a:pt x="1254" y="627"/>
                  </a:cubicBezTo>
                  <a:cubicBezTo>
                    <a:pt x="1254" y="276"/>
                    <a:pt x="953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46"/>
            <p:cNvSpPr/>
            <p:nvPr/>
          </p:nvSpPr>
          <p:spPr>
            <a:xfrm>
              <a:off x="7801519" y="1835343"/>
              <a:ext cx="39049" cy="39018"/>
            </a:xfrm>
            <a:custGeom>
              <a:rect b="b" l="l" r="r" t="t"/>
              <a:pathLst>
                <a:path extrusionOk="0" h="1254" w="1255">
                  <a:moveTo>
                    <a:pt x="627" y="0"/>
                  </a:moveTo>
                  <a:cubicBezTo>
                    <a:pt x="277" y="0"/>
                    <a:pt x="1" y="301"/>
                    <a:pt x="1" y="627"/>
                  </a:cubicBezTo>
                  <a:cubicBezTo>
                    <a:pt x="1" y="978"/>
                    <a:pt x="277" y="1254"/>
                    <a:pt x="627" y="1254"/>
                  </a:cubicBezTo>
                  <a:cubicBezTo>
                    <a:pt x="978" y="1254"/>
                    <a:pt x="1254" y="978"/>
                    <a:pt x="1254" y="627"/>
                  </a:cubicBezTo>
                  <a:cubicBezTo>
                    <a:pt x="1254" y="301"/>
                    <a:pt x="978" y="0"/>
                    <a:pt x="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46"/>
            <p:cNvSpPr/>
            <p:nvPr/>
          </p:nvSpPr>
          <p:spPr>
            <a:xfrm>
              <a:off x="7795296" y="2790666"/>
              <a:ext cx="39018" cy="39018"/>
            </a:xfrm>
            <a:custGeom>
              <a:rect b="b" l="l" r="r" t="t"/>
              <a:pathLst>
                <a:path extrusionOk="0" h="1254" w="1254">
                  <a:moveTo>
                    <a:pt x="627" y="0"/>
                  </a:moveTo>
                  <a:cubicBezTo>
                    <a:pt x="276" y="0"/>
                    <a:pt x="0" y="301"/>
                    <a:pt x="0" y="627"/>
                  </a:cubicBezTo>
                  <a:cubicBezTo>
                    <a:pt x="0" y="978"/>
                    <a:pt x="276" y="1254"/>
                    <a:pt x="627" y="1254"/>
                  </a:cubicBezTo>
                  <a:cubicBezTo>
                    <a:pt x="953" y="1254"/>
                    <a:pt x="1254" y="978"/>
                    <a:pt x="1254" y="627"/>
                  </a:cubicBezTo>
                  <a:cubicBezTo>
                    <a:pt x="1254" y="301"/>
                    <a:pt x="953" y="0"/>
                    <a:pt x="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46"/>
            <p:cNvSpPr/>
            <p:nvPr/>
          </p:nvSpPr>
          <p:spPr>
            <a:xfrm>
              <a:off x="6937457" y="4270821"/>
              <a:ext cx="51495" cy="51495"/>
            </a:xfrm>
            <a:custGeom>
              <a:rect b="b" l="l" r="r" t="t"/>
              <a:pathLst>
                <a:path extrusionOk="0" h="1655" w="1655">
                  <a:moveTo>
                    <a:pt x="827" y="1"/>
                  </a:moveTo>
                  <a:cubicBezTo>
                    <a:pt x="376" y="1"/>
                    <a:pt x="0" y="351"/>
                    <a:pt x="0" y="828"/>
                  </a:cubicBezTo>
                  <a:cubicBezTo>
                    <a:pt x="0" y="1279"/>
                    <a:pt x="376" y="1655"/>
                    <a:pt x="827" y="1655"/>
                  </a:cubicBezTo>
                  <a:cubicBezTo>
                    <a:pt x="1279" y="1655"/>
                    <a:pt x="1654" y="1279"/>
                    <a:pt x="1654" y="828"/>
                  </a:cubicBezTo>
                  <a:cubicBezTo>
                    <a:pt x="1654" y="351"/>
                    <a:pt x="1279" y="1"/>
                    <a:pt x="8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46"/>
            <p:cNvSpPr/>
            <p:nvPr/>
          </p:nvSpPr>
          <p:spPr>
            <a:xfrm>
              <a:off x="7834284" y="1224723"/>
              <a:ext cx="51495" cy="52273"/>
            </a:xfrm>
            <a:custGeom>
              <a:rect b="b" l="l" r="r" t="t"/>
              <a:pathLst>
                <a:path extrusionOk="0" h="1680" w="1655">
                  <a:moveTo>
                    <a:pt x="828" y="0"/>
                  </a:moveTo>
                  <a:cubicBezTo>
                    <a:pt x="376" y="0"/>
                    <a:pt x="1" y="376"/>
                    <a:pt x="1" y="827"/>
                  </a:cubicBezTo>
                  <a:cubicBezTo>
                    <a:pt x="1" y="1304"/>
                    <a:pt x="376" y="1679"/>
                    <a:pt x="828" y="1679"/>
                  </a:cubicBezTo>
                  <a:cubicBezTo>
                    <a:pt x="1279" y="1679"/>
                    <a:pt x="1655" y="1304"/>
                    <a:pt x="1655" y="827"/>
                  </a:cubicBezTo>
                  <a:cubicBezTo>
                    <a:pt x="1655" y="376"/>
                    <a:pt x="1279" y="0"/>
                    <a:pt x="8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46"/>
            <p:cNvSpPr/>
            <p:nvPr/>
          </p:nvSpPr>
          <p:spPr>
            <a:xfrm>
              <a:off x="7587067" y="2199524"/>
              <a:ext cx="52273" cy="52273"/>
            </a:xfrm>
            <a:custGeom>
              <a:rect b="b" l="l" r="r" t="t"/>
              <a:pathLst>
                <a:path extrusionOk="0" h="1680" w="1680">
                  <a:moveTo>
                    <a:pt x="828" y="1"/>
                  </a:moveTo>
                  <a:cubicBezTo>
                    <a:pt x="377" y="1"/>
                    <a:pt x="1" y="377"/>
                    <a:pt x="1" y="828"/>
                  </a:cubicBezTo>
                  <a:cubicBezTo>
                    <a:pt x="1" y="1304"/>
                    <a:pt x="377" y="1680"/>
                    <a:pt x="828" y="1680"/>
                  </a:cubicBezTo>
                  <a:cubicBezTo>
                    <a:pt x="1304" y="1680"/>
                    <a:pt x="1680" y="1304"/>
                    <a:pt x="1680" y="828"/>
                  </a:cubicBezTo>
                  <a:cubicBezTo>
                    <a:pt x="1680" y="377"/>
                    <a:pt x="1304" y="1"/>
                    <a:pt x="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46"/>
            <p:cNvSpPr/>
            <p:nvPr/>
          </p:nvSpPr>
          <p:spPr>
            <a:xfrm>
              <a:off x="8002746" y="2966129"/>
              <a:ext cx="52273" cy="52273"/>
            </a:xfrm>
            <a:custGeom>
              <a:rect b="b" l="l" r="r" t="t"/>
              <a:pathLst>
                <a:path extrusionOk="0" h="1680" w="1680">
                  <a:moveTo>
                    <a:pt x="852" y="0"/>
                  </a:moveTo>
                  <a:cubicBezTo>
                    <a:pt x="376" y="0"/>
                    <a:pt x="0" y="376"/>
                    <a:pt x="0" y="853"/>
                  </a:cubicBezTo>
                  <a:cubicBezTo>
                    <a:pt x="0" y="1304"/>
                    <a:pt x="376" y="1680"/>
                    <a:pt x="852" y="1680"/>
                  </a:cubicBezTo>
                  <a:cubicBezTo>
                    <a:pt x="1303" y="1680"/>
                    <a:pt x="1679" y="1304"/>
                    <a:pt x="1679" y="853"/>
                  </a:cubicBezTo>
                  <a:cubicBezTo>
                    <a:pt x="1679" y="376"/>
                    <a:pt x="1303" y="0"/>
                    <a:pt x="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81" name="Google Shape;5081;p46"/>
            <p:cNvGrpSpPr/>
            <p:nvPr/>
          </p:nvGrpSpPr>
          <p:grpSpPr>
            <a:xfrm>
              <a:off x="8234136" y="3466287"/>
              <a:ext cx="325307" cy="548309"/>
              <a:chOff x="3075300" y="3200725"/>
              <a:chExt cx="261375" cy="440550"/>
            </a:xfrm>
          </p:grpSpPr>
          <p:sp>
            <p:nvSpPr>
              <p:cNvPr id="5082" name="Google Shape;5082;p46"/>
              <p:cNvSpPr/>
              <p:nvPr/>
            </p:nvSpPr>
            <p:spPr>
              <a:xfrm>
                <a:off x="3075300" y="3379325"/>
                <a:ext cx="261375" cy="261950"/>
              </a:xfrm>
              <a:custGeom>
                <a:rect b="b" l="l" r="r" t="t"/>
                <a:pathLst>
                  <a:path extrusionOk="0" h="10478" w="10455">
                    <a:moveTo>
                      <a:pt x="5227" y="1"/>
                    </a:moveTo>
                    <a:cubicBezTo>
                      <a:pt x="4360" y="1"/>
                      <a:pt x="3516" y="229"/>
                      <a:pt x="2808" y="617"/>
                    </a:cubicBezTo>
                    <a:cubicBezTo>
                      <a:pt x="2648" y="685"/>
                      <a:pt x="2511" y="754"/>
                      <a:pt x="2397" y="845"/>
                    </a:cubicBezTo>
                    <a:cubicBezTo>
                      <a:pt x="2032" y="1073"/>
                      <a:pt x="1712" y="1347"/>
                      <a:pt x="1416" y="1644"/>
                    </a:cubicBezTo>
                    <a:cubicBezTo>
                      <a:pt x="1324" y="1758"/>
                      <a:pt x="1233" y="1850"/>
                      <a:pt x="1142" y="1964"/>
                    </a:cubicBezTo>
                    <a:cubicBezTo>
                      <a:pt x="913" y="2260"/>
                      <a:pt x="708" y="2580"/>
                      <a:pt x="548" y="2922"/>
                    </a:cubicBezTo>
                    <a:cubicBezTo>
                      <a:pt x="480" y="3036"/>
                      <a:pt x="411" y="3173"/>
                      <a:pt x="366" y="3310"/>
                    </a:cubicBezTo>
                    <a:cubicBezTo>
                      <a:pt x="137" y="3904"/>
                      <a:pt x="0" y="4566"/>
                      <a:pt x="0" y="5251"/>
                    </a:cubicBezTo>
                    <a:cubicBezTo>
                      <a:pt x="0" y="5479"/>
                      <a:pt x="23" y="5707"/>
                      <a:pt x="46" y="5935"/>
                    </a:cubicBezTo>
                    <a:cubicBezTo>
                      <a:pt x="69" y="6118"/>
                      <a:pt x="115" y="6300"/>
                      <a:pt x="137" y="6483"/>
                    </a:cubicBezTo>
                    <a:cubicBezTo>
                      <a:pt x="708" y="8766"/>
                      <a:pt x="2762" y="10478"/>
                      <a:pt x="5227" y="10478"/>
                    </a:cubicBezTo>
                    <a:cubicBezTo>
                      <a:pt x="6985" y="10478"/>
                      <a:pt x="8537" y="9610"/>
                      <a:pt x="9496" y="8286"/>
                    </a:cubicBezTo>
                    <a:cubicBezTo>
                      <a:pt x="9610" y="8127"/>
                      <a:pt x="9701" y="7967"/>
                      <a:pt x="9792" y="7807"/>
                    </a:cubicBezTo>
                    <a:cubicBezTo>
                      <a:pt x="10066" y="7305"/>
                      <a:pt x="10272" y="6734"/>
                      <a:pt x="10386" y="6164"/>
                    </a:cubicBezTo>
                    <a:cubicBezTo>
                      <a:pt x="10409" y="6004"/>
                      <a:pt x="10432" y="5867"/>
                      <a:pt x="10432" y="5730"/>
                    </a:cubicBezTo>
                    <a:cubicBezTo>
                      <a:pt x="10454" y="5570"/>
                      <a:pt x="10454" y="5410"/>
                      <a:pt x="10454" y="5251"/>
                    </a:cubicBezTo>
                    <a:cubicBezTo>
                      <a:pt x="10454" y="4908"/>
                      <a:pt x="10432" y="4566"/>
                      <a:pt x="10363" y="4246"/>
                    </a:cubicBezTo>
                    <a:cubicBezTo>
                      <a:pt x="10340" y="4109"/>
                      <a:pt x="10295" y="3972"/>
                      <a:pt x="10272" y="3835"/>
                    </a:cubicBezTo>
                    <a:cubicBezTo>
                      <a:pt x="10135" y="3333"/>
                      <a:pt x="9929" y="2877"/>
                      <a:pt x="9656" y="2443"/>
                    </a:cubicBezTo>
                    <a:cubicBezTo>
                      <a:pt x="9564" y="2306"/>
                      <a:pt x="9473" y="2192"/>
                      <a:pt x="9382" y="2055"/>
                    </a:cubicBezTo>
                    <a:cubicBezTo>
                      <a:pt x="8423" y="822"/>
                      <a:pt x="6916" y="1"/>
                      <a:pt x="52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3" name="Google Shape;5083;p46"/>
              <p:cNvSpPr/>
              <p:nvPr/>
            </p:nvSpPr>
            <p:spPr>
              <a:xfrm>
                <a:off x="3135225" y="3394725"/>
                <a:ext cx="181475" cy="48725"/>
              </a:xfrm>
              <a:custGeom>
                <a:rect b="b" l="l" r="r" t="t"/>
                <a:pathLst>
                  <a:path extrusionOk="0" h="1949" w="7259">
                    <a:moveTo>
                      <a:pt x="411" y="1"/>
                    </a:moveTo>
                    <a:cubicBezTo>
                      <a:pt x="251" y="69"/>
                      <a:pt x="114" y="138"/>
                      <a:pt x="0" y="229"/>
                    </a:cubicBezTo>
                    <a:cubicBezTo>
                      <a:pt x="1717" y="1368"/>
                      <a:pt x="3648" y="1948"/>
                      <a:pt x="5658" y="1948"/>
                    </a:cubicBezTo>
                    <a:cubicBezTo>
                      <a:pt x="6187" y="1948"/>
                      <a:pt x="6721" y="1908"/>
                      <a:pt x="7259" y="1827"/>
                    </a:cubicBezTo>
                    <a:cubicBezTo>
                      <a:pt x="7167" y="1690"/>
                      <a:pt x="7076" y="1576"/>
                      <a:pt x="6985" y="1439"/>
                    </a:cubicBezTo>
                    <a:cubicBezTo>
                      <a:pt x="6537" y="1500"/>
                      <a:pt x="6092" y="1531"/>
                      <a:pt x="5651" y="1531"/>
                    </a:cubicBezTo>
                    <a:cubicBezTo>
                      <a:pt x="3798" y="1531"/>
                      <a:pt x="2015" y="997"/>
                      <a:pt x="4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4" name="Google Shape;5084;p46"/>
              <p:cNvSpPr/>
              <p:nvPr/>
            </p:nvSpPr>
            <p:spPr>
              <a:xfrm>
                <a:off x="3103825" y="3420425"/>
                <a:ext cx="230575" cy="67500"/>
              </a:xfrm>
              <a:custGeom>
                <a:rect b="b" l="l" r="r" t="t"/>
                <a:pathLst>
                  <a:path extrusionOk="0" h="2700" w="9223">
                    <a:moveTo>
                      <a:pt x="275" y="0"/>
                    </a:moveTo>
                    <a:cubicBezTo>
                      <a:pt x="183" y="114"/>
                      <a:pt x="92" y="206"/>
                      <a:pt x="1" y="320"/>
                    </a:cubicBezTo>
                    <a:cubicBezTo>
                      <a:pt x="2282" y="1897"/>
                      <a:pt x="4879" y="2699"/>
                      <a:pt x="7583" y="2699"/>
                    </a:cubicBezTo>
                    <a:cubicBezTo>
                      <a:pt x="8125" y="2699"/>
                      <a:pt x="8673" y="2667"/>
                      <a:pt x="9222" y="2602"/>
                    </a:cubicBezTo>
                    <a:cubicBezTo>
                      <a:pt x="9199" y="2465"/>
                      <a:pt x="9154" y="2328"/>
                      <a:pt x="9131" y="2191"/>
                    </a:cubicBezTo>
                    <a:cubicBezTo>
                      <a:pt x="8614" y="2251"/>
                      <a:pt x="8099" y="2281"/>
                      <a:pt x="7587" y="2281"/>
                    </a:cubicBezTo>
                    <a:cubicBezTo>
                      <a:pt x="4982" y="2281"/>
                      <a:pt x="2469" y="1507"/>
                      <a:pt x="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5" name="Google Shape;5085;p46"/>
              <p:cNvSpPr/>
              <p:nvPr/>
            </p:nvSpPr>
            <p:spPr>
              <a:xfrm>
                <a:off x="3084425" y="3452375"/>
                <a:ext cx="251675" cy="82150"/>
              </a:xfrm>
              <a:custGeom>
                <a:rect b="b" l="l" r="r" t="t"/>
                <a:pathLst>
                  <a:path extrusionOk="0" h="3286" w="10067">
                    <a:moveTo>
                      <a:pt x="183" y="0"/>
                    </a:moveTo>
                    <a:cubicBezTo>
                      <a:pt x="115" y="114"/>
                      <a:pt x="46" y="251"/>
                      <a:pt x="1" y="388"/>
                    </a:cubicBezTo>
                    <a:cubicBezTo>
                      <a:pt x="2627" y="2282"/>
                      <a:pt x="5690" y="3286"/>
                      <a:pt x="8865" y="3286"/>
                    </a:cubicBezTo>
                    <a:cubicBezTo>
                      <a:pt x="9249" y="3286"/>
                      <a:pt x="9634" y="3271"/>
                      <a:pt x="10021" y="3242"/>
                    </a:cubicBezTo>
                    <a:cubicBezTo>
                      <a:pt x="10044" y="3082"/>
                      <a:pt x="10067" y="2945"/>
                      <a:pt x="10067" y="2808"/>
                    </a:cubicBezTo>
                    <a:lnTo>
                      <a:pt x="10067" y="2808"/>
                    </a:lnTo>
                    <a:cubicBezTo>
                      <a:pt x="9656" y="2843"/>
                      <a:pt x="9246" y="2860"/>
                      <a:pt x="8838" y="2860"/>
                    </a:cubicBezTo>
                    <a:cubicBezTo>
                      <a:pt x="5749" y="2860"/>
                      <a:pt x="2743" y="1875"/>
                      <a:pt x="18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6" name="Google Shape;5086;p46"/>
              <p:cNvSpPr/>
              <p:nvPr/>
            </p:nvSpPr>
            <p:spPr>
              <a:xfrm>
                <a:off x="3076450" y="3527700"/>
                <a:ext cx="243675" cy="61950"/>
              </a:xfrm>
              <a:custGeom>
                <a:rect b="b" l="l" r="r" t="t"/>
                <a:pathLst>
                  <a:path extrusionOk="0" h="2478" w="9747">
                    <a:moveTo>
                      <a:pt x="0" y="0"/>
                    </a:moveTo>
                    <a:lnTo>
                      <a:pt x="0" y="0"/>
                    </a:lnTo>
                    <a:cubicBezTo>
                      <a:pt x="23" y="183"/>
                      <a:pt x="69" y="365"/>
                      <a:pt x="91" y="548"/>
                    </a:cubicBezTo>
                    <a:cubicBezTo>
                      <a:pt x="2253" y="1838"/>
                      <a:pt x="4878" y="2477"/>
                      <a:pt x="7470" y="2477"/>
                    </a:cubicBezTo>
                    <a:cubicBezTo>
                      <a:pt x="8135" y="2477"/>
                      <a:pt x="8798" y="2435"/>
                      <a:pt x="9450" y="2351"/>
                    </a:cubicBezTo>
                    <a:cubicBezTo>
                      <a:pt x="9564" y="2192"/>
                      <a:pt x="9655" y="2032"/>
                      <a:pt x="9746" y="1872"/>
                    </a:cubicBezTo>
                    <a:lnTo>
                      <a:pt x="9746" y="1872"/>
                    </a:lnTo>
                    <a:cubicBezTo>
                      <a:pt x="8995" y="1986"/>
                      <a:pt x="8226" y="2043"/>
                      <a:pt x="7454" y="2043"/>
                    </a:cubicBezTo>
                    <a:cubicBezTo>
                      <a:pt x="4823" y="2043"/>
                      <a:pt x="2153" y="1376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7" name="Google Shape;5087;p46"/>
              <p:cNvSpPr/>
              <p:nvPr/>
            </p:nvSpPr>
            <p:spPr>
              <a:xfrm>
                <a:off x="3189425" y="3200725"/>
                <a:ext cx="111300" cy="215725"/>
              </a:xfrm>
              <a:custGeom>
                <a:rect b="b" l="l" r="r" t="t"/>
                <a:pathLst>
                  <a:path extrusionOk="0" h="8629" w="4452">
                    <a:moveTo>
                      <a:pt x="3196" y="274"/>
                    </a:moveTo>
                    <a:cubicBezTo>
                      <a:pt x="3424" y="274"/>
                      <a:pt x="3584" y="366"/>
                      <a:pt x="3675" y="503"/>
                    </a:cubicBezTo>
                    <a:cubicBezTo>
                      <a:pt x="4109" y="1347"/>
                      <a:pt x="2625" y="4086"/>
                      <a:pt x="1621" y="5730"/>
                    </a:cubicBezTo>
                    <a:cubicBezTo>
                      <a:pt x="1530" y="5730"/>
                      <a:pt x="1461" y="5730"/>
                      <a:pt x="1370" y="5707"/>
                    </a:cubicBezTo>
                    <a:cubicBezTo>
                      <a:pt x="1370" y="4314"/>
                      <a:pt x="1484" y="1621"/>
                      <a:pt x="2420" y="640"/>
                    </a:cubicBezTo>
                    <a:cubicBezTo>
                      <a:pt x="2648" y="388"/>
                      <a:pt x="2899" y="274"/>
                      <a:pt x="3196" y="274"/>
                    </a:cubicBezTo>
                    <a:close/>
                    <a:moveTo>
                      <a:pt x="3196" y="0"/>
                    </a:moveTo>
                    <a:cubicBezTo>
                      <a:pt x="2831" y="0"/>
                      <a:pt x="2488" y="160"/>
                      <a:pt x="2215" y="434"/>
                    </a:cubicBezTo>
                    <a:cubicBezTo>
                      <a:pt x="1210" y="1507"/>
                      <a:pt x="1073" y="4246"/>
                      <a:pt x="1096" y="5684"/>
                    </a:cubicBezTo>
                    <a:cubicBezTo>
                      <a:pt x="1005" y="5681"/>
                      <a:pt x="917" y="5679"/>
                      <a:pt x="834" y="5679"/>
                    </a:cubicBezTo>
                    <a:cubicBezTo>
                      <a:pt x="336" y="5679"/>
                      <a:pt x="0" y="5730"/>
                      <a:pt x="0" y="5730"/>
                    </a:cubicBezTo>
                    <a:lnTo>
                      <a:pt x="0" y="7807"/>
                    </a:lnTo>
                    <a:lnTo>
                      <a:pt x="2329" y="8628"/>
                    </a:lnTo>
                    <a:lnTo>
                      <a:pt x="3584" y="6597"/>
                    </a:lnTo>
                    <a:cubicBezTo>
                      <a:pt x="3105" y="6140"/>
                      <a:pt x="2511" y="5912"/>
                      <a:pt x="1918" y="5798"/>
                    </a:cubicBezTo>
                    <a:cubicBezTo>
                      <a:pt x="2831" y="4292"/>
                      <a:pt x="4451" y="1393"/>
                      <a:pt x="3926" y="366"/>
                    </a:cubicBezTo>
                    <a:cubicBezTo>
                      <a:pt x="3812" y="206"/>
                      <a:pt x="3630" y="0"/>
                      <a:pt x="31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8" name="Google Shape;5088;p46"/>
            <p:cNvGrpSpPr/>
            <p:nvPr/>
          </p:nvGrpSpPr>
          <p:grpSpPr>
            <a:xfrm>
              <a:off x="6840680" y="3508780"/>
              <a:ext cx="1825610" cy="533436"/>
              <a:chOff x="1624825" y="3483125"/>
              <a:chExt cx="1466825" cy="428600"/>
            </a:xfrm>
          </p:grpSpPr>
          <p:sp>
            <p:nvSpPr>
              <p:cNvPr id="5089" name="Google Shape;5089;p46"/>
              <p:cNvSpPr/>
              <p:nvPr/>
            </p:nvSpPr>
            <p:spPr>
              <a:xfrm>
                <a:off x="1638600" y="3494950"/>
                <a:ext cx="1441775" cy="411125"/>
              </a:xfrm>
              <a:custGeom>
                <a:rect b="b" l="l" r="r" t="t"/>
                <a:pathLst>
                  <a:path extrusionOk="0" h="16445" w="57671">
                    <a:moveTo>
                      <a:pt x="25390" y="329"/>
                    </a:moveTo>
                    <a:cubicBezTo>
                      <a:pt x="25765" y="329"/>
                      <a:pt x="26166" y="429"/>
                      <a:pt x="26542" y="605"/>
                    </a:cubicBezTo>
                    <a:cubicBezTo>
                      <a:pt x="28222" y="1382"/>
                      <a:pt x="29425" y="2886"/>
                      <a:pt x="29951" y="4841"/>
                    </a:cubicBezTo>
                    <a:cubicBezTo>
                      <a:pt x="30277" y="6044"/>
                      <a:pt x="30302" y="7297"/>
                      <a:pt x="30076" y="8500"/>
                    </a:cubicBezTo>
                    <a:cubicBezTo>
                      <a:pt x="27996" y="7773"/>
                      <a:pt x="26342" y="6820"/>
                      <a:pt x="24989" y="5592"/>
                    </a:cubicBezTo>
                    <a:cubicBezTo>
                      <a:pt x="24061" y="4765"/>
                      <a:pt x="23209" y="3262"/>
                      <a:pt x="23359" y="2033"/>
                    </a:cubicBezTo>
                    <a:cubicBezTo>
                      <a:pt x="23435" y="1407"/>
                      <a:pt x="23760" y="906"/>
                      <a:pt x="24312" y="605"/>
                    </a:cubicBezTo>
                    <a:cubicBezTo>
                      <a:pt x="24638" y="429"/>
                      <a:pt x="24989" y="329"/>
                      <a:pt x="25390" y="329"/>
                    </a:cubicBezTo>
                    <a:close/>
                    <a:moveTo>
                      <a:pt x="7520" y="4665"/>
                    </a:moveTo>
                    <a:cubicBezTo>
                      <a:pt x="7620" y="4665"/>
                      <a:pt x="7720" y="4665"/>
                      <a:pt x="7820" y="4690"/>
                    </a:cubicBezTo>
                    <a:cubicBezTo>
                      <a:pt x="8397" y="4790"/>
                      <a:pt x="8948" y="5267"/>
                      <a:pt x="8873" y="6044"/>
                    </a:cubicBezTo>
                    <a:cubicBezTo>
                      <a:pt x="8773" y="7221"/>
                      <a:pt x="8472" y="8349"/>
                      <a:pt x="8021" y="9427"/>
                    </a:cubicBezTo>
                    <a:cubicBezTo>
                      <a:pt x="7144" y="8525"/>
                      <a:pt x="6242" y="7322"/>
                      <a:pt x="6267" y="5993"/>
                    </a:cubicBezTo>
                    <a:cubicBezTo>
                      <a:pt x="6292" y="5843"/>
                      <a:pt x="6317" y="5668"/>
                      <a:pt x="6367" y="5517"/>
                    </a:cubicBezTo>
                    <a:cubicBezTo>
                      <a:pt x="6542" y="4916"/>
                      <a:pt x="7044" y="4665"/>
                      <a:pt x="7520" y="4665"/>
                    </a:cubicBezTo>
                    <a:close/>
                    <a:moveTo>
                      <a:pt x="25392" y="0"/>
                    </a:moveTo>
                    <a:cubicBezTo>
                      <a:pt x="24952" y="0"/>
                      <a:pt x="24531" y="100"/>
                      <a:pt x="24161" y="304"/>
                    </a:cubicBezTo>
                    <a:cubicBezTo>
                      <a:pt x="23485" y="680"/>
                      <a:pt x="23109" y="1257"/>
                      <a:pt x="23009" y="2008"/>
                    </a:cubicBezTo>
                    <a:cubicBezTo>
                      <a:pt x="22858" y="3412"/>
                      <a:pt x="23811" y="4966"/>
                      <a:pt x="24763" y="5843"/>
                    </a:cubicBezTo>
                    <a:cubicBezTo>
                      <a:pt x="26317" y="7247"/>
                      <a:pt x="28146" y="8199"/>
                      <a:pt x="30001" y="8851"/>
                    </a:cubicBezTo>
                    <a:cubicBezTo>
                      <a:pt x="29775" y="9828"/>
                      <a:pt x="29349" y="10755"/>
                      <a:pt x="28798" y="11532"/>
                    </a:cubicBezTo>
                    <a:cubicBezTo>
                      <a:pt x="26979" y="14071"/>
                      <a:pt x="23695" y="15574"/>
                      <a:pt x="20213" y="15574"/>
                    </a:cubicBezTo>
                    <a:cubicBezTo>
                      <a:pt x="19570" y="15574"/>
                      <a:pt x="18920" y="15523"/>
                      <a:pt x="18272" y="15417"/>
                    </a:cubicBezTo>
                    <a:cubicBezTo>
                      <a:pt x="13936" y="14690"/>
                      <a:pt x="10452" y="11933"/>
                      <a:pt x="8272" y="9678"/>
                    </a:cubicBezTo>
                    <a:cubicBezTo>
                      <a:pt x="8773" y="8550"/>
                      <a:pt x="9099" y="7322"/>
                      <a:pt x="9224" y="6069"/>
                    </a:cubicBezTo>
                    <a:cubicBezTo>
                      <a:pt x="9299" y="5091"/>
                      <a:pt x="8572" y="4490"/>
                      <a:pt x="7871" y="4364"/>
                    </a:cubicBezTo>
                    <a:cubicBezTo>
                      <a:pt x="7752" y="4339"/>
                      <a:pt x="7629" y="4326"/>
                      <a:pt x="7506" y="4326"/>
                    </a:cubicBezTo>
                    <a:cubicBezTo>
                      <a:pt x="6897" y="4326"/>
                      <a:pt x="6270" y="4646"/>
                      <a:pt x="6041" y="5417"/>
                    </a:cubicBezTo>
                    <a:cubicBezTo>
                      <a:pt x="5991" y="5617"/>
                      <a:pt x="5941" y="5793"/>
                      <a:pt x="5941" y="5993"/>
                    </a:cubicBezTo>
                    <a:cubicBezTo>
                      <a:pt x="5891" y="7497"/>
                      <a:pt x="6943" y="8800"/>
                      <a:pt x="7871" y="9753"/>
                    </a:cubicBezTo>
                    <a:cubicBezTo>
                      <a:pt x="6367" y="12961"/>
                      <a:pt x="3409" y="15442"/>
                      <a:pt x="1" y="16119"/>
                    </a:cubicBezTo>
                    <a:lnTo>
                      <a:pt x="76" y="16445"/>
                    </a:lnTo>
                    <a:cubicBezTo>
                      <a:pt x="3535" y="15768"/>
                      <a:pt x="6542" y="13262"/>
                      <a:pt x="8121" y="10003"/>
                    </a:cubicBezTo>
                    <a:cubicBezTo>
                      <a:pt x="11254" y="13186"/>
                      <a:pt x="14738" y="15166"/>
                      <a:pt x="18222" y="15743"/>
                    </a:cubicBezTo>
                    <a:cubicBezTo>
                      <a:pt x="18888" y="15853"/>
                      <a:pt x="19557" y="15906"/>
                      <a:pt x="20220" y="15906"/>
                    </a:cubicBezTo>
                    <a:cubicBezTo>
                      <a:pt x="23794" y="15906"/>
                      <a:pt x="27192" y="14354"/>
                      <a:pt x="29074" y="11733"/>
                    </a:cubicBezTo>
                    <a:cubicBezTo>
                      <a:pt x="29650" y="10906"/>
                      <a:pt x="30076" y="9953"/>
                      <a:pt x="30302" y="8951"/>
                    </a:cubicBezTo>
                    <a:cubicBezTo>
                      <a:pt x="32257" y="9602"/>
                      <a:pt x="34187" y="9928"/>
                      <a:pt x="35740" y="10129"/>
                    </a:cubicBezTo>
                    <a:cubicBezTo>
                      <a:pt x="37540" y="10368"/>
                      <a:pt x="39226" y="10488"/>
                      <a:pt x="40810" y="10488"/>
                    </a:cubicBezTo>
                    <a:cubicBezTo>
                      <a:pt x="43707" y="10488"/>
                      <a:pt x="46263" y="10087"/>
                      <a:pt x="48548" y="9277"/>
                    </a:cubicBezTo>
                    <a:cubicBezTo>
                      <a:pt x="52984" y="7723"/>
                      <a:pt x="56392" y="4490"/>
                      <a:pt x="57670" y="655"/>
                    </a:cubicBezTo>
                    <a:lnTo>
                      <a:pt x="57345" y="530"/>
                    </a:lnTo>
                    <a:cubicBezTo>
                      <a:pt x="56116" y="4289"/>
                      <a:pt x="52783" y="7447"/>
                      <a:pt x="48422" y="8951"/>
                    </a:cubicBezTo>
                    <a:cubicBezTo>
                      <a:pt x="46157" y="9749"/>
                      <a:pt x="43616" y="10145"/>
                      <a:pt x="40737" y="10145"/>
                    </a:cubicBezTo>
                    <a:cubicBezTo>
                      <a:pt x="39189" y="10145"/>
                      <a:pt x="37543" y="10031"/>
                      <a:pt x="35791" y="9803"/>
                    </a:cubicBezTo>
                    <a:cubicBezTo>
                      <a:pt x="33735" y="9527"/>
                      <a:pt x="31956" y="9126"/>
                      <a:pt x="30377" y="8625"/>
                    </a:cubicBezTo>
                    <a:cubicBezTo>
                      <a:pt x="30628" y="7347"/>
                      <a:pt x="30603" y="6018"/>
                      <a:pt x="30277" y="4765"/>
                    </a:cubicBezTo>
                    <a:cubicBezTo>
                      <a:pt x="29725" y="2685"/>
                      <a:pt x="28447" y="1106"/>
                      <a:pt x="26693" y="279"/>
                    </a:cubicBezTo>
                    <a:cubicBezTo>
                      <a:pt x="26261" y="94"/>
                      <a:pt x="25818" y="0"/>
                      <a:pt x="253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0" name="Google Shape;5090;p46"/>
              <p:cNvSpPr/>
              <p:nvPr/>
            </p:nvSpPr>
            <p:spPr>
              <a:xfrm>
                <a:off x="1624825" y="38803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52"/>
                      <a:pt x="276" y="1253"/>
                      <a:pt x="627" y="1253"/>
                    </a:cubicBezTo>
                    <a:cubicBezTo>
                      <a:pt x="978" y="1253"/>
                      <a:pt x="1254" y="952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1" name="Google Shape;5091;p46"/>
              <p:cNvSpPr/>
              <p:nvPr/>
            </p:nvSpPr>
            <p:spPr>
              <a:xfrm>
                <a:off x="1725075" y="38365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6" y="1"/>
                      <a:pt x="1" y="276"/>
                      <a:pt x="1" y="627"/>
                    </a:cubicBezTo>
                    <a:cubicBezTo>
                      <a:pt x="1" y="953"/>
                      <a:pt x="276" y="1254"/>
                      <a:pt x="627" y="1254"/>
                    </a:cubicBezTo>
                    <a:cubicBezTo>
                      <a:pt x="978" y="1254"/>
                      <a:pt x="1254" y="953"/>
                      <a:pt x="1254" y="627"/>
                    </a:cubicBezTo>
                    <a:cubicBezTo>
                      <a:pt x="1254" y="276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2" name="Google Shape;5092;p46"/>
              <p:cNvSpPr/>
              <p:nvPr/>
            </p:nvSpPr>
            <p:spPr>
              <a:xfrm>
                <a:off x="1841625" y="360780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02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53"/>
                      <a:pt x="276" y="1254"/>
                      <a:pt x="602" y="1254"/>
                    </a:cubicBezTo>
                    <a:cubicBezTo>
                      <a:pt x="953" y="1254"/>
                      <a:pt x="1228" y="953"/>
                      <a:pt x="1228" y="627"/>
                    </a:cubicBezTo>
                    <a:cubicBezTo>
                      <a:pt x="1228" y="276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3" name="Google Shape;5093;p46"/>
              <p:cNvSpPr/>
              <p:nvPr/>
            </p:nvSpPr>
            <p:spPr>
              <a:xfrm>
                <a:off x="1834725" y="370180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02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3"/>
                      <a:pt x="602" y="1253"/>
                    </a:cubicBezTo>
                    <a:cubicBezTo>
                      <a:pt x="953" y="1253"/>
                      <a:pt x="1229" y="978"/>
                      <a:pt x="1229" y="627"/>
                    </a:cubicBezTo>
                    <a:cubicBezTo>
                      <a:pt x="1229" y="276"/>
                      <a:pt x="953" y="0"/>
                      <a:pt x="6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4" name="Google Shape;5094;p46"/>
              <p:cNvSpPr/>
              <p:nvPr/>
            </p:nvSpPr>
            <p:spPr>
              <a:xfrm>
                <a:off x="1795875" y="37744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301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78" y="1254"/>
                      <a:pt x="1254" y="978"/>
                      <a:pt x="1254" y="627"/>
                    </a:cubicBezTo>
                    <a:cubicBezTo>
                      <a:pt x="1254" y="301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5" name="Google Shape;5095;p46"/>
              <p:cNvSpPr/>
              <p:nvPr/>
            </p:nvSpPr>
            <p:spPr>
              <a:xfrm>
                <a:off x="1780225" y="366232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0" y="276"/>
                      <a:pt x="0" y="627"/>
                    </a:cubicBezTo>
                    <a:cubicBezTo>
                      <a:pt x="0" y="978"/>
                      <a:pt x="276" y="1253"/>
                      <a:pt x="627" y="1253"/>
                    </a:cubicBezTo>
                    <a:cubicBezTo>
                      <a:pt x="978" y="1253"/>
                      <a:pt x="1253" y="978"/>
                      <a:pt x="1253" y="627"/>
                    </a:cubicBezTo>
                    <a:cubicBezTo>
                      <a:pt x="1253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6" name="Google Shape;5096;p46"/>
              <p:cNvSpPr/>
              <p:nvPr/>
            </p:nvSpPr>
            <p:spPr>
              <a:xfrm>
                <a:off x="1891125" y="37744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0" y="301"/>
                      <a:pt x="0" y="627"/>
                    </a:cubicBezTo>
                    <a:cubicBezTo>
                      <a:pt x="0" y="978"/>
                      <a:pt x="276" y="1254"/>
                      <a:pt x="627" y="1254"/>
                    </a:cubicBezTo>
                    <a:cubicBezTo>
                      <a:pt x="978" y="1254"/>
                      <a:pt x="1253" y="978"/>
                      <a:pt x="1253" y="627"/>
                    </a:cubicBezTo>
                    <a:cubicBezTo>
                      <a:pt x="1253" y="301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7" name="Google Shape;5097;p46"/>
              <p:cNvSpPr/>
              <p:nvPr/>
            </p:nvSpPr>
            <p:spPr>
              <a:xfrm>
                <a:off x="1985100" y="38365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6" y="1"/>
                      <a:pt x="1" y="276"/>
                      <a:pt x="1" y="627"/>
                    </a:cubicBezTo>
                    <a:cubicBezTo>
                      <a:pt x="1" y="953"/>
                      <a:pt x="276" y="1254"/>
                      <a:pt x="627" y="1254"/>
                    </a:cubicBezTo>
                    <a:cubicBezTo>
                      <a:pt x="953" y="1254"/>
                      <a:pt x="1254" y="953"/>
                      <a:pt x="1254" y="627"/>
                    </a:cubicBezTo>
                    <a:cubicBezTo>
                      <a:pt x="1254" y="276"/>
                      <a:pt x="953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8" name="Google Shape;5098;p46"/>
              <p:cNvSpPr/>
              <p:nvPr/>
            </p:nvSpPr>
            <p:spPr>
              <a:xfrm>
                <a:off x="2111050" y="3867825"/>
                <a:ext cx="30725" cy="30725"/>
              </a:xfrm>
              <a:custGeom>
                <a:rect b="b" l="l" r="r" t="t"/>
                <a:pathLst>
                  <a:path extrusionOk="0" h="1229" w="1229">
                    <a:moveTo>
                      <a:pt x="602" y="1"/>
                    </a:moveTo>
                    <a:cubicBezTo>
                      <a:pt x="276" y="1"/>
                      <a:pt x="0" y="276"/>
                      <a:pt x="0" y="602"/>
                    </a:cubicBezTo>
                    <a:cubicBezTo>
                      <a:pt x="0" y="953"/>
                      <a:pt x="276" y="1229"/>
                      <a:pt x="602" y="1229"/>
                    </a:cubicBezTo>
                    <a:cubicBezTo>
                      <a:pt x="953" y="1229"/>
                      <a:pt x="1228" y="953"/>
                      <a:pt x="1228" y="602"/>
                    </a:cubicBezTo>
                    <a:cubicBezTo>
                      <a:pt x="1228" y="276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9" name="Google Shape;5099;p46"/>
              <p:cNvSpPr/>
              <p:nvPr/>
            </p:nvSpPr>
            <p:spPr>
              <a:xfrm>
                <a:off x="2208800" y="3859050"/>
                <a:ext cx="31350" cy="31375"/>
              </a:xfrm>
              <a:custGeom>
                <a:rect b="b" l="l" r="r" t="t"/>
                <a:pathLst>
                  <a:path extrusionOk="0" h="1255" w="1254">
                    <a:moveTo>
                      <a:pt x="627" y="1"/>
                    </a:moveTo>
                    <a:cubicBezTo>
                      <a:pt x="276" y="1"/>
                      <a:pt x="0" y="277"/>
                      <a:pt x="0" y="627"/>
                    </a:cubicBezTo>
                    <a:cubicBezTo>
                      <a:pt x="0" y="953"/>
                      <a:pt x="276" y="1254"/>
                      <a:pt x="627" y="1254"/>
                    </a:cubicBezTo>
                    <a:cubicBezTo>
                      <a:pt x="977" y="1254"/>
                      <a:pt x="1253" y="953"/>
                      <a:pt x="1253" y="627"/>
                    </a:cubicBezTo>
                    <a:cubicBezTo>
                      <a:pt x="1253" y="277"/>
                      <a:pt x="977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0" name="Google Shape;5100;p46"/>
              <p:cNvSpPr/>
              <p:nvPr/>
            </p:nvSpPr>
            <p:spPr>
              <a:xfrm>
                <a:off x="2318450" y="38058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78"/>
                      <a:pt x="276" y="1254"/>
                      <a:pt x="627" y="1254"/>
                    </a:cubicBezTo>
                    <a:cubicBezTo>
                      <a:pt x="977" y="1254"/>
                      <a:pt x="1253" y="978"/>
                      <a:pt x="1253" y="627"/>
                    </a:cubicBezTo>
                    <a:cubicBezTo>
                      <a:pt x="1253" y="276"/>
                      <a:pt x="977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1" name="Google Shape;5101;p46"/>
              <p:cNvSpPr/>
              <p:nvPr/>
            </p:nvSpPr>
            <p:spPr>
              <a:xfrm>
                <a:off x="2376700" y="3623475"/>
                <a:ext cx="31375" cy="30725"/>
              </a:xfrm>
              <a:custGeom>
                <a:rect b="b" l="l" r="r" t="t"/>
                <a:pathLst>
                  <a:path extrusionOk="0" h="1229" w="1255">
                    <a:moveTo>
                      <a:pt x="627" y="0"/>
                    </a:moveTo>
                    <a:cubicBezTo>
                      <a:pt x="277" y="0"/>
                      <a:pt x="1" y="276"/>
                      <a:pt x="1" y="627"/>
                    </a:cubicBezTo>
                    <a:cubicBezTo>
                      <a:pt x="1" y="953"/>
                      <a:pt x="277" y="1228"/>
                      <a:pt x="627" y="1228"/>
                    </a:cubicBezTo>
                    <a:cubicBezTo>
                      <a:pt x="978" y="1228"/>
                      <a:pt x="1254" y="953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2" name="Google Shape;5102;p46"/>
              <p:cNvSpPr/>
              <p:nvPr/>
            </p:nvSpPr>
            <p:spPr>
              <a:xfrm>
                <a:off x="2347875" y="3542650"/>
                <a:ext cx="30750" cy="30725"/>
              </a:xfrm>
              <a:custGeom>
                <a:rect b="b" l="l" r="r" t="t"/>
                <a:pathLst>
                  <a:path extrusionOk="0" h="1229" w="1230">
                    <a:moveTo>
                      <a:pt x="602" y="0"/>
                    </a:moveTo>
                    <a:cubicBezTo>
                      <a:pt x="277" y="0"/>
                      <a:pt x="1" y="276"/>
                      <a:pt x="1" y="627"/>
                    </a:cubicBezTo>
                    <a:cubicBezTo>
                      <a:pt x="1" y="953"/>
                      <a:pt x="277" y="1228"/>
                      <a:pt x="602" y="1228"/>
                    </a:cubicBezTo>
                    <a:cubicBezTo>
                      <a:pt x="953" y="1228"/>
                      <a:pt x="1229" y="953"/>
                      <a:pt x="1229" y="627"/>
                    </a:cubicBezTo>
                    <a:cubicBezTo>
                      <a:pt x="1229" y="276"/>
                      <a:pt x="953" y="0"/>
                      <a:pt x="6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3" name="Google Shape;5103;p46"/>
              <p:cNvSpPr/>
              <p:nvPr/>
            </p:nvSpPr>
            <p:spPr>
              <a:xfrm>
                <a:off x="2263925" y="348312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301" y="0"/>
                      <a:pt x="1" y="301"/>
                      <a:pt x="1" y="627"/>
                    </a:cubicBezTo>
                    <a:cubicBezTo>
                      <a:pt x="1" y="978"/>
                      <a:pt x="301" y="1253"/>
                      <a:pt x="627" y="1253"/>
                    </a:cubicBezTo>
                    <a:cubicBezTo>
                      <a:pt x="978" y="1253"/>
                      <a:pt x="1254" y="978"/>
                      <a:pt x="1254" y="627"/>
                    </a:cubicBezTo>
                    <a:cubicBezTo>
                      <a:pt x="1254" y="301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4" name="Google Shape;5104;p46"/>
              <p:cNvSpPr/>
              <p:nvPr/>
            </p:nvSpPr>
            <p:spPr>
              <a:xfrm>
                <a:off x="2199400" y="3536375"/>
                <a:ext cx="31350" cy="30725"/>
              </a:xfrm>
              <a:custGeom>
                <a:rect b="b" l="l" r="r" t="t"/>
                <a:pathLst>
                  <a:path extrusionOk="0" h="1229" w="1254">
                    <a:moveTo>
                      <a:pt x="627" y="1"/>
                    </a:moveTo>
                    <a:cubicBezTo>
                      <a:pt x="276" y="1"/>
                      <a:pt x="0" y="276"/>
                      <a:pt x="0" y="602"/>
                    </a:cubicBezTo>
                    <a:cubicBezTo>
                      <a:pt x="0" y="953"/>
                      <a:pt x="276" y="1229"/>
                      <a:pt x="627" y="1229"/>
                    </a:cubicBezTo>
                    <a:cubicBezTo>
                      <a:pt x="978" y="1229"/>
                      <a:pt x="1253" y="953"/>
                      <a:pt x="1253" y="602"/>
                    </a:cubicBezTo>
                    <a:cubicBezTo>
                      <a:pt x="1253" y="276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5" name="Google Shape;5105;p46"/>
              <p:cNvSpPr/>
              <p:nvPr/>
            </p:nvSpPr>
            <p:spPr>
              <a:xfrm>
                <a:off x="2257650" y="3631000"/>
                <a:ext cx="31375" cy="31350"/>
              </a:xfrm>
              <a:custGeom>
                <a:rect b="b" l="l" r="r" t="t"/>
                <a:pathLst>
                  <a:path extrusionOk="0" h="1254" w="1255">
                    <a:moveTo>
                      <a:pt x="628" y="0"/>
                    </a:moveTo>
                    <a:cubicBezTo>
                      <a:pt x="302" y="0"/>
                      <a:pt x="1" y="276"/>
                      <a:pt x="1" y="627"/>
                    </a:cubicBezTo>
                    <a:cubicBezTo>
                      <a:pt x="1" y="952"/>
                      <a:pt x="302" y="1253"/>
                      <a:pt x="628" y="1253"/>
                    </a:cubicBezTo>
                    <a:cubicBezTo>
                      <a:pt x="978" y="1253"/>
                      <a:pt x="1254" y="952"/>
                      <a:pt x="1254" y="627"/>
                    </a:cubicBezTo>
                    <a:cubicBezTo>
                      <a:pt x="1254" y="276"/>
                      <a:pt x="978" y="0"/>
                      <a:pt x="6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6" name="Google Shape;5106;p46"/>
              <p:cNvSpPr/>
              <p:nvPr/>
            </p:nvSpPr>
            <p:spPr>
              <a:xfrm>
                <a:off x="2417425" y="3701800"/>
                <a:ext cx="31375" cy="31350"/>
              </a:xfrm>
              <a:custGeom>
                <a:rect b="b" l="l" r="r" t="t"/>
                <a:pathLst>
                  <a:path extrusionOk="0" h="1254" w="1255">
                    <a:moveTo>
                      <a:pt x="628" y="0"/>
                    </a:moveTo>
                    <a:cubicBezTo>
                      <a:pt x="277" y="0"/>
                      <a:pt x="1" y="276"/>
                      <a:pt x="1" y="627"/>
                    </a:cubicBezTo>
                    <a:cubicBezTo>
                      <a:pt x="1" y="978"/>
                      <a:pt x="277" y="1253"/>
                      <a:pt x="628" y="1253"/>
                    </a:cubicBezTo>
                    <a:cubicBezTo>
                      <a:pt x="978" y="1253"/>
                      <a:pt x="1254" y="978"/>
                      <a:pt x="1254" y="627"/>
                    </a:cubicBezTo>
                    <a:cubicBezTo>
                      <a:pt x="1254" y="276"/>
                      <a:pt x="978" y="0"/>
                      <a:pt x="6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7" name="Google Shape;5107;p46"/>
              <p:cNvSpPr/>
              <p:nvPr/>
            </p:nvSpPr>
            <p:spPr>
              <a:xfrm>
                <a:off x="2576575" y="373625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02" y="1"/>
                    </a:moveTo>
                    <a:cubicBezTo>
                      <a:pt x="277" y="1"/>
                      <a:pt x="1" y="276"/>
                      <a:pt x="1" y="627"/>
                    </a:cubicBezTo>
                    <a:cubicBezTo>
                      <a:pt x="1" y="953"/>
                      <a:pt x="277" y="1254"/>
                      <a:pt x="602" y="1254"/>
                    </a:cubicBezTo>
                    <a:cubicBezTo>
                      <a:pt x="953" y="1254"/>
                      <a:pt x="1229" y="953"/>
                      <a:pt x="1229" y="627"/>
                    </a:cubicBezTo>
                    <a:cubicBezTo>
                      <a:pt x="1229" y="276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8" name="Google Shape;5108;p46"/>
              <p:cNvSpPr/>
              <p:nvPr/>
            </p:nvSpPr>
            <p:spPr>
              <a:xfrm>
                <a:off x="2746375" y="3729975"/>
                <a:ext cx="30725" cy="31375"/>
              </a:xfrm>
              <a:custGeom>
                <a:rect b="b" l="l" r="r" t="t"/>
                <a:pathLst>
                  <a:path extrusionOk="0" h="1255" w="1229">
                    <a:moveTo>
                      <a:pt x="602" y="1"/>
                    </a:moveTo>
                    <a:cubicBezTo>
                      <a:pt x="277" y="1"/>
                      <a:pt x="1" y="302"/>
                      <a:pt x="1" y="628"/>
                    </a:cubicBezTo>
                    <a:cubicBezTo>
                      <a:pt x="1" y="978"/>
                      <a:pt x="277" y="1254"/>
                      <a:pt x="602" y="1254"/>
                    </a:cubicBezTo>
                    <a:cubicBezTo>
                      <a:pt x="953" y="1254"/>
                      <a:pt x="1229" y="978"/>
                      <a:pt x="1229" y="628"/>
                    </a:cubicBezTo>
                    <a:cubicBezTo>
                      <a:pt x="1229" y="302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9" name="Google Shape;5109;p46"/>
              <p:cNvSpPr/>
              <p:nvPr/>
            </p:nvSpPr>
            <p:spPr>
              <a:xfrm>
                <a:off x="2896125" y="3682375"/>
                <a:ext cx="31375" cy="31350"/>
              </a:xfrm>
              <a:custGeom>
                <a:rect b="b" l="l" r="r" t="t"/>
                <a:pathLst>
                  <a:path extrusionOk="0" h="1254" w="1255">
                    <a:moveTo>
                      <a:pt x="627" y="0"/>
                    </a:moveTo>
                    <a:cubicBezTo>
                      <a:pt x="277" y="0"/>
                      <a:pt x="1" y="276"/>
                      <a:pt x="1" y="627"/>
                    </a:cubicBezTo>
                    <a:cubicBezTo>
                      <a:pt x="1" y="953"/>
                      <a:pt x="277" y="1253"/>
                      <a:pt x="627" y="1253"/>
                    </a:cubicBezTo>
                    <a:cubicBezTo>
                      <a:pt x="953" y="1253"/>
                      <a:pt x="1254" y="953"/>
                      <a:pt x="1254" y="627"/>
                    </a:cubicBezTo>
                    <a:cubicBezTo>
                      <a:pt x="1254" y="276"/>
                      <a:pt x="953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0" name="Google Shape;5110;p46"/>
              <p:cNvSpPr/>
              <p:nvPr/>
            </p:nvSpPr>
            <p:spPr>
              <a:xfrm>
                <a:off x="3060925" y="3498775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27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78"/>
                      <a:pt x="276" y="1254"/>
                      <a:pt x="627" y="1254"/>
                    </a:cubicBezTo>
                    <a:cubicBezTo>
                      <a:pt x="953" y="1254"/>
                      <a:pt x="1229" y="978"/>
                      <a:pt x="1229" y="627"/>
                    </a:cubicBezTo>
                    <a:cubicBezTo>
                      <a:pt x="1229" y="276"/>
                      <a:pt x="953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1" name="Google Shape;5111;p46"/>
              <p:cNvSpPr/>
              <p:nvPr/>
            </p:nvSpPr>
            <p:spPr>
              <a:xfrm>
                <a:off x="2987625" y="360780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27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53"/>
                      <a:pt x="276" y="1254"/>
                      <a:pt x="627" y="1254"/>
                    </a:cubicBezTo>
                    <a:cubicBezTo>
                      <a:pt x="952" y="1254"/>
                      <a:pt x="1228" y="953"/>
                      <a:pt x="1228" y="627"/>
                    </a:cubicBezTo>
                    <a:cubicBezTo>
                      <a:pt x="1228" y="276"/>
                      <a:pt x="952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2" name="Google Shape;5112;p46"/>
            <p:cNvGrpSpPr/>
            <p:nvPr/>
          </p:nvGrpSpPr>
          <p:grpSpPr>
            <a:xfrm>
              <a:off x="7463758" y="1656255"/>
              <a:ext cx="786898" cy="384115"/>
              <a:chOff x="2125450" y="1994675"/>
              <a:chExt cx="632250" cy="308625"/>
            </a:xfrm>
          </p:grpSpPr>
          <p:sp>
            <p:nvSpPr>
              <p:cNvPr id="5113" name="Google Shape;5113;p46"/>
              <p:cNvSpPr/>
              <p:nvPr/>
            </p:nvSpPr>
            <p:spPr>
              <a:xfrm>
                <a:off x="2139250" y="1994675"/>
                <a:ext cx="618450" cy="303000"/>
              </a:xfrm>
              <a:custGeom>
                <a:rect b="b" l="l" r="r" t="t"/>
                <a:pathLst>
                  <a:path extrusionOk="0" h="12120" w="24738">
                    <a:moveTo>
                      <a:pt x="7519" y="340"/>
                    </a:moveTo>
                    <a:cubicBezTo>
                      <a:pt x="7619" y="340"/>
                      <a:pt x="7719" y="340"/>
                      <a:pt x="7820" y="365"/>
                    </a:cubicBezTo>
                    <a:cubicBezTo>
                      <a:pt x="8396" y="465"/>
                      <a:pt x="8947" y="941"/>
                      <a:pt x="8872" y="1718"/>
                    </a:cubicBezTo>
                    <a:cubicBezTo>
                      <a:pt x="8772" y="2896"/>
                      <a:pt x="8471" y="4024"/>
                      <a:pt x="8020" y="5102"/>
                    </a:cubicBezTo>
                    <a:cubicBezTo>
                      <a:pt x="7143" y="4200"/>
                      <a:pt x="6241" y="2997"/>
                      <a:pt x="6291" y="1668"/>
                    </a:cubicBezTo>
                    <a:cubicBezTo>
                      <a:pt x="6291" y="1518"/>
                      <a:pt x="6316" y="1342"/>
                      <a:pt x="6366" y="1192"/>
                    </a:cubicBezTo>
                    <a:cubicBezTo>
                      <a:pt x="6541" y="591"/>
                      <a:pt x="7043" y="340"/>
                      <a:pt x="7519" y="340"/>
                    </a:cubicBezTo>
                    <a:close/>
                    <a:moveTo>
                      <a:pt x="7505" y="0"/>
                    </a:moveTo>
                    <a:cubicBezTo>
                      <a:pt x="6897" y="0"/>
                      <a:pt x="6269" y="321"/>
                      <a:pt x="6040" y="1092"/>
                    </a:cubicBezTo>
                    <a:cubicBezTo>
                      <a:pt x="5990" y="1292"/>
                      <a:pt x="5940" y="1468"/>
                      <a:pt x="5940" y="1668"/>
                    </a:cubicBezTo>
                    <a:cubicBezTo>
                      <a:pt x="5890" y="3172"/>
                      <a:pt x="6942" y="4475"/>
                      <a:pt x="7870" y="5428"/>
                    </a:cubicBezTo>
                    <a:cubicBezTo>
                      <a:pt x="6366" y="8636"/>
                      <a:pt x="3409" y="11142"/>
                      <a:pt x="0" y="11794"/>
                    </a:cubicBezTo>
                    <a:lnTo>
                      <a:pt x="75" y="12119"/>
                    </a:lnTo>
                    <a:cubicBezTo>
                      <a:pt x="3534" y="11443"/>
                      <a:pt x="6541" y="8936"/>
                      <a:pt x="8120" y="5703"/>
                    </a:cubicBezTo>
                    <a:cubicBezTo>
                      <a:pt x="11253" y="8861"/>
                      <a:pt x="14737" y="10841"/>
                      <a:pt x="18221" y="11418"/>
                    </a:cubicBezTo>
                    <a:cubicBezTo>
                      <a:pt x="18891" y="11529"/>
                      <a:pt x="19563" y="11583"/>
                      <a:pt x="20228" y="11583"/>
                    </a:cubicBezTo>
                    <a:cubicBezTo>
                      <a:pt x="21804" y="11583"/>
                      <a:pt x="23345" y="11280"/>
                      <a:pt x="24737" y="10716"/>
                    </a:cubicBezTo>
                    <a:cubicBezTo>
                      <a:pt x="24687" y="10616"/>
                      <a:pt x="24662" y="10490"/>
                      <a:pt x="24637" y="10390"/>
                    </a:cubicBezTo>
                    <a:cubicBezTo>
                      <a:pt x="23263" y="10943"/>
                      <a:pt x="21738" y="11242"/>
                      <a:pt x="20177" y="11242"/>
                    </a:cubicBezTo>
                    <a:cubicBezTo>
                      <a:pt x="19545" y="11242"/>
                      <a:pt x="18907" y="11193"/>
                      <a:pt x="18271" y="11092"/>
                    </a:cubicBezTo>
                    <a:cubicBezTo>
                      <a:pt x="13935" y="10365"/>
                      <a:pt x="10451" y="7608"/>
                      <a:pt x="8271" y="5378"/>
                    </a:cubicBezTo>
                    <a:cubicBezTo>
                      <a:pt x="8772" y="4225"/>
                      <a:pt x="9098" y="2997"/>
                      <a:pt x="9223" y="1743"/>
                    </a:cubicBezTo>
                    <a:cubicBezTo>
                      <a:pt x="9298" y="766"/>
                      <a:pt x="8572" y="164"/>
                      <a:pt x="7870" y="39"/>
                    </a:cubicBezTo>
                    <a:cubicBezTo>
                      <a:pt x="7751" y="14"/>
                      <a:pt x="7628" y="0"/>
                      <a:pt x="7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4" name="Google Shape;5114;p46"/>
              <p:cNvSpPr/>
              <p:nvPr/>
            </p:nvSpPr>
            <p:spPr>
              <a:xfrm>
                <a:off x="2125450" y="227195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6" y="1"/>
                      <a:pt x="1" y="277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78" y="1254"/>
                      <a:pt x="1254" y="978"/>
                      <a:pt x="1254" y="627"/>
                    </a:cubicBezTo>
                    <a:cubicBezTo>
                      <a:pt x="1254" y="277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5" name="Google Shape;5115;p46"/>
              <p:cNvSpPr/>
              <p:nvPr/>
            </p:nvSpPr>
            <p:spPr>
              <a:xfrm>
                <a:off x="2225700" y="22281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78" y="1254"/>
                      <a:pt x="1254" y="978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6" name="Google Shape;5116;p46"/>
              <p:cNvSpPr/>
              <p:nvPr/>
            </p:nvSpPr>
            <p:spPr>
              <a:xfrm>
                <a:off x="2342250" y="199940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02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78"/>
                      <a:pt x="276" y="1254"/>
                      <a:pt x="602" y="1254"/>
                    </a:cubicBezTo>
                    <a:cubicBezTo>
                      <a:pt x="953" y="1254"/>
                      <a:pt x="1228" y="978"/>
                      <a:pt x="1228" y="627"/>
                    </a:cubicBezTo>
                    <a:cubicBezTo>
                      <a:pt x="1228" y="276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7" name="Google Shape;5117;p46"/>
              <p:cNvSpPr/>
              <p:nvPr/>
            </p:nvSpPr>
            <p:spPr>
              <a:xfrm>
                <a:off x="2335350" y="2093375"/>
                <a:ext cx="30725" cy="31375"/>
              </a:xfrm>
              <a:custGeom>
                <a:rect b="b" l="l" r="r" t="t"/>
                <a:pathLst>
                  <a:path extrusionOk="0" h="1255" w="1229">
                    <a:moveTo>
                      <a:pt x="602" y="1"/>
                    </a:moveTo>
                    <a:cubicBezTo>
                      <a:pt x="276" y="1"/>
                      <a:pt x="1" y="277"/>
                      <a:pt x="1" y="627"/>
                    </a:cubicBezTo>
                    <a:cubicBezTo>
                      <a:pt x="1" y="978"/>
                      <a:pt x="276" y="1254"/>
                      <a:pt x="602" y="1254"/>
                    </a:cubicBezTo>
                    <a:cubicBezTo>
                      <a:pt x="953" y="1254"/>
                      <a:pt x="1229" y="978"/>
                      <a:pt x="1229" y="627"/>
                    </a:cubicBezTo>
                    <a:cubicBezTo>
                      <a:pt x="1229" y="277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8" name="Google Shape;5118;p46"/>
              <p:cNvSpPr/>
              <p:nvPr/>
            </p:nvSpPr>
            <p:spPr>
              <a:xfrm>
                <a:off x="2296500" y="2166700"/>
                <a:ext cx="31350" cy="30725"/>
              </a:xfrm>
              <a:custGeom>
                <a:rect b="b" l="l" r="r" t="t"/>
                <a:pathLst>
                  <a:path extrusionOk="0" h="1229" w="1254">
                    <a:moveTo>
                      <a:pt x="627" y="0"/>
                    </a:moveTo>
                    <a:cubicBezTo>
                      <a:pt x="277" y="0"/>
                      <a:pt x="1" y="276"/>
                      <a:pt x="1" y="602"/>
                    </a:cubicBezTo>
                    <a:cubicBezTo>
                      <a:pt x="1" y="953"/>
                      <a:pt x="277" y="1228"/>
                      <a:pt x="627" y="1228"/>
                    </a:cubicBezTo>
                    <a:cubicBezTo>
                      <a:pt x="978" y="1228"/>
                      <a:pt x="1254" y="953"/>
                      <a:pt x="1254" y="602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9" name="Google Shape;5119;p46"/>
              <p:cNvSpPr/>
              <p:nvPr/>
            </p:nvSpPr>
            <p:spPr>
              <a:xfrm>
                <a:off x="2280850" y="2053900"/>
                <a:ext cx="31350" cy="31375"/>
              </a:xfrm>
              <a:custGeom>
                <a:rect b="b" l="l" r="r" t="t"/>
                <a:pathLst>
                  <a:path extrusionOk="0" h="1255" w="1254">
                    <a:moveTo>
                      <a:pt x="627" y="1"/>
                    </a:moveTo>
                    <a:cubicBezTo>
                      <a:pt x="276" y="1"/>
                      <a:pt x="0" y="277"/>
                      <a:pt x="0" y="628"/>
                    </a:cubicBezTo>
                    <a:cubicBezTo>
                      <a:pt x="0" y="978"/>
                      <a:pt x="276" y="1254"/>
                      <a:pt x="627" y="1254"/>
                    </a:cubicBezTo>
                    <a:cubicBezTo>
                      <a:pt x="978" y="1254"/>
                      <a:pt x="1253" y="978"/>
                      <a:pt x="1253" y="628"/>
                    </a:cubicBezTo>
                    <a:cubicBezTo>
                      <a:pt x="1253" y="277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0" name="Google Shape;5120;p46"/>
              <p:cNvSpPr/>
              <p:nvPr/>
            </p:nvSpPr>
            <p:spPr>
              <a:xfrm>
                <a:off x="2391750" y="2166700"/>
                <a:ext cx="31350" cy="30725"/>
              </a:xfrm>
              <a:custGeom>
                <a:rect b="b" l="l" r="r" t="t"/>
                <a:pathLst>
                  <a:path extrusionOk="0" h="1229" w="1254">
                    <a:moveTo>
                      <a:pt x="627" y="0"/>
                    </a:moveTo>
                    <a:cubicBezTo>
                      <a:pt x="301" y="0"/>
                      <a:pt x="0" y="276"/>
                      <a:pt x="0" y="602"/>
                    </a:cubicBezTo>
                    <a:cubicBezTo>
                      <a:pt x="0" y="953"/>
                      <a:pt x="301" y="1228"/>
                      <a:pt x="627" y="1228"/>
                    </a:cubicBezTo>
                    <a:cubicBezTo>
                      <a:pt x="978" y="1228"/>
                      <a:pt x="1254" y="953"/>
                      <a:pt x="1254" y="602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1" name="Google Shape;5121;p46"/>
              <p:cNvSpPr/>
              <p:nvPr/>
            </p:nvSpPr>
            <p:spPr>
              <a:xfrm>
                <a:off x="2485725" y="22281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53" y="1254"/>
                      <a:pt x="1254" y="978"/>
                      <a:pt x="1254" y="627"/>
                    </a:cubicBezTo>
                    <a:cubicBezTo>
                      <a:pt x="1254" y="276"/>
                      <a:pt x="953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2" name="Google Shape;5122;p46"/>
              <p:cNvSpPr/>
              <p:nvPr/>
            </p:nvSpPr>
            <p:spPr>
              <a:xfrm>
                <a:off x="2611675" y="2259425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02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53"/>
                      <a:pt x="276" y="1254"/>
                      <a:pt x="602" y="1254"/>
                    </a:cubicBezTo>
                    <a:cubicBezTo>
                      <a:pt x="953" y="1254"/>
                      <a:pt x="1228" y="953"/>
                      <a:pt x="1228" y="627"/>
                    </a:cubicBezTo>
                    <a:cubicBezTo>
                      <a:pt x="1228" y="276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3" name="Google Shape;5123;p46"/>
              <p:cNvSpPr/>
              <p:nvPr/>
            </p:nvSpPr>
            <p:spPr>
              <a:xfrm>
                <a:off x="2709425" y="225065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301" y="1"/>
                      <a:pt x="0" y="276"/>
                      <a:pt x="0" y="627"/>
                    </a:cubicBezTo>
                    <a:cubicBezTo>
                      <a:pt x="0" y="978"/>
                      <a:pt x="301" y="1254"/>
                      <a:pt x="627" y="1254"/>
                    </a:cubicBezTo>
                    <a:cubicBezTo>
                      <a:pt x="978" y="1254"/>
                      <a:pt x="1253" y="978"/>
                      <a:pt x="1253" y="627"/>
                    </a:cubicBezTo>
                    <a:cubicBezTo>
                      <a:pt x="1253" y="276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4" name="Google Shape;5124;p46"/>
            <p:cNvGrpSpPr/>
            <p:nvPr/>
          </p:nvGrpSpPr>
          <p:grpSpPr>
            <a:xfrm>
              <a:off x="7278935" y="2721135"/>
              <a:ext cx="1237630" cy="368899"/>
              <a:chOff x="1976950" y="2850275"/>
              <a:chExt cx="994400" cy="296400"/>
            </a:xfrm>
          </p:grpSpPr>
          <p:sp>
            <p:nvSpPr>
              <p:cNvPr id="5125" name="Google Shape;5125;p46"/>
              <p:cNvSpPr/>
              <p:nvPr/>
            </p:nvSpPr>
            <p:spPr>
              <a:xfrm>
                <a:off x="1989500" y="2860150"/>
                <a:ext cx="966175" cy="275250"/>
              </a:xfrm>
              <a:custGeom>
                <a:rect b="b" l="l" r="r" t="t"/>
                <a:pathLst>
                  <a:path extrusionOk="0" h="11010" w="38647">
                    <a:moveTo>
                      <a:pt x="21654" y="232"/>
                    </a:moveTo>
                    <a:cubicBezTo>
                      <a:pt x="21905" y="232"/>
                      <a:pt x="22156" y="282"/>
                      <a:pt x="22356" y="408"/>
                    </a:cubicBezTo>
                    <a:cubicBezTo>
                      <a:pt x="22732" y="608"/>
                      <a:pt x="22958" y="934"/>
                      <a:pt x="23008" y="1360"/>
                    </a:cubicBezTo>
                    <a:cubicBezTo>
                      <a:pt x="23108" y="2187"/>
                      <a:pt x="22532" y="3190"/>
                      <a:pt x="21905" y="3741"/>
                    </a:cubicBezTo>
                    <a:cubicBezTo>
                      <a:pt x="21003" y="4568"/>
                      <a:pt x="19900" y="5220"/>
                      <a:pt x="18521" y="5696"/>
                    </a:cubicBezTo>
                    <a:cubicBezTo>
                      <a:pt x="18346" y="4894"/>
                      <a:pt x="18371" y="4042"/>
                      <a:pt x="18597" y="3240"/>
                    </a:cubicBezTo>
                    <a:cubicBezTo>
                      <a:pt x="18922" y="1937"/>
                      <a:pt x="19750" y="934"/>
                      <a:pt x="20877" y="408"/>
                    </a:cubicBezTo>
                    <a:cubicBezTo>
                      <a:pt x="21128" y="282"/>
                      <a:pt x="21404" y="232"/>
                      <a:pt x="21654" y="232"/>
                    </a:cubicBezTo>
                    <a:close/>
                    <a:moveTo>
                      <a:pt x="33609" y="3115"/>
                    </a:moveTo>
                    <a:cubicBezTo>
                      <a:pt x="33935" y="3115"/>
                      <a:pt x="34286" y="3290"/>
                      <a:pt x="34386" y="3691"/>
                    </a:cubicBezTo>
                    <a:cubicBezTo>
                      <a:pt x="34436" y="3816"/>
                      <a:pt x="34436" y="3917"/>
                      <a:pt x="34461" y="4017"/>
                    </a:cubicBezTo>
                    <a:cubicBezTo>
                      <a:pt x="34486" y="4919"/>
                      <a:pt x="33860" y="5721"/>
                      <a:pt x="33283" y="6323"/>
                    </a:cubicBezTo>
                    <a:cubicBezTo>
                      <a:pt x="32983" y="5596"/>
                      <a:pt x="32782" y="4844"/>
                      <a:pt x="32707" y="4067"/>
                    </a:cubicBezTo>
                    <a:cubicBezTo>
                      <a:pt x="32657" y="3541"/>
                      <a:pt x="33033" y="3215"/>
                      <a:pt x="33434" y="3140"/>
                    </a:cubicBezTo>
                    <a:cubicBezTo>
                      <a:pt x="33484" y="3140"/>
                      <a:pt x="33559" y="3115"/>
                      <a:pt x="33609" y="3115"/>
                    </a:cubicBezTo>
                    <a:close/>
                    <a:moveTo>
                      <a:pt x="21657" y="1"/>
                    </a:moveTo>
                    <a:cubicBezTo>
                      <a:pt x="21366" y="1"/>
                      <a:pt x="21065" y="69"/>
                      <a:pt x="20777" y="207"/>
                    </a:cubicBezTo>
                    <a:cubicBezTo>
                      <a:pt x="19599" y="759"/>
                      <a:pt x="18722" y="1811"/>
                      <a:pt x="18371" y="3190"/>
                    </a:cubicBezTo>
                    <a:cubicBezTo>
                      <a:pt x="18146" y="4042"/>
                      <a:pt x="18120" y="4919"/>
                      <a:pt x="18296" y="5771"/>
                    </a:cubicBezTo>
                    <a:cubicBezTo>
                      <a:pt x="17243" y="6122"/>
                      <a:pt x="16040" y="6398"/>
                      <a:pt x="14662" y="6573"/>
                    </a:cubicBezTo>
                    <a:cubicBezTo>
                      <a:pt x="13483" y="6732"/>
                      <a:pt x="12379" y="6810"/>
                      <a:pt x="11340" y="6810"/>
                    </a:cubicBezTo>
                    <a:cubicBezTo>
                      <a:pt x="9418" y="6810"/>
                      <a:pt x="7720" y="6542"/>
                      <a:pt x="6191" y="6022"/>
                    </a:cubicBezTo>
                    <a:cubicBezTo>
                      <a:pt x="3283" y="4994"/>
                      <a:pt x="1053" y="2889"/>
                      <a:pt x="226" y="358"/>
                    </a:cubicBezTo>
                    <a:lnTo>
                      <a:pt x="0" y="433"/>
                    </a:lnTo>
                    <a:cubicBezTo>
                      <a:pt x="852" y="3014"/>
                      <a:pt x="3158" y="5170"/>
                      <a:pt x="6115" y="6222"/>
                    </a:cubicBezTo>
                    <a:cubicBezTo>
                      <a:pt x="7667" y="6761"/>
                      <a:pt x="9399" y="7034"/>
                      <a:pt x="11360" y="7034"/>
                    </a:cubicBezTo>
                    <a:cubicBezTo>
                      <a:pt x="12409" y="7034"/>
                      <a:pt x="13524" y="6956"/>
                      <a:pt x="14712" y="6799"/>
                    </a:cubicBezTo>
                    <a:cubicBezTo>
                      <a:pt x="15765" y="6648"/>
                      <a:pt x="17043" y="6423"/>
                      <a:pt x="18346" y="5997"/>
                    </a:cubicBezTo>
                    <a:cubicBezTo>
                      <a:pt x="18496" y="6673"/>
                      <a:pt x="18797" y="7325"/>
                      <a:pt x="19173" y="7877"/>
                    </a:cubicBezTo>
                    <a:cubicBezTo>
                      <a:pt x="20440" y="9629"/>
                      <a:pt x="22702" y="10670"/>
                      <a:pt x="25092" y="10670"/>
                    </a:cubicBezTo>
                    <a:cubicBezTo>
                      <a:pt x="25539" y="10670"/>
                      <a:pt x="25991" y="10633"/>
                      <a:pt x="26441" y="10558"/>
                    </a:cubicBezTo>
                    <a:cubicBezTo>
                      <a:pt x="28772" y="10157"/>
                      <a:pt x="31128" y="8854"/>
                      <a:pt x="33233" y="6724"/>
                    </a:cubicBezTo>
                    <a:cubicBezTo>
                      <a:pt x="34286" y="8879"/>
                      <a:pt x="36291" y="10583"/>
                      <a:pt x="38622" y="11009"/>
                    </a:cubicBezTo>
                    <a:lnTo>
                      <a:pt x="38647" y="10809"/>
                    </a:lnTo>
                    <a:cubicBezTo>
                      <a:pt x="36391" y="10358"/>
                      <a:pt x="34411" y="8679"/>
                      <a:pt x="33384" y="6548"/>
                    </a:cubicBezTo>
                    <a:cubicBezTo>
                      <a:pt x="34010" y="5897"/>
                      <a:pt x="34712" y="5019"/>
                      <a:pt x="34687" y="4017"/>
                    </a:cubicBezTo>
                    <a:cubicBezTo>
                      <a:pt x="34662" y="3892"/>
                      <a:pt x="34662" y="3766"/>
                      <a:pt x="34612" y="3641"/>
                    </a:cubicBezTo>
                    <a:cubicBezTo>
                      <a:pt x="34461" y="3103"/>
                      <a:pt x="34015" y="2898"/>
                      <a:pt x="33591" y="2898"/>
                    </a:cubicBezTo>
                    <a:cubicBezTo>
                      <a:pt x="33521" y="2898"/>
                      <a:pt x="33451" y="2903"/>
                      <a:pt x="33384" y="2914"/>
                    </a:cubicBezTo>
                    <a:cubicBezTo>
                      <a:pt x="32908" y="3014"/>
                      <a:pt x="32431" y="3415"/>
                      <a:pt x="32481" y="4067"/>
                    </a:cubicBezTo>
                    <a:cubicBezTo>
                      <a:pt x="32557" y="4919"/>
                      <a:pt x="32782" y="5746"/>
                      <a:pt x="33133" y="6498"/>
                    </a:cubicBezTo>
                    <a:cubicBezTo>
                      <a:pt x="31654" y="8002"/>
                      <a:pt x="29324" y="9856"/>
                      <a:pt x="26416" y="10333"/>
                    </a:cubicBezTo>
                    <a:cubicBezTo>
                      <a:pt x="25980" y="10403"/>
                      <a:pt x="25543" y="10438"/>
                      <a:pt x="25110" y="10438"/>
                    </a:cubicBezTo>
                    <a:cubicBezTo>
                      <a:pt x="22781" y="10438"/>
                      <a:pt x="20578" y="9442"/>
                      <a:pt x="19374" y="7751"/>
                    </a:cubicBezTo>
                    <a:cubicBezTo>
                      <a:pt x="18973" y="7200"/>
                      <a:pt x="18722" y="6598"/>
                      <a:pt x="18547" y="5922"/>
                    </a:cubicBezTo>
                    <a:cubicBezTo>
                      <a:pt x="19800" y="5496"/>
                      <a:pt x="21028" y="4869"/>
                      <a:pt x="22055" y="3917"/>
                    </a:cubicBezTo>
                    <a:cubicBezTo>
                      <a:pt x="22707" y="3340"/>
                      <a:pt x="23334" y="2288"/>
                      <a:pt x="23233" y="1335"/>
                    </a:cubicBezTo>
                    <a:cubicBezTo>
                      <a:pt x="23183" y="859"/>
                      <a:pt x="22907" y="458"/>
                      <a:pt x="22481" y="207"/>
                    </a:cubicBezTo>
                    <a:cubicBezTo>
                      <a:pt x="22231" y="69"/>
                      <a:pt x="21949" y="1"/>
                      <a:pt x="216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6" name="Google Shape;5126;p46"/>
              <p:cNvSpPr/>
              <p:nvPr/>
            </p:nvSpPr>
            <p:spPr>
              <a:xfrm>
                <a:off x="1976950" y="285780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27" y="1"/>
                    </a:moveTo>
                    <a:cubicBezTo>
                      <a:pt x="276" y="1"/>
                      <a:pt x="1" y="276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53" y="1254"/>
                      <a:pt x="1229" y="978"/>
                      <a:pt x="1229" y="627"/>
                    </a:cubicBezTo>
                    <a:cubicBezTo>
                      <a:pt x="1229" y="276"/>
                      <a:pt x="953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7" name="Google Shape;5127;p46"/>
              <p:cNvSpPr/>
              <p:nvPr/>
            </p:nvSpPr>
            <p:spPr>
              <a:xfrm>
                <a:off x="2025825" y="29304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6" y="1"/>
                      <a:pt x="1" y="302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78" y="1254"/>
                      <a:pt x="1254" y="978"/>
                      <a:pt x="1254" y="627"/>
                    </a:cubicBezTo>
                    <a:cubicBezTo>
                      <a:pt x="1254" y="302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8" name="Google Shape;5128;p46"/>
              <p:cNvSpPr/>
              <p:nvPr/>
            </p:nvSpPr>
            <p:spPr>
              <a:xfrm>
                <a:off x="2087225" y="29825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7" y="0"/>
                      <a:pt x="1" y="276"/>
                      <a:pt x="1" y="627"/>
                    </a:cubicBezTo>
                    <a:cubicBezTo>
                      <a:pt x="1" y="952"/>
                      <a:pt x="277" y="1253"/>
                      <a:pt x="627" y="1253"/>
                    </a:cubicBezTo>
                    <a:cubicBezTo>
                      <a:pt x="978" y="1253"/>
                      <a:pt x="1254" y="952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9" name="Google Shape;5129;p46"/>
              <p:cNvSpPr/>
              <p:nvPr/>
            </p:nvSpPr>
            <p:spPr>
              <a:xfrm>
                <a:off x="2187475" y="3013200"/>
                <a:ext cx="31375" cy="30725"/>
              </a:xfrm>
              <a:custGeom>
                <a:rect b="b" l="l" r="r" t="t"/>
                <a:pathLst>
                  <a:path extrusionOk="0" h="1229" w="1255">
                    <a:moveTo>
                      <a:pt x="627" y="0"/>
                    </a:moveTo>
                    <a:cubicBezTo>
                      <a:pt x="277" y="0"/>
                      <a:pt x="1" y="276"/>
                      <a:pt x="1" y="602"/>
                    </a:cubicBezTo>
                    <a:cubicBezTo>
                      <a:pt x="1" y="952"/>
                      <a:pt x="277" y="1228"/>
                      <a:pt x="627" y="1228"/>
                    </a:cubicBezTo>
                    <a:cubicBezTo>
                      <a:pt x="978" y="1228"/>
                      <a:pt x="1254" y="952"/>
                      <a:pt x="1254" y="602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0" name="Google Shape;5130;p46"/>
              <p:cNvSpPr/>
              <p:nvPr/>
            </p:nvSpPr>
            <p:spPr>
              <a:xfrm>
                <a:off x="2301525" y="3016950"/>
                <a:ext cx="31350" cy="30725"/>
              </a:xfrm>
              <a:custGeom>
                <a:rect b="b" l="l" r="r" t="t"/>
                <a:pathLst>
                  <a:path extrusionOk="0" h="1229" w="1254">
                    <a:moveTo>
                      <a:pt x="627" y="0"/>
                    </a:moveTo>
                    <a:cubicBezTo>
                      <a:pt x="276" y="0"/>
                      <a:pt x="0" y="276"/>
                      <a:pt x="0" y="627"/>
                    </a:cubicBezTo>
                    <a:cubicBezTo>
                      <a:pt x="0" y="953"/>
                      <a:pt x="276" y="1229"/>
                      <a:pt x="627" y="1229"/>
                    </a:cubicBezTo>
                    <a:cubicBezTo>
                      <a:pt x="978" y="1229"/>
                      <a:pt x="1253" y="953"/>
                      <a:pt x="1253" y="627"/>
                    </a:cubicBezTo>
                    <a:cubicBezTo>
                      <a:pt x="1253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1" name="Google Shape;5131;p46"/>
              <p:cNvSpPr/>
              <p:nvPr/>
            </p:nvSpPr>
            <p:spPr>
              <a:xfrm>
                <a:off x="2407400" y="2993775"/>
                <a:ext cx="31375" cy="31350"/>
              </a:xfrm>
              <a:custGeom>
                <a:rect b="b" l="l" r="r" t="t"/>
                <a:pathLst>
                  <a:path extrusionOk="0" h="1254" w="1255">
                    <a:moveTo>
                      <a:pt x="628" y="0"/>
                    </a:moveTo>
                    <a:cubicBezTo>
                      <a:pt x="277" y="0"/>
                      <a:pt x="1" y="276"/>
                      <a:pt x="1" y="627"/>
                    </a:cubicBezTo>
                    <a:cubicBezTo>
                      <a:pt x="1" y="978"/>
                      <a:pt x="277" y="1253"/>
                      <a:pt x="628" y="1253"/>
                    </a:cubicBezTo>
                    <a:cubicBezTo>
                      <a:pt x="953" y="1253"/>
                      <a:pt x="1254" y="978"/>
                      <a:pt x="1254" y="627"/>
                    </a:cubicBezTo>
                    <a:cubicBezTo>
                      <a:pt x="1254" y="276"/>
                      <a:pt x="953" y="0"/>
                      <a:pt x="6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2" name="Google Shape;5132;p46"/>
              <p:cNvSpPr/>
              <p:nvPr/>
            </p:nvSpPr>
            <p:spPr>
              <a:xfrm>
                <a:off x="2514550" y="294615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301" y="0"/>
                      <a:pt x="1" y="276"/>
                      <a:pt x="1" y="627"/>
                    </a:cubicBezTo>
                    <a:cubicBezTo>
                      <a:pt x="1" y="978"/>
                      <a:pt x="301" y="1254"/>
                      <a:pt x="627" y="1254"/>
                    </a:cubicBezTo>
                    <a:cubicBezTo>
                      <a:pt x="978" y="1254"/>
                      <a:pt x="1254" y="978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3" name="Google Shape;5133;p46"/>
              <p:cNvSpPr/>
              <p:nvPr/>
            </p:nvSpPr>
            <p:spPr>
              <a:xfrm>
                <a:off x="2474450" y="306332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3"/>
                      <a:pt x="627" y="1253"/>
                    </a:cubicBezTo>
                    <a:cubicBezTo>
                      <a:pt x="953" y="1253"/>
                      <a:pt x="1254" y="978"/>
                      <a:pt x="1254" y="627"/>
                    </a:cubicBezTo>
                    <a:cubicBezTo>
                      <a:pt x="1254" y="276"/>
                      <a:pt x="953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4" name="Google Shape;5134;p46"/>
              <p:cNvSpPr/>
              <p:nvPr/>
            </p:nvSpPr>
            <p:spPr>
              <a:xfrm>
                <a:off x="2549650" y="3099025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02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78"/>
                      <a:pt x="276" y="1254"/>
                      <a:pt x="602" y="1254"/>
                    </a:cubicBezTo>
                    <a:cubicBezTo>
                      <a:pt x="953" y="1254"/>
                      <a:pt x="1228" y="978"/>
                      <a:pt x="1228" y="627"/>
                    </a:cubicBezTo>
                    <a:cubicBezTo>
                      <a:pt x="1228" y="276"/>
                      <a:pt x="953" y="1"/>
                      <a:pt x="6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5" name="Google Shape;5135;p46"/>
              <p:cNvSpPr/>
              <p:nvPr/>
            </p:nvSpPr>
            <p:spPr>
              <a:xfrm>
                <a:off x="2613550" y="31046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3"/>
                      <a:pt x="627" y="1253"/>
                    </a:cubicBezTo>
                    <a:cubicBezTo>
                      <a:pt x="978" y="1253"/>
                      <a:pt x="1254" y="978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6" name="Google Shape;5136;p46"/>
              <p:cNvSpPr/>
              <p:nvPr/>
            </p:nvSpPr>
            <p:spPr>
              <a:xfrm>
                <a:off x="2697525" y="308400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301" y="0"/>
                      <a:pt x="0" y="276"/>
                      <a:pt x="0" y="627"/>
                    </a:cubicBezTo>
                    <a:cubicBezTo>
                      <a:pt x="0" y="978"/>
                      <a:pt x="301" y="1253"/>
                      <a:pt x="627" y="1253"/>
                    </a:cubicBezTo>
                    <a:cubicBezTo>
                      <a:pt x="977" y="1253"/>
                      <a:pt x="1253" y="978"/>
                      <a:pt x="1253" y="627"/>
                    </a:cubicBezTo>
                    <a:cubicBezTo>
                      <a:pt x="1253" y="276"/>
                      <a:pt x="977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7" name="Google Shape;5137;p46"/>
              <p:cNvSpPr/>
              <p:nvPr/>
            </p:nvSpPr>
            <p:spPr>
              <a:xfrm>
                <a:off x="2760800" y="3042650"/>
                <a:ext cx="30725" cy="31350"/>
              </a:xfrm>
              <a:custGeom>
                <a:rect b="b" l="l" r="r" t="t"/>
                <a:pathLst>
                  <a:path extrusionOk="0" h="1254" w="1229">
                    <a:moveTo>
                      <a:pt x="627" y="0"/>
                    </a:moveTo>
                    <a:cubicBezTo>
                      <a:pt x="276" y="0"/>
                      <a:pt x="0" y="276"/>
                      <a:pt x="0" y="627"/>
                    </a:cubicBezTo>
                    <a:cubicBezTo>
                      <a:pt x="0" y="978"/>
                      <a:pt x="276" y="1253"/>
                      <a:pt x="627" y="1253"/>
                    </a:cubicBezTo>
                    <a:cubicBezTo>
                      <a:pt x="953" y="1253"/>
                      <a:pt x="1228" y="978"/>
                      <a:pt x="1228" y="627"/>
                    </a:cubicBezTo>
                    <a:cubicBezTo>
                      <a:pt x="1228" y="276"/>
                      <a:pt x="953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8" name="Google Shape;5138;p46"/>
              <p:cNvSpPr/>
              <p:nvPr/>
            </p:nvSpPr>
            <p:spPr>
              <a:xfrm>
                <a:off x="2835350" y="296745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7" y="1"/>
                      <a:pt x="1" y="276"/>
                      <a:pt x="1" y="627"/>
                    </a:cubicBezTo>
                    <a:cubicBezTo>
                      <a:pt x="1" y="953"/>
                      <a:pt x="277" y="1254"/>
                      <a:pt x="627" y="1254"/>
                    </a:cubicBezTo>
                    <a:cubicBezTo>
                      <a:pt x="953" y="1254"/>
                      <a:pt x="1254" y="953"/>
                      <a:pt x="1254" y="627"/>
                    </a:cubicBezTo>
                    <a:cubicBezTo>
                      <a:pt x="1254" y="276"/>
                      <a:pt x="953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9" name="Google Shape;5139;p46"/>
              <p:cNvSpPr/>
              <p:nvPr/>
            </p:nvSpPr>
            <p:spPr>
              <a:xfrm>
                <a:off x="2794000" y="29254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3"/>
                      <a:pt x="627" y="1253"/>
                    </a:cubicBezTo>
                    <a:cubicBezTo>
                      <a:pt x="978" y="1253"/>
                      <a:pt x="1254" y="978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0" name="Google Shape;5140;p46"/>
              <p:cNvSpPr/>
              <p:nvPr/>
            </p:nvSpPr>
            <p:spPr>
              <a:xfrm>
                <a:off x="2794000" y="2987500"/>
                <a:ext cx="31350" cy="30725"/>
              </a:xfrm>
              <a:custGeom>
                <a:rect b="b" l="l" r="r" t="t"/>
                <a:pathLst>
                  <a:path extrusionOk="0" h="1229" w="1254">
                    <a:moveTo>
                      <a:pt x="627" y="1"/>
                    </a:moveTo>
                    <a:cubicBezTo>
                      <a:pt x="276" y="1"/>
                      <a:pt x="1" y="276"/>
                      <a:pt x="1" y="602"/>
                    </a:cubicBezTo>
                    <a:cubicBezTo>
                      <a:pt x="1" y="953"/>
                      <a:pt x="276" y="1229"/>
                      <a:pt x="627" y="1229"/>
                    </a:cubicBezTo>
                    <a:cubicBezTo>
                      <a:pt x="978" y="1229"/>
                      <a:pt x="1254" y="953"/>
                      <a:pt x="1254" y="602"/>
                    </a:cubicBezTo>
                    <a:cubicBezTo>
                      <a:pt x="1254" y="276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1" name="Google Shape;5141;p46"/>
              <p:cNvSpPr/>
              <p:nvPr/>
            </p:nvSpPr>
            <p:spPr>
              <a:xfrm>
                <a:off x="2824700" y="3042650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78"/>
                      <a:pt x="276" y="1253"/>
                      <a:pt x="627" y="1253"/>
                    </a:cubicBezTo>
                    <a:cubicBezTo>
                      <a:pt x="953" y="1253"/>
                      <a:pt x="1254" y="978"/>
                      <a:pt x="1254" y="627"/>
                    </a:cubicBezTo>
                    <a:cubicBezTo>
                      <a:pt x="1254" y="276"/>
                      <a:pt x="953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2" name="Google Shape;5142;p46"/>
              <p:cNvSpPr/>
              <p:nvPr/>
            </p:nvSpPr>
            <p:spPr>
              <a:xfrm>
                <a:off x="2871700" y="30833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0" y="276"/>
                      <a:pt x="0" y="627"/>
                    </a:cubicBezTo>
                    <a:cubicBezTo>
                      <a:pt x="0" y="978"/>
                      <a:pt x="276" y="1253"/>
                      <a:pt x="627" y="1253"/>
                    </a:cubicBezTo>
                    <a:cubicBezTo>
                      <a:pt x="978" y="1253"/>
                      <a:pt x="1254" y="978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3" name="Google Shape;5143;p46"/>
              <p:cNvSpPr/>
              <p:nvPr/>
            </p:nvSpPr>
            <p:spPr>
              <a:xfrm>
                <a:off x="2940000" y="311532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301" y="0"/>
                      <a:pt x="0" y="276"/>
                      <a:pt x="0" y="627"/>
                    </a:cubicBezTo>
                    <a:cubicBezTo>
                      <a:pt x="0" y="978"/>
                      <a:pt x="301" y="1253"/>
                      <a:pt x="627" y="1253"/>
                    </a:cubicBezTo>
                    <a:cubicBezTo>
                      <a:pt x="978" y="1253"/>
                      <a:pt x="1253" y="978"/>
                      <a:pt x="1253" y="627"/>
                    </a:cubicBezTo>
                    <a:cubicBezTo>
                      <a:pt x="1253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4" name="Google Shape;5144;p46"/>
              <p:cNvSpPr/>
              <p:nvPr/>
            </p:nvSpPr>
            <p:spPr>
              <a:xfrm>
                <a:off x="2554025" y="28828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0"/>
                    </a:moveTo>
                    <a:cubicBezTo>
                      <a:pt x="276" y="0"/>
                      <a:pt x="1" y="276"/>
                      <a:pt x="1" y="627"/>
                    </a:cubicBezTo>
                    <a:cubicBezTo>
                      <a:pt x="1" y="952"/>
                      <a:pt x="276" y="1253"/>
                      <a:pt x="627" y="1253"/>
                    </a:cubicBezTo>
                    <a:cubicBezTo>
                      <a:pt x="978" y="1253"/>
                      <a:pt x="1254" y="952"/>
                      <a:pt x="1254" y="627"/>
                    </a:cubicBezTo>
                    <a:cubicBezTo>
                      <a:pt x="1254" y="276"/>
                      <a:pt x="978" y="0"/>
                      <a:pt x="6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5" name="Google Shape;5145;p46"/>
              <p:cNvSpPr/>
              <p:nvPr/>
            </p:nvSpPr>
            <p:spPr>
              <a:xfrm>
                <a:off x="2510800" y="2850275"/>
                <a:ext cx="31350" cy="31350"/>
              </a:xfrm>
              <a:custGeom>
                <a:rect b="b" l="l" r="r" t="t"/>
                <a:pathLst>
                  <a:path extrusionOk="0" h="1254" w="1254">
                    <a:moveTo>
                      <a:pt x="627" y="1"/>
                    </a:moveTo>
                    <a:cubicBezTo>
                      <a:pt x="276" y="1"/>
                      <a:pt x="0" y="276"/>
                      <a:pt x="0" y="627"/>
                    </a:cubicBezTo>
                    <a:cubicBezTo>
                      <a:pt x="0" y="978"/>
                      <a:pt x="276" y="1254"/>
                      <a:pt x="627" y="1254"/>
                    </a:cubicBezTo>
                    <a:cubicBezTo>
                      <a:pt x="953" y="1254"/>
                      <a:pt x="1253" y="978"/>
                      <a:pt x="1253" y="627"/>
                    </a:cubicBezTo>
                    <a:cubicBezTo>
                      <a:pt x="1253" y="276"/>
                      <a:pt x="953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6" name="Google Shape;5146;p46"/>
              <p:cNvSpPr/>
              <p:nvPr/>
            </p:nvSpPr>
            <p:spPr>
              <a:xfrm>
                <a:off x="2455025" y="2887250"/>
                <a:ext cx="30725" cy="30725"/>
              </a:xfrm>
              <a:custGeom>
                <a:rect b="b" l="l" r="r" t="t"/>
                <a:pathLst>
                  <a:path extrusionOk="0" h="1229" w="1229">
                    <a:moveTo>
                      <a:pt x="602" y="0"/>
                    </a:moveTo>
                    <a:cubicBezTo>
                      <a:pt x="276" y="0"/>
                      <a:pt x="1" y="276"/>
                      <a:pt x="1" y="602"/>
                    </a:cubicBezTo>
                    <a:cubicBezTo>
                      <a:pt x="1" y="953"/>
                      <a:pt x="276" y="1229"/>
                      <a:pt x="602" y="1229"/>
                    </a:cubicBezTo>
                    <a:cubicBezTo>
                      <a:pt x="953" y="1229"/>
                      <a:pt x="1229" y="953"/>
                      <a:pt x="1229" y="602"/>
                    </a:cubicBezTo>
                    <a:cubicBezTo>
                      <a:pt x="1229" y="276"/>
                      <a:pt x="953" y="0"/>
                      <a:pt x="6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7" name="Google Shape;5147;p46"/>
              <p:cNvSpPr/>
              <p:nvPr/>
            </p:nvSpPr>
            <p:spPr>
              <a:xfrm>
                <a:off x="2434975" y="2941125"/>
                <a:ext cx="31350" cy="31375"/>
              </a:xfrm>
              <a:custGeom>
                <a:rect b="b" l="l" r="r" t="t"/>
                <a:pathLst>
                  <a:path extrusionOk="0" h="1255" w="1254">
                    <a:moveTo>
                      <a:pt x="627" y="1"/>
                    </a:moveTo>
                    <a:cubicBezTo>
                      <a:pt x="276" y="1"/>
                      <a:pt x="1" y="277"/>
                      <a:pt x="1" y="627"/>
                    </a:cubicBezTo>
                    <a:cubicBezTo>
                      <a:pt x="1" y="978"/>
                      <a:pt x="276" y="1254"/>
                      <a:pt x="627" y="1254"/>
                    </a:cubicBezTo>
                    <a:cubicBezTo>
                      <a:pt x="978" y="1254"/>
                      <a:pt x="1254" y="978"/>
                      <a:pt x="1254" y="627"/>
                    </a:cubicBezTo>
                    <a:cubicBezTo>
                      <a:pt x="1254" y="277"/>
                      <a:pt x="978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48" name="Google Shape;5148;p46"/>
            <p:cNvGrpSpPr/>
            <p:nvPr/>
          </p:nvGrpSpPr>
          <p:grpSpPr>
            <a:xfrm>
              <a:off x="7906975" y="2000728"/>
              <a:ext cx="230127" cy="429760"/>
              <a:chOff x="2873875" y="3112800"/>
              <a:chExt cx="184900" cy="345300"/>
            </a:xfrm>
          </p:grpSpPr>
          <p:sp>
            <p:nvSpPr>
              <p:cNvPr id="5149" name="Google Shape;5149;p46"/>
              <p:cNvSpPr/>
              <p:nvPr/>
            </p:nvSpPr>
            <p:spPr>
              <a:xfrm>
                <a:off x="2873875" y="3273200"/>
                <a:ext cx="184900" cy="184900"/>
              </a:xfrm>
              <a:custGeom>
                <a:rect b="b" l="l" r="r" t="t"/>
                <a:pathLst>
                  <a:path extrusionOk="0" h="7396" w="7396">
                    <a:moveTo>
                      <a:pt x="3698" y="0"/>
                    </a:moveTo>
                    <a:cubicBezTo>
                      <a:pt x="1644" y="0"/>
                      <a:pt x="0" y="1644"/>
                      <a:pt x="0" y="3698"/>
                    </a:cubicBezTo>
                    <a:cubicBezTo>
                      <a:pt x="0" y="5729"/>
                      <a:pt x="1644" y="7396"/>
                      <a:pt x="3698" y="7396"/>
                    </a:cubicBezTo>
                    <a:cubicBezTo>
                      <a:pt x="5729" y="7396"/>
                      <a:pt x="7395" y="5729"/>
                      <a:pt x="7395" y="3698"/>
                    </a:cubicBezTo>
                    <a:cubicBezTo>
                      <a:pt x="7395" y="1644"/>
                      <a:pt x="5729" y="0"/>
                      <a:pt x="36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0" name="Google Shape;5150;p46"/>
              <p:cNvSpPr/>
              <p:nvPr/>
            </p:nvSpPr>
            <p:spPr>
              <a:xfrm>
                <a:off x="2966300" y="3112800"/>
                <a:ext cx="90775" cy="193525"/>
              </a:xfrm>
              <a:custGeom>
                <a:rect b="b" l="l" r="r" t="t"/>
                <a:pathLst>
                  <a:path extrusionOk="0" h="7741" w="3631">
                    <a:moveTo>
                      <a:pt x="2329" y="276"/>
                    </a:moveTo>
                    <a:cubicBezTo>
                      <a:pt x="2375" y="276"/>
                      <a:pt x="2420" y="299"/>
                      <a:pt x="2512" y="322"/>
                    </a:cubicBezTo>
                    <a:cubicBezTo>
                      <a:pt x="2694" y="390"/>
                      <a:pt x="2808" y="550"/>
                      <a:pt x="2900" y="756"/>
                    </a:cubicBezTo>
                    <a:cubicBezTo>
                      <a:pt x="3333" y="1851"/>
                      <a:pt x="2466" y="4316"/>
                      <a:pt x="1941" y="5640"/>
                    </a:cubicBezTo>
                    <a:cubicBezTo>
                      <a:pt x="1872" y="5617"/>
                      <a:pt x="1804" y="5594"/>
                      <a:pt x="1736" y="5572"/>
                    </a:cubicBezTo>
                    <a:cubicBezTo>
                      <a:pt x="1576" y="3723"/>
                      <a:pt x="1462" y="847"/>
                      <a:pt x="2124" y="345"/>
                    </a:cubicBezTo>
                    <a:cubicBezTo>
                      <a:pt x="2169" y="322"/>
                      <a:pt x="2238" y="276"/>
                      <a:pt x="2329" y="276"/>
                    </a:cubicBezTo>
                    <a:close/>
                    <a:moveTo>
                      <a:pt x="2312" y="1"/>
                    </a:moveTo>
                    <a:cubicBezTo>
                      <a:pt x="2164" y="1"/>
                      <a:pt x="2050" y="59"/>
                      <a:pt x="1964" y="116"/>
                    </a:cubicBezTo>
                    <a:cubicBezTo>
                      <a:pt x="1142" y="733"/>
                      <a:pt x="1279" y="3791"/>
                      <a:pt x="1439" y="5503"/>
                    </a:cubicBezTo>
                    <a:cubicBezTo>
                      <a:pt x="1159" y="5451"/>
                      <a:pt x="893" y="5437"/>
                      <a:pt x="686" y="5437"/>
                    </a:cubicBezTo>
                    <a:cubicBezTo>
                      <a:pt x="438" y="5437"/>
                      <a:pt x="275" y="5458"/>
                      <a:pt x="275" y="5458"/>
                    </a:cubicBezTo>
                    <a:lnTo>
                      <a:pt x="1" y="6987"/>
                    </a:lnTo>
                    <a:lnTo>
                      <a:pt x="2078" y="7740"/>
                    </a:lnTo>
                    <a:lnTo>
                      <a:pt x="2945" y="6416"/>
                    </a:lnTo>
                    <a:cubicBezTo>
                      <a:pt x="2763" y="6097"/>
                      <a:pt x="2489" y="5891"/>
                      <a:pt x="2215" y="5754"/>
                    </a:cubicBezTo>
                    <a:cubicBezTo>
                      <a:pt x="2740" y="4385"/>
                      <a:pt x="3630" y="1851"/>
                      <a:pt x="3174" y="664"/>
                    </a:cubicBezTo>
                    <a:cubicBezTo>
                      <a:pt x="3059" y="368"/>
                      <a:pt x="2877" y="162"/>
                      <a:pt x="2603" y="71"/>
                    </a:cubicBezTo>
                    <a:cubicBezTo>
                      <a:pt x="2494" y="20"/>
                      <a:pt x="2397" y="1"/>
                      <a:pt x="23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51" name="Google Shape;5151;p46"/>
            <p:cNvGrpSpPr/>
            <p:nvPr/>
          </p:nvGrpSpPr>
          <p:grpSpPr>
            <a:xfrm>
              <a:off x="7321360" y="2959898"/>
              <a:ext cx="141485" cy="264224"/>
              <a:chOff x="2873875" y="3112800"/>
              <a:chExt cx="184900" cy="345300"/>
            </a:xfrm>
          </p:grpSpPr>
          <p:sp>
            <p:nvSpPr>
              <p:cNvPr id="5152" name="Google Shape;5152;p46"/>
              <p:cNvSpPr/>
              <p:nvPr/>
            </p:nvSpPr>
            <p:spPr>
              <a:xfrm>
                <a:off x="2873875" y="3273200"/>
                <a:ext cx="184900" cy="184900"/>
              </a:xfrm>
              <a:custGeom>
                <a:rect b="b" l="l" r="r" t="t"/>
                <a:pathLst>
                  <a:path extrusionOk="0" h="7396" w="7396">
                    <a:moveTo>
                      <a:pt x="3698" y="0"/>
                    </a:moveTo>
                    <a:cubicBezTo>
                      <a:pt x="1644" y="0"/>
                      <a:pt x="0" y="1644"/>
                      <a:pt x="0" y="3698"/>
                    </a:cubicBezTo>
                    <a:cubicBezTo>
                      <a:pt x="0" y="5729"/>
                      <a:pt x="1644" y="7396"/>
                      <a:pt x="3698" y="7396"/>
                    </a:cubicBezTo>
                    <a:cubicBezTo>
                      <a:pt x="5729" y="7396"/>
                      <a:pt x="7395" y="5729"/>
                      <a:pt x="7395" y="3698"/>
                    </a:cubicBezTo>
                    <a:cubicBezTo>
                      <a:pt x="7395" y="1644"/>
                      <a:pt x="5729" y="0"/>
                      <a:pt x="36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3" name="Google Shape;5153;p46"/>
              <p:cNvSpPr/>
              <p:nvPr/>
            </p:nvSpPr>
            <p:spPr>
              <a:xfrm>
                <a:off x="2966300" y="3112800"/>
                <a:ext cx="90775" cy="193525"/>
              </a:xfrm>
              <a:custGeom>
                <a:rect b="b" l="l" r="r" t="t"/>
                <a:pathLst>
                  <a:path extrusionOk="0" h="7741" w="3631">
                    <a:moveTo>
                      <a:pt x="2329" y="276"/>
                    </a:moveTo>
                    <a:cubicBezTo>
                      <a:pt x="2375" y="276"/>
                      <a:pt x="2420" y="299"/>
                      <a:pt x="2512" y="322"/>
                    </a:cubicBezTo>
                    <a:cubicBezTo>
                      <a:pt x="2694" y="390"/>
                      <a:pt x="2808" y="550"/>
                      <a:pt x="2900" y="756"/>
                    </a:cubicBezTo>
                    <a:cubicBezTo>
                      <a:pt x="3333" y="1851"/>
                      <a:pt x="2466" y="4316"/>
                      <a:pt x="1941" y="5640"/>
                    </a:cubicBezTo>
                    <a:cubicBezTo>
                      <a:pt x="1872" y="5617"/>
                      <a:pt x="1804" y="5594"/>
                      <a:pt x="1736" y="5572"/>
                    </a:cubicBezTo>
                    <a:cubicBezTo>
                      <a:pt x="1576" y="3723"/>
                      <a:pt x="1462" y="847"/>
                      <a:pt x="2124" y="345"/>
                    </a:cubicBezTo>
                    <a:cubicBezTo>
                      <a:pt x="2169" y="322"/>
                      <a:pt x="2238" y="276"/>
                      <a:pt x="2329" y="276"/>
                    </a:cubicBezTo>
                    <a:close/>
                    <a:moveTo>
                      <a:pt x="2312" y="1"/>
                    </a:moveTo>
                    <a:cubicBezTo>
                      <a:pt x="2164" y="1"/>
                      <a:pt x="2050" y="59"/>
                      <a:pt x="1964" y="116"/>
                    </a:cubicBezTo>
                    <a:cubicBezTo>
                      <a:pt x="1142" y="733"/>
                      <a:pt x="1279" y="3791"/>
                      <a:pt x="1439" y="5503"/>
                    </a:cubicBezTo>
                    <a:cubicBezTo>
                      <a:pt x="1159" y="5451"/>
                      <a:pt x="893" y="5437"/>
                      <a:pt x="686" y="5437"/>
                    </a:cubicBezTo>
                    <a:cubicBezTo>
                      <a:pt x="438" y="5437"/>
                      <a:pt x="275" y="5458"/>
                      <a:pt x="275" y="5458"/>
                    </a:cubicBezTo>
                    <a:lnTo>
                      <a:pt x="1" y="6987"/>
                    </a:lnTo>
                    <a:lnTo>
                      <a:pt x="2078" y="7740"/>
                    </a:lnTo>
                    <a:lnTo>
                      <a:pt x="2945" y="6416"/>
                    </a:lnTo>
                    <a:cubicBezTo>
                      <a:pt x="2763" y="6097"/>
                      <a:pt x="2489" y="5891"/>
                      <a:pt x="2215" y="5754"/>
                    </a:cubicBezTo>
                    <a:cubicBezTo>
                      <a:pt x="2740" y="4385"/>
                      <a:pt x="3630" y="1851"/>
                      <a:pt x="3174" y="664"/>
                    </a:cubicBezTo>
                    <a:cubicBezTo>
                      <a:pt x="3059" y="368"/>
                      <a:pt x="2877" y="162"/>
                      <a:pt x="2603" y="71"/>
                    </a:cubicBezTo>
                    <a:cubicBezTo>
                      <a:pt x="2494" y="20"/>
                      <a:pt x="2397" y="1"/>
                      <a:pt x="23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54" name="Google Shape;5154;p46"/>
          <p:cNvGrpSpPr/>
          <p:nvPr/>
        </p:nvGrpSpPr>
        <p:grpSpPr>
          <a:xfrm>
            <a:off x="7831288" y="3867800"/>
            <a:ext cx="1061975" cy="1293800"/>
            <a:chOff x="6861138" y="3837225"/>
            <a:chExt cx="1061975" cy="1293800"/>
          </a:xfrm>
        </p:grpSpPr>
        <p:sp>
          <p:nvSpPr>
            <p:cNvPr id="5155" name="Google Shape;5155;p46"/>
            <p:cNvSpPr/>
            <p:nvPr/>
          </p:nvSpPr>
          <p:spPr>
            <a:xfrm>
              <a:off x="6861138" y="4009725"/>
              <a:ext cx="508475" cy="269350"/>
            </a:xfrm>
            <a:custGeom>
              <a:rect b="b" l="l" r="r" t="t"/>
              <a:pathLst>
                <a:path extrusionOk="0" h="10774" w="20339">
                  <a:moveTo>
                    <a:pt x="1" y="0"/>
                  </a:moveTo>
                  <a:lnTo>
                    <a:pt x="1" y="8445"/>
                  </a:lnTo>
                  <a:lnTo>
                    <a:pt x="20338" y="10774"/>
                  </a:lnTo>
                  <a:cubicBezTo>
                    <a:pt x="20338" y="10774"/>
                    <a:pt x="7784" y="118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6" name="Google Shape;5156;p46"/>
            <p:cNvSpPr/>
            <p:nvPr/>
          </p:nvSpPr>
          <p:spPr>
            <a:xfrm>
              <a:off x="7429488" y="3893300"/>
              <a:ext cx="493625" cy="376075"/>
            </a:xfrm>
            <a:custGeom>
              <a:rect b="b" l="l" r="r" t="t"/>
              <a:pathLst>
                <a:path extrusionOk="0" h="15043" w="19745">
                  <a:moveTo>
                    <a:pt x="18809" y="1"/>
                  </a:moveTo>
                  <a:cubicBezTo>
                    <a:pt x="8288" y="3932"/>
                    <a:pt x="1128" y="14268"/>
                    <a:pt x="94" y="15002"/>
                  </a:cubicBezTo>
                  <a:lnTo>
                    <a:pt x="94" y="15002"/>
                  </a:lnTo>
                  <a:lnTo>
                    <a:pt x="19745" y="6346"/>
                  </a:lnTo>
                  <a:lnTo>
                    <a:pt x="18809" y="1"/>
                  </a:lnTo>
                  <a:close/>
                  <a:moveTo>
                    <a:pt x="94" y="15002"/>
                  </a:moveTo>
                  <a:lnTo>
                    <a:pt x="1" y="15043"/>
                  </a:lnTo>
                  <a:cubicBezTo>
                    <a:pt x="2" y="15043"/>
                    <a:pt x="3" y="15043"/>
                    <a:pt x="4" y="15043"/>
                  </a:cubicBezTo>
                  <a:cubicBezTo>
                    <a:pt x="26" y="15043"/>
                    <a:pt x="56" y="15029"/>
                    <a:pt x="94" y="15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7" name="Google Shape;5157;p46"/>
            <p:cNvSpPr/>
            <p:nvPr/>
          </p:nvSpPr>
          <p:spPr>
            <a:xfrm>
              <a:off x="7177288" y="3837225"/>
              <a:ext cx="219700" cy="473250"/>
            </a:xfrm>
            <a:custGeom>
              <a:rect b="b" l="l" r="r" t="t"/>
              <a:pathLst>
                <a:path extrusionOk="0" h="18930" w="8788">
                  <a:moveTo>
                    <a:pt x="4086" y="8521"/>
                  </a:moveTo>
                  <a:cubicBezTo>
                    <a:pt x="4177" y="8612"/>
                    <a:pt x="4246" y="8726"/>
                    <a:pt x="4314" y="8817"/>
                  </a:cubicBezTo>
                  <a:cubicBezTo>
                    <a:pt x="4930" y="9730"/>
                    <a:pt x="5090" y="10712"/>
                    <a:pt x="4748" y="11465"/>
                  </a:cubicBezTo>
                  <a:cubicBezTo>
                    <a:pt x="4611" y="11785"/>
                    <a:pt x="4314" y="12059"/>
                    <a:pt x="3994" y="12150"/>
                  </a:cubicBezTo>
                  <a:cubicBezTo>
                    <a:pt x="3915" y="12184"/>
                    <a:pt x="3823" y="12207"/>
                    <a:pt x="3723" y="12207"/>
                  </a:cubicBezTo>
                  <a:cubicBezTo>
                    <a:pt x="3624" y="12207"/>
                    <a:pt x="3515" y="12184"/>
                    <a:pt x="3401" y="12127"/>
                  </a:cubicBezTo>
                  <a:cubicBezTo>
                    <a:pt x="3036" y="11922"/>
                    <a:pt x="2876" y="11420"/>
                    <a:pt x="2944" y="10621"/>
                  </a:cubicBezTo>
                  <a:cubicBezTo>
                    <a:pt x="2990" y="10096"/>
                    <a:pt x="3059" y="9662"/>
                    <a:pt x="3241" y="9297"/>
                  </a:cubicBezTo>
                  <a:cubicBezTo>
                    <a:pt x="3424" y="8954"/>
                    <a:pt x="3721" y="8680"/>
                    <a:pt x="4086" y="8521"/>
                  </a:cubicBezTo>
                  <a:close/>
                  <a:moveTo>
                    <a:pt x="1867" y="1"/>
                  </a:moveTo>
                  <a:cubicBezTo>
                    <a:pt x="1689" y="1"/>
                    <a:pt x="1504" y="35"/>
                    <a:pt x="1324" y="98"/>
                  </a:cubicBezTo>
                  <a:cubicBezTo>
                    <a:pt x="822" y="304"/>
                    <a:pt x="411" y="714"/>
                    <a:pt x="251" y="1217"/>
                  </a:cubicBezTo>
                  <a:cubicBezTo>
                    <a:pt x="0" y="1901"/>
                    <a:pt x="91" y="2723"/>
                    <a:pt x="502" y="3727"/>
                  </a:cubicBezTo>
                  <a:cubicBezTo>
                    <a:pt x="936" y="4800"/>
                    <a:pt x="1552" y="5782"/>
                    <a:pt x="2328" y="6626"/>
                  </a:cubicBezTo>
                  <a:cubicBezTo>
                    <a:pt x="2556" y="6900"/>
                    <a:pt x="2808" y="7151"/>
                    <a:pt x="3036" y="7379"/>
                  </a:cubicBezTo>
                  <a:cubicBezTo>
                    <a:pt x="3310" y="7653"/>
                    <a:pt x="3584" y="7927"/>
                    <a:pt x="3835" y="8224"/>
                  </a:cubicBezTo>
                  <a:cubicBezTo>
                    <a:pt x="3447" y="8429"/>
                    <a:pt x="3127" y="8726"/>
                    <a:pt x="2922" y="9114"/>
                  </a:cubicBezTo>
                  <a:cubicBezTo>
                    <a:pt x="2671" y="9571"/>
                    <a:pt x="2602" y="10096"/>
                    <a:pt x="2556" y="10598"/>
                  </a:cubicBezTo>
                  <a:cubicBezTo>
                    <a:pt x="2488" y="11556"/>
                    <a:pt x="2716" y="12196"/>
                    <a:pt x="3218" y="12469"/>
                  </a:cubicBezTo>
                  <a:cubicBezTo>
                    <a:pt x="3374" y="12547"/>
                    <a:pt x="3537" y="12588"/>
                    <a:pt x="3707" y="12588"/>
                  </a:cubicBezTo>
                  <a:cubicBezTo>
                    <a:pt x="3837" y="12588"/>
                    <a:pt x="3970" y="12564"/>
                    <a:pt x="4109" y="12515"/>
                  </a:cubicBezTo>
                  <a:cubicBezTo>
                    <a:pt x="4519" y="12378"/>
                    <a:pt x="4907" y="12036"/>
                    <a:pt x="5090" y="11625"/>
                  </a:cubicBezTo>
                  <a:cubicBezTo>
                    <a:pt x="5478" y="10758"/>
                    <a:pt x="5318" y="9639"/>
                    <a:pt x="4634" y="8612"/>
                  </a:cubicBezTo>
                  <a:cubicBezTo>
                    <a:pt x="4565" y="8544"/>
                    <a:pt x="4519" y="8452"/>
                    <a:pt x="4474" y="8384"/>
                  </a:cubicBezTo>
                  <a:cubicBezTo>
                    <a:pt x="4474" y="8384"/>
                    <a:pt x="4497" y="8384"/>
                    <a:pt x="4497" y="8361"/>
                  </a:cubicBezTo>
                  <a:cubicBezTo>
                    <a:pt x="4691" y="8317"/>
                    <a:pt x="4893" y="8295"/>
                    <a:pt x="5095" y="8295"/>
                  </a:cubicBezTo>
                  <a:cubicBezTo>
                    <a:pt x="5626" y="8295"/>
                    <a:pt x="6160" y="8445"/>
                    <a:pt x="6574" y="8726"/>
                  </a:cubicBezTo>
                  <a:cubicBezTo>
                    <a:pt x="7532" y="9388"/>
                    <a:pt x="8126" y="10643"/>
                    <a:pt x="8240" y="12173"/>
                  </a:cubicBezTo>
                  <a:cubicBezTo>
                    <a:pt x="8400" y="14569"/>
                    <a:pt x="7418" y="17057"/>
                    <a:pt x="5638" y="18655"/>
                  </a:cubicBezTo>
                  <a:lnTo>
                    <a:pt x="5889" y="18929"/>
                  </a:lnTo>
                  <a:cubicBezTo>
                    <a:pt x="7738" y="17263"/>
                    <a:pt x="8788" y="14661"/>
                    <a:pt x="8628" y="12150"/>
                  </a:cubicBezTo>
                  <a:cubicBezTo>
                    <a:pt x="8491" y="10507"/>
                    <a:pt x="7829" y="9137"/>
                    <a:pt x="6802" y="8429"/>
                  </a:cubicBezTo>
                  <a:cubicBezTo>
                    <a:pt x="6320" y="8097"/>
                    <a:pt x="5704" y="7922"/>
                    <a:pt x="5088" y="7922"/>
                  </a:cubicBezTo>
                  <a:cubicBezTo>
                    <a:pt x="4858" y="7922"/>
                    <a:pt x="4628" y="7946"/>
                    <a:pt x="4405" y="7996"/>
                  </a:cubicBezTo>
                  <a:cubicBezTo>
                    <a:pt x="4337" y="8019"/>
                    <a:pt x="4268" y="8041"/>
                    <a:pt x="4200" y="8064"/>
                  </a:cubicBezTo>
                  <a:cubicBezTo>
                    <a:pt x="3926" y="7722"/>
                    <a:pt x="3606" y="7425"/>
                    <a:pt x="3310" y="7106"/>
                  </a:cubicBezTo>
                  <a:cubicBezTo>
                    <a:pt x="3081" y="6877"/>
                    <a:pt x="2830" y="6626"/>
                    <a:pt x="2602" y="6375"/>
                  </a:cubicBezTo>
                  <a:cubicBezTo>
                    <a:pt x="1872" y="5553"/>
                    <a:pt x="1278" y="4618"/>
                    <a:pt x="845" y="3590"/>
                  </a:cubicBezTo>
                  <a:cubicBezTo>
                    <a:pt x="479" y="2677"/>
                    <a:pt x="388" y="1924"/>
                    <a:pt x="593" y="1331"/>
                  </a:cubicBezTo>
                  <a:cubicBezTo>
                    <a:pt x="730" y="943"/>
                    <a:pt x="1073" y="623"/>
                    <a:pt x="1461" y="463"/>
                  </a:cubicBezTo>
                  <a:cubicBezTo>
                    <a:pt x="1568" y="416"/>
                    <a:pt x="1700" y="380"/>
                    <a:pt x="1848" y="380"/>
                  </a:cubicBezTo>
                  <a:cubicBezTo>
                    <a:pt x="1983" y="380"/>
                    <a:pt x="2130" y="410"/>
                    <a:pt x="2283" y="486"/>
                  </a:cubicBezTo>
                  <a:lnTo>
                    <a:pt x="2442" y="144"/>
                  </a:lnTo>
                  <a:cubicBezTo>
                    <a:pt x="2271" y="46"/>
                    <a:pt x="2074" y="1"/>
                    <a:pt x="1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8" name="Google Shape;5158;p46"/>
            <p:cNvSpPr/>
            <p:nvPr/>
          </p:nvSpPr>
          <p:spPr>
            <a:xfrm>
              <a:off x="6959863" y="4381775"/>
              <a:ext cx="886800" cy="740700"/>
            </a:xfrm>
            <a:custGeom>
              <a:rect b="b" l="l" r="r" t="t"/>
              <a:pathLst>
                <a:path extrusionOk="0" h="29628" w="35472">
                  <a:moveTo>
                    <a:pt x="35471" y="0"/>
                  </a:moveTo>
                  <a:lnTo>
                    <a:pt x="1" y="1666"/>
                  </a:lnTo>
                  <a:lnTo>
                    <a:pt x="7373" y="29239"/>
                  </a:lnTo>
                  <a:lnTo>
                    <a:pt x="31796" y="29627"/>
                  </a:lnTo>
                  <a:lnTo>
                    <a:pt x="35471" y="0"/>
                  </a:lnTo>
                  <a:close/>
                </a:path>
              </a:pathLst>
            </a:custGeom>
            <a:solidFill>
              <a:srgbClr val="EFB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9" name="Google Shape;5159;p46"/>
            <p:cNvSpPr/>
            <p:nvPr/>
          </p:nvSpPr>
          <p:spPr>
            <a:xfrm>
              <a:off x="7325638" y="4381775"/>
              <a:ext cx="208300" cy="749250"/>
            </a:xfrm>
            <a:custGeom>
              <a:rect b="b" l="l" r="r" t="t"/>
              <a:pathLst>
                <a:path extrusionOk="0" h="29970" w="8332">
                  <a:moveTo>
                    <a:pt x="822" y="0"/>
                  </a:moveTo>
                  <a:lnTo>
                    <a:pt x="1" y="29627"/>
                  </a:lnTo>
                  <a:lnTo>
                    <a:pt x="8332" y="29970"/>
                  </a:lnTo>
                  <a:lnTo>
                    <a:pt x="50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0" name="Google Shape;5160;p46"/>
            <p:cNvSpPr/>
            <p:nvPr/>
          </p:nvSpPr>
          <p:spPr>
            <a:xfrm>
              <a:off x="6882838" y="4214000"/>
              <a:ext cx="1002050" cy="304175"/>
            </a:xfrm>
            <a:custGeom>
              <a:rect b="b" l="l" r="r" t="t"/>
              <a:pathLst>
                <a:path extrusionOk="0" h="12167" w="40082">
                  <a:moveTo>
                    <a:pt x="40081" y="1"/>
                  </a:moveTo>
                  <a:lnTo>
                    <a:pt x="0" y="4908"/>
                  </a:lnTo>
                  <a:lnTo>
                    <a:pt x="1529" y="12166"/>
                  </a:lnTo>
                  <a:lnTo>
                    <a:pt x="40081" y="8537"/>
                  </a:lnTo>
                  <a:lnTo>
                    <a:pt x="400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1" name="Google Shape;5161;p46"/>
            <p:cNvSpPr/>
            <p:nvPr/>
          </p:nvSpPr>
          <p:spPr>
            <a:xfrm>
              <a:off x="7307963" y="4251100"/>
              <a:ext cx="219700" cy="244825"/>
            </a:xfrm>
            <a:custGeom>
              <a:rect b="b" l="l" r="r" t="t"/>
              <a:pathLst>
                <a:path extrusionOk="0" h="9793" w="8788">
                  <a:moveTo>
                    <a:pt x="6094" y="0"/>
                  </a:moveTo>
                  <a:lnTo>
                    <a:pt x="0" y="571"/>
                  </a:lnTo>
                  <a:lnTo>
                    <a:pt x="0" y="9792"/>
                  </a:lnTo>
                  <a:lnTo>
                    <a:pt x="8788" y="8993"/>
                  </a:lnTo>
                  <a:lnTo>
                    <a:pt x="60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2" name="Google Shape;5162;p46"/>
          <p:cNvSpPr/>
          <p:nvPr/>
        </p:nvSpPr>
        <p:spPr>
          <a:xfrm>
            <a:off x="4917029" y="4735560"/>
            <a:ext cx="1485813" cy="268113"/>
          </a:xfrm>
          <a:custGeom>
            <a:rect b="b" l="l" r="r" t="t"/>
            <a:pathLst>
              <a:path extrusionOk="0" h="8973" w="49726">
                <a:moveTo>
                  <a:pt x="24863" y="0"/>
                </a:moveTo>
                <a:cubicBezTo>
                  <a:pt x="11129" y="0"/>
                  <a:pt x="1" y="2005"/>
                  <a:pt x="1" y="4487"/>
                </a:cubicBezTo>
                <a:cubicBezTo>
                  <a:pt x="1" y="6943"/>
                  <a:pt x="11129" y="8973"/>
                  <a:pt x="24863" y="8973"/>
                </a:cubicBezTo>
                <a:cubicBezTo>
                  <a:pt x="38598" y="8973"/>
                  <a:pt x="49726" y="6943"/>
                  <a:pt x="49726" y="4487"/>
                </a:cubicBezTo>
                <a:cubicBezTo>
                  <a:pt x="49726" y="2005"/>
                  <a:pt x="38598" y="0"/>
                  <a:pt x="2486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63" name="Google Shape;5163;p46"/>
          <p:cNvGrpSpPr/>
          <p:nvPr/>
        </p:nvGrpSpPr>
        <p:grpSpPr>
          <a:xfrm>
            <a:off x="6962850" y="4628600"/>
            <a:ext cx="1224950" cy="514900"/>
            <a:chOff x="7019250" y="4692150"/>
            <a:chExt cx="1224950" cy="514900"/>
          </a:xfrm>
        </p:grpSpPr>
        <p:sp>
          <p:nvSpPr>
            <p:cNvPr id="5164" name="Google Shape;5164;p46"/>
            <p:cNvSpPr/>
            <p:nvPr/>
          </p:nvSpPr>
          <p:spPr>
            <a:xfrm>
              <a:off x="7019250" y="4893675"/>
              <a:ext cx="1224950" cy="313375"/>
            </a:xfrm>
            <a:custGeom>
              <a:rect b="b" l="l" r="r" t="t"/>
              <a:pathLst>
                <a:path extrusionOk="0" h="12535" w="48998">
                  <a:moveTo>
                    <a:pt x="21218" y="0"/>
                  </a:moveTo>
                  <a:cubicBezTo>
                    <a:pt x="10333" y="0"/>
                    <a:pt x="317" y="93"/>
                    <a:pt x="226" y="322"/>
                  </a:cubicBezTo>
                  <a:cubicBezTo>
                    <a:pt x="0" y="949"/>
                    <a:pt x="2456" y="11676"/>
                    <a:pt x="2982" y="12177"/>
                  </a:cubicBezTo>
                  <a:cubicBezTo>
                    <a:pt x="3227" y="12408"/>
                    <a:pt x="14670" y="12534"/>
                    <a:pt x="25822" y="12534"/>
                  </a:cubicBezTo>
                  <a:cubicBezTo>
                    <a:pt x="36404" y="12534"/>
                    <a:pt x="46724" y="12421"/>
                    <a:pt x="46968" y="12177"/>
                  </a:cubicBezTo>
                  <a:cubicBezTo>
                    <a:pt x="47469" y="11651"/>
                    <a:pt x="48998" y="823"/>
                    <a:pt x="48522" y="322"/>
                  </a:cubicBezTo>
                  <a:cubicBezTo>
                    <a:pt x="48331" y="132"/>
                    <a:pt x="34160" y="0"/>
                    <a:pt x="212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5" name="Google Shape;5165;p46"/>
            <p:cNvSpPr/>
            <p:nvPr/>
          </p:nvSpPr>
          <p:spPr>
            <a:xfrm>
              <a:off x="7268625" y="4888725"/>
              <a:ext cx="11925" cy="318000"/>
            </a:xfrm>
            <a:custGeom>
              <a:rect b="b" l="l" r="r" t="t"/>
              <a:pathLst>
                <a:path extrusionOk="0" h="12720" w="477">
                  <a:moveTo>
                    <a:pt x="313" y="0"/>
                  </a:moveTo>
                  <a:cubicBezTo>
                    <a:pt x="232" y="0"/>
                    <a:pt x="150" y="57"/>
                    <a:pt x="150" y="169"/>
                  </a:cubicBezTo>
                  <a:cubicBezTo>
                    <a:pt x="100" y="4280"/>
                    <a:pt x="50" y="8415"/>
                    <a:pt x="0" y="12550"/>
                  </a:cubicBezTo>
                  <a:cubicBezTo>
                    <a:pt x="0" y="12663"/>
                    <a:pt x="88" y="12719"/>
                    <a:pt x="175" y="12719"/>
                  </a:cubicBezTo>
                  <a:cubicBezTo>
                    <a:pt x="263" y="12719"/>
                    <a:pt x="351" y="12663"/>
                    <a:pt x="351" y="12550"/>
                  </a:cubicBezTo>
                  <a:lnTo>
                    <a:pt x="476" y="169"/>
                  </a:lnTo>
                  <a:cubicBezTo>
                    <a:pt x="476" y="57"/>
                    <a:pt x="395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6" name="Google Shape;5166;p46"/>
            <p:cNvSpPr/>
            <p:nvPr/>
          </p:nvSpPr>
          <p:spPr>
            <a:xfrm>
              <a:off x="7271250" y="4692150"/>
              <a:ext cx="165925" cy="204500"/>
            </a:xfrm>
            <a:custGeom>
              <a:rect b="b" l="l" r="r" t="t"/>
              <a:pathLst>
                <a:path extrusionOk="0" h="8180" w="6637">
                  <a:moveTo>
                    <a:pt x="4657" y="310"/>
                  </a:moveTo>
                  <a:cubicBezTo>
                    <a:pt x="4989" y="310"/>
                    <a:pt x="5285" y="534"/>
                    <a:pt x="5459" y="1140"/>
                  </a:cubicBezTo>
                  <a:cubicBezTo>
                    <a:pt x="5710" y="1942"/>
                    <a:pt x="5008" y="2894"/>
                    <a:pt x="4582" y="3521"/>
                  </a:cubicBezTo>
                  <a:cubicBezTo>
                    <a:pt x="4206" y="4123"/>
                    <a:pt x="3780" y="4699"/>
                    <a:pt x="3304" y="5225"/>
                  </a:cubicBezTo>
                  <a:cubicBezTo>
                    <a:pt x="2464" y="6158"/>
                    <a:pt x="1517" y="6981"/>
                    <a:pt x="481" y="7697"/>
                  </a:cubicBezTo>
                  <a:lnTo>
                    <a:pt x="481" y="7697"/>
                  </a:lnTo>
                  <a:cubicBezTo>
                    <a:pt x="911" y="6317"/>
                    <a:pt x="1424" y="4961"/>
                    <a:pt x="2000" y="3646"/>
                  </a:cubicBezTo>
                  <a:cubicBezTo>
                    <a:pt x="2276" y="2995"/>
                    <a:pt x="2552" y="2343"/>
                    <a:pt x="2877" y="1742"/>
                  </a:cubicBezTo>
                  <a:cubicBezTo>
                    <a:pt x="3162" y="1222"/>
                    <a:pt x="3985" y="310"/>
                    <a:pt x="4657" y="310"/>
                  </a:cubicBezTo>
                  <a:close/>
                  <a:moveTo>
                    <a:pt x="4573" y="0"/>
                  </a:moveTo>
                  <a:cubicBezTo>
                    <a:pt x="3682" y="0"/>
                    <a:pt x="2839" y="1085"/>
                    <a:pt x="2476" y="1792"/>
                  </a:cubicBezTo>
                  <a:cubicBezTo>
                    <a:pt x="1474" y="3772"/>
                    <a:pt x="697" y="5877"/>
                    <a:pt x="45" y="7957"/>
                  </a:cubicBezTo>
                  <a:cubicBezTo>
                    <a:pt x="0" y="8092"/>
                    <a:pt x="100" y="8174"/>
                    <a:pt x="202" y="8174"/>
                  </a:cubicBezTo>
                  <a:cubicBezTo>
                    <a:pt x="226" y="8174"/>
                    <a:pt x="250" y="8169"/>
                    <a:pt x="272" y="8160"/>
                  </a:cubicBezTo>
                  <a:lnTo>
                    <a:pt x="272" y="8160"/>
                  </a:lnTo>
                  <a:cubicBezTo>
                    <a:pt x="294" y="8172"/>
                    <a:pt x="319" y="8179"/>
                    <a:pt x="344" y="8179"/>
                  </a:cubicBezTo>
                  <a:cubicBezTo>
                    <a:pt x="369" y="8179"/>
                    <a:pt x="395" y="8173"/>
                    <a:pt x="421" y="8158"/>
                  </a:cubicBezTo>
                  <a:cubicBezTo>
                    <a:pt x="1925" y="7155"/>
                    <a:pt x="3253" y="5927"/>
                    <a:pt x="4331" y="4473"/>
                  </a:cubicBezTo>
                  <a:cubicBezTo>
                    <a:pt x="5033" y="3521"/>
                    <a:pt x="6637" y="1516"/>
                    <a:pt x="5409" y="363"/>
                  </a:cubicBezTo>
                  <a:cubicBezTo>
                    <a:pt x="5134" y="106"/>
                    <a:pt x="4851" y="0"/>
                    <a:pt x="4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7" name="Google Shape;5167;p46"/>
            <p:cNvSpPr/>
            <p:nvPr/>
          </p:nvSpPr>
          <p:spPr>
            <a:xfrm>
              <a:off x="7144550" y="4712425"/>
              <a:ext cx="141200" cy="184300"/>
            </a:xfrm>
            <a:custGeom>
              <a:rect b="b" l="l" r="r" t="t"/>
              <a:pathLst>
                <a:path extrusionOk="0" h="7372" w="5648">
                  <a:moveTo>
                    <a:pt x="1288" y="294"/>
                  </a:moveTo>
                  <a:cubicBezTo>
                    <a:pt x="2602" y="294"/>
                    <a:pt x="4510" y="5069"/>
                    <a:pt x="5092" y="6693"/>
                  </a:cubicBezTo>
                  <a:lnTo>
                    <a:pt x="5092" y="6693"/>
                  </a:lnTo>
                  <a:cubicBezTo>
                    <a:pt x="4259" y="5924"/>
                    <a:pt x="3478" y="5087"/>
                    <a:pt x="2732" y="4214"/>
                  </a:cubicBezTo>
                  <a:cubicBezTo>
                    <a:pt x="2256" y="3662"/>
                    <a:pt x="1" y="1256"/>
                    <a:pt x="903" y="454"/>
                  </a:cubicBezTo>
                  <a:cubicBezTo>
                    <a:pt x="1024" y="344"/>
                    <a:pt x="1153" y="294"/>
                    <a:pt x="1288" y="294"/>
                  </a:cubicBezTo>
                  <a:close/>
                  <a:moveTo>
                    <a:pt x="1294" y="1"/>
                  </a:moveTo>
                  <a:cubicBezTo>
                    <a:pt x="821" y="1"/>
                    <a:pt x="402" y="308"/>
                    <a:pt x="402" y="905"/>
                  </a:cubicBezTo>
                  <a:cubicBezTo>
                    <a:pt x="377" y="2058"/>
                    <a:pt x="1504" y="3286"/>
                    <a:pt x="2206" y="4114"/>
                  </a:cubicBezTo>
                  <a:cubicBezTo>
                    <a:pt x="3158" y="5266"/>
                    <a:pt x="4186" y="6369"/>
                    <a:pt x="5314" y="7322"/>
                  </a:cubicBezTo>
                  <a:cubicBezTo>
                    <a:pt x="5349" y="7356"/>
                    <a:pt x="5388" y="7371"/>
                    <a:pt x="5425" y="7371"/>
                  </a:cubicBezTo>
                  <a:cubicBezTo>
                    <a:pt x="5545" y="7371"/>
                    <a:pt x="5648" y="7222"/>
                    <a:pt x="5551" y="7108"/>
                  </a:cubicBezTo>
                  <a:lnTo>
                    <a:pt x="5551" y="7108"/>
                  </a:lnTo>
                  <a:cubicBezTo>
                    <a:pt x="5551" y="7089"/>
                    <a:pt x="5548" y="7068"/>
                    <a:pt x="5539" y="7046"/>
                  </a:cubicBezTo>
                  <a:cubicBezTo>
                    <a:pt x="5214" y="5868"/>
                    <a:pt x="4737" y="4740"/>
                    <a:pt x="4211" y="3637"/>
                  </a:cubicBezTo>
                  <a:cubicBezTo>
                    <a:pt x="3685" y="2484"/>
                    <a:pt x="3033" y="956"/>
                    <a:pt x="1955" y="204"/>
                  </a:cubicBezTo>
                  <a:cubicBezTo>
                    <a:pt x="1748" y="68"/>
                    <a:pt x="1515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8" name="Google Shape;5168;p46"/>
            <p:cNvSpPr/>
            <p:nvPr/>
          </p:nvSpPr>
          <p:spPr>
            <a:xfrm>
              <a:off x="7278100" y="4750025"/>
              <a:ext cx="390025" cy="149100"/>
            </a:xfrm>
            <a:custGeom>
              <a:rect b="b" l="l" r="r" t="t"/>
              <a:pathLst>
                <a:path extrusionOk="0" h="5964" w="15601">
                  <a:moveTo>
                    <a:pt x="13300" y="0"/>
                  </a:moveTo>
                  <a:cubicBezTo>
                    <a:pt x="13061" y="0"/>
                    <a:pt x="12824" y="70"/>
                    <a:pt x="12604" y="229"/>
                  </a:cubicBezTo>
                  <a:cubicBezTo>
                    <a:pt x="12203" y="554"/>
                    <a:pt x="11827" y="1131"/>
                    <a:pt x="11902" y="1657"/>
                  </a:cubicBezTo>
                  <a:cubicBezTo>
                    <a:pt x="12021" y="2234"/>
                    <a:pt x="12535" y="2385"/>
                    <a:pt x="13043" y="2385"/>
                  </a:cubicBezTo>
                  <a:cubicBezTo>
                    <a:pt x="13175" y="2385"/>
                    <a:pt x="13306" y="2374"/>
                    <a:pt x="13431" y="2359"/>
                  </a:cubicBezTo>
                  <a:cubicBezTo>
                    <a:pt x="13624" y="2335"/>
                    <a:pt x="13654" y="2032"/>
                    <a:pt x="13455" y="2032"/>
                  </a:cubicBezTo>
                  <a:cubicBezTo>
                    <a:pt x="13447" y="2032"/>
                    <a:pt x="13439" y="2032"/>
                    <a:pt x="13431" y="2033"/>
                  </a:cubicBezTo>
                  <a:cubicBezTo>
                    <a:pt x="13308" y="2047"/>
                    <a:pt x="13166" y="2060"/>
                    <a:pt x="13025" y="2060"/>
                  </a:cubicBezTo>
                  <a:cubicBezTo>
                    <a:pt x="12646" y="2060"/>
                    <a:pt x="12264" y="1963"/>
                    <a:pt x="12228" y="1507"/>
                  </a:cubicBezTo>
                  <a:cubicBezTo>
                    <a:pt x="12203" y="1181"/>
                    <a:pt x="12453" y="805"/>
                    <a:pt x="12704" y="604"/>
                  </a:cubicBezTo>
                  <a:cubicBezTo>
                    <a:pt x="12895" y="426"/>
                    <a:pt x="13107" y="349"/>
                    <a:pt x="13322" y="349"/>
                  </a:cubicBezTo>
                  <a:cubicBezTo>
                    <a:pt x="14344" y="349"/>
                    <a:pt x="15452" y="2095"/>
                    <a:pt x="14934" y="2985"/>
                  </a:cubicBezTo>
                  <a:cubicBezTo>
                    <a:pt x="14408" y="3863"/>
                    <a:pt x="12954" y="4514"/>
                    <a:pt x="11977" y="4690"/>
                  </a:cubicBezTo>
                  <a:cubicBezTo>
                    <a:pt x="11827" y="4715"/>
                    <a:pt x="11681" y="4727"/>
                    <a:pt x="11540" y="4727"/>
                  </a:cubicBezTo>
                  <a:cubicBezTo>
                    <a:pt x="10833" y="4727"/>
                    <a:pt x="10231" y="4431"/>
                    <a:pt x="9646" y="4013"/>
                  </a:cubicBezTo>
                  <a:cubicBezTo>
                    <a:pt x="8614" y="3297"/>
                    <a:pt x="7688" y="2634"/>
                    <a:pt x="6482" y="2634"/>
                  </a:cubicBezTo>
                  <a:cubicBezTo>
                    <a:pt x="6253" y="2634"/>
                    <a:pt x="6013" y="2658"/>
                    <a:pt x="5761" y="2710"/>
                  </a:cubicBezTo>
                  <a:cubicBezTo>
                    <a:pt x="3656" y="3136"/>
                    <a:pt x="2052" y="4765"/>
                    <a:pt x="172" y="5667"/>
                  </a:cubicBezTo>
                  <a:cubicBezTo>
                    <a:pt x="0" y="5732"/>
                    <a:pt x="105" y="5963"/>
                    <a:pt x="266" y="5963"/>
                  </a:cubicBezTo>
                  <a:cubicBezTo>
                    <a:pt x="292" y="5963"/>
                    <a:pt x="320" y="5957"/>
                    <a:pt x="348" y="5943"/>
                  </a:cubicBezTo>
                  <a:cubicBezTo>
                    <a:pt x="2223" y="5040"/>
                    <a:pt x="4247" y="2940"/>
                    <a:pt x="6480" y="2940"/>
                  </a:cubicBezTo>
                  <a:cubicBezTo>
                    <a:pt x="6665" y="2940"/>
                    <a:pt x="6852" y="2955"/>
                    <a:pt x="7040" y="2985"/>
                  </a:cubicBezTo>
                  <a:cubicBezTo>
                    <a:pt x="8644" y="3236"/>
                    <a:pt x="9571" y="4865"/>
                    <a:pt x="11200" y="5041"/>
                  </a:cubicBezTo>
                  <a:cubicBezTo>
                    <a:pt x="11289" y="5050"/>
                    <a:pt x="11383" y="5055"/>
                    <a:pt x="11481" y="5055"/>
                  </a:cubicBezTo>
                  <a:cubicBezTo>
                    <a:pt x="12923" y="5055"/>
                    <a:pt x="15201" y="4038"/>
                    <a:pt x="15436" y="2559"/>
                  </a:cubicBezTo>
                  <a:cubicBezTo>
                    <a:pt x="15601" y="1527"/>
                    <a:pt x="14421" y="0"/>
                    <a:pt x="13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9" name="Google Shape;5169;p46"/>
            <p:cNvSpPr/>
            <p:nvPr/>
          </p:nvSpPr>
          <p:spPr>
            <a:xfrm>
              <a:off x="7022375" y="4762225"/>
              <a:ext cx="270075" cy="130300"/>
            </a:xfrm>
            <a:custGeom>
              <a:rect b="b" l="l" r="r" t="t"/>
              <a:pathLst>
                <a:path extrusionOk="0" h="5212" w="10803">
                  <a:moveTo>
                    <a:pt x="3355" y="1"/>
                  </a:moveTo>
                  <a:cubicBezTo>
                    <a:pt x="3104" y="1"/>
                    <a:pt x="2841" y="105"/>
                    <a:pt x="2557" y="342"/>
                  </a:cubicBezTo>
                  <a:cubicBezTo>
                    <a:pt x="1930" y="868"/>
                    <a:pt x="1354" y="1495"/>
                    <a:pt x="852" y="2122"/>
                  </a:cubicBezTo>
                  <a:cubicBezTo>
                    <a:pt x="577" y="2523"/>
                    <a:pt x="0" y="3149"/>
                    <a:pt x="126" y="3700"/>
                  </a:cubicBezTo>
                  <a:cubicBezTo>
                    <a:pt x="251" y="4252"/>
                    <a:pt x="1003" y="4377"/>
                    <a:pt x="1454" y="4427"/>
                  </a:cubicBezTo>
                  <a:cubicBezTo>
                    <a:pt x="1673" y="4457"/>
                    <a:pt x="1920" y="4474"/>
                    <a:pt x="2172" y="4474"/>
                  </a:cubicBezTo>
                  <a:cubicBezTo>
                    <a:pt x="3420" y="4474"/>
                    <a:pt x="4819" y="4048"/>
                    <a:pt x="3860" y="2548"/>
                  </a:cubicBezTo>
                  <a:cubicBezTo>
                    <a:pt x="3823" y="2496"/>
                    <a:pt x="3774" y="2475"/>
                    <a:pt x="3724" y="2475"/>
                  </a:cubicBezTo>
                  <a:cubicBezTo>
                    <a:pt x="3605" y="2475"/>
                    <a:pt x="3488" y="2599"/>
                    <a:pt x="3559" y="2723"/>
                  </a:cubicBezTo>
                  <a:cubicBezTo>
                    <a:pt x="4010" y="3425"/>
                    <a:pt x="3710" y="4001"/>
                    <a:pt x="2908" y="4127"/>
                  </a:cubicBezTo>
                  <a:cubicBezTo>
                    <a:pt x="2682" y="4152"/>
                    <a:pt x="2456" y="4152"/>
                    <a:pt x="2231" y="4152"/>
                  </a:cubicBezTo>
                  <a:cubicBezTo>
                    <a:pt x="1680" y="4152"/>
                    <a:pt x="376" y="4152"/>
                    <a:pt x="502" y="3375"/>
                  </a:cubicBezTo>
                  <a:cubicBezTo>
                    <a:pt x="577" y="2773"/>
                    <a:pt x="1279" y="2122"/>
                    <a:pt x="1654" y="1695"/>
                  </a:cubicBezTo>
                  <a:cubicBezTo>
                    <a:pt x="1980" y="1370"/>
                    <a:pt x="2306" y="944"/>
                    <a:pt x="2682" y="668"/>
                  </a:cubicBezTo>
                  <a:cubicBezTo>
                    <a:pt x="2927" y="498"/>
                    <a:pt x="3153" y="425"/>
                    <a:pt x="3361" y="425"/>
                  </a:cubicBezTo>
                  <a:cubicBezTo>
                    <a:pt x="4196" y="425"/>
                    <a:pt x="4762" y="1585"/>
                    <a:pt x="5264" y="2247"/>
                  </a:cubicBezTo>
                  <a:cubicBezTo>
                    <a:pt x="5740" y="2848"/>
                    <a:pt x="6266" y="3425"/>
                    <a:pt x="6842" y="3926"/>
                  </a:cubicBezTo>
                  <a:cubicBezTo>
                    <a:pt x="7846" y="4743"/>
                    <a:pt x="9002" y="5212"/>
                    <a:pt x="10289" y="5212"/>
                  </a:cubicBezTo>
                  <a:cubicBezTo>
                    <a:pt x="10384" y="5212"/>
                    <a:pt x="10480" y="5209"/>
                    <a:pt x="10577" y="5204"/>
                  </a:cubicBezTo>
                  <a:cubicBezTo>
                    <a:pt x="10795" y="5204"/>
                    <a:pt x="10802" y="4877"/>
                    <a:pt x="10599" y="4877"/>
                  </a:cubicBezTo>
                  <a:cubicBezTo>
                    <a:pt x="10592" y="4877"/>
                    <a:pt x="10585" y="4878"/>
                    <a:pt x="10577" y="4878"/>
                  </a:cubicBezTo>
                  <a:cubicBezTo>
                    <a:pt x="10489" y="4883"/>
                    <a:pt x="10401" y="4885"/>
                    <a:pt x="10314" y="4885"/>
                  </a:cubicBezTo>
                  <a:cubicBezTo>
                    <a:pt x="8972" y="4885"/>
                    <a:pt x="7806" y="4344"/>
                    <a:pt x="6817" y="3450"/>
                  </a:cubicBezTo>
                  <a:cubicBezTo>
                    <a:pt x="5915" y="2623"/>
                    <a:pt x="5314" y="1595"/>
                    <a:pt x="4537" y="718"/>
                  </a:cubicBezTo>
                  <a:cubicBezTo>
                    <a:pt x="4147" y="282"/>
                    <a:pt x="37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0" name="Google Shape;5170;p46"/>
            <p:cNvSpPr/>
            <p:nvPr/>
          </p:nvSpPr>
          <p:spPr>
            <a:xfrm>
              <a:off x="7367600" y="5114750"/>
              <a:ext cx="78350" cy="52025"/>
            </a:xfrm>
            <a:custGeom>
              <a:rect b="b" l="l" r="r" t="t"/>
              <a:pathLst>
                <a:path extrusionOk="0" h="2081" w="3134">
                  <a:moveTo>
                    <a:pt x="1" y="1"/>
                  </a:moveTo>
                  <a:lnTo>
                    <a:pt x="327" y="2081"/>
                  </a:lnTo>
                  <a:lnTo>
                    <a:pt x="3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1" name="Google Shape;5171;p46"/>
            <p:cNvSpPr/>
            <p:nvPr/>
          </p:nvSpPr>
          <p:spPr>
            <a:xfrm>
              <a:off x="7733525" y="5028900"/>
              <a:ext cx="60800" cy="92775"/>
            </a:xfrm>
            <a:custGeom>
              <a:rect b="b" l="l" r="r" t="t"/>
              <a:pathLst>
                <a:path extrusionOk="0" h="3711" w="2432">
                  <a:moveTo>
                    <a:pt x="2432" y="1"/>
                  </a:moveTo>
                  <a:lnTo>
                    <a:pt x="1" y="2407"/>
                  </a:lnTo>
                  <a:lnTo>
                    <a:pt x="1855" y="3710"/>
                  </a:lnTo>
                  <a:lnTo>
                    <a:pt x="24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2" name="Google Shape;5172;p46"/>
            <p:cNvSpPr/>
            <p:nvPr/>
          </p:nvSpPr>
          <p:spPr>
            <a:xfrm>
              <a:off x="8028650" y="5096575"/>
              <a:ext cx="90875" cy="54550"/>
            </a:xfrm>
            <a:custGeom>
              <a:rect b="b" l="l" r="r" t="t"/>
              <a:pathLst>
                <a:path extrusionOk="0" h="2182" w="3635">
                  <a:moveTo>
                    <a:pt x="727" y="1"/>
                  </a:moveTo>
                  <a:lnTo>
                    <a:pt x="0" y="1981"/>
                  </a:lnTo>
                  <a:lnTo>
                    <a:pt x="3634" y="2181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3" name="Google Shape;5173;p46"/>
            <p:cNvSpPr/>
            <p:nvPr/>
          </p:nvSpPr>
          <p:spPr>
            <a:xfrm>
              <a:off x="7933400" y="4948075"/>
              <a:ext cx="92125" cy="64575"/>
            </a:xfrm>
            <a:custGeom>
              <a:rect b="b" l="l" r="r" t="t"/>
              <a:pathLst>
                <a:path extrusionOk="0" h="2583" w="3685">
                  <a:moveTo>
                    <a:pt x="1" y="1"/>
                  </a:moveTo>
                  <a:lnTo>
                    <a:pt x="1504" y="2582"/>
                  </a:lnTo>
                  <a:lnTo>
                    <a:pt x="3685" y="15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4" name="Google Shape;5174;p46"/>
            <p:cNvSpPr/>
            <p:nvPr/>
          </p:nvSpPr>
          <p:spPr>
            <a:xfrm>
              <a:off x="7464725" y="4949975"/>
              <a:ext cx="101525" cy="39475"/>
            </a:xfrm>
            <a:custGeom>
              <a:rect b="b" l="l" r="r" t="t"/>
              <a:pathLst>
                <a:path extrusionOk="0" h="1579" w="4061">
                  <a:moveTo>
                    <a:pt x="4061" y="0"/>
                  </a:moveTo>
                  <a:lnTo>
                    <a:pt x="1" y="426"/>
                  </a:lnTo>
                  <a:lnTo>
                    <a:pt x="2382" y="1579"/>
                  </a:lnTo>
                  <a:lnTo>
                    <a:pt x="4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5" name="Google Shape;5175;p46"/>
            <p:cNvSpPr/>
            <p:nvPr/>
          </p:nvSpPr>
          <p:spPr>
            <a:xfrm>
              <a:off x="7110100" y="4953100"/>
              <a:ext cx="83975" cy="58300"/>
            </a:xfrm>
            <a:custGeom>
              <a:rect b="b" l="l" r="r" t="t"/>
              <a:pathLst>
                <a:path extrusionOk="0" h="2332" w="3359">
                  <a:moveTo>
                    <a:pt x="1479" y="0"/>
                  </a:moveTo>
                  <a:lnTo>
                    <a:pt x="0" y="2331"/>
                  </a:lnTo>
                  <a:lnTo>
                    <a:pt x="3359" y="140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6" name="Google Shape;5176;p46"/>
            <p:cNvSpPr/>
            <p:nvPr/>
          </p:nvSpPr>
          <p:spPr>
            <a:xfrm>
              <a:off x="7175875" y="5125400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27" y="1"/>
                  </a:moveTo>
                  <a:cubicBezTo>
                    <a:pt x="151" y="1"/>
                    <a:pt x="1" y="126"/>
                    <a:pt x="1" y="301"/>
                  </a:cubicBezTo>
                  <a:cubicBezTo>
                    <a:pt x="1" y="477"/>
                    <a:pt x="151" y="627"/>
                    <a:pt x="327" y="627"/>
                  </a:cubicBezTo>
                  <a:cubicBezTo>
                    <a:pt x="502" y="627"/>
                    <a:pt x="627" y="477"/>
                    <a:pt x="627" y="301"/>
                  </a:cubicBezTo>
                  <a:cubicBezTo>
                    <a:pt x="627" y="126"/>
                    <a:pt x="502" y="1"/>
                    <a:pt x="3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7" name="Google Shape;5177;p46"/>
            <p:cNvSpPr/>
            <p:nvPr/>
          </p:nvSpPr>
          <p:spPr>
            <a:xfrm>
              <a:off x="7566225" y="5127900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27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77"/>
                    <a:pt x="151" y="627"/>
                    <a:pt x="327" y="627"/>
                  </a:cubicBezTo>
                  <a:cubicBezTo>
                    <a:pt x="502" y="627"/>
                    <a:pt x="627" y="477"/>
                    <a:pt x="627" y="302"/>
                  </a:cubicBezTo>
                  <a:cubicBezTo>
                    <a:pt x="627" y="126"/>
                    <a:pt x="502" y="1"/>
                    <a:pt x="3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8" name="Google Shape;5178;p46"/>
            <p:cNvSpPr/>
            <p:nvPr/>
          </p:nvSpPr>
          <p:spPr>
            <a:xfrm>
              <a:off x="7339425" y="4973775"/>
              <a:ext cx="15675" cy="15675"/>
            </a:xfrm>
            <a:custGeom>
              <a:rect b="b" l="l" r="r" t="t"/>
              <a:pathLst>
                <a:path extrusionOk="0" h="627" w="627">
                  <a:moveTo>
                    <a:pt x="301" y="0"/>
                  </a:moveTo>
                  <a:cubicBezTo>
                    <a:pt x="125" y="0"/>
                    <a:pt x="0" y="126"/>
                    <a:pt x="0" y="301"/>
                  </a:cubicBezTo>
                  <a:cubicBezTo>
                    <a:pt x="0" y="477"/>
                    <a:pt x="125" y="627"/>
                    <a:pt x="301" y="627"/>
                  </a:cubicBezTo>
                  <a:cubicBezTo>
                    <a:pt x="476" y="627"/>
                    <a:pt x="627" y="477"/>
                    <a:pt x="627" y="301"/>
                  </a:cubicBezTo>
                  <a:cubicBezTo>
                    <a:pt x="627" y="126"/>
                    <a:pt x="476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9" name="Google Shape;5179;p46"/>
            <p:cNvSpPr/>
            <p:nvPr/>
          </p:nvSpPr>
          <p:spPr>
            <a:xfrm>
              <a:off x="8106975" y="4963125"/>
              <a:ext cx="15675" cy="15675"/>
            </a:xfrm>
            <a:custGeom>
              <a:rect b="b" l="l" r="r" t="t"/>
              <a:pathLst>
                <a:path extrusionOk="0" h="627" w="627">
                  <a:moveTo>
                    <a:pt x="301" y="0"/>
                  </a:moveTo>
                  <a:cubicBezTo>
                    <a:pt x="125" y="0"/>
                    <a:pt x="0" y="151"/>
                    <a:pt x="0" y="326"/>
                  </a:cubicBezTo>
                  <a:cubicBezTo>
                    <a:pt x="0" y="502"/>
                    <a:pt x="125" y="627"/>
                    <a:pt x="301" y="627"/>
                  </a:cubicBezTo>
                  <a:cubicBezTo>
                    <a:pt x="476" y="627"/>
                    <a:pt x="627" y="502"/>
                    <a:pt x="627" y="326"/>
                  </a:cubicBezTo>
                  <a:cubicBezTo>
                    <a:pt x="627" y="151"/>
                    <a:pt x="476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0" name="Google Shape;5180;p46"/>
            <p:cNvSpPr/>
            <p:nvPr/>
          </p:nvSpPr>
          <p:spPr>
            <a:xfrm>
              <a:off x="7675875" y="4958100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27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77"/>
                    <a:pt x="151" y="627"/>
                    <a:pt x="327" y="627"/>
                  </a:cubicBezTo>
                  <a:cubicBezTo>
                    <a:pt x="502" y="627"/>
                    <a:pt x="627" y="477"/>
                    <a:pt x="627" y="302"/>
                  </a:cubicBezTo>
                  <a:cubicBezTo>
                    <a:pt x="627" y="126"/>
                    <a:pt x="502" y="1"/>
                    <a:pt x="3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1" name="Google Shape;5181;p46"/>
            <p:cNvSpPr/>
            <p:nvPr/>
          </p:nvSpPr>
          <p:spPr>
            <a:xfrm>
              <a:off x="7892675" y="5148575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01" y="1"/>
                  </a:moveTo>
                  <a:cubicBezTo>
                    <a:pt x="151" y="1"/>
                    <a:pt x="1" y="151"/>
                    <a:pt x="1" y="327"/>
                  </a:cubicBezTo>
                  <a:cubicBezTo>
                    <a:pt x="1" y="477"/>
                    <a:pt x="151" y="627"/>
                    <a:pt x="301" y="627"/>
                  </a:cubicBezTo>
                  <a:cubicBezTo>
                    <a:pt x="477" y="627"/>
                    <a:pt x="627" y="477"/>
                    <a:pt x="627" y="327"/>
                  </a:cubicBezTo>
                  <a:cubicBezTo>
                    <a:pt x="627" y="151"/>
                    <a:pt x="477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2" name="Google Shape;5182;p46"/>
            <p:cNvSpPr/>
            <p:nvPr/>
          </p:nvSpPr>
          <p:spPr>
            <a:xfrm>
              <a:off x="7043050" y="5050225"/>
              <a:ext cx="1182350" cy="11925"/>
            </a:xfrm>
            <a:custGeom>
              <a:rect b="b" l="l" r="r" t="t"/>
              <a:pathLst>
                <a:path extrusionOk="0" h="477" w="47294">
                  <a:moveTo>
                    <a:pt x="226" y="0"/>
                  </a:moveTo>
                  <a:cubicBezTo>
                    <a:pt x="0" y="0"/>
                    <a:pt x="0" y="351"/>
                    <a:pt x="226" y="351"/>
                  </a:cubicBezTo>
                  <a:cubicBezTo>
                    <a:pt x="5514" y="351"/>
                    <a:pt x="10802" y="376"/>
                    <a:pt x="16091" y="401"/>
                  </a:cubicBezTo>
                  <a:cubicBezTo>
                    <a:pt x="24487" y="426"/>
                    <a:pt x="32883" y="451"/>
                    <a:pt x="41279" y="476"/>
                  </a:cubicBezTo>
                  <a:lnTo>
                    <a:pt x="47068" y="476"/>
                  </a:lnTo>
                  <a:cubicBezTo>
                    <a:pt x="47294" y="476"/>
                    <a:pt x="47294" y="150"/>
                    <a:pt x="47068" y="150"/>
                  </a:cubicBezTo>
                  <a:cubicBezTo>
                    <a:pt x="41780" y="125"/>
                    <a:pt x="36492" y="125"/>
                    <a:pt x="31204" y="100"/>
                  </a:cubicBezTo>
                  <a:cubicBezTo>
                    <a:pt x="22808" y="75"/>
                    <a:pt x="14412" y="50"/>
                    <a:pt x="6015" y="25"/>
                  </a:cubicBezTo>
                  <a:cubicBezTo>
                    <a:pt x="4086" y="25"/>
                    <a:pt x="2156" y="25"/>
                    <a:pt x="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3" name="Google Shape;5183;p46"/>
          <p:cNvGrpSpPr/>
          <p:nvPr/>
        </p:nvGrpSpPr>
        <p:grpSpPr>
          <a:xfrm>
            <a:off x="4418511" y="2166179"/>
            <a:ext cx="2088433" cy="2995410"/>
            <a:chOff x="1671375" y="416075"/>
            <a:chExt cx="1747350" cy="2506200"/>
          </a:xfrm>
        </p:grpSpPr>
        <p:sp>
          <p:nvSpPr>
            <p:cNvPr id="5184" name="Google Shape;5184;p46"/>
            <p:cNvSpPr/>
            <p:nvPr/>
          </p:nvSpPr>
          <p:spPr>
            <a:xfrm>
              <a:off x="2944375" y="1915450"/>
              <a:ext cx="285750" cy="640375"/>
            </a:xfrm>
            <a:custGeom>
              <a:rect b="b" l="l" r="r" t="t"/>
              <a:pathLst>
                <a:path extrusionOk="0" h="25615" w="11430">
                  <a:moveTo>
                    <a:pt x="11429" y="0"/>
                  </a:moveTo>
                  <a:lnTo>
                    <a:pt x="1" y="4110"/>
                  </a:lnTo>
                  <a:cubicBezTo>
                    <a:pt x="1129" y="6767"/>
                    <a:pt x="1429" y="25614"/>
                    <a:pt x="1429" y="25614"/>
                  </a:cubicBezTo>
                  <a:lnTo>
                    <a:pt x="5414" y="25614"/>
                  </a:lnTo>
                  <a:cubicBezTo>
                    <a:pt x="7795" y="21429"/>
                    <a:pt x="11429" y="0"/>
                    <a:pt x="114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5" name="Google Shape;5185;p46"/>
            <p:cNvSpPr/>
            <p:nvPr/>
          </p:nvSpPr>
          <p:spPr>
            <a:xfrm>
              <a:off x="3003900" y="2066750"/>
              <a:ext cx="8175" cy="38875"/>
            </a:xfrm>
            <a:custGeom>
              <a:rect b="b" l="l" r="r" t="t"/>
              <a:pathLst>
                <a:path extrusionOk="0" h="1555" w="327">
                  <a:moveTo>
                    <a:pt x="114" y="1"/>
                  </a:moveTo>
                  <a:cubicBezTo>
                    <a:pt x="57" y="1"/>
                    <a:pt x="1" y="38"/>
                    <a:pt x="1" y="114"/>
                  </a:cubicBezTo>
                  <a:lnTo>
                    <a:pt x="101" y="1442"/>
                  </a:lnTo>
                  <a:cubicBezTo>
                    <a:pt x="101" y="1517"/>
                    <a:pt x="157" y="1555"/>
                    <a:pt x="214" y="1555"/>
                  </a:cubicBezTo>
                  <a:cubicBezTo>
                    <a:pt x="270" y="1555"/>
                    <a:pt x="327" y="1517"/>
                    <a:pt x="327" y="1442"/>
                  </a:cubicBezTo>
                  <a:lnTo>
                    <a:pt x="226" y="114"/>
                  </a:lnTo>
                  <a:cubicBezTo>
                    <a:pt x="226" y="38"/>
                    <a:pt x="170" y="1"/>
                    <a:pt x="114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6" name="Google Shape;5186;p46"/>
            <p:cNvSpPr/>
            <p:nvPr/>
          </p:nvSpPr>
          <p:spPr>
            <a:xfrm>
              <a:off x="3030225" y="2067800"/>
              <a:ext cx="7300" cy="22800"/>
            </a:xfrm>
            <a:custGeom>
              <a:rect b="b" l="l" r="r" t="t"/>
              <a:pathLst>
                <a:path extrusionOk="0" h="912" w="292">
                  <a:moveTo>
                    <a:pt x="155" y="1"/>
                  </a:moveTo>
                  <a:cubicBezTo>
                    <a:pt x="112" y="1"/>
                    <a:pt x="70" y="23"/>
                    <a:pt x="50" y="72"/>
                  </a:cubicBezTo>
                  <a:cubicBezTo>
                    <a:pt x="0" y="322"/>
                    <a:pt x="0" y="573"/>
                    <a:pt x="0" y="798"/>
                  </a:cubicBezTo>
                  <a:cubicBezTo>
                    <a:pt x="13" y="874"/>
                    <a:pt x="69" y="911"/>
                    <a:pt x="123" y="911"/>
                  </a:cubicBezTo>
                  <a:cubicBezTo>
                    <a:pt x="176" y="911"/>
                    <a:pt x="226" y="874"/>
                    <a:pt x="226" y="798"/>
                  </a:cubicBezTo>
                  <a:cubicBezTo>
                    <a:pt x="201" y="573"/>
                    <a:pt x="226" y="372"/>
                    <a:pt x="276" y="147"/>
                  </a:cubicBezTo>
                  <a:cubicBezTo>
                    <a:pt x="291" y="55"/>
                    <a:pt x="223" y="1"/>
                    <a:pt x="155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7" name="Google Shape;5187;p46"/>
            <p:cNvSpPr/>
            <p:nvPr/>
          </p:nvSpPr>
          <p:spPr>
            <a:xfrm>
              <a:off x="3105100" y="2148825"/>
              <a:ext cx="6925" cy="31375"/>
            </a:xfrm>
            <a:custGeom>
              <a:rect b="b" l="l" r="r" t="t"/>
              <a:pathLst>
                <a:path extrusionOk="0" h="1255" w="277">
                  <a:moveTo>
                    <a:pt x="173" y="1"/>
                  </a:moveTo>
                  <a:cubicBezTo>
                    <a:pt x="119" y="1"/>
                    <a:pt x="63" y="39"/>
                    <a:pt x="63" y="114"/>
                  </a:cubicBezTo>
                  <a:lnTo>
                    <a:pt x="13" y="1141"/>
                  </a:lnTo>
                  <a:cubicBezTo>
                    <a:pt x="0" y="1217"/>
                    <a:pt x="50" y="1254"/>
                    <a:pt x="104" y="1254"/>
                  </a:cubicBezTo>
                  <a:cubicBezTo>
                    <a:pt x="157" y="1254"/>
                    <a:pt x="213" y="1217"/>
                    <a:pt x="213" y="1141"/>
                  </a:cubicBezTo>
                  <a:cubicBezTo>
                    <a:pt x="238" y="790"/>
                    <a:pt x="264" y="440"/>
                    <a:pt x="264" y="114"/>
                  </a:cubicBezTo>
                  <a:cubicBezTo>
                    <a:pt x="276" y="39"/>
                    <a:pt x="226" y="1"/>
                    <a:pt x="173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8" name="Google Shape;5188;p46"/>
            <p:cNvSpPr/>
            <p:nvPr/>
          </p:nvSpPr>
          <p:spPr>
            <a:xfrm>
              <a:off x="3114800" y="2154750"/>
              <a:ext cx="11375" cy="26700"/>
            </a:xfrm>
            <a:custGeom>
              <a:rect b="b" l="l" r="r" t="t"/>
              <a:pathLst>
                <a:path extrusionOk="0" h="1068" w="455">
                  <a:moveTo>
                    <a:pt x="298" y="0"/>
                  </a:moveTo>
                  <a:cubicBezTo>
                    <a:pt x="269" y="0"/>
                    <a:pt x="241" y="16"/>
                    <a:pt x="226" y="52"/>
                  </a:cubicBezTo>
                  <a:cubicBezTo>
                    <a:pt x="76" y="353"/>
                    <a:pt x="1" y="654"/>
                    <a:pt x="1" y="954"/>
                  </a:cubicBezTo>
                  <a:cubicBezTo>
                    <a:pt x="1" y="1030"/>
                    <a:pt x="57" y="1067"/>
                    <a:pt x="114" y="1067"/>
                  </a:cubicBezTo>
                  <a:cubicBezTo>
                    <a:pt x="170" y="1067"/>
                    <a:pt x="226" y="1030"/>
                    <a:pt x="226" y="954"/>
                  </a:cubicBezTo>
                  <a:cubicBezTo>
                    <a:pt x="226" y="679"/>
                    <a:pt x="277" y="428"/>
                    <a:pt x="402" y="178"/>
                  </a:cubicBezTo>
                  <a:cubicBezTo>
                    <a:pt x="455" y="89"/>
                    <a:pt x="370" y="0"/>
                    <a:pt x="298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9" name="Google Shape;5189;p46"/>
            <p:cNvSpPr/>
            <p:nvPr/>
          </p:nvSpPr>
          <p:spPr>
            <a:xfrm>
              <a:off x="3124825" y="2110225"/>
              <a:ext cx="5675" cy="28775"/>
            </a:xfrm>
            <a:custGeom>
              <a:rect b="b" l="l" r="r" t="t"/>
              <a:pathLst>
                <a:path extrusionOk="0" h="1151" w="227">
                  <a:moveTo>
                    <a:pt x="106" y="0"/>
                  </a:moveTo>
                  <a:cubicBezTo>
                    <a:pt x="52" y="0"/>
                    <a:pt x="1" y="32"/>
                    <a:pt x="1" y="104"/>
                  </a:cubicBezTo>
                  <a:lnTo>
                    <a:pt x="1" y="1056"/>
                  </a:lnTo>
                  <a:cubicBezTo>
                    <a:pt x="1" y="1119"/>
                    <a:pt x="57" y="1150"/>
                    <a:pt x="114" y="1150"/>
                  </a:cubicBezTo>
                  <a:cubicBezTo>
                    <a:pt x="170" y="1150"/>
                    <a:pt x="226" y="1119"/>
                    <a:pt x="226" y="1056"/>
                  </a:cubicBezTo>
                  <a:lnTo>
                    <a:pt x="226" y="104"/>
                  </a:lnTo>
                  <a:cubicBezTo>
                    <a:pt x="226" y="38"/>
                    <a:pt x="165" y="0"/>
                    <a:pt x="106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0" name="Google Shape;5190;p46"/>
            <p:cNvSpPr/>
            <p:nvPr/>
          </p:nvSpPr>
          <p:spPr>
            <a:xfrm>
              <a:off x="3020200" y="2225900"/>
              <a:ext cx="5650" cy="26350"/>
            </a:xfrm>
            <a:custGeom>
              <a:rect b="b" l="l" r="r" t="t"/>
              <a:pathLst>
                <a:path extrusionOk="0" h="1054" w="226">
                  <a:moveTo>
                    <a:pt x="113" y="1"/>
                  </a:moveTo>
                  <a:cubicBezTo>
                    <a:pt x="57" y="1"/>
                    <a:pt x="0" y="38"/>
                    <a:pt x="0" y="113"/>
                  </a:cubicBezTo>
                  <a:lnTo>
                    <a:pt x="0" y="941"/>
                  </a:lnTo>
                  <a:cubicBezTo>
                    <a:pt x="0" y="1016"/>
                    <a:pt x="57" y="1053"/>
                    <a:pt x="113" y="1053"/>
                  </a:cubicBezTo>
                  <a:cubicBezTo>
                    <a:pt x="170" y="1053"/>
                    <a:pt x="226" y="1016"/>
                    <a:pt x="226" y="941"/>
                  </a:cubicBezTo>
                  <a:lnTo>
                    <a:pt x="226" y="113"/>
                  </a:lnTo>
                  <a:cubicBezTo>
                    <a:pt x="226" y="38"/>
                    <a:pt x="170" y="1"/>
                    <a:pt x="113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1" name="Google Shape;5191;p46"/>
            <p:cNvSpPr/>
            <p:nvPr/>
          </p:nvSpPr>
          <p:spPr>
            <a:xfrm>
              <a:off x="3035225" y="2233275"/>
              <a:ext cx="7300" cy="26375"/>
            </a:xfrm>
            <a:custGeom>
              <a:rect b="b" l="l" r="r" t="t"/>
              <a:pathLst>
                <a:path extrusionOk="0" h="1055" w="292">
                  <a:moveTo>
                    <a:pt x="114" y="0"/>
                  </a:moveTo>
                  <a:cubicBezTo>
                    <a:pt x="57" y="0"/>
                    <a:pt x="1" y="32"/>
                    <a:pt x="1" y="94"/>
                  </a:cubicBezTo>
                  <a:cubicBezTo>
                    <a:pt x="1" y="395"/>
                    <a:pt x="26" y="696"/>
                    <a:pt x="76" y="971"/>
                  </a:cubicBezTo>
                  <a:cubicBezTo>
                    <a:pt x="86" y="1031"/>
                    <a:pt x="123" y="1055"/>
                    <a:pt x="163" y="1055"/>
                  </a:cubicBezTo>
                  <a:cubicBezTo>
                    <a:pt x="224" y="1055"/>
                    <a:pt x="292" y="997"/>
                    <a:pt x="277" y="921"/>
                  </a:cubicBezTo>
                  <a:cubicBezTo>
                    <a:pt x="226" y="646"/>
                    <a:pt x="226" y="370"/>
                    <a:pt x="226" y="94"/>
                  </a:cubicBezTo>
                  <a:cubicBezTo>
                    <a:pt x="226" y="32"/>
                    <a:pt x="170" y="0"/>
                    <a:pt x="114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2" name="Google Shape;5192;p46"/>
            <p:cNvSpPr/>
            <p:nvPr/>
          </p:nvSpPr>
          <p:spPr>
            <a:xfrm>
              <a:off x="3047375" y="2195925"/>
              <a:ext cx="7300" cy="30150"/>
            </a:xfrm>
            <a:custGeom>
              <a:rect b="b" l="l" r="r" t="t"/>
              <a:pathLst>
                <a:path extrusionOk="0" h="1206" w="292">
                  <a:moveTo>
                    <a:pt x="146" y="1"/>
                  </a:moveTo>
                  <a:cubicBezTo>
                    <a:pt x="78" y="1"/>
                    <a:pt x="1" y="59"/>
                    <a:pt x="16" y="135"/>
                  </a:cubicBezTo>
                  <a:cubicBezTo>
                    <a:pt x="66" y="460"/>
                    <a:pt x="91" y="786"/>
                    <a:pt x="66" y="1112"/>
                  </a:cubicBezTo>
                  <a:cubicBezTo>
                    <a:pt x="66" y="1175"/>
                    <a:pt x="116" y="1206"/>
                    <a:pt x="170" y="1206"/>
                  </a:cubicBezTo>
                  <a:cubicBezTo>
                    <a:pt x="223" y="1206"/>
                    <a:pt x="279" y="1175"/>
                    <a:pt x="292" y="1112"/>
                  </a:cubicBezTo>
                  <a:cubicBezTo>
                    <a:pt x="292" y="761"/>
                    <a:pt x="292" y="410"/>
                    <a:pt x="242" y="84"/>
                  </a:cubicBezTo>
                  <a:cubicBezTo>
                    <a:pt x="232" y="25"/>
                    <a:pt x="191" y="1"/>
                    <a:pt x="146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3" name="Google Shape;5193;p46"/>
            <p:cNvSpPr/>
            <p:nvPr/>
          </p:nvSpPr>
          <p:spPr>
            <a:xfrm>
              <a:off x="3076600" y="2385050"/>
              <a:ext cx="5025" cy="20075"/>
            </a:xfrm>
            <a:custGeom>
              <a:rect b="b" l="l" r="r" t="t"/>
              <a:pathLst>
                <a:path extrusionOk="0" h="803" w="201">
                  <a:moveTo>
                    <a:pt x="100" y="1"/>
                  </a:moveTo>
                  <a:cubicBezTo>
                    <a:pt x="50" y="1"/>
                    <a:pt x="0" y="38"/>
                    <a:pt x="0" y="113"/>
                  </a:cubicBezTo>
                  <a:lnTo>
                    <a:pt x="0" y="690"/>
                  </a:lnTo>
                  <a:cubicBezTo>
                    <a:pt x="0" y="765"/>
                    <a:pt x="50" y="803"/>
                    <a:pt x="100" y="803"/>
                  </a:cubicBezTo>
                  <a:cubicBezTo>
                    <a:pt x="150" y="803"/>
                    <a:pt x="201" y="765"/>
                    <a:pt x="201" y="690"/>
                  </a:cubicBezTo>
                  <a:lnTo>
                    <a:pt x="201" y="113"/>
                  </a:lnTo>
                  <a:cubicBezTo>
                    <a:pt x="201" y="38"/>
                    <a:pt x="150" y="1"/>
                    <a:pt x="100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4" name="Google Shape;5194;p46"/>
            <p:cNvSpPr/>
            <p:nvPr/>
          </p:nvSpPr>
          <p:spPr>
            <a:xfrm>
              <a:off x="3094125" y="2376275"/>
              <a:ext cx="5050" cy="26350"/>
            </a:xfrm>
            <a:custGeom>
              <a:rect b="b" l="l" r="r" t="t"/>
              <a:pathLst>
                <a:path extrusionOk="0" h="1054" w="202">
                  <a:moveTo>
                    <a:pt x="101" y="1"/>
                  </a:moveTo>
                  <a:cubicBezTo>
                    <a:pt x="51" y="1"/>
                    <a:pt x="1" y="38"/>
                    <a:pt x="1" y="114"/>
                  </a:cubicBezTo>
                  <a:lnTo>
                    <a:pt x="1" y="941"/>
                  </a:lnTo>
                  <a:cubicBezTo>
                    <a:pt x="1" y="1016"/>
                    <a:pt x="51" y="1053"/>
                    <a:pt x="101" y="1053"/>
                  </a:cubicBezTo>
                  <a:cubicBezTo>
                    <a:pt x="151" y="1053"/>
                    <a:pt x="201" y="1016"/>
                    <a:pt x="201" y="941"/>
                  </a:cubicBezTo>
                  <a:lnTo>
                    <a:pt x="201" y="114"/>
                  </a:lnTo>
                  <a:cubicBezTo>
                    <a:pt x="201" y="38"/>
                    <a:pt x="151" y="1"/>
                    <a:pt x="10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5" name="Google Shape;5195;p46"/>
            <p:cNvSpPr/>
            <p:nvPr/>
          </p:nvSpPr>
          <p:spPr>
            <a:xfrm>
              <a:off x="2674950" y="2257075"/>
              <a:ext cx="5050" cy="24775"/>
            </a:xfrm>
            <a:custGeom>
              <a:rect b="b" l="l" r="r" t="t"/>
              <a:pathLst>
                <a:path extrusionOk="0" h="991" w="202">
                  <a:moveTo>
                    <a:pt x="101" y="1"/>
                  </a:moveTo>
                  <a:cubicBezTo>
                    <a:pt x="51" y="1"/>
                    <a:pt x="1" y="32"/>
                    <a:pt x="1" y="95"/>
                  </a:cubicBezTo>
                  <a:lnTo>
                    <a:pt x="1" y="897"/>
                  </a:lnTo>
                  <a:cubicBezTo>
                    <a:pt x="1" y="959"/>
                    <a:pt x="51" y="991"/>
                    <a:pt x="101" y="991"/>
                  </a:cubicBezTo>
                  <a:cubicBezTo>
                    <a:pt x="151" y="991"/>
                    <a:pt x="201" y="959"/>
                    <a:pt x="201" y="897"/>
                  </a:cubicBezTo>
                  <a:lnTo>
                    <a:pt x="201" y="95"/>
                  </a:lnTo>
                  <a:cubicBezTo>
                    <a:pt x="201" y="32"/>
                    <a:pt x="151" y="1"/>
                    <a:pt x="10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6" name="Google Shape;5196;p46"/>
            <p:cNvSpPr/>
            <p:nvPr/>
          </p:nvSpPr>
          <p:spPr>
            <a:xfrm>
              <a:off x="2684350" y="2262000"/>
              <a:ext cx="9025" cy="17700"/>
            </a:xfrm>
            <a:custGeom>
              <a:rect b="b" l="l" r="r" t="t"/>
              <a:pathLst>
                <a:path extrusionOk="0" h="708" w="361">
                  <a:moveTo>
                    <a:pt x="116" y="0"/>
                  </a:moveTo>
                  <a:cubicBezTo>
                    <a:pt x="75" y="0"/>
                    <a:pt x="36" y="22"/>
                    <a:pt x="26" y="73"/>
                  </a:cubicBezTo>
                  <a:cubicBezTo>
                    <a:pt x="1" y="274"/>
                    <a:pt x="26" y="474"/>
                    <a:pt x="126" y="649"/>
                  </a:cubicBezTo>
                  <a:cubicBezTo>
                    <a:pt x="150" y="690"/>
                    <a:pt x="185" y="707"/>
                    <a:pt x="220" y="707"/>
                  </a:cubicBezTo>
                  <a:cubicBezTo>
                    <a:pt x="291" y="707"/>
                    <a:pt x="360" y="634"/>
                    <a:pt x="327" y="549"/>
                  </a:cubicBezTo>
                  <a:cubicBezTo>
                    <a:pt x="226" y="424"/>
                    <a:pt x="201" y="274"/>
                    <a:pt x="226" y="123"/>
                  </a:cubicBezTo>
                  <a:cubicBezTo>
                    <a:pt x="241" y="48"/>
                    <a:pt x="176" y="0"/>
                    <a:pt x="116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7" name="Google Shape;5197;p46"/>
            <p:cNvSpPr/>
            <p:nvPr/>
          </p:nvSpPr>
          <p:spPr>
            <a:xfrm>
              <a:off x="2636725" y="2182525"/>
              <a:ext cx="11800" cy="27375"/>
            </a:xfrm>
            <a:custGeom>
              <a:rect b="b" l="l" r="r" t="t"/>
              <a:pathLst>
                <a:path extrusionOk="0" h="1095" w="472">
                  <a:moveTo>
                    <a:pt x="104" y="0"/>
                  </a:moveTo>
                  <a:cubicBezTo>
                    <a:pt x="51" y="0"/>
                    <a:pt x="1" y="31"/>
                    <a:pt x="1" y="94"/>
                  </a:cubicBezTo>
                  <a:cubicBezTo>
                    <a:pt x="26" y="420"/>
                    <a:pt x="101" y="721"/>
                    <a:pt x="226" y="1021"/>
                  </a:cubicBezTo>
                  <a:cubicBezTo>
                    <a:pt x="247" y="1072"/>
                    <a:pt x="296" y="1094"/>
                    <a:pt x="342" y="1094"/>
                  </a:cubicBezTo>
                  <a:cubicBezTo>
                    <a:pt x="410" y="1094"/>
                    <a:pt x="472" y="1046"/>
                    <a:pt x="427" y="971"/>
                  </a:cubicBezTo>
                  <a:cubicBezTo>
                    <a:pt x="327" y="696"/>
                    <a:pt x="252" y="395"/>
                    <a:pt x="226" y="94"/>
                  </a:cubicBezTo>
                  <a:cubicBezTo>
                    <a:pt x="214" y="31"/>
                    <a:pt x="158" y="0"/>
                    <a:pt x="104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8" name="Google Shape;5198;p46"/>
            <p:cNvSpPr/>
            <p:nvPr/>
          </p:nvSpPr>
          <p:spPr>
            <a:xfrm>
              <a:off x="2651775" y="2182425"/>
              <a:ext cx="8925" cy="27475"/>
            </a:xfrm>
            <a:custGeom>
              <a:rect b="b" l="l" r="r" t="t"/>
              <a:pathLst>
                <a:path extrusionOk="0" h="1099" w="357">
                  <a:moveTo>
                    <a:pt x="130" y="0"/>
                  </a:moveTo>
                  <a:cubicBezTo>
                    <a:pt x="87" y="0"/>
                    <a:pt x="51" y="22"/>
                    <a:pt x="51" y="73"/>
                  </a:cubicBezTo>
                  <a:cubicBezTo>
                    <a:pt x="0" y="399"/>
                    <a:pt x="25" y="725"/>
                    <a:pt x="126" y="1025"/>
                  </a:cubicBezTo>
                  <a:cubicBezTo>
                    <a:pt x="136" y="1076"/>
                    <a:pt x="179" y="1098"/>
                    <a:pt x="223" y="1098"/>
                  </a:cubicBezTo>
                  <a:cubicBezTo>
                    <a:pt x="288" y="1098"/>
                    <a:pt x="356" y="1050"/>
                    <a:pt x="326" y="975"/>
                  </a:cubicBezTo>
                  <a:cubicBezTo>
                    <a:pt x="226" y="700"/>
                    <a:pt x="201" y="424"/>
                    <a:pt x="251" y="123"/>
                  </a:cubicBezTo>
                  <a:cubicBezTo>
                    <a:pt x="266" y="48"/>
                    <a:pt x="192" y="0"/>
                    <a:pt x="130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9" name="Google Shape;5199;p46"/>
            <p:cNvSpPr/>
            <p:nvPr/>
          </p:nvSpPr>
          <p:spPr>
            <a:xfrm>
              <a:off x="2522700" y="1979975"/>
              <a:ext cx="245650" cy="554550"/>
            </a:xfrm>
            <a:custGeom>
              <a:rect b="b" l="l" r="r" t="t"/>
              <a:pathLst>
                <a:path extrusionOk="0" h="22182" w="9826">
                  <a:moveTo>
                    <a:pt x="0" y="1"/>
                  </a:moveTo>
                  <a:lnTo>
                    <a:pt x="4286" y="22181"/>
                  </a:lnTo>
                  <a:lnTo>
                    <a:pt x="9825" y="22181"/>
                  </a:lnTo>
                  <a:lnTo>
                    <a:pt x="6492" y="14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0" name="Google Shape;5200;p46"/>
            <p:cNvSpPr/>
            <p:nvPr/>
          </p:nvSpPr>
          <p:spPr>
            <a:xfrm>
              <a:off x="2944375" y="2501275"/>
              <a:ext cx="237825" cy="176550"/>
            </a:xfrm>
            <a:custGeom>
              <a:rect b="b" l="l" r="r" t="t"/>
              <a:pathLst>
                <a:path extrusionOk="0" h="7062" w="9513">
                  <a:moveTo>
                    <a:pt x="377" y="1"/>
                  </a:moveTo>
                  <a:lnTo>
                    <a:pt x="1" y="7043"/>
                  </a:lnTo>
                  <a:cubicBezTo>
                    <a:pt x="1" y="7043"/>
                    <a:pt x="973" y="7061"/>
                    <a:pt x="2289" y="7061"/>
                  </a:cubicBezTo>
                  <a:cubicBezTo>
                    <a:pt x="5110" y="7061"/>
                    <a:pt x="9512" y="6980"/>
                    <a:pt x="9324" y="6467"/>
                  </a:cubicBezTo>
                  <a:cubicBezTo>
                    <a:pt x="9048" y="5715"/>
                    <a:pt x="5715" y="5515"/>
                    <a:pt x="5715" y="5515"/>
                  </a:cubicBezTo>
                  <a:lnTo>
                    <a:pt x="8096" y="1"/>
                  </a:ln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1" name="Google Shape;5201;p46"/>
            <p:cNvSpPr/>
            <p:nvPr/>
          </p:nvSpPr>
          <p:spPr>
            <a:xfrm>
              <a:off x="3068150" y="2568525"/>
              <a:ext cx="63925" cy="16325"/>
            </a:xfrm>
            <a:custGeom>
              <a:rect b="b" l="l" r="r" t="t"/>
              <a:pathLst>
                <a:path extrusionOk="0" h="653" w="2557">
                  <a:moveTo>
                    <a:pt x="1807" y="1"/>
                  </a:moveTo>
                  <a:cubicBezTo>
                    <a:pt x="1219" y="1"/>
                    <a:pt x="558" y="248"/>
                    <a:pt x="112" y="444"/>
                  </a:cubicBezTo>
                  <a:cubicBezTo>
                    <a:pt x="1" y="488"/>
                    <a:pt x="68" y="652"/>
                    <a:pt x="173" y="652"/>
                  </a:cubicBezTo>
                  <a:cubicBezTo>
                    <a:pt x="186" y="652"/>
                    <a:pt x="199" y="650"/>
                    <a:pt x="213" y="644"/>
                  </a:cubicBezTo>
                  <a:cubicBezTo>
                    <a:pt x="611" y="463"/>
                    <a:pt x="1245" y="217"/>
                    <a:pt x="1783" y="217"/>
                  </a:cubicBezTo>
                  <a:cubicBezTo>
                    <a:pt x="1990" y="217"/>
                    <a:pt x="2183" y="253"/>
                    <a:pt x="2343" y="343"/>
                  </a:cubicBezTo>
                  <a:cubicBezTo>
                    <a:pt x="2358" y="350"/>
                    <a:pt x="2373" y="352"/>
                    <a:pt x="2387" y="352"/>
                  </a:cubicBezTo>
                  <a:cubicBezTo>
                    <a:pt x="2490" y="352"/>
                    <a:pt x="2556" y="209"/>
                    <a:pt x="2468" y="143"/>
                  </a:cubicBezTo>
                  <a:cubicBezTo>
                    <a:pt x="2273" y="42"/>
                    <a:pt x="2046" y="1"/>
                    <a:pt x="18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2" name="Google Shape;5202;p46"/>
            <p:cNvSpPr/>
            <p:nvPr/>
          </p:nvSpPr>
          <p:spPr>
            <a:xfrm>
              <a:off x="3071875" y="2596900"/>
              <a:ext cx="55500" cy="12350"/>
            </a:xfrm>
            <a:custGeom>
              <a:rect b="b" l="l" r="r" t="t"/>
              <a:pathLst>
                <a:path extrusionOk="0" h="494" w="2220">
                  <a:moveTo>
                    <a:pt x="1659" y="1"/>
                  </a:moveTo>
                  <a:cubicBezTo>
                    <a:pt x="1511" y="1"/>
                    <a:pt x="1364" y="10"/>
                    <a:pt x="1242" y="10"/>
                  </a:cubicBezTo>
                  <a:cubicBezTo>
                    <a:pt x="866" y="35"/>
                    <a:pt x="490" y="136"/>
                    <a:pt x="114" y="261"/>
                  </a:cubicBezTo>
                  <a:cubicBezTo>
                    <a:pt x="1" y="306"/>
                    <a:pt x="30" y="494"/>
                    <a:pt x="147" y="494"/>
                  </a:cubicBezTo>
                  <a:cubicBezTo>
                    <a:pt x="160" y="494"/>
                    <a:pt x="174" y="492"/>
                    <a:pt x="189" y="487"/>
                  </a:cubicBezTo>
                  <a:cubicBezTo>
                    <a:pt x="465" y="361"/>
                    <a:pt x="791" y="286"/>
                    <a:pt x="1091" y="236"/>
                  </a:cubicBezTo>
                  <a:cubicBezTo>
                    <a:pt x="1228" y="222"/>
                    <a:pt x="1418" y="201"/>
                    <a:pt x="1603" y="201"/>
                  </a:cubicBezTo>
                  <a:cubicBezTo>
                    <a:pt x="1755" y="201"/>
                    <a:pt x="1905" y="216"/>
                    <a:pt x="2019" y="261"/>
                  </a:cubicBezTo>
                  <a:cubicBezTo>
                    <a:pt x="2044" y="286"/>
                    <a:pt x="2069" y="311"/>
                    <a:pt x="2119" y="311"/>
                  </a:cubicBezTo>
                  <a:lnTo>
                    <a:pt x="2144" y="311"/>
                  </a:lnTo>
                  <a:cubicBezTo>
                    <a:pt x="2169" y="286"/>
                    <a:pt x="2219" y="261"/>
                    <a:pt x="2219" y="236"/>
                  </a:cubicBezTo>
                  <a:cubicBezTo>
                    <a:pt x="2219" y="236"/>
                    <a:pt x="2219" y="211"/>
                    <a:pt x="2219" y="211"/>
                  </a:cubicBezTo>
                  <a:cubicBezTo>
                    <a:pt x="2219" y="161"/>
                    <a:pt x="2219" y="111"/>
                    <a:pt x="2169" y="86"/>
                  </a:cubicBezTo>
                  <a:cubicBezTo>
                    <a:pt x="2030" y="16"/>
                    <a:pt x="1844" y="1"/>
                    <a:pt x="16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3" name="Google Shape;5203;p46"/>
            <p:cNvSpPr/>
            <p:nvPr/>
          </p:nvSpPr>
          <p:spPr>
            <a:xfrm>
              <a:off x="2514550" y="2490000"/>
              <a:ext cx="272575" cy="223825"/>
            </a:xfrm>
            <a:custGeom>
              <a:rect b="b" l="l" r="r" t="t"/>
              <a:pathLst>
                <a:path extrusionOk="0" h="8953" w="10903">
                  <a:moveTo>
                    <a:pt x="10377" y="1"/>
                  </a:moveTo>
                  <a:lnTo>
                    <a:pt x="4687" y="1003"/>
                  </a:lnTo>
                  <a:lnTo>
                    <a:pt x="3535" y="1103"/>
                  </a:lnTo>
                  <a:lnTo>
                    <a:pt x="4838" y="6718"/>
                  </a:lnTo>
                  <a:cubicBezTo>
                    <a:pt x="4838" y="6718"/>
                    <a:pt x="1" y="6918"/>
                    <a:pt x="577" y="8246"/>
                  </a:cubicBezTo>
                  <a:cubicBezTo>
                    <a:pt x="814" y="8792"/>
                    <a:pt x="2599" y="8953"/>
                    <a:pt x="4621" y="8953"/>
                  </a:cubicBezTo>
                  <a:cubicBezTo>
                    <a:pt x="7519" y="8953"/>
                    <a:pt x="10903" y="8622"/>
                    <a:pt x="10903" y="8622"/>
                  </a:cubicBezTo>
                  <a:lnTo>
                    <a:pt x="10377" y="1"/>
                  </a:ln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4" name="Google Shape;5204;p46"/>
            <p:cNvSpPr/>
            <p:nvPr/>
          </p:nvSpPr>
          <p:spPr>
            <a:xfrm>
              <a:off x="2196250" y="953650"/>
              <a:ext cx="1222475" cy="976500"/>
            </a:xfrm>
            <a:custGeom>
              <a:rect b="b" l="l" r="r" t="t"/>
              <a:pathLst>
                <a:path extrusionOk="0" h="39060" w="48899">
                  <a:moveTo>
                    <a:pt x="30076" y="1"/>
                  </a:moveTo>
                  <a:lnTo>
                    <a:pt x="9700" y="7545"/>
                  </a:lnTo>
                  <a:cubicBezTo>
                    <a:pt x="9700" y="7545"/>
                    <a:pt x="1329" y="13359"/>
                    <a:pt x="1" y="26417"/>
                  </a:cubicBezTo>
                  <a:lnTo>
                    <a:pt x="3409" y="33059"/>
                  </a:lnTo>
                  <a:cubicBezTo>
                    <a:pt x="4261" y="33059"/>
                    <a:pt x="5063" y="32758"/>
                    <a:pt x="5715" y="32282"/>
                  </a:cubicBezTo>
                  <a:cubicBezTo>
                    <a:pt x="6342" y="31780"/>
                    <a:pt x="6843" y="31079"/>
                    <a:pt x="7068" y="30252"/>
                  </a:cubicBezTo>
                  <a:lnTo>
                    <a:pt x="8472" y="25013"/>
                  </a:lnTo>
                  <a:lnTo>
                    <a:pt x="8472" y="25013"/>
                  </a:lnTo>
                  <a:cubicBezTo>
                    <a:pt x="8422" y="25339"/>
                    <a:pt x="7720" y="30853"/>
                    <a:pt x="13460" y="35815"/>
                  </a:cubicBezTo>
                  <a:cubicBezTo>
                    <a:pt x="14938" y="37094"/>
                    <a:pt x="17219" y="38046"/>
                    <a:pt x="19951" y="38572"/>
                  </a:cubicBezTo>
                  <a:cubicBezTo>
                    <a:pt x="20277" y="38648"/>
                    <a:pt x="20602" y="38698"/>
                    <a:pt x="20953" y="38748"/>
                  </a:cubicBezTo>
                  <a:cubicBezTo>
                    <a:pt x="22277" y="38951"/>
                    <a:pt x="23684" y="39059"/>
                    <a:pt x="25136" y="39059"/>
                  </a:cubicBezTo>
                  <a:cubicBezTo>
                    <a:pt x="32615" y="39059"/>
                    <a:pt x="41250" y="36199"/>
                    <a:pt x="45490" y="28873"/>
                  </a:cubicBezTo>
                  <a:cubicBezTo>
                    <a:pt x="48572" y="23585"/>
                    <a:pt x="48898" y="18723"/>
                    <a:pt x="47896" y="14662"/>
                  </a:cubicBezTo>
                  <a:cubicBezTo>
                    <a:pt x="47846" y="14437"/>
                    <a:pt x="47770" y="14211"/>
                    <a:pt x="47720" y="13986"/>
                  </a:cubicBezTo>
                  <a:cubicBezTo>
                    <a:pt x="46317" y="9073"/>
                    <a:pt x="43034" y="5464"/>
                    <a:pt x="40603" y="3936"/>
                  </a:cubicBezTo>
                  <a:cubicBezTo>
                    <a:pt x="36116" y="1129"/>
                    <a:pt x="30076" y="1"/>
                    <a:pt x="30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5" name="Google Shape;5205;p46"/>
            <p:cNvSpPr/>
            <p:nvPr/>
          </p:nvSpPr>
          <p:spPr>
            <a:xfrm>
              <a:off x="2625675" y="1456900"/>
              <a:ext cx="412225" cy="300100"/>
            </a:xfrm>
            <a:custGeom>
              <a:rect b="b" l="l" r="r" t="t"/>
              <a:pathLst>
                <a:path extrusionOk="0" h="12004" w="16489">
                  <a:moveTo>
                    <a:pt x="16344" y="0"/>
                  </a:moveTo>
                  <a:cubicBezTo>
                    <a:pt x="16298" y="0"/>
                    <a:pt x="16252" y="22"/>
                    <a:pt x="16232" y="71"/>
                  </a:cubicBezTo>
                  <a:cubicBezTo>
                    <a:pt x="13952" y="6663"/>
                    <a:pt x="6709" y="10623"/>
                    <a:pt x="142" y="11801"/>
                  </a:cubicBezTo>
                  <a:cubicBezTo>
                    <a:pt x="1" y="11824"/>
                    <a:pt x="59" y="12003"/>
                    <a:pt x="171" y="12003"/>
                  </a:cubicBezTo>
                  <a:cubicBezTo>
                    <a:pt x="178" y="12003"/>
                    <a:pt x="185" y="12003"/>
                    <a:pt x="192" y="12001"/>
                  </a:cubicBezTo>
                  <a:cubicBezTo>
                    <a:pt x="6834" y="10823"/>
                    <a:pt x="14127" y="6788"/>
                    <a:pt x="16458" y="147"/>
                  </a:cubicBezTo>
                  <a:cubicBezTo>
                    <a:pt x="16489" y="55"/>
                    <a:pt x="16417" y="0"/>
                    <a:pt x="163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6" name="Google Shape;5206;p46"/>
            <p:cNvSpPr/>
            <p:nvPr/>
          </p:nvSpPr>
          <p:spPr>
            <a:xfrm>
              <a:off x="2654275" y="1357325"/>
              <a:ext cx="60800" cy="380200"/>
            </a:xfrm>
            <a:custGeom>
              <a:rect b="b" l="l" r="r" t="t"/>
              <a:pathLst>
                <a:path extrusionOk="0" h="15208" w="2432">
                  <a:moveTo>
                    <a:pt x="759" y="0"/>
                  </a:moveTo>
                  <a:cubicBezTo>
                    <a:pt x="702" y="0"/>
                    <a:pt x="640" y="32"/>
                    <a:pt x="627" y="94"/>
                  </a:cubicBezTo>
                  <a:cubicBezTo>
                    <a:pt x="1" y="5157"/>
                    <a:pt x="527" y="10245"/>
                    <a:pt x="2156" y="15007"/>
                  </a:cubicBezTo>
                  <a:cubicBezTo>
                    <a:pt x="2181" y="15057"/>
                    <a:pt x="2206" y="15132"/>
                    <a:pt x="2231" y="15207"/>
                  </a:cubicBezTo>
                  <a:lnTo>
                    <a:pt x="2432" y="15132"/>
                  </a:lnTo>
                  <a:cubicBezTo>
                    <a:pt x="2407" y="15082"/>
                    <a:pt x="2407" y="15007"/>
                    <a:pt x="2357" y="14932"/>
                  </a:cubicBezTo>
                  <a:cubicBezTo>
                    <a:pt x="753" y="10195"/>
                    <a:pt x="201" y="5132"/>
                    <a:pt x="853" y="94"/>
                  </a:cubicBezTo>
                  <a:cubicBezTo>
                    <a:pt x="865" y="32"/>
                    <a:pt x="815" y="0"/>
                    <a:pt x="7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7" name="Google Shape;5207;p46"/>
            <p:cNvSpPr/>
            <p:nvPr/>
          </p:nvSpPr>
          <p:spPr>
            <a:xfrm>
              <a:off x="2602275" y="1503075"/>
              <a:ext cx="35750" cy="48175"/>
            </a:xfrm>
            <a:custGeom>
              <a:rect b="b" l="l" r="r" t="t"/>
              <a:pathLst>
                <a:path extrusionOk="0" h="1927" w="1430">
                  <a:moveTo>
                    <a:pt x="619" y="1"/>
                  </a:moveTo>
                  <a:cubicBezTo>
                    <a:pt x="484" y="1"/>
                    <a:pt x="347" y="60"/>
                    <a:pt x="251" y="204"/>
                  </a:cubicBezTo>
                  <a:cubicBezTo>
                    <a:pt x="76" y="480"/>
                    <a:pt x="0" y="831"/>
                    <a:pt x="76" y="1182"/>
                  </a:cubicBezTo>
                  <a:cubicBezTo>
                    <a:pt x="126" y="1482"/>
                    <a:pt x="326" y="1833"/>
                    <a:pt x="627" y="1909"/>
                  </a:cubicBezTo>
                  <a:cubicBezTo>
                    <a:pt x="674" y="1921"/>
                    <a:pt x="720" y="1927"/>
                    <a:pt x="764" y="1927"/>
                  </a:cubicBezTo>
                  <a:cubicBezTo>
                    <a:pt x="1074" y="1927"/>
                    <a:pt x="1310" y="1639"/>
                    <a:pt x="1354" y="1332"/>
                  </a:cubicBezTo>
                  <a:cubicBezTo>
                    <a:pt x="1429" y="981"/>
                    <a:pt x="1329" y="630"/>
                    <a:pt x="1078" y="380"/>
                  </a:cubicBezTo>
                  <a:cubicBezTo>
                    <a:pt x="1078" y="380"/>
                    <a:pt x="1078" y="355"/>
                    <a:pt x="1078" y="355"/>
                  </a:cubicBezTo>
                  <a:cubicBezTo>
                    <a:pt x="1047" y="154"/>
                    <a:pt x="836" y="1"/>
                    <a:pt x="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8" name="Google Shape;5208;p46"/>
            <p:cNvSpPr/>
            <p:nvPr/>
          </p:nvSpPr>
          <p:spPr>
            <a:xfrm>
              <a:off x="2618575" y="1623875"/>
              <a:ext cx="37600" cy="45225"/>
            </a:xfrm>
            <a:custGeom>
              <a:rect b="b" l="l" r="r" t="t"/>
              <a:pathLst>
                <a:path extrusionOk="0" h="1809" w="1504">
                  <a:moveTo>
                    <a:pt x="761" y="1"/>
                  </a:moveTo>
                  <a:cubicBezTo>
                    <a:pt x="725" y="1"/>
                    <a:pt x="689" y="3"/>
                    <a:pt x="652" y="9"/>
                  </a:cubicBezTo>
                  <a:cubicBezTo>
                    <a:pt x="100" y="84"/>
                    <a:pt x="0" y="635"/>
                    <a:pt x="125" y="1087"/>
                  </a:cubicBezTo>
                  <a:cubicBezTo>
                    <a:pt x="150" y="1162"/>
                    <a:pt x="176" y="1237"/>
                    <a:pt x="251" y="1287"/>
                  </a:cubicBezTo>
                  <a:cubicBezTo>
                    <a:pt x="326" y="1488"/>
                    <a:pt x="451" y="1638"/>
                    <a:pt x="627" y="1738"/>
                  </a:cubicBezTo>
                  <a:cubicBezTo>
                    <a:pt x="707" y="1786"/>
                    <a:pt x="795" y="1809"/>
                    <a:pt x="883" y="1809"/>
                  </a:cubicBezTo>
                  <a:cubicBezTo>
                    <a:pt x="1068" y="1809"/>
                    <a:pt x="1251" y="1708"/>
                    <a:pt x="1353" y="1538"/>
                  </a:cubicBezTo>
                  <a:cubicBezTo>
                    <a:pt x="1479" y="1362"/>
                    <a:pt x="1504" y="1087"/>
                    <a:pt x="1504" y="861"/>
                  </a:cubicBezTo>
                  <a:cubicBezTo>
                    <a:pt x="1504" y="420"/>
                    <a:pt x="1203" y="1"/>
                    <a:pt x="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9" name="Google Shape;5209;p46"/>
            <p:cNvSpPr/>
            <p:nvPr/>
          </p:nvSpPr>
          <p:spPr>
            <a:xfrm>
              <a:off x="2693750" y="1303275"/>
              <a:ext cx="706175" cy="619200"/>
            </a:xfrm>
            <a:custGeom>
              <a:rect b="b" l="l" r="r" t="t"/>
              <a:pathLst>
                <a:path extrusionOk="0" h="24768" w="28247">
                  <a:moveTo>
                    <a:pt x="27820" y="1"/>
                  </a:moveTo>
                  <a:cubicBezTo>
                    <a:pt x="27770" y="1"/>
                    <a:pt x="27720" y="26"/>
                    <a:pt x="27745" y="101"/>
                  </a:cubicBezTo>
                  <a:cubicBezTo>
                    <a:pt x="28021" y="3484"/>
                    <a:pt x="28021" y="6918"/>
                    <a:pt x="26768" y="10126"/>
                  </a:cubicBezTo>
                  <a:cubicBezTo>
                    <a:pt x="25464" y="13409"/>
                    <a:pt x="23083" y="16317"/>
                    <a:pt x="20427" y="18572"/>
                  </a:cubicBezTo>
                  <a:cubicBezTo>
                    <a:pt x="15163" y="23071"/>
                    <a:pt x="8526" y="24566"/>
                    <a:pt x="1767" y="24566"/>
                  </a:cubicBezTo>
                  <a:cubicBezTo>
                    <a:pt x="1221" y="24566"/>
                    <a:pt x="673" y="24556"/>
                    <a:pt x="126" y="24537"/>
                  </a:cubicBezTo>
                  <a:cubicBezTo>
                    <a:pt x="76" y="24537"/>
                    <a:pt x="51" y="24562"/>
                    <a:pt x="51" y="24587"/>
                  </a:cubicBezTo>
                  <a:cubicBezTo>
                    <a:pt x="1" y="24663"/>
                    <a:pt x="51" y="24738"/>
                    <a:pt x="126" y="24763"/>
                  </a:cubicBezTo>
                  <a:lnTo>
                    <a:pt x="1053" y="24763"/>
                  </a:lnTo>
                  <a:cubicBezTo>
                    <a:pt x="1280" y="24766"/>
                    <a:pt x="1507" y="24768"/>
                    <a:pt x="1733" y="24768"/>
                  </a:cubicBezTo>
                  <a:cubicBezTo>
                    <a:pt x="8543" y="24768"/>
                    <a:pt x="15241" y="23283"/>
                    <a:pt x="20577" y="18723"/>
                  </a:cubicBezTo>
                  <a:cubicBezTo>
                    <a:pt x="23159" y="16542"/>
                    <a:pt x="25464" y="13760"/>
                    <a:pt x="26793" y="10627"/>
                  </a:cubicBezTo>
                  <a:cubicBezTo>
                    <a:pt x="28146" y="7444"/>
                    <a:pt x="28246" y="4061"/>
                    <a:pt x="27996" y="677"/>
                  </a:cubicBezTo>
                  <a:cubicBezTo>
                    <a:pt x="27946" y="452"/>
                    <a:pt x="27870" y="226"/>
                    <a:pt x="27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0" name="Google Shape;5210;p46"/>
            <p:cNvSpPr/>
            <p:nvPr/>
          </p:nvSpPr>
          <p:spPr>
            <a:xfrm>
              <a:off x="2387350" y="1448075"/>
              <a:ext cx="60250" cy="281075"/>
            </a:xfrm>
            <a:custGeom>
              <a:rect b="b" l="l" r="r" t="t"/>
              <a:pathLst>
                <a:path extrusionOk="0" h="11243" w="2410">
                  <a:moveTo>
                    <a:pt x="927" y="1"/>
                  </a:moveTo>
                  <a:cubicBezTo>
                    <a:pt x="881" y="1"/>
                    <a:pt x="838" y="23"/>
                    <a:pt x="828" y="73"/>
                  </a:cubicBezTo>
                  <a:cubicBezTo>
                    <a:pt x="176" y="3632"/>
                    <a:pt x="1" y="8119"/>
                    <a:pt x="2181" y="11201"/>
                  </a:cubicBezTo>
                  <a:cubicBezTo>
                    <a:pt x="2203" y="11231"/>
                    <a:pt x="2234" y="11243"/>
                    <a:pt x="2264" y="11243"/>
                  </a:cubicBezTo>
                  <a:cubicBezTo>
                    <a:pt x="2338" y="11243"/>
                    <a:pt x="2410" y="11172"/>
                    <a:pt x="2357" y="11101"/>
                  </a:cubicBezTo>
                  <a:cubicBezTo>
                    <a:pt x="227" y="8068"/>
                    <a:pt x="402" y="3632"/>
                    <a:pt x="1054" y="124"/>
                  </a:cubicBezTo>
                  <a:cubicBezTo>
                    <a:pt x="1069" y="49"/>
                    <a:pt x="994" y="1"/>
                    <a:pt x="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1" name="Google Shape;5211;p46"/>
            <p:cNvSpPr/>
            <p:nvPr/>
          </p:nvSpPr>
          <p:spPr>
            <a:xfrm>
              <a:off x="2250775" y="1539450"/>
              <a:ext cx="122300" cy="45950"/>
            </a:xfrm>
            <a:custGeom>
              <a:rect b="b" l="l" r="r" t="t"/>
              <a:pathLst>
                <a:path extrusionOk="0" h="1838" w="4892">
                  <a:moveTo>
                    <a:pt x="107" y="0"/>
                  </a:moveTo>
                  <a:cubicBezTo>
                    <a:pt x="1" y="0"/>
                    <a:pt x="7" y="203"/>
                    <a:pt x="126" y="203"/>
                  </a:cubicBezTo>
                  <a:cubicBezTo>
                    <a:pt x="1755" y="378"/>
                    <a:pt x="3409" y="604"/>
                    <a:pt x="4662" y="1807"/>
                  </a:cubicBezTo>
                  <a:cubicBezTo>
                    <a:pt x="4683" y="1828"/>
                    <a:pt x="4707" y="1837"/>
                    <a:pt x="4730" y="1837"/>
                  </a:cubicBezTo>
                  <a:cubicBezTo>
                    <a:pt x="4815" y="1837"/>
                    <a:pt x="4891" y="1716"/>
                    <a:pt x="4812" y="1657"/>
                  </a:cubicBezTo>
                  <a:cubicBezTo>
                    <a:pt x="3534" y="428"/>
                    <a:pt x="1830" y="153"/>
                    <a:pt x="126" y="2"/>
                  </a:cubicBezTo>
                  <a:cubicBezTo>
                    <a:pt x="119" y="1"/>
                    <a:pt x="113" y="0"/>
                    <a:pt x="1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2" name="Google Shape;5212;p46"/>
            <p:cNvSpPr/>
            <p:nvPr/>
          </p:nvSpPr>
          <p:spPr>
            <a:xfrm>
              <a:off x="3079100" y="1091650"/>
              <a:ext cx="19600" cy="35475"/>
            </a:xfrm>
            <a:custGeom>
              <a:rect b="b" l="l" r="r" t="t"/>
              <a:pathLst>
                <a:path extrusionOk="0" h="1419" w="784">
                  <a:moveTo>
                    <a:pt x="148" y="1"/>
                  </a:moveTo>
                  <a:cubicBezTo>
                    <a:pt x="94" y="1"/>
                    <a:pt x="38" y="32"/>
                    <a:pt x="25" y="95"/>
                  </a:cubicBezTo>
                  <a:cubicBezTo>
                    <a:pt x="0" y="596"/>
                    <a:pt x="201" y="1047"/>
                    <a:pt x="552" y="1398"/>
                  </a:cubicBezTo>
                  <a:cubicBezTo>
                    <a:pt x="571" y="1412"/>
                    <a:pt x="591" y="1418"/>
                    <a:pt x="612" y="1418"/>
                  </a:cubicBezTo>
                  <a:cubicBezTo>
                    <a:pt x="700" y="1418"/>
                    <a:pt x="783" y="1304"/>
                    <a:pt x="702" y="1223"/>
                  </a:cubicBezTo>
                  <a:cubicBezTo>
                    <a:pt x="401" y="922"/>
                    <a:pt x="226" y="546"/>
                    <a:pt x="251" y="95"/>
                  </a:cubicBezTo>
                  <a:cubicBezTo>
                    <a:pt x="251" y="32"/>
                    <a:pt x="201" y="1"/>
                    <a:pt x="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3" name="Google Shape;5213;p46"/>
            <p:cNvSpPr/>
            <p:nvPr/>
          </p:nvSpPr>
          <p:spPr>
            <a:xfrm>
              <a:off x="3098525" y="1086650"/>
              <a:ext cx="14925" cy="42400"/>
            </a:xfrm>
            <a:custGeom>
              <a:rect b="b" l="l" r="r" t="t"/>
              <a:pathLst>
                <a:path extrusionOk="0" h="1696" w="597">
                  <a:moveTo>
                    <a:pt x="104" y="0"/>
                  </a:moveTo>
                  <a:cubicBezTo>
                    <a:pt x="50" y="0"/>
                    <a:pt x="0" y="32"/>
                    <a:pt x="0" y="94"/>
                  </a:cubicBezTo>
                  <a:cubicBezTo>
                    <a:pt x="25" y="621"/>
                    <a:pt x="151" y="1122"/>
                    <a:pt x="351" y="1623"/>
                  </a:cubicBezTo>
                  <a:cubicBezTo>
                    <a:pt x="371" y="1674"/>
                    <a:pt x="420" y="1696"/>
                    <a:pt x="466" y="1696"/>
                  </a:cubicBezTo>
                  <a:cubicBezTo>
                    <a:pt x="534" y="1696"/>
                    <a:pt x="596" y="1648"/>
                    <a:pt x="552" y="1573"/>
                  </a:cubicBezTo>
                  <a:cubicBezTo>
                    <a:pt x="351" y="1097"/>
                    <a:pt x="251" y="596"/>
                    <a:pt x="226" y="94"/>
                  </a:cubicBezTo>
                  <a:cubicBezTo>
                    <a:pt x="213" y="32"/>
                    <a:pt x="157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4" name="Google Shape;5214;p46"/>
            <p:cNvSpPr/>
            <p:nvPr/>
          </p:nvSpPr>
          <p:spPr>
            <a:xfrm>
              <a:off x="3251250" y="1276650"/>
              <a:ext cx="9575" cy="35950"/>
            </a:xfrm>
            <a:custGeom>
              <a:rect b="b" l="l" r="r" t="t"/>
              <a:pathLst>
                <a:path extrusionOk="0" h="1438" w="383">
                  <a:moveTo>
                    <a:pt x="257" y="1"/>
                  </a:moveTo>
                  <a:cubicBezTo>
                    <a:pt x="207" y="1"/>
                    <a:pt x="157" y="38"/>
                    <a:pt x="157" y="113"/>
                  </a:cubicBezTo>
                  <a:cubicBezTo>
                    <a:pt x="157" y="514"/>
                    <a:pt x="132" y="915"/>
                    <a:pt x="32" y="1291"/>
                  </a:cubicBezTo>
                  <a:cubicBezTo>
                    <a:pt x="1" y="1383"/>
                    <a:pt x="64" y="1438"/>
                    <a:pt x="129" y="1438"/>
                  </a:cubicBezTo>
                  <a:cubicBezTo>
                    <a:pt x="170" y="1438"/>
                    <a:pt x="213" y="1415"/>
                    <a:pt x="232" y="1367"/>
                  </a:cubicBezTo>
                  <a:cubicBezTo>
                    <a:pt x="332" y="940"/>
                    <a:pt x="382" y="539"/>
                    <a:pt x="357" y="113"/>
                  </a:cubicBezTo>
                  <a:cubicBezTo>
                    <a:pt x="357" y="38"/>
                    <a:pt x="307" y="1"/>
                    <a:pt x="2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5" name="Google Shape;5215;p46"/>
            <p:cNvSpPr/>
            <p:nvPr/>
          </p:nvSpPr>
          <p:spPr>
            <a:xfrm>
              <a:off x="3267075" y="1293575"/>
              <a:ext cx="5025" cy="20700"/>
            </a:xfrm>
            <a:custGeom>
              <a:rect b="b" l="l" r="r" t="t"/>
              <a:pathLst>
                <a:path extrusionOk="0" h="828" w="201">
                  <a:moveTo>
                    <a:pt x="100" y="0"/>
                  </a:moveTo>
                  <a:cubicBezTo>
                    <a:pt x="50" y="0"/>
                    <a:pt x="0" y="38"/>
                    <a:pt x="0" y="113"/>
                  </a:cubicBezTo>
                  <a:lnTo>
                    <a:pt x="0" y="715"/>
                  </a:lnTo>
                  <a:cubicBezTo>
                    <a:pt x="0" y="790"/>
                    <a:pt x="50" y="827"/>
                    <a:pt x="100" y="827"/>
                  </a:cubicBezTo>
                  <a:cubicBezTo>
                    <a:pt x="150" y="827"/>
                    <a:pt x="201" y="790"/>
                    <a:pt x="201" y="715"/>
                  </a:cubicBezTo>
                  <a:lnTo>
                    <a:pt x="201" y="113"/>
                  </a:lnTo>
                  <a:cubicBezTo>
                    <a:pt x="201" y="38"/>
                    <a:pt x="150" y="0"/>
                    <a:pt x="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6" name="Google Shape;5216;p46"/>
            <p:cNvSpPr/>
            <p:nvPr/>
          </p:nvSpPr>
          <p:spPr>
            <a:xfrm>
              <a:off x="3233225" y="1264750"/>
              <a:ext cx="5050" cy="37625"/>
            </a:xfrm>
            <a:custGeom>
              <a:rect b="b" l="l" r="r" t="t"/>
              <a:pathLst>
                <a:path extrusionOk="0" h="1505" w="202">
                  <a:moveTo>
                    <a:pt x="101" y="0"/>
                  </a:moveTo>
                  <a:cubicBezTo>
                    <a:pt x="51" y="0"/>
                    <a:pt x="1" y="38"/>
                    <a:pt x="1" y="113"/>
                  </a:cubicBezTo>
                  <a:lnTo>
                    <a:pt x="1" y="1391"/>
                  </a:lnTo>
                  <a:cubicBezTo>
                    <a:pt x="1" y="1467"/>
                    <a:pt x="51" y="1504"/>
                    <a:pt x="101" y="1504"/>
                  </a:cubicBezTo>
                  <a:cubicBezTo>
                    <a:pt x="151" y="1504"/>
                    <a:pt x="201" y="1467"/>
                    <a:pt x="201" y="1391"/>
                  </a:cubicBezTo>
                  <a:lnTo>
                    <a:pt x="201" y="113"/>
                  </a:lnTo>
                  <a:cubicBezTo>
                    <a:pt x="201" y="38"/>
                    <a:pt x="151" y="0"/>
                    <a:pt x="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7" name="Google Shape;5217;p46"/>
            <p:cNvSpPr/>
            <p:nvPr/>
          </p:nvSpPr>
          <p:spPr>
            <a:xfrm>
              <a:off x="3095825" y="1608025"/>
              <a:ext cx="26900" cy="43850"/>
            </a:xfrm>
            <a:custGeom>
              <a:rect b="b" l="l" r="r" t="t"/>
              <a:pathLst>
                <a:path extrusionOk="0" h="1754" w="1076">
                  <a:moveTo>
                    <a:pt x="950" y="1"/>
                  </a:moveTo>
                  <a:cubicBezTo>
                    <a:pt x="903" y="1"/>
                    <a:pt x="856" y="29"/>
                    <a:pt x="835" y="92"/>
                  </a:cubicBezTo>
                  <a:cubicBezTo>
                    <a:pt x="685" y="618"/>
                    <a:pt x="434" y="1119"/>
                    <a:pt x="58" y="1570"/>
                  </a:cubicBezTo>
                  <a:cubicBezTo>
                    <a:pt x="0" y="1647"/>
                    <a:pt x="76" y="1754"/>
                    <a:pt x="148" y="1754"/>
                  </a:cubicBezTo>
                  <a:cubicBezTo>
                    <a:pt x="169" y="1754"/>
                    <a:pt x="191" y="1744"/>
                    <a:pt x="208" y="1721"/>
                  </a:cubicBezTo>
                  <a:cubicBezTo>
                    <a:pt x="609" y="1244"/>
                    <a:pt x="885" y="718"/>
                    <a:pt x="1061" y="142"/>
                  </a:cubicBezTo>
                  <a:cubicBezTo>
                    <a:pt x="1075" y="54"/>
                    <a:pt x="1014" y="1"/>
                    <a:pt x="9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8" name="Google Shape;5218;p46"/>
            <p:cNvSpPr/>
            <p:nvPr/>
          </p:nvSpPr>
          <p:spPr>
            <a:xfrm>
              <a:off x="3111625" y="1638300"/>
              <a:ext cx="14875" cy="24225"/>
            </a:xfrm>
            <a:custGeom>
              <a:rect b="b" l="l" r="r" t="t"/>
              <a:pathLst>
                <a:path extrusionOk="0" h="969" w="595">
                  <a:moveTo>
                    <a:pt x="465" y="0"/>
                  </a:moveTo>
                  <a:cubicBezTo>
                    <a:pt x="425" y="0"/>
                    <a:pt x="388" y="24"/>
                    <a:pt x="378" y="84"/>
                  </a:cubicBezTo>
                  <a:cubicBezTo>
                    <a:pt x="328" y="334"/>
                    <a:pt x="228" y="585"/>
                    <a:pt x="78" y="785"/>
                  </a:cubicBezTo>
                  <a:cubicBezTo>
                    <a:pt x="1" y="862"/>
                    <a:pt x="71" y="969"/>
                    <a:pt x="154" y="969"/>
                  </a:cubicBezTo>
                  <a:cubicBezTo>
                    <a:pt x="179" y="969"/>
                    <a:pt x="205" y="959"/>
                    <a:pt x="228" y="936"/>
                  </a:cubicBezTo>
                  <a:cubicBezTo>
                    <a:pt x="404" y="710"/>
                    <a:pt x="554" y="434"/>
                    <a:pt x="579" y="134"/>
                  </a:cubicBezTo>
                  <a:cubicBezTo>
                    <a:pt x="594" y="58"/>
                    <a:pt x="526" y="0"/>
                    <a:pt x="4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9" name="Google Shape;5219;p46"/>
            <p:cNvSpPr/>
            <p:nvPr/>
          </p:nvSpPr>
          <p:spPr>
            <a:xfrm>
              <a:off x="3147800" y="1614500"/>
              <a:ext cx="14875" cy="24200"/>
            </a:xfrm>
            <a:custGeom>
              <a:rect b="b" l="l" r="r" t="t"/>
              <a:pathLst>
                <a:path extrusionOk="0" h="968" w="595">
                  <a:moveTo>
                    <a:pt x="454" y="0"/>
                  </a:moveTo>
                  <a:cubicBezTo>
                    <a:pt x="419" y="0"/>
                    <a:pt x="384" y="17"/>
                    <a:pt x="360" y="58"/>
                  </a:cubicBezTo>
                  <a:cubicBezTo>
                    <a:pt x="260" y="309"/>
                    <a:pt x="134" y="559"/>
                    <a:pt x="34" y="810"/>
                  </a:cubicBezTo>
                  <a:cubicBezTo>
                    <a:pt x="0" y="895"/>
                    <a:pt x="69" y="968"/>
                    <a:pt x="133" y="968"/>
                  </a:cubicBezTo>
                  <a:cubicBezTo>
                    <a:pt x="164" y="968"/>
                    <a:pt x="193" y="951"/>
                    <a:pt x="210" y="910"/>
                  </a:cubicBezTo>
                  <a:lnTo>
                    <a:pt x="561" y="158"/>
                  </a:lnTo>
                  <a:cubicBezTo>
                    <a:pt x="594" y="74"/>
                    <a:pt x="525" y="0"/>
                    <a:pt x="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0" name="Google Shape;5220;p46"/>
            <p:cNvSpPr/>
            <p:nvPr/>
          </p:nvSpPr>
          <p:spPr>
            <a:xfrm>
              <a:off x="2889125" y="1466875"/>
              <a:ext cx="11425" cy="34125"/>
            </a:xfrm>
            <a:custGeom>
              <a:rect b="b" l="l" r="r" t="t"/>
              <a:pathLst>
                <a:path extrusionOk="0" h="1365" w="457">
                  <a:moveTo>
                    <a:pt x="134" y="1"/>
                  </a:moveTo>
                  <a:cubicBezTo>
                    <a:pt x="69" y="1"/>
                    <a:pt x="0" y="49"/>
                    <a:pt x="30" y="123"/>
                  </a:cubicBezTo>
                  <a:cubicBezTo>
                    <a:pt x="156" y="499"/>
                    <a:pt x="231" y="875"/>
                    <a:pt x="231" y="1251"/>
                  </a:cubicBezTo>
                  <a:cubicBezTo>
                    <a:pt x="243" y="1326"/>
                    <a:pt x="300" y="1364"/>
                    <a:pt x="353" y="1364"/>
                  </a:cubicBezTo>
                  <a:cubicBezTo>
                    <a:pt x="406" y="1364"/>
                    <a:pt x="456" y="1326"/>
                    <a:pt x="456" y="1251"/>
                  </a:cubicBezTo>
                  <a:cubicBezTo>
                    <a:pt x="431" y="850"/>
                    <a:pt x="381" y="449"/>
                    <a:pt x="231" y="73"/>
                  </a:cubicBezTo>
                  <a:cubicBezTo>
                    <a:pt x="221" y="23"/>
                    <a:pt x="178" y="1"/>
                    <a:pt x="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1" name="Google Shape;5221;p46"/>
            <p:cNvSpPr/>
            <p:nvPr/>
          </p:nvSpPr>
          <p:spPr>
            <a:xfrm>
              <a:off x="2906150" y="1476950"/>
              <a:ext cx="8325" cy="18925"/>
            </a:xfrm>
            <a:custGeom>
              <a:rect b="b" l="l" r="r" t="t"/>
              <a:pathLst>
                <a:path extrusionOk="0" h="757" w="333">
                  <a:moveTo>
                    <a:pt x="120" y="0"/>
                  </a:moveTo>
                  <a:cubicBezTo>
                    <a:pt x="76" y="0"/>
                    <a:pt x="36" y="22"/>
                    <a:pt x="26" y="71"/>
                  </a:cubicBezTo>
                  <a:cubicBezTo>
                    <a:pt x="1" y="297"/>
                    <a:pt x="26" y="497"/>
                    <a:pt x="101" y="673"/>
                  </a:cubicBezTo>
                  <a:cubicBezTo>
                    <a:pt x="121" y="732"/>
                    <a:pt x="164" y="756"/>
                    <a:pt x="206" y="756"/>
                  </a:cubicBezTo>
                  <a:cubicBezTo>
                    <a:pt x="270" y="756"/>
                    <a:pt x="332" y="699"/>
                    <a:pt x="302" y="623"/>
                  </a:cubicBezTo>
                  <a:cubicBezTo>
                    <a:pt x="226" y="472"/>
                    <a:pt x="226" y="297"/>
                    <a:pt x="252" y="147"/>
                  </a:cubicBezTo>
                  <a:cubicBezTo>
                    <a:pt x="267" y="55"/>
                    <a:pt x="189" y="0"/>
                    <a:pt x="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2" name="Google Shape;5222;p46"/>
            <p:cNvSpPr/>
            <p:nvPr/>
          </p:nvSpPr>
          <p:spPr>
            <a:xfrm>
              <a:off x="2327200" y="1380150"/>
              <a:ext cx="7300" cy="39375"/>
            </a:xfrm>
            <a:custGeom>
              <a:rect b="b" l="l" r="r" t="t"/>
              <a:pathLst>
                <a:path extrusionOk="0" h="1575" w="292">
                  <a:moveTo>
                    <a:pt x="163" y="0"/>
                  </a:moveTo>
                  <a:cubicBezTo>
                    <a:pt x="123" y="0"/>
                    <a:pt x="86" y="24"/>
                    <a:pt x="76" y="84"/>
                  </a:cubicBezTo>
                  <a:cubicBezTo>
                    <a:pt x="1" y="535"/>
                    <a:pt x="1" y="1011"/>
                    <a:pt x="26" y="1462"/>
                  </a:cubicBezTo>
                  <a:cubicBezTo>
                    <a:pt x="26" y="1537"/>
                    <a:pt x="82" y="1575"/>
                    <a:pt x="139" y="1575"/>
                  </a:cubicBezTo>
                  <a:cubicBezTo>
                    <a:pt x="195" y="1575"/>
                    <a:pt x="252" y="1537"/>
                    <a:pt x="252" y="1462"/>
                  </a:cubicBezTo>
                  <a:cubicBezTo>
                    <a:pt x="201" y="1011"/>
                    <a:pt x="226" y="585"/>
                    <a:pt x="277" y="134"/>
                  </a:cubicBezTo>
                  <a:cubicBezTo>
                    <a:pt x="292" y="58"/>
                    <a:pt x="224" y="0"/>
                    <a:pt x="1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3" name="Google Shape;5223;p46"/>
            <p:cNvSpPr/>
            <p:nvPr/>
          </p:nvSpPr>
          <p:spPr>
            <a:xfrm>
              <a:off x="2339750" y="1409325"/>
              <a:ext cx="5025" cy="23525"/>
            </a:xfrm>
            <a:custGeom>
              <a:rect b="b" l="l" r="r" t="t"/>
              <a:pathLst>
                <a:path extrusionOk="0" h="941" w="201">
                  <a:moveTo>
                    <a:pt x="100" y="1"/>
                  </a:moveTo>
                  <a:cubicBezTo>
                    <a:pt x="50" y="1"/>
                    <a:pt x="0" y="32"/>
                    <a:pt x="0" y="95"/>
                  </a:cubicBezTo>
                  <a:lnTo>
                    <a:pt x="0" y="846"/>
                  </a:lnTo>
                  <a:cubicBezTo>
                    <a:pt x="0" y="909"/>
                    <a:pt x="50" y="940"/>
                    <a:pt x="100" y="940"/>
                  </a:cubicBezTo>
                  <a:cubicBezTo>
                    <a:pt x="151" y="940"/>
                    <a:pt x="201" y="909"/>
                    <a:pt x="201" y="846"/>
                  </a:cubicBezTo>
                  <a:lnTo>
                    <a:pt x="201" y="95"/>
                  </a:lnTo>
                  <a:cubicBezTo>
                    <a:pt x="201" y="32"/>
                    <a:pt x="151" y="1"/>
                    <a:pt x="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4" name="Google Shape;5224;p46"/>
            <p:cNvSpPr/>
            <p:nvPr/>
          </p:nvSpPr>
          <p:spPr>
            <a:xfrm>
              <a:off x="2364800" y="1303600"/>
              <a:ext cx="5675" cy="25875"/>
            </a:xfrm>
            <a:custGeom>
              <a:rect b="b" l="l" r="r" t="t"/>
              <a:pathLst>
                <a:path extrusionOk="0" h="1035" w="227">
                  <a:moveTo>
                    <a:pt x="113" y="0"/>
                  </a:moveTo>
                  <a:cubicBezTo>
                    <a:pt x="57" y="0"/>
                    <a:pt x="1" y="38"/>
                    <a:pt x="1" y="113"/>
                  </a:cubicBezTo>
                  <a:lnTo>
                    <a:pt x="1" y="940"/>
                  </a:lnTo>
                  <a:cubicBezTo>
                    <a:pt x="1" y="1003"/>
                    <a:pt x="57" y="1034"/>
                    <a:pt x="113" y="1034"/>
                  </a:cubicBezTo>
                  <a:cubicBezTo>
                    <a:pt x="170" y="1034"/>
                    <a:pt x="226" y="1003"/>
                    <a:pt x="226" y="940"/>
                  </a:cubicBezTo>
                  <a:lnTo>
                    <a:pt x="226" y="113"/>
                  </a:lnTo>
                  <a:cubicBezTo>
                    <a:pt x="226" y="38"/>
                    <a:pt x="170" y="0"/>
                    <a:pt x="1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5" name="Google Shape;5225;p46"/>
            <p:cNvSpPr/>
            <p:nvPr/>
          </p:nvSpPr>
          <p:spPr>
            <a:xfrm>
              <a:off x="2378600" y="1322400"/>
              <a:ext cx="5650" cy="23975"/>
            </a:xfrm>
            <a:custGeom>
              <a:rect b="b" l="l" r="r" t="t"/>
              <a:pathLst>
                <a:path extrusionOk="0" h="959" w="226">
                  <a:moveTo>
                    <a:pt x="113" y="0"/>
                  </a:moveTo>
                  <a:cubicBezTo>
                    <a:pt x="56" y="0"/>
                    <a:pt x="0" y="38"/>
                    <a:pt x="0" y="113"/>
                  </a:cubicBezTo>
                  <a:lnTo>
                    <a:pt x="0" y="865"/>
                  </a:lnTo>
                  <a:cubicBezTo>
                    <a:pt x="0" y="927"/>
                    <a:pt x="56" y="959"/>
                    <a:pt x="113" y="959"/>
                  </a:cubicBezTo>
                  <a:cubicBezTo>
                    <a:pt x="169" y="959"/>
                    <a:pt x="226" y="927"/>
                    <a:pt x="226" y="865"/>
                  </a:cubicBezTo>
                  <a:lnTo>
                    <a:pt x="226" y="113"/>
                  </a:lnTo>
                  <a:cubicBezTo>
                    <a:pt x="226" y="38"/>
                    <a:pt x="169" y="0"/>
                    <a:pt x="1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6" name="Google Shape;5226;p46"/>
            <p:cNvSpPr/>
            <p:nvPr/>
          </p:nvSpPr>
          <p:spPr>
            <a:xfrm>
              <a:off x="2820175" y="1764375"/>
              <a:ext cx="42600" cy="18050"/>
            </a:xfrm>
            <a:custGeom>
              <a:rect b="b" l="l" r="r" t="t"/>
              <a:pathLst>
                <a:path extrusionOk="0" h="722" w="1704">
                  <a:moveTo>
                    <a:pt x="1535" y="1"/>
                  </a:moveTo>
                  <a:cubicBezTo>
                    <a:pt x="1527" y="1"/>
                    <a:pt x="1519" y="2"/>
                    <a:pt x="1510" y="3"/>
                  </a:cubicBezTo>
                  <a:cubicBezTo>
                    <a:pt x="1034" y="153"/>
                    <a:pt x="583" y="329"/>
                    <a:pt x="107" y="529"/>
                  </a:cubicBezTo>
                  <a:cubicBezTo>
                    <a:pt x="1" y="572"/>
                    <a:pt x="74" y="721"/>
                    <a:pt x="175" y="721"/>
                  </a:cubicBezTo>
                  <a:cubicBezTo>
                    <a:pt x="193" y="721"/>
                    <a:pt x="212" y="716"/>
                    <a:pt x="232" y="705"/>
                  </a:cubicBezTo>
                  <a:cubicBezTo>
                    <a:pt x="658" y="529"/>
                    <a:pt x="1109" y="354"/>
                    <a:pt x="1585" y="229"/>
                  </a:cubicBezTo>
                  <a:cubicBezTo>
                    <a:pt x="1703" y="181"/>
                    <a:pt x="1666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7" name="Google Shape;5227;p46"/>
            <p:cNvSpPr/>
            <p:nvPr/>
          </p:nvSpPr>
          <p:spPr>
            <a:xfrm>
              <a:off x="2843875" y="1785900"/>
              <a:ext cx="32325" cy="17000"/>
            </a:xfrm>
            <a:custGeom>
              <a:rect b="b" l="l" r="r" t="t"/>
              <a:pathLst>
                <a:path extrusionOk="0" h="680" w="1293">
                  <a:moveTo>
                    <a:pt x="1126" y="1"/>
                  </a:moveTo>
                  <a:cubicBezTo>
                    <a:pt x="1106" y="1"/>
                    <a:pt x="1085" y="6"/>
                    <a:pt x="1063" y="19"/>
                  </a:cubicBezTo>
                  <a:lnTo>
                    <a:pt x="111" y="470"/>
                  </a:lnTo>
                  <a:cubicBezTo>
                    <a:pt x="1" y="536"/>
                    <a:pt x="84" y="680"/>
                    <a:pt x="191" y="680"/>
                  </a:cubicBezTo>
                  <a:cubicBezTo>
                    <a:pt x="206" y="680"/>
                    <a:pt x="221" y="677"/>
                    <a:pt x="236" y="671"/>
                  </a:cubicBezTo>
                  <a:lnTo>
                    <a:pt x="1189" y="195"/>
                  </a:lnTo>
                  <a:cubicBezTo>
                    <a:pt x="1293" y="132"/>
                    <a:pt x="1224" y="1"/>
                    <a:pt x="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8" name="Google Shape;5228;p46"/>
            <p:cNvSpPr/>
            <p:nvPr/>
          </p:nvSpPr>
          <p:spPr>
            <a:xfrm>
              <a:off x="2875800" y="1794450"/>
              <a:ext cx="23925" cy="10950"/>
            </a:xfrm>
            <a:custGeom>
              <a:rect b="b" l="l" r="r" t="t"/>
              <a:pathLst>
                <a:path extrusionOk="0" h="438" w="957">
                  <a:moveTo>
                    <a:pt x="810" y="1"/>
                  </a:moveTo>
                  <a:cubicBezTo>
                    <a:pt x="803" y="1"/>
                    <a:pt x="796" y="2"/>
                    <a:pt x="789" y="3"/>
                  </a:cubicBezTo>
                  <a:cubicBezTo>
                    <a:pt x="563" y="78"/>
                    <a:pt x="338" y="153"/>
                    <a:pt x="112" y="229"/>
                  </a:cubicBezTo>
                  <a:cubicBezTo>
                    <a:pt x="1" y="273"/>
                    <a:pt x="28" y="437"/>
                    <a:pt x="124" y="437"/>
                  </a:cubicBezTo>
                  <a:cubicBezTo>
                    <a:pt x="136" y="437"/>
                    <a:pt x="149" y="435"/>
                    <a:pt x="162" y="429"/>
                  </a:cubicBezTo>
                  <a:cubicBezTo>
                    <a:pt x="388" y="379"/>
                    <a:pt x="613" y="304"/>
                    <a:pt x="839" y="229"/>
                  </a:cubicBezTo>
                  <a:cubicBezTo>
                    <a:pt x="957" y="181"/>
                    <a:pt x="919" y="1"/>
                    <a:pt x="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9" name="Google Shape;5229;p46"/>
            <p:cNvSpPr/>
            <p:nvPr/>
          </p:nvSpPr>
          <p:spPr>
            <a:xfrm>
              <a:off x="2396750" y="1676725"/>
              <a:ext cx="976225" cy="357450"/>
            </a:xfrm>
            <a:custGeom>
              <a:rect b="b" l="l" r="r" t="t"/>
              <a:pathLst>
                <a:path extrusionOk="0" h="14298" w="39049">
                  <a:moveTo>
                    <a:pt x="37520" y="0"/>
                  </a:moveTo>
                  <a:cubicBezTo>
                    <a:pt x="36141" y="2732"/>
                    <a:pt x="32081" y="7018"/>
                    <a:pt x="23986" y="9349"/>
                  </a:cubicBezTo>
                  <a:cubicBezTo>
                    <a:pt x="22181" y="9861"/>
                    <a:pt x="20269" y="10060"/>
                    <a:pt x="18386" y="10060"/>
                  </a:cubicBezTo>
                  <a:cubicBezTo>
                    <a:pt x="11796" y="10060"/>
                    <a:pt x="5565" y="7619"/>
                    <a:pt x="5565" y="7619"/>
                  </a:cubicBezTo>
                  <a:lnTo>
                    <a:pt x="5565" y="7619"/>
                  </a:lnTo>
                  <a:cubicBezTo>
                    <a:pt x="5565" y="7619"/>
                    <a:pt x="1" y="11679"/>
                    <a:pt x="5841" y="12983"/>
                  </a:cubicBezTo>
                  <a:cubicBezTo>
                    <a:pt x="10081" y="13915"/>
                    <a:pt x="13886" y="14298"/>
                    <a:pt x="17259" y="14298"/>
                  </a:cubicBezTo>
                  <a:cubicBezTo>
                    <a:pt x="27580" y="14298"/>
                    <a:pt x="33843" y="10708"/>
                    <a:pt x="36091" y="8271"/>
                  </a:cubicBezTo>
                  <a:cubicBezTo>
                    <a:pt x="39049" y="5038"/>
                    <a:pt x="37520" y="1"/>
                    <a:pt x="37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0" name="Google Shape;5230;p46"/>
            <p:cNvSpPr/>
            <p:nvPr/>
          </p:nvSpPr>
          <p:spPr>
            <a:xfrm>
              <a:off x="3131975" y="1877900"/>
              <a:ext cx="11675" cy="36625"/>
            </a:xfrm>
            <a:custGeom>
              <a:rect b="b" l="l" r="r" t="t"/>
              <a:pathLst>
                <a:path extrusionOk="0" h="1465" w="467">
                  <a:moveTo>
                    <a:pt x="132" y="1"/>
                  </a:moveTo>
                  <a:cubicBezTo>
                    <a:pt x="66" y="1"/>
                    <a:pt x="1" y="49"/>
                    <a:pt x="16" y="124"/>
                  </a:cubicBezTo>
                  <a:cubicBezTo>
                    <a:pt x="166" y="525"/>
                    <a:pt x="241" y="926"/>
                    <a:pt x="241" y="1352"/>
                  </a:cubicBezTo>
                  <a:cubicBezTo>
                    <a:pt x="241" y="1427"/>
                    <a:pt x="298" y="1465"/>
                    <a:pt x="354" y="1465"/>
                  </a:cubicBezTo>
                  <a:cubicBezTo>
                    <a:pt x="410" y="1465"/>
                    <a:pt x="467" y="1427"/>
                    <a:pt x="467" y="1352"/>
                  </a:cubicBezTo>
                  <a:cubicBezTo>
                    <a:pt x="442" y="926"/>
                    <a:pt x="366" y="500"/>
                    <a:pt x="241" y="74"/>
                  </a:cubicBezTo>
                  <a:cubicBezTo>
                    <a:pt x="221" y="23"/>
                    <a:pt x="176" y="1"/>
                    <a:pt x="1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1" name="Google Shape;5231;p46"/>
            <p:cNvSpPr/>
            <p:nvPr/>
          </p:nvSpPr>
          <p:spPr>
            <a:xfrm>
              <a:off x="3149900" y="1883025"/>
              <a:ext cx="5025" cy="27500"/>
            </a:xfrm>
            <a:custGeom>
              <a:rect b="b" l="l" r="r" t="t"/>
              <a:pathLst>
                <a:path extrusionOk="0" h="1100" w="201">
                  <a:moveTo>
                    <a:pt x="101" y="0"/>
                  </a:moveTo>
                  <a:cubicBezTo>
                    <a:pt x="50" y="0"/>
                    <a:pt x="0" y="31"/>
                    <a:pt x="0" y="94"/>
                  </a:cubicBezTo>
                  <a:lnTo>
                    <a:pt x="0" y="996"/>
                  </a:lnTo>
                  <a:cubicBezTo>
                    <a:pt x="0" y="1062"/>
                    <a:pt x="55" y="1100"/>
                    <a:pt x="107" y="1100"/>
                  </a:cubicBezTo>
                  <a:cubicBezTo>
                    <a:pt x="155" y="1100"/>
                    <a:pt x="201" y="1068"/>
                    <a:pt x="201" y="996"/>
                  </a:cubicBezTo>
                  <a:lnTo>
                    <a:pt x="201" y="94"/>
                  </a:lnTo>
                  <a:cubicBezTo>
                    <a:pt x="201" y="31"/>
                    <a:pt x="151" y="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2" name="Google Shape;5232;p46"/>
            <p:cNvSpPr/>
            <p:nvPr/>
          </p:nvSpPr>
          <p:spPr>
            <a:xfrm>
              <a:off x="2856975" y="1985150"/>
              <a:ext cx="9425" cy="34000"/>
            </a:xfrm>
            <a:custGeom>
              <a:rect b="b" l="l" r="r" t="t"/>
              <a:pathLst>
                <a:path extrusionOk="0" h="1360" w="377">
                  <a:moveTo>
                    <a:pt x="104" y="0"/>
                  </a:moveTo>
                  <a:cubicBezTo>
                    <a:pt x="51" y="0"/>
                    <a:pt x="0" y="32"/>
                    <a:pt x="13" y="94"/>
                  </a:cubicBezTo>
                  <a:lnTo>
                    <a:pt x="163" y="1247"/>
                  </a:lnTo>
                  <a:cubicBezTo>
                    <a:pt x="163" y="1322"/>
                    <a:pt x="220" y="1360"/>
                    <a:pt x="273" y="1360"/>
                  </a:cubicBezTo>
                  <a:cubicBezTo>
                    <a:pt x="326" y="1360"/>
                    <a:pt x="376" y="1322"/>
                    <a:pt x="364" y="1247"/>
                  </a:cubicBezTo>
                  <a:cubicBezTo>
                    <a:pt x="314" y="871"/>
                    <a:pt x="264" y="470"/>
                    <a:pt x="214" y="94"/>
                  </a:cubicBezTo>
                  <a:cubicBezTo>
                    <a:pt x="214" y="32"/>
                    <a:pt x="157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3" name="Google Shape;5233;p46"/>
            <p:cNvSpPr/>
            <p:nvPr/>
          </p:nvSpPr>
          <p:spPr>
            <a:xfrm>
              <a:off x="2871950" y="1980050"/>
              <a:ext cx="9175" cy="28625"/>
            </a:xfrm>
            <a:custGeom>
              <a:rect b="b" l="l" r="r" t="t"/>
              <a:pathLst>
                <a:path extrusionOk="0" h="1145" w="367">
                  <a:moveTo>
                    <a:pt x="132" y="0"/>
                  </a:moveTo>
                  <a:cubicBezTo>
                    <a:pt x="66" y="0"/>
                    <a:pt x="1" y="48"/>
                    <a:pt x="16" y="123"/>
                  </a:cubicBezTo>
                  <a:cubicBezTo>
                    <a:pt x="116" y="424"/>
                    <a:pt x="141" y="724"/>
                    <a:pt x="141" y="1050"/>
                  </a:cubicBezTo>
                  <a:cubicBezTo>
                    <a:pt x="141" y="1113"/>
                    <a:pt x="191" y="1144"/>
                    <a:pt x="241" y="1144"/>
                  </a:cubicBezTo>
                  <a:cubicBezTo>
                    <a:pt x="291" y="1144"/>
                    <a:pt x="341" y="1113"/>
                    <a:pt x="341" y="1050"/>
                  </a:cubicBezTo>
                  <a:cubicBezTo>
                    <a:pt x="366" y="699"/>
                    <a:pt x="316" y="399"/>
                    <a:pt x="241" y="73"/>
                  </a:cubicBezTo>
                  <a:cubicBezTo>
                    <a:pt x="221" y="22"/>
                    <a:pt x="176" y="0"/>
                    <a:pt x="1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4" name="Google Shape;5234;p46"/>
            <p:cNvSpPr/>
            <p:nvPr/>
          </p:nvSpPr>
          <p:spPr>
            <a:xfrm>
              <a:off x="2684350" y="1957575"/>
              <a:ext cx="5050" cy="24775"/>
            </a:xfrm>
            <a:custGeom>
              <a:rect b="b" l="l" r="r" t="t"/>
              <a:pathLst>
                <a:path extrusionOk="0" h="991" w="202">
                  <a:moveTo>
                    <a:pt x="101" y="1"/>
                  </a:moveTo>
                  <a:cubicBezTo>
                    <a:pt x="51" y="1"/>
                    <a:pt x="1" y="32"/>
                    <a:pt x="1" y="95"/>
                  </a:cubicBezTo>
                  <a:lnTo>
                    <a:pt x="1" y="897"/>
                  </a:lnTo>
                  <a:cubicBezTo>
                    <a:pt x="1" y="959"/>
                    <a:pt x="51" y="991"/>
                    <a:pt x="101" y="991"/>
                  </a:cubicBezTo>
                  <a:cubicBezTo>
                    <a:pt x="151" y="991"/>
                    <a:pt x="201" y="959"/>
                    <a:pt x="201" y="897"/>
                  </a:cubicBezTo>
                  <a:lnTo>
                    <a:pt x="201" y="95"/>
                  </a:lnTo>
                  <a:cubicBezTo>
                    <a:pt x="201" y="32"/>
                    <a:pt x="151" y="1"/>
                    <a:pt x="1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5" name="Google Shape;5235;p46"/>
            <p:cNvSpPr/>
            <p:nvPr/>
          </p:nvSpPr>
          <p:spPr>
            <a:xfrm>
              <a:off x="2698775" y="1966975"/>
              <a:ext cx="5025" cy="24775"/>
            </a:xfrm>
            <a:custGeom>
              <a:rect b="b" l="l" r="r" t="t"/>
              <a:pathLst>
                <a:path extrusionOk="0" h="991" w="201">
                  <a:moveTo>
                    <a:pt x="100" y="1"/>
                  </a:moveTo>
                  <a:cubicBezTo>
                    <a:pt x="50" y="1"/>
                    <a:pt x="0" y="32"/>
                    <a:pt x="0" y="94"/>
                  </a:cubicBezTo>
                  <a:lnTo>
                    <a:pt x="0" y="897"/>
                  </a:lnTo>
                  <a:cubicBezTo>
                    <a:pt x="0" y="959"/>
                    <a:pt x="50" y="990"/>
                    <a:pt x="100" y="990"/>
                  </a:cubicBezTo>
                  <a:cubicBezTo>
                    <a:pt x="151" y="990"/>
                    <a:pt x="201" y="959"/>
                    <a:pt x="201" y="897"/>
                  </a:cubicBezTo>
                  <a:lnTo>
                    <a:pt x="201" y="94"/>
                  </a:lnTo>
                  <a:cubicBezTo>
                    <a:pt x="201" y="32"/>
                    <a:pt x="151" y="1"/>
                    <a:pt x="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6" name="Google Shape;5236;p46"/>
            <p:cNvSpPr/>
            <p:nvPr/>
          </p:nvSpPr>
          <p:spPr>
            <a:xfrm>
              <a:off x="3336000" y="1768150"/>
              <a:ext cx="36975" cy="6575"/>
            </a:xfrm>
            <a:custGeom>
              <a:rect b="b" l="l" r="r" t="t"/>
              <a:pathLst>
                <a:path extrusionOk="0" h="263" w="1479">
                  <a:moveTo>
                    <a:pt x="125" y="0"/>
                  </a:moveTo>
                  <a:cubicBezTo>
                    <a:pt x="0" y="0"/>
                    <a:pt x="7" y="179"/>
                    <a:pt x="125" y="203"/>
                  </a:cubicBezTo>
                  <a:cubicBezTo>
                    <a:pt x="437" y="240"/>
                    <a:pt x="736" y="263"/>
                    <a:pt x="1031" y="263"/>
                  </a:cubicBezTo>
                  <a:cubicBezTo>
                    <a:pt x="1138" y="263"/>
                    <a:pt x="1246" y="260"/>
                    <a:pt x="1353" y="253"/>
                  </a:cubicBezTo>
                  <a:cubicBezTo>
                    <a:pt x="1479" y="253"/>
                    <a:pt x="1479" y="52"/>
                    <a:pt x="1353" y="52"/>
                  </a:cubicBezTo>
                  <a:cubicBezTo>
                    <a:pt x="952" y="52"/>
                    <a:pt x="551" y="52"/>
                    <a:pt x="150" y="2"/>
                  </a:cubicBezTo>
                  <a:cubicBezTo>
                    <a:pt x="142" y="1"/>
                    <a:pt x="133" y="0"/>
                    <a:pt x="1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7" name="Google Shape;5237;p46"/>
            <p:cNvSpPr/>
            <p:nvPr/>
          </p:nvSpPr>
          <p:spPr>
            <a:xfrm>
              <a:off x="3314675" y="1788875"/>
              <a:ext cx="36375" cy="5650"/>
            </a:xfrm>
            <a:custGeom>
              <a:rect b="b" l="l" r="r" t="t"/>
              <a:pathLst>
                <a:path extrusionOk="0" h="226" w="1455">
                  <a:moveTo>
                    <a:pt x="151" y="0"/>
                  </a:moveTo>
                  <a:cubicBezTo>
                    <a:pt x="1" y="0"/>
                    <a:pt x="1" y="226"/>
                    <a:pt x="151" y="226"/>
                  </a:cubicBezTo>
                  <a:lnTo>
                    <a:pt x="1304" y="226"/>
                  </a:lnTo>
                  <a:cubicBezTo>
                    <a:pt x="1429" y="226"/>
                    <a:pt x="1455" y="0"/>
                    <a:pt x="13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8" name="Google Shape;5238;p46"/>
            <p:cNvSpPr/>
            <p:nvPr/>
          </p:nvSpPr>
          <p:spPr>
            <a:xfrm>
              <a:off x="2427450" y="416075"/>
              <a:ext cx="704925" cy="350250"/>
            </a:xfrm>
            <a:custGeom>
              <a:rect b="b" l="l" r="r" t="t"/>
              <a:pathLst>
                <a:path extrusionOk="0" h="14010" w="28197">
                  <a:moveTo>
                    <a:pt x="14829" y="0"/>
                  </a:moveTo>
                  <a:cubicBezTo>
                    <a:pt x="13939" y="0"/>
                    <a:pt x="13006" y="94"/>
                    <a:pt x="12031" y="301"/>
                  </a:cubicBezTo>
                  <a:cubicBezTo>
                    <a:pt x="1505" y="2506"/>
                    <a:pt x="1" y="9398"/>
                    <a:pt x="1" y="9398"/>
                  </a:cubicBezTo>
                  <a:lnTo>
                    <a:pt x="21806" y="14010"/>
                  </a:lnTo>
                  <a:lnTo>
                    <a:pt x="21806" y="6641"/>
                  </a:lnTo>
                  <a:lnTo>
                    <a:pt x="28197" y="8997"/>
                  </a:lnTo>
                  <a:cubicBezTo>
                    <a:pt x="28197" y="8997"/>
                    <a:pt x="23554" y="0"/>
                    <a:pt x="14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9" name="Google Shape;5239;p46"/>
            <p:cNvSpPr/>
            <p:nvPr/>
          </p:nvSpPr>
          <p:spPr>
            <a:xfrm>
              <a:off x="2353525" y="582100"/>
              <a:ext cx="753175" cy="399775"/>
            </a:xfrm>
            <a:custGeom>
              <a:rect b="b" l="l" r="r" t="t"/>
              <a:pathLst>
                <a:path extrusionOk="0" h="15991" w="30127">
                  <a:moveTo>
                    <a:pt x="11125" y="1"/>
                  </a:moveTo>
                  <a:cubicBezTo>
                    <a:pt x="9557" y="1"/>
                    <a:pt x="8023" y="206"/>
                    <a:pt x="6592" y="652"/>
                  </a:cubicBezTo>
                  <a:cubicBezTo>
                    <a:pt x="1" y="2707"/>
                    <a:pt x="1153" y="8547"/>
                    <a:pt x="1153" y="8547"/>
                  </a:cubicBezTo>
                  <a:lnTo>
                    <a:pt x="22281" y="15991"/>
                  </a:lnTo>
                  <a:cubicBezTo>
                    <a:pt x="22281" y="15991"/>
                    <a:pt x="30126" y="11003"/>
                    <a:pt x="26066" y="6341"/>
                  </a:cubicBezTo>
                  <a:cubicBezTo>
                    <a:pt x="22867" y="2672"/>
                    <a:pt x="16780" y="1"/>
                    <a:pt x="11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0" name="Google Shape;5240;p46"/>
            <p:cNvSpPr/>
            <p:nvPr/>
          </p:nvSpPr>
          <p:spPr>
            <a:xfrm>
              <a:off x="2986350" y="511250"/>
              <a:ext cx="258800" cy="235725"/>
            </a:xfrm>
            <a:custGeom>
              <a:rect b="b" l="l" r="r" t="t"/>
              <a:pathLst>
                <a:path extrusionOk="0" h="9429" w="10352">
                  <a:moveTo>
                    <a:pt x="6210" y="1"/>
                  </a:moveTo>
                  <a:cubicBezTo>
                    <a:pt x="5346" y="1"/>
                    <a:pt x="5640" y="4138"/>
                    <a:pt x="5640" y="4138"/>
                  </a:cubicBezTo>
                  <a:cubicBezTo>
                    <a:pt x="5640" y="4138"/>
                    <a:pt x="4219" y="387"/>
                    <a:pt x="3309" y="387"/>
                  </a:cubicBezTo>
                  <a:cubicBezTo>
                    <a:pt x="3275" y="387"/>
                    <a:pt x="3241" y="393"/>
                    <a:pt x="3209" y="403"/>
                  </a:cubicBezTo>
                  <a:cubicBezTo>
                    <a:pt x="2307" y="704"/>
                    <a:pt x="4913" y="4338"/>
                    <a:pt x="4913" y="4338"/>
                  </a:cubicBezTo>
                  <a:cubicBezTo>
                    <a:pt x="4913" y="4338"/>
                    <a:pt x="1818" y="2520"/>
                    <a:pt x="761" y="2520"/>
                  </a:cubicBezTo>
                  <a:cubicBezTo>
                    <a:pt x="614" y="2520"/>
                    <a:pt x="507" y="2555"/>
                    <a:pt x="452" y="2634"/>
                  </a:cubicBezTo>
                  <a:cubicBezTo>
                    <a:pt x="1" y="3286"/>
                    <a:pt x="4362" y="5190"/>
                    <a:pt x="4362" y="5190"/>
                  </a:cubicBezTo>
                  <a:cubicBezTo>
                    <a:pt x="4362" y="5190"/>
                    <a:pt x="3764" y="5150"/>
                    <a:pt x="3033" y="5150"/>
                  </a:cubicBezTo>
                  <a:cubicBezTo>
                    <a:pt x="1936" y="5150"/>
                    <a:pt x="537" y="5241"/>
                    <a:pt x="402" y="5692"/>
                  </a:cubicBezTo>
                  <a:cubicBezTo>
                    <a:pt x="335" y="5942"/>
                    <a:pt x="736" y="6026"/>
                    <a:pt x="1301" y="6026"/>
                  </a:cubicBezTo>
                  <a:cubicBezTo>
                    <a:pt x="2429" y="6026"/>
                    <a:pt x="4211" y="5692"/>
                    <a:pt x="4212" y="5692"/>
                  </a:cubicBezTo>
                  <a:lnTo>
                    <a:pt x="4212" y="5692"/>
                  </a:lnTo>
                  <a:cubicBezTo>
                    <a:pt x="4211" y="5692"/>
                    <a:pt x="1680" y="6920"/>
                    <a:pt x="2156" y="7822"/>
                  </a:cubicBezTo>
                  <a:cubicBezTo>
                    <a:pt x="2232" y="7958"/>
                    <a:pt x="2348" y="8016"/>
                    <a:pt x="2490" y="8016"/>
                  </a:cubicBezTo>
                  <a:cubicBezTo>
                    <a:pt x="3288" y="8016"/>
                    <a:pt x="4913" y="6193"/>
                    <a:pt x="4913" y="6193"/>
                  </a:cubicBezTo>
                  <a:lnTo>
                    <a:pt x="4913" y="6193"/>
                  </a:lnTo>
                  <a:cubicBezTo>
                    <a:pt x="4913" y="6193"/>
                    <a:pt x="3660" y="9376"/>
                    <a:pt x="4863" y="9376"/>
                  </a:cubicBezTo>
                  <a:cubicBezTo>
                    <a:pt x="6091" y="9376"/>
                    <a:pt x="5640" y="5993"/>
                    <a:pt x="5640" y="5992"/>
                  </a:cubicBezTo>
                  <a:lnTo>
                    <a:pt x="5640" y="5992"/>
                  </a:lnTo>
                  <a:cubicBezTo>
                    <a:pt x="5640" y="5993"/>
                    <a:pt x="6647" y="9429"/>
                    <a:pt x="7515" y="9429"/>
                  </a:cubicBezTo>
                  <a:cubicBezTo>
                    <a:pt x="7576" y="9429"/>
                    <a:pt x="7636" y="9412"/>
                    <a:pt x="7695" y="9376"/>
                  </a:cubicBezTo>
                  <a:cubicBezTo>
                    <a:pt x="8597" y="8825"/>
                    <a:pt x="6393" y="5993"/>
                    <a:pt x="6392" y="5992"/>
                  </a:cubicBezTo>
                  <a:lnTo>
                    <a:pt x="6392" y="5992"/>
                  </a:lnTo>
                  <a:cubicBezTo>
                    <a:pt x="6393" y="5993"/>
                    <a:pt x="8168" y="8070"/>
                    <a:pt x="9029" y="8070"/>
                  </a:cubicBezTo>
                  <a:cubicBezTo>
                    <a:pt x="9191" y="8070"/>
                    <a:pt x="9320" y="7997"/>
                    <a:pt x="9400" y="7822"/>
                  </a:cubicBezTo>
                  <a:cubicBezTo>
                    <a:pt x="9901" y="6694"/>
                    <a:pt x="6994" y="5591"/>
                    <a:pt x="6993" y="5591"/>
                  </a:cubicBezTo>
                  <a:lnTo>
                    <a:pt x="6993" y="5591"/>
                  </a:lnTo>
                  <a:cubicBezTo>
                    <a:pt x="6994" y="5591"/>
                    <a:pt x="7961" y="5750"/>
                    <a:pt x="8857" y="5750"/>
                  </a:cubicBezTo>
                  <a:cubicBezTo>
                    <a:pt x="9631" y="5750"/>
                    <a:pt x="10352" y="5632"/>
                    <a:pt x="10352" y="5190"/>
                  </a:cubicBezTo>
                  <a:cubicBezTo>
                    <a:pt x="10352" y="4726"/>
                    <a:pt x="9590" y="4607"/>
                    <a:pt x="8810" y="4607"/>
                  </a:cubicBezTo>
                  <a:cubicBezTo>
                    <a:pt x="7988" y="4607"/>
                    <a:pt x="7144" y="4739"/>
                    <a:pt x="7144" y="4739"/>
                  </a:cubicBezTo>
                  <a:cubicBezTo>
                    <a:pt x="7144" y="4739"/>
                    <a:pt x="9750" y="3135"/>
                    <a:pt x="9099" y="2133"/>
                  </a:cubicBezTo>
                  <a:cubicBezTo>
                    <a:pt x="9009" y="1992"/>
                    <a:pt x="8891" y="1931"/>
                    <a:pt x="8753" y="1931"/>
                  </a:cubicBezTo>
                  <a:cubicBezTo>
                    <a:pt x="7884" y="1931"/>
                    <a:pt x="6242" y="4338"/>
                    <a:pt x="6242" y="4338"/>
                  </a:cubicBezTo>
                  <a:cubicBezTo>
                    <a:pt x="6242" y="4338"/>
                    <a:pt x="7144" y="103"/>
                    <a:pt x="6242" y="2"/>
                  </a:cubicBezTo>
                  <a:cubicBezTo>
                    <a:pt x="6231" y="1"/>
                    <a:pt x="6221" y="1"/>
                    <a:pt x="6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1" name="Google Shape;5241;p46"/>
            <p:cNvSpPr/>
            <p:nvPr/>
          </p:nvSpPr>
          <p:spPr>
            <a:xfrm>
              <a:off x="2481600" y="623250"/>
              <a:ext cx="8050" cy="11700"/>
            </a:xfrm>
            <a:custGeom>
              <a:rect b="b" l="l" r="r" t="t"/>
              <a:pathLst>
                <a:path extrusionOk="0" h="468" w="322">
                  <a:moveTo>
                    <a:pt x="184" y="0"/>
                  </a:moveTo>
                  <a:cubicBezTo>
                    <a:pt x="141" y="0"/>
                    <a:pt x="100" y="25"/>
                    <a:pt x="91" y="84"/>
                  </a:cubicBezTo>
                  <a:cubicBezTo>
                    <a:pt x="66" y="159"/>
                    <a:pt x="40" y="259"/>
                    <a:pt x="15" y="334"/>
                  </a:cubicBezTo>
                  <a:cubicBezTo>
                    <a:pt x="0" y="410"/>
                    <a:pt x="68" y="468"/>
                    <a:pt x="129" y="468"/>
                  </a:cubicBezTo>
                  <a:cubicBezTo>
                    <a:pt x="169" y="468"/>
                    <a:pt x="206" y="444"/>
                    <a:pt x="216" y="385"/>
                  </a:cubicBezTo>
                  <a:cubicBezTo>
                    <a:pt x="241" y="309"/>
                    <a:pt x="266" y="209"/>
                    <a:pt x="291" y="134"/>
                  </a:cubicBezTo>
                  <a:cubicBezTo>
                    <a:pt x="322" y="58"/>
                    <a:pt x="251" y="0"/>
                    <a:pt x="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2" name="Google Shape;5242;p46"/>
            <p:cNvSpPr/>
            <p:nvPr/>
          </p:nvSpPr>
          <p:spPr>
            <a:xfrm>
              <a:off x="2490100" y="617975"/>
              <a:ext cx="9450" cy="17600"/>
            </a:xfrm>
            <a:custGeom>
              <a:rect b="b" l="l" r="r" t="t"/>
              <a:pathLst>
                <a:path extrusionOk="0" h="704" w="378">
                  <a:moveTo>
                    <a:pt x="264" y="0"/>
                  </a:moveTo>
                  <a:cubicBezTo>
                    <a:pt x="208" y="0"/>
                    <a:pt x="152" y="32"/>
                    <a:pt x="152" y="94"/>
                  </a:cubicBezTo>
                  <a:cubicBezTo>
                    <a:pt x="152" y="270"/>
                    <a:pt x="101" y="395"/>
                    <a:pt x="51" y="545"/>
                  </a:cubicBezTo>
                  <a:cubicBezTo>
                    <a:pt x="1" y="630"/>
                    <a:pt x="76" y="703"/>
                    <a:pt x="145" y="703"/>
                  </a:cubicBezTo>
                  <a:cubicBezTo>
                    <a:pt x="178" y="703"/>
                    <a:pt x="211" y="686"/>
                    <a:pt x="227" y="646"/>
                  </a:cubicBezTo>
                  <a:cubicBezTo>
                    <a:pt x="327" y="470"/>
                    <a:pt x="352" y="295"/>
                    <a:pt x="377" y="94"/>
                  </a:cubicBezTo>
                  <a:cubicBezTo>
                    <a:pt x="377" y="32"/>
                    <a:pt x="321" y="0"/>
                    <a:pt x="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3" name="Google Shape;5243;p46"/>
            <p:cNvSpPr/>
            <p:nvPr/>
          </p:nvSpPr>
          <p:spPr>
            <a:xfrm>
              <a:off x="2520750" y="582050"/>
              <a:ext cx="15250" cy="22575"/>
            </a:xfrm>
            <a:custGeom>
              <a:rect b="b" l="l" r="r" t="t"/>
              <a:pathLst>
                <a:path extrusionOk="0" h="903" w="610">
                  <a:moveTo>
                    <a:pt x="157" y="1"/>
                  </a:moveTo>
                  <a:cubicBezTo>
                    <a:pt x="85" y="1"/>
                    <a:pt x="0" y="89"/>
                    <a:pt x="53" y="178"/>
                  </a:cubicBezTo>
                  <a:cubicBezTo>
                    <a:pt x="179" y="378"/>
                    <a:pt x="279" y="604"/>
                    <a:pt x="379" y="830"/>
                  </a:cubicBezTo>
                  <a:cubicBezTo>
                    <a:pt x="399" y="880"/>
                    <a:pt x="444" y="902"/>
                    <a:pt x="487" y="902"/>
                  </a:cubicBezTo>
                  <a:cubicBezTo>
                    <a:pt x="550" y="902"/>
                    <a:pt x="610" y="854"/>
                    <a:pt x="580" y="779"/>
                  </a:cubicBezTo>
                  <a:cubicBezTo>
                    <a:pt x="480" y="529"/>
                    <a:pt x="379" y="278"/>
                    <a:pt x="229" y="53"/>
                  </a:cubicBezTo>
                  <a:cubicBezTo>
                    <a:pt x="214" y="16"/>
                    <a:pt x="187" y="1"/>
                    <a:pt x="1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4" name="Google Shape;5244;p46"/>
            <p:cNvSpPr/>
            <p:nvPr/>
          </p:nvSpPr>
          <p:spPr>
            <a:xfrm>
              <a:off x="2535775" y="579825"/>
              <a:ext cx="13400" cy="20050"/>
            </a:xfrm>
            <a:custGeom>
              <a:rect b="b" l="l" r="r" t="t"/>
              <a:pathLst>
                <a:path extrusionOk="0" h="802" w="536">
                  <a:moveTo>
                    <a:pt x="149" y="0"/>
                  </a:moveTo>
                  <a:cubicBezTo>
                    <a:pt x="74" y="0"/>
                    <a:pt x="0" y="77"/>
                    <a:pt x="54" y="167"/>
                  </a:cubicBezTo>
                  <a:cubicBezTo>
                    <a:pt x="154" y="342"/>
                    <a:pt x="254" y="518"/>
                    <a:pt x="305" y="718"/>
                  </a:cubicBezTo>
                  <a:cubicBezTo>
                    <a:pt x="324" y="777"/>
                    <a:pt x="367" y="801"/>
                    <a:pt x="409" y="801"/>
                  </a:cubicBezTo>
                  <a:cubicBezTo>
                    <a:pt x="474" y="801"/>
                    <a:pt x="535" y="744"/>
                    <a:pt x="505" y="668"/>
                  </a:cubicBezTo>
                  <a:cubicBezTo>
                    <a:pt x="455" y="442"/>
                    <a:pt x="355" y="242"/>
                    <a:pt x="229" y="41"/>
                  </a:cubicBezTo>
                  <a:cubicBezTo>
                    <a:pt x="208" y="13"/>
                    <a:pt x="178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5" name="Google Shape;5245;p46"/>
            <p:cNvSpPr/>
            <p:nvPr/>
          </p:nvSpPr>
          <p:spPr>
            <a:xfrm>
              <a:off x="2656150" y="592350"/>
              <a:ext cx="10775" cy="15975"/>
            </a:xfrm>
            <a:custGeom>
              <a:rect b="b" l="l" r="r" t="t"/>
              <a:pathLst>
                <a:path extrusionOk="0" h="639" w="431">
                  <a:moveTo>
                    <a:pt x="262" y="1"/>
                  </a:moveTo>
                  <a:cubicBezTo>
                    <a:pt x="230" y="1"/>
                    <a:pt x="198" y="13"/>
                    <a:pt x="176" y="42"/>
                  </a:cubicBezTo>
                  <a:cubicBezTo>
                    <a:pt x="101" y="192"/>
                    <a:pt x="51" y="342"/>
                    <a:pt x="1" y="493"/>
                  </a:cubicBezTo>
                  <a:cubicBezTo>
                    <a:pt x="1" y="585"/>
                    <a:pt x="76" y="639"/>
                    <a:pt x="139" y="639"/>
                  </a:cubicBezTo>
                  <a:cubicBezTo>
                    <a:pt x="180" y="639"/>
                    <a:pt x="217" y="617"/>
                    <a:pt x="226" y="568"/>
                  </a:cubicBezTo>
                  <a:cubicBezTo>
                    <a:pt x="252" y="418"/>
                    <a:pt x="302" y="292"/>
                    <a:pt x="377" y="167"/>
                  </a:cubicBezTo>
                  <a:cubicBezTo>
                    <a:pt x="431" y="77"/>
                    <a:pt x="344" y="1"/>
                    <a:pt x="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6" name="Google Shape;5246;p46"/>
            <p:cNvSpPr/>
            <p:nvPr/>
          </p:nvSpPr>
          <p:spPr>
            <a:xfrm>
              <a:off x="2667325" y="593450"/>
              <a:ext cx="13050" cy="25575"/>
            </a:xfrm>
            <a:custGeom>
              <a:rect b="b" l="l" r="r" t="t"/>
              <a:pathLst>
                <a:path extrusionOk="0" h="1023" w="522">
                  <a:moveTo>
                    <a:pt x="390" y="0"/>
                  </a:moveTo>
                  <a:cubicBezTo>
                    <a:pt x="346" y="0"/>
                    <a:pt x="301" y="22"/>
                    <a:pt x="281" y="73"/>
                  </a:cubicBezTo>
                  <a:cubicBezTo>
                    <a:pt x="206" y="348"/>
                    <a:pt x="105" y="624"/>
                    <a:pt x="30" y="900"/>
                  </a:cubicBezTo>
                  <a:cubicBezTo>
                    <a:pt x="0" y="975"/>
                    <a:pt x="59" y="1023"/>
                    <a:pt x="123" y="1023"/>
                  </a:cubicBezTo>
                  <a:cubicBezTo>
                    <a:pt x="166" y="1023"/>
                    <a:pt x="210" y="1001"/>
                    <a:pt x="231" y="950"/>
                  </a:cubicBezTo>
                  <a:cubicBezTo>
                    <a:pt x="306" y="674"/>
                    <a:pt x="406" y="399"/>
                    <a:pt x="506" y="123"/>
                  </a:cubicBezTo>
                  <a:cubicBezTo>
                    <a:pt x="521" y="48"/>
                    <a:pt x="456" y="0"/>
                    <a:pt x="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7" name="Google Shape;5247;p46"/>
            <p:cNvSpPr/>
            <p:nvPr/>
          </p:nvSpPr>
          <p:spPr>
            <a:xfrm>
              <a:off x="2778350" y="584750"/>
              <a:ext cx="8150" cy="39050"/>
            </a:xfrm>
            <a:custGeom>
              <a:rect b="b" l="l" r="r" t="t"/>
              <a:pathLst>
                <a:path extrusionOk="0" h="1562" w="326">
                  <a:moveTo>
                    <a:pt x="104" y="1"/>
                  </a:moveTo>
                  <a:cubicBezTo>
                    <a:pt x="50" y="1"/>
                    <a:pt x="0" y="32"/>
                    <a:pt x="0" y="95"/>
                  </a:cubicBezTo>
                  <a:cubicBezTo>
                    <a:pt x="25" y="546"/>
                    <a:pt x="50" y="997"/>
                    <a:pt x="100" y="1448"/>
                  </a:cubicBezTo>
                  <a:cubicBezTo>
                    <a:pt x="113" y="1524"/>
                    <a:pt x="169" y="1561"/>
                    <a:pt x="223" y="1561"/>
                  </a:cubicBezTo>
                  <a:cubicBezTo>
                    <a:pt x="276" y="1561"/>
                    <a:pt x="326" y="1524"/>
                    <a:pt x="326" y="1448"/>
                  </a:cubicBezTo>
                  <a:cubicBezTo>
                    <a:pt x="276" y="997"/>
                    <a:pt x="251" y="546"/>
                    <a:pt x="226" y="95"/>
                  </a:cubicBezTo>
                  <a:cubicBezTo>
                    <a:pt x="213" y="32"/>
                    <a:pt x="157" y="1"/>
                    <a:pt x="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8" name="Google Shape;5248;p46"/>
            <p:cNvSpPr/>
            <p:nvPr/>
          </p:nvSpPr>
          <p:spPr>
            <a:xfrm>
              <a:off x="2792750" y="596675"/>
              <a:ext cx="5975" cy="30400"/>
            </a:xfrm>
            <a:custGeom>
              <a:rect b="b" l="l" r="r" t="t"/>
              <a:pathLst>
                <a:path extrusionOk="0" h="1216" w="239">
                  <a:moveTo>
                    <a:pt x="135" y="0"/>
                  </a:moveTo>
                  <a:cubicBezTo>
                    <a:pt x="82" y="0"/>
                    <a:pt x="26" y="32"/>
                    <a:pt x="26" y="94"/>
                  </a:cubicBezTo>
                  <a:lnTo>
                    <a:pt x="1" y="1122"/>
                  </a:lnTo>
                  <a:cubicBezTo>
                    <a:pt x="1" y="1184"/>
                    <a:pt x="51" y="1216"/>
                    <a:pt x="101" y="1216"/>
                  </a:cubicBezTo>
                  <a:cubicBezTo>
                    <a:pt x="151" y="1216"/>
                    <a:pt x="201" y="1184"/>
                    <a:pt x="201" y="1122"/>
                  </a:cubicBezTo>
                  <a:lnTo>
                    <a:pt x="226" y="94"/>
                  </a:lnTo>
                  <a:cubicBezTo>
                    <a:pt x="239" y="32"/>
                    <a:pt x="189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9" name="Google Shape;5249;p46"/>
            <p:cNvSpPr/>
            <p:nvPr/>
          </p:nvSpPr>
          <p:spPr>
            <a:xfrm>
              <a:off x="2808925" y="641700"/>
              <a:ext cx="12800" cy="19300"/>
            </a:xfrm>
            <a:custGeom>
              <a:rect b="b" l="l" r="r" t="t"/>
              <a:pathLst>
                <a:path extrusionOk="0" h="772" w="512">
                  <a:moveTo>
                    <a:pt x="389" y="0"/>
                  </a:moveTo>
                  <a:cubicBezTo>
                    <a:pt x="346" y="0"/>
                    <a:pt x="301" y="22"/>
                    <a:pt x="281" y="73"/>
                  </a:cubicBezTo>
                  <a:cubicBezTo>
                    <a:pt x="206" y="248"/>
                    <a:pt x="131" y="449"/>
                    <a:pt x="30" y="649"/>
                  </a:cubicBezTo>
                  <a:cubicBezTo>
                    <a:pt x="0" y="724"/>
                    <a:pt x="69" y="772"/>
                    <a:pt x="139" y="772"/>
                  </a:cubicBezTo>
                  <a:cubicBezTo>
                    <a:pt x="187" y="772"/>
                    <a:pt x="236" y="750"/>
                    <a:pt x="256" y="699"/>
                  </a:cubicBezTo>
                  <a:cubicBezTo>
                    <a:pt x="331" y="499"/>
                    <a:pt x="406" y="323"/>
                    <a:pt x="481" y="123"/>
                  </a:cubicBezTo>
                  <a:cubicBezTo>
                    <a:pt x="511" y="48"/>
                    <a:pt x="452" y="0"/>
                    <a:pt x="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0" name="Google Shape;5250;p46"/>
            <p:cNvSpPr/>
            <p:nvPr/>
          </p:nvSpPr>
          <p:spPr>
            <a:xfrm>
              <a:off x="2820875" y="648625"/>
              <a:ext cx="14025" cy="21900"/>
            </a:xfrm>
            <a:custGeom>
              <a:rect b="b" l="l" r="r" t="t"/>
              <a:pathLst>
                <a:path extrusionOk="0" h="876" w="561">
                  <a:moveTo>
                    <a:pt x="433" y="0"/>
                  </a:moveTo>
                  <a:cubicBezTo>
                    <a:pt x="391" y="0"/>
                    <a:pt x="349" y="22"/>
                    <a:pt x="329" y="71"/>
                  </a:cubicBezTo>
                  <a:cubicBezTo>
                    <a:pt x="254" y="297"/>
                    <a:pt x="179" y="522"/>
                    <a:pt x="54" y="723"/>
                  </a:cubicBezTo>
                  <a:cubicBezTo>
                    <a:pt x="1" y="793"/>
                    <a:pt x="71" y="876"/>
                    <a:pt x="144" y="876"/>
                  </a:cubicBezTo>
                  <a:cubicBezTo>
                    <a:pt x="175" y="876"/>
                    <a:pt x="206" y="861"/>
                    <a:pt x="229" y="823"/>
                  </a:cubicBezTo>
                  <a:cubicBezTo>
                    <a:pt x="354" y="598"/>
                    <a:pt x="455" y="372"/>
                    <a:pt x="530" y="147"/>
                  </a:cubicBezTo>
                  <a:cubicBezTo>
                    <a:pt x="560" y="55"/>
                    <a:pt x="498" y="0"/>
                    <a:pt x="4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1" name="Google Shape;5251;p46"/>
            <p:cNvSpPr/>
            <p:nvPr/>
          </p:nvSpPr>
          <p:spPr>
            <a:xfrm>
              <a:off x="2955275" y="734675"/>
              <a:ext cx="7300" cy="19650"/>
            </a:xfrm>
            <a:custGeom>
              <a:rect b="b" l="l" r="r" t="t"/>
              <a:pathLst>
                <a:path extrusionOk="0" h="786" w="292">
                  <a:moveTo>
                    <a:pt x="179" y="0"/>
                  </a:moveTo>
                  <a:cubicBezTo>
                    <a:pt x="122" y="0"/>
                    <a:pt x="66" y="38"/>
                    <a:pt x="66" y="113"/>
                  </a:cubicBezTo>
                  <a:cubicBezTo>
                    <a:pt x="66" y="288"/>
                    <a:pt x="41" y="464"/>
                    <a:pt x="16" y="639"/>
                  </a:cubicBezTo>
                  <a:cubicBezTo>
                    <a:pt x="1" y="731"/>
                    <a:pt x="79" y="786"/>
                    <a:pt x="142" y="786"/>
                  </a:cubicBezTo>
                  <a:cubicBezTo>
                    <a:pt x="182" y="786"/>
                    <a:pt x="216" y="763"/>
                    <a:pt x="216" y="715"/>
                  </a:cubicBezTo>
                  <a:cubicBezTo>
                    <a:pt x="267" y="514"/>
                    <a:pt x="267" y="314"/>
                    <a:pt x="292" y="113"/>
                  </a:cubicBezTo>
                  <a:cubicBezTo>
                    <a:pt x="292" y="38"/>
                    <a:pt x="235" y="0"/>
                    <a:pt x="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2" name="Google Shape;5252;p46"/>
            <p:cNvSpPr/>
            <p:nvPr/>
          </p:nvSpPr>
          <p:spPr>
            <a:xfrm>
              <a:off x="2967875" y="742025"/>
              <a:ext cx="8800" cy="25250"/>
            </a:xfrm>
            <a:custGeom>
              <a:rect b="b" l="l" r="r" t="t"/>
              <a:pathLst>
                <a:path extrusionOk="0" h="1010" w="352">
                  <a:moveTo>
                    <a:pt x="245" y="1"/>
                  </a:moveTo>
                  <a:cubicBezTo>
                    <a:pt x="189" y="1"/>
                    <a:pt x="126" y="32"/>
                    <a:pt x="113" y="95"/>
                  </a:cubicBezTo>
                  <a:cubicBezTo>
                    <a:pt x="88" y="370"/>
                    <a:pt x="63" y="621"/>
                    <a:pt x="13" y="897"/>
                  </a:cubicBezTo>
                  <a:cubicBezTo>
                    <a:pt x="1" y="972"/>
                    <a:pt x="51" y="1010"/>
                    <a:pt x="107" y="1010"/>
                  </a:cubicBezTo>
                  <a:cubicBezTo>
                    <a:pt x="164" y="1010"/>
                    <a:pt x="226" y="972"/>
                    <a:pt x="239" y="897"/>
                  </a:cubicBezTo>
                  <a:cubicBezTo>
                    <a:pt x="264" y="621"/>
                    <a:pt x="314" y="370"/>
                    <a:pt x="339" y="95"/>
                  </a:cubicBezTo>
                  <a:cubicBezTo>
                    <a:pt x="351" y="32"/>
                    <a:pt x="301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3" name="Google Shape;5253;p46"/>
            <p:cNvSpPr/>
            <p:nvPr/>
          </p:nvSpPr>
          <p:spPr>
            <a:xfrm>
              <a:off x="2910400" y="540000"/>
              <a:ext cx="77250" cy="47125"/>
            </a:xfrm>
            <a:custGeom>
              <a:rect b="b" l="l" r="r" t="t"/>
              <a:pathLst>
                <a:path extrusionOk="0" h="1885" w="3090">
                  <a:moveTo>
                    <a:pt x="1192" y="0"/>
                  </a:moveTo>
                  <a:cubicBezTo>
                    <a:pt x="1107" y="0"/>
                    <a:pt x="1030" y="122"/>
                    <a:pt x="1109" y="181"/>
                  </a:cubicBezTo>
                  <a:cubicBezTo>
                    <a:pt x="1510" y="607"/>
                    <a:pt x="1936" y="1033"/>
                    <a:pt x="2337" y="1459"/>
                  </a:cubicBezTo>
                  <a:cubicBezTo>
                    <a:pt x="1635" y="1058"/>
                    <a:pt x="934" y="657"/>
                    <a:pt x="207" y="306"/>
                  </a:cubicBezTo>
                  <a:cubicBezTo>
                    <a:pt x="191" y="294"/>
                    <a:pt x="175" y="289"/>
                    <a:pt x="160" y="289"/>
                  </a:cubicBezTo>
                  <a:cubicBezTo>
                    <a:pt x="74" y="289"/>
                    <a:pt x="1" y="439"/>
                    <a:pt x="107" y="481"/>
                  </a:cubicBezTo>
                  <a:cubicBezTo>
                    <a:pt x="909" y="882"/>
                    <a:pt x="1711" y="1334"/>
                    <a:pt x="2488" y="1785"/>
                  </a:cubicBezTo>
                  <a:lnTo>
                    <a:pt x="3061" y="1880"/>
                  </a:lnTo>
                  <a:lnTo>
                    <a:pt x="3061" y="1880"/>
                  </a:lnTo>
                  <a:cubicBezTo>
                    <a:pt x="3056" y="1877"/>
                    <a:pt x="3050" y="1871"/>
                    <a:pt x="3039" y="1860"/>
                  </a:cubicBezTo>
                  <a:cubicBezTo>
                    <a:pt x="3014" y="1835"/>
                    <a:pt x="2989" y="1835"/>
                    <a:pt x="2964" y="1810"/>
                  </a:cubicBezTo>
                  <a:cubicBezTo>
                    <a:pt x="2412" y="1208"/>
                    <a:pt x="1836" y="607"/>
                    <a:pt x="1260" y="30"/>
                  </a:cubicBezTo>
                  <a:cubicBezTo>
                    <a:pt x="1238" y="9"/>
                    <a:pt x="1215" y="0"/>
                    <a:pt x="1192" y="0"/>
                  </a:cubicBezTo>
                  <a:close/>
                  <a:moveTo>
                    <a:pt x="3061" y="1880"/>
                  </a:moveTo>
                  <a:cubicBezTo>
                    <a:pt x="3069" y="1885"/>
                    <a:pt x="3075" y="1885"/>
                    <a:pt x="3089" y="1885"/>
                  </a:cubicBezTo>
                  <a:lnTo>
                    <a:pt x="3061" y="18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4" name="Google Shape;5254;p46"/>
            <p:cNvSpPr/>
            <p:nvPr/>
          </p:nvSpPr>
          <p:spPr>
            <a:xfrm>
              <a:off x="2087100" y="1533775"/>
              <a:ext cx="257675" cy="264650"/>
            </a:xfrm>
            <a:custGeom>
              <a:rect b="b" l="l" r="r" t="t"/>
              <a:pathLst>
                <a:path extrusionOk="0" h="10586" w="10307">
                  <a:moveTo>
                    <a:pt x="4797" y="0"/>
                  </a:moveTo>
                  <a:cubicBezTo>
                    <a:pt x="4754" y="0"/>
                    <a:pt x="4727" y="2"/>
                    <a:pt x="4718" y="4"/>
                  </a:cubicBezTo>
                  <a:lnTo>
                    <a:pt x="5094" y="2610"/>
                  </a:lnTo>
                  <a:cubicBezTo>
                    <a:pt x="5094" y="2610"/>
                    <a:pt x="1635" y="3212"/>
                    <a:pt x="783" y="5493"/>
                  </a:cubicBezTo>
                  <a:cubicBezTo>
                    <a:pt x="1" y="7625"/>
                    <a:pt x="2690" y="10586"/>
                    <a:pt x="5295" y="10586"/>
                  </a:cubicBezTo>
                  <a:cubicBezTo>
                    <a:pt x="5445" y="10586"/>
                    <a:pt x="5596" y="10576"/>
                    <a:pt x="5745" y="10555"/>
                  </a:cubicBezTo>
                  <a:cubicBezTo>
                    <a:pt x="8452" y="10154"/>
                    <a:pt x="10307" y="7548"/>
                    <a:pt x="9204" y="3763"/>
                  </a:cubicBezTo>
                  <a:cubicBezTo>
                    <a:pt x="8184" y="264"/>
                    <a:pt x="5321" y="0"/>
                    <a:pt x="4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5" name="Google Shape;5255;p46"/>
            <p:cNvSpPr/>
            <p:nvPr/>
          </p:nvSpPr>
          <p:spPr>
            <a:xfrm>
              <a:off x="1963800" y="1443400"/>
              <a:ext cx="326575" cy="311700"/>
            </a:xfrm>
            <a:custGeom>
              <a:rect b="b" l="l" r="r" t="t"/>
              <a:pathLst>
                <a:path extrusionOk="0" h="12468" w="13063">
                  <a:moveTo>
                    <a:pt x="8362" y="1"/>
                  </a:moveTo>
                  <a:cubicBezTo>
                    <a:pt x="8297" y="1"/>
                    <a:pt x="8233" y="12"/>
                    <a:pt x="8171" y="35"/>
                  </a:cubicBezTo>
                  <a:cubicBezTo>
                    <a:pt x="6542" y="611"/>
                    <a:pt x="8171" y="5198"/>
                    <a:pt x="8171" y="5198"/>
                  </a:cubicBezTo>
                  <a:cubicBezTo>
                    <a:pt x="8171" y="5198"/>
                    <a:pt x="7425" y="5101"/>
                    <a:pt x="6398" y="5101"/>
                  </a:cubicBezTo>
                  <a:cubicBezTo>
                    <a:pt x="4248" y="5101"/>
                    <a:pt x="866" y="5526"/>
                    <a:pt x="527" y="8155"/>
                  </a:cubicBezTo>
                  <a:cubicBezTo>
                    <a:pt x="0" y="12040"/>
                    <a:pt x="9700" y="12441"/>
                    <a:pt x="9700" y="12441"/>
                  </a:cubicBezTo>
                  <a:cubicBezTo>
                    <a:pt x="9700" y="12441"/>
                    <a:pt x="9827" y="12468"/>
                    <a:pt x="10028" y="12468"/>
                  </a:cubicBezTo>
                  <a:cubicBezTo>
                    <a:pt x="10879" y="12468"/>
                    <a:pt x="13063" y="11992"/>
                    <a:pt x="12657" y="7027"/>
                  </a:cubicBezTo>
                  <a:cubicBezTo>
                    <a:pt x="12657" y="7027"/>
                    <a:pt x="10014" y="1"/>
                    <a:pt x="8362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6" name="Google Shape;5256;p46"/>
            <p:cNvSpPr/>
            <p:nvPr/>
          </p:nvSpPr>
          <p:spPr>
            <a:xfrm>
              <a:off x="2162425" y="1581550"/>
              <a:ext cx="35300" cy="66550"/>
            </a:xfrm>
            <a:custGeom>
              <a:rect b="b" l="l" r="r" t="t"/>
              <a:pathLst>
                <a:path extrusionOk="0" h="2662" w="1412">
                  <a:moveTo>
                    <a:pt x="411" y="0"/>
                  </a:moveTo>
                  <a:cubicBezTo>
                    <a:pt x="366" y="0"/>
                    <a:pt x="321" y="22"/>
                    <a:pt x="301" y="73"/>
                  </a:cubicBezTo>
                  <a:cubicBezTo>
                    <a:pt x="0" y="1050"/>
                    <a:pt x="577" y="1902"/>
                    <a:pt x="1203" y="2629"/>
                  </a:cubicBezTo>
                  <a:cubicBezTo>
                    <a:pt x="1221" y="2652"/>
                    <a:pt x="1242" y="2662"/>
                    <a:pt x="1263" y="2662"/>
                  </a:cubicBezTo>
                  <a:cubicBezTo>
                    <a:pt x="1336" y="2662"/>
                    <a:pt x="1412" y="2550"/>
                    <a:pt x="1354" y="2454"/>
                  </a:cubicBezTo>
                  <a:cubicBezTo>
                    <a:pt x="777" y="1802"/>
                    <a:pt x="251" y="1025"/>
                    <a:pt x="527" y="123"/>
                  </a:cubicBezTo>
                  <a:cubicBezTo>
                    <a:pt x="542" y="48"/>
                    <a:pt x="476" y="0"/>
                    <a:pt x="411" y="0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7" name="Google Shape;5257;p46"/>
            <p:cNvSpPr/>
            <p:nvPr/>
          </p:nvSpPr>
          <p:spPr>
            <a:xfrm>
              <a:off x="1978525" y="1619650"/>
              <a:ext cx="129400" cy="15925"/>
            </a:xfrm>
            <a:custGeom>
              <a:rect b="b" l="l" r="r" t="t"/>
              <a:pathLst>
                <a:path extrusionOk="0" h="637" w="5176">
                  <a:moveTo>
                    <a:pt x="3566" y="0"/>
                  </a:moveTo>
                  <a:cubicBezTo>
                    <a:pt x="2409" y="0"/>
                    <a:pt x="1261" y="146"/>
                    <a:pt x="113" y="429"/>
                  </a:cubicBezTo>
                  <a:cubicBezTo>
                    <a:pt x="0" y="451"/>
                    <a:pt x="30" y="636"/>
                    <a:pt x="147" y="636"/>
                  </a:cubicBezTo>
                  <a:cubicBezTo>
                    <a:pt x="160" y="636"/>
                    <a:pt x="173" y="634"/>
                    <a:pt x="188" y="629"/>
                  </a:cubicBezTo>
                  <a:cubicBezTo>
                    <a:pt x="1295" y="366"/>
                    <a:pt x="2426" y="225"/>
                    <a:pt x="3565" y="225"/>
                  </a:cubicBezTo>
                  <a:cubicBezTo>
                    <a:pt x="4051" y="225"/>
                    <a:pt x="4538" y="251"/>
                    <a:pt x="5026" y="303"/>
                  </a:cubicBezTo>
                  <a:cubicBezTo>
                    <a:pt x="5176" y="303"/>
                    <a:pt x="5176" y="103"/>
                    <a:pt x="5026" y="78"/>
                  </a:cubicBezTo>
                  <a:cubicBezTo>
                    <a:pt x="4537" y="26"/>
                    <a:pt x="4051" y="0"/>
                    <a:pt x="3566" y="0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8" name="Google Shape;5258;p46"/>
            <p:cNvSpPr/>
            <p:nvPr/>
          </p:nvSpPr>
          <p:spPr>
            <a:xfrm>
              <a:off x="1984025" y="1664800"/>
              <a:ext cx="133300" cy="12000"/>
            </a:xfrm>
            <a:custGeom>
              <a:rect b="b" l="l" r="r" t="t"/>
              <a:pathLst>
                <a:path extrusionOk="0" h="480" w="5332">
                  <a:moveTo>
                    <a:pt x="3476" y="0"/>
                  </a:moveTo>
                  <a:cubicBezTo>
                    <a:pt x="2358" y="0"/>
                    <a:pt x="1244" y="95"/>
                    <a:pt x="119" y="277"/>
                  </a:cubicBezTo>
                  <a:cubicBezTo>
                    <a:pt x="1" y="300"/>
                    <a:pt x="38" y="479"/>
                    <a:pt x="169" y="479"/>
                  </a:cubicBezTo>
                  <a:cubicBezTo>
                    <a:pt x="177" y="479"/>
                    <a:pt x="185" y="479"/>
                    <a:pt x="194" y="477"/>
                  </a:cubicBezTo>
                  <a:cubicBezTo>
                    <a:pt x="1247" y="302"/>
                    <a:pt x="2311" y="207"/>
                    <a:pt x="3378" y="207"/>
                  </a:cubicBezTo>
                  <a:cubicBezTo>
                    <a:pt x="3987" y="207"/>
                    <a:pt x="4597" y="238"/>
                    <a:pt x="5207" y="302"/>
                  </a:cubicBezTo>
                  <a:cubicBezTo>
                    <a:pt x="5332" y="302"/>
                    <a:pt x="5332" y="76"/>
                    <a:pt x="5207" y="76"/>
                  </a:cubicBezTo>
                  <a:cubicBezTo>
                    <a:pt x="4628" y="25"/>
                    <a:pt x="4051" y="0"/>
                    <a:pt x="3476" y="0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9" name="Google Shape;5259;p46"/>
            <p:cNvSpPr/>
            <p:nvPr/>
          </p:nvSpPr>
          <p:spPr>
            <a:xfrm>
              <a:off x="2290250" y="772150"/>
              <a:ext cx="117175" cy="103825"/>
            </a:xfrm>
            <a:custGeom>
              <a:rect b="b" l="l" r="r" t="t"/>
              <a:pathLst>
                <a:path extrusionOk="0" h="4153" w="4687">
                  <a:moveTo>
                    <a:pt x="2101" y="1"/>
                  </a:moveTo>
                  <a:cubicBezTo>
                    <a:pt x="1784" y="1"/>
                    <a:pt x="1482" y="126"/>
                    <a:pt x="1228" y="444"/>
                  </a:cubicBezTo>
                  <a:cubicBezTo>
                    <a:pt x="0" y="1922"/>
                    <a:pt x="2030" y="4103"/>
                    <a:pt x="4687" y="4153"/>
                  </a:cubicBezTo>
                  <a:lnTo>
                    <a:pt x="4687" y="1747"/>
                  </a:lnTo>
                  <a:cubicBezTo>
                    <a:pt x="4687" y="1747"/>
                    <a:pt x="3284" y="1"/>
                    <a:pt x="2101" y="1"/>
                  </a:cubicBezTo>
                  <a:close/>
                </a:path>
              </a:pathLst>
            </a:custGeom>
            <a:solidFill>
              <a:srgbClr val="EA9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0" name="Google Shape;5260;p46"/>
            <p:cNvSpPr/>
            <p:nvPr/>
          </p:nvSpPr>
          <p:spPr>
            <a:xfrm>
              <a:off x="2374200" y="627375"/>
              <a:ext cx="505675" cy="425025"/>
            </a:xfrm>
            <a:custGeom>
              <a:rect b="b" l="l" r="r" t="t"/>
              <a:pathLst>
                <a:path extrusionOk="0" h="17001" w="20227">
                  <a:moveTo>
                    <a:pt x="8944" y="0"/>
                  </a:moveTo>
                  <a:cubicBezTo>
                    <a:pt x="7386" y="0"/>
                    <a:pt x="5815" y="149"/>
                    <a:pt x="4437" y="771"/>
                  </a:cubicBezTo>
                  <a:cubicBezTo>
                    <a:pt x="4136" y="921"/>
                    <a:pt x="3860" y="1072"/>
                    <a:pt x="3585" y="1247"/>
                  </a:cubicBezTo>
                  <a:cubicBezTo>
                    <a:pt x="3284" y="1448"/>
                    <a:pt x="3058" y="1648"/>
                    <a:pt x="2858" y="1874"/>
                  </a:cubicBezTo>
                  <a:cubicBezTo>
                    <a:pt x="2231" y="2626"/>
                    <a:pt x="1504" y="3703"/>
                    <a:pt x="1279" y="4781"/>
                  </a:cubicBezTo>
                  <a:cubicBezTo>
                    <a:pt x="778" y="7312"/>
                    <a:pt x="1" y="10646"/>
                    <a:pt x="1179" y="13052"/>
                  </a:cubicBezTo>
                  <a:cubicBezTo>
                    <a:pt x="2231" y="15157"/>
                    <a:pt x="5314" y="15458"/>
                    <a:pt x="7469" y="16159"/>
                  </a:cubicBezTo>
                  <a:cubicBezTo>
                    <a:pt x="8986" y="16647"/>
                    <a:pt x="10764" y="17001"/>
                    <a:pt x="12515" y="17001"/>
                  </a:cubicBezTo>
                  <a:cubicBezTo>
                    <a:pt x="14900" y="17001"/>
                    <a:pt x="17237" y="16345"/>
                    <a:pt x="18798" y="14480"/>
                  </a:cubicBezTo>
                  <a:cubicBezTo>
                    <a:pt x="19900" y="13152"/>
                    <a:pt x="20226" y="10746"/>
                    <a:pt x="19800" y="8290"/>
                  </a:cubicBezTo>
                  <a:cubicBezTo>
                    <a:pt x="19124" y="4430"/>
                    <a:pt x="16567" y="420"/>
                    <a:pt x="12131" y="94"/>
                  </a:cubicBezTo>
                  <a:cubicBezTo>
                    <a:pt x="12006" y="94"/>
                    <a:pt x="11905" y="69"/>
                    <a:pt x="11780" y="69"/>
                  </a:cubicBezTo>
                  <a:lnTo>
                    <a:pt x="11204" y="69"/>
                  </a:lnTo>
                  <a:cubicBezTo>
                    <a:pt x="10470" y="36"/>
                    <a:pt x="9708" y="0"/>
                    <a:pt x="8944" y="0"/>
                  </a:cubicBezTo>
                  <a:close/>
                </a:path>
              </a:pathLst>
            </a:custGeom>
            <a:solidFill>
              <a:srgbClr val="F9B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1" name="Google Shape;5261;p46"/>
            <p:cNvSpPr/>
            <p:nvPr/>
          </p:nvSpPr>
          <p:spPr>
            <a:xfrm>
              <a:off x="2484475" y="627375"/>
              <a:ext cx="177350" cy="158600"/>
            </a:xfrm>
            <a:custGeom>
              <a:rect b="b" l="l" r="r" t="t"/>
              <a:pathLst>
                <a:path extrusionOk="0" h="6344" w="7094">
                  <a:moveTo>
                    <a:pt x="4533" y="0"/>
                  </a:moveTo>
                  <a:cubicBezTo>
                    <a:pt x="2975" y="0"/>
                    <a:pt x="1404" y="149"/>
                    <a:pt x="26" y="771"/>
                  </a:cubicBezTo>
                  <a:cubicBezTo>
                    <a:pt x="1" y="1347"/>
                    <a:pt x="51" y="1924"/>
                    <a:pt x="251" y="2475"/>
                  </a:cubicBezTo>
                  <a:cubicBezTo>
                    <a:pt x="527" y="3277"/>
                    <a:pt x="1028" y="3979"/>
                    <a:pt x="1605" y="4606"/>
                  </a:cubicBezTo>
                  <a:cubicBezTo>
                    <a:pt x="2532" y="5558"/>
                    <a:pt x="3760" y="6285"/>
                    <a:pt x="5088" y="6335"/>
                  </a:cubicBezTo>
                  <a:cubicBezTo>
                    <a:pt x="5122" y="6341"/>
                    <a:pt x="5157" y="6344"/>
                    <a:pt x="5192" y="6344"/>
                  </a:cubicBezTo>
                  <a:cubicBezTo>
                    <a:pt x="5313" y="6344"/>
                    <a:pt x="5431" y="6307"/>
                    <a:pt x="5489" y="6210"/>
                  </a:cubicBezTo>
                  <a:cubicBezTo>
                    <a:pt x="5640" y="6034"/>
                    <a:pt x="5439" y="5758"/>
                    <a:pt x="5264" y="5608"/>
                  </a:cubicBezTo>
                  <a:cubicBezTo>
                    <a:pt x="4938" y="5357"/>
                    <a:pt x="4637" y="5082"/>
                    <a:pt x="4337" y="4831"/>
                  </a:cubicBezTo>
                  <a:cubicBezTo>
                    <a:pt x="4186" y="4706"/>
                    <a:pt x="4036" y="4555"/>
                    <a:pt x="4036" y="4355"/>
                  </a:cubicBezTo>
                  <a:cubicBezTo>
                    <a:pt x="4036" y="4129"/>
                    <a:pt x="4311" y="3979"/>
                    <a:pt x="4537" y="3879"/>
                  </a:cubicBezTo>
                  <a:cubicBezTo>
                    <a:pt x="5314" y="3553"/>
                    <a:pt x="6041" y="3052"/>
                    <a:pt x="6517" y="2350"/>
                  </a:cubicBezTo>
                  <a:cubicBezTo>
                    <a:pt x="6943" y="1673"/>
                    <a:pt x="7093" y="796"/>
                    <a:pt x="6793" y="69"/>
                  </a:cubicBezTo>
                  <a:cubicBezTo>
                    <a:pt x="6059" y="36"/>
                    <a:pt x="5297" y="0"/>
                    <a:pt x="4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2" name="Google Shape;5262;p46"/>
            <p:cNvSpPr/>
            <p:nvPr/>
          </p:nvSpPr>
          <p:spPr>
            <a:xfrm>
              <a:off x="2963800" y="819375"/>
              <a:ext cx="158800" cy="101425"/>
            </a:xfrm>
            <a:custGeom>
              <a:rect b="b" l="l" r="r" t="t"/>
              <a:pathLst>
                <a:path extrusionOk="0" h="4057" w="6352">
                  <a:moveTo>
                    <a:pt x="3424" y="1"/>
                  </a:moveTo>
                  <a:cubicBezTo>
                    <a:pt x="1809" y="1"/>
                    <a:pt x="1" y="1136"/>
                    <a:pt x="1" y="1136"/>
                  </a:cubicBezTo>
                  <a:cubicBezTo>
                    <a:pt x="101" y="2715"/>
                    <a:pt x="1" y="3542"/>
                    <a:pt x="1" y="3542"/>
                  </a:cubicBezTo>
                  <a:cubicBezTo>
                    <a:pt x="1028" y="3904"/>
                    <a:pt x="1918" y="4056"/>
                    <a:pt x="2669" y="4056"/>
                  </a:cubicBezTo>
                  <a:cubicBezTo>
                    <a:pt x="5508" y="4056"/>
                    <a:pt x="6352" y="1878"/>
                    <a:pt x="5063" y="610"/>
                  </a:cubicBezTo>
                  <a:cubicBezTo>
                    <a:pt x="4617" y="163"/>
                    <a:pt x="4034" y="1"/>
                    <a:pt x="3424" y="1"/>
                  </a:cubicBezTo>
                  <a:close/>
                </a:path>
              </a:pathLst>
            </a:custGeom>
            <a:solidFill>
              <a:srgbClr val="EA9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3" name="Google Shape;5263;p46"/>
            <p:cNvSpPr/>
            <p:nvPr/>
          </p:nvSpPr>
          <p:spPr>
            <a:xfrm>
              <a:off x="2677475" y="629725"/>
              <a:ext cx="191750" cy="204900"/>
            </a:xfrm>
            <a:custGeom>
              <a:rect b="b" l="l" r="r" t="t"/>
              <a:pathLst>
                <a:path extrusionOk="0" h="8196" w="7670">
                  <a:moveTo>
                    <a:pt x="0" y="0"/>
                  </a:moveTo>
                  <a:lnTo>
                    <a:pt x="0" y="0"/>
                  </a:lnTo>
                  <a:cubicBezTo>
                    <a:pt x="125" y="1028"/>
                    <a:pt x="827" y="3058"/>
                    <a:pt x="3434" y="3409"/>
                  </a:cubicBezTo>
                  <a:cubicBezTo>
                    <a:pt x="3434" y="3409"/>
                    <a:pt x="3659" y="8020"/>
                    <a:pt x="7669" y="8196"/>
                  </a:cubicBezTo>
                  <a:cubicBezTo>
                    <a:pt x="6993" y="4336"/>
                    <a:pt x="4436" y="32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4" name="Google Shape;5264;p46"/>
            <p:cNvSpPr/>
            <p:nvPr/>
          </p:nvSpPr>
          <p:spPr>
            <a:xfrm>
              <a:off x="2318450" y="641000"/>
              <a:ext cx="764425" cy="853800"/>
            </a:xfrm>
            <a:custGeom>
              <a:rect b="b" l="l" r="r" t="t"/>
              <a:pathLst>
                <a:path extrusionOk="0" h="34152" w="30577">
                  <a:moveTo>
                    <a:pt x="16391" y="0"/>
                  </a:moveTo>
                  <a:lnTo>
                    <a:pt x="22030" y="7745"/>
                  </a:lnTo>
                  <a:cubicBezTo>
                    <a:pt x="22030" y="7745"/>
                    <a:pt x="22356" y="13785"/>
                    <a:pt x="18020" y="15765"/>
                  </a:cubicBezTo>
                  <a:cubicBezTo>
                    <a:pt x="17420" y="15909"/>
                    <a:pt x="16897" y="15970"/>
                    <a:pt x="16424" y="15970"/>
                  </a:cubicBezTo>
                  <a:cubicBezTo>
                    <a:pt x="14588" y="15970"/>
                    <a:pt x="13502" y="15039"/>
                    <a:pt x="11529" y="14361"/>
                  </a:cubicBezTo>
                  <a:cubicBezTo>
                    <a:pt x="10846" y="14121"/>
                    <a:pt x="10228" y="14037"/>
                    <a:pt x="9666" y="14037"/>
                  </a:cubicBezTo>
                  <a:cubicBezTo>
                    <a:pt x="8366" y="14037"/>
                    <a:pt x="7364" y="14487"/>
                    <a:pt x="6541" y="14487"/>
                  </a:cubicBezTo>
                  <a:cubicBezTo>
                    <a:pt x="6311" y="14487"/>
                    <a:pt x="6095" y="14451"/>
                    <a:pt x="5890" y="14361"/>
                  </a:cubicBezTo>
                  <a:cubicBezTo>
                    <a:pt x="4135" y="13609"/>
                    <a:pt x="3434" y="11830"/>
                    <a:pt x="3333" y="11504"/>
                  </a:cubicBezTo>
                  <a:cubicBezTo>
                    <a:pt x="2983" y="10552"/>
                    <a:pt x="2807" y="9449"/>
                    <a:pt x="2807" y="8121"/>
                  </a:cubicBezTo>
                  <a:cubicBezTo>
                    <a:pt x="2807" y="8121"/>
                    <a:pt x="0" y="16166"/>
                    <a:pt x="2531" y="20777"/>
                  </a:cubicBezTo>
                  <a:cubicBezTo>
                    <a:pt x="3634" y="22782"/>
                    <a:pt x="4436" y="23259"/>
                    <a:pt x="5389" y="23534"/>
                  </a:cubicBezTo>
                  <a:cubicBezTo>
                    <a:pt x="4587" y="25088"/>
                    <a:pt x="3734" y="28572"/>
                    <a:pt x="5739" y="30577"/>
                  </a:cubicBezTo>
                  <a:cubicBezTo>
                    <a:pt x="6497" y="31344"/>
                    <a:pt x="7340" y="31660"/>
                    <a:pt x="8178" y="31660"/>
                  </a:cubicBezTo>
                  <a:cubicBezTo>
                    <a:pt x="9505" y="31660"/>
                    <a:pt x="10818" y="30869"/>
                    <a:pt x="11754" y="29825"/>
                  </a:cubicBezTo>
                  <a:cubicBezTo>
                    <a:pt x="12257" y="31931"/>
                    <a:pt x="13536" y="34151"/>
                    <a:pt x="15854" y="34151"/>
                  </a:cubicBezTo>
                  <a:cubicBezTo>
                    <a:pt x="15964" y="34151"/>
                    <a:pt x="16076" y="34146"/>
                    <a:pt x="16191" y="34136"/>
                  </a:cubicBezTo>
                  <a:cubicBezTo>
                    <a:pt x="17945" y="33960"/>
                    <a:pt x="19424" y="32833"/>
                    <a:pt x="19850" y="31504"/>
                  </a:cubicBezTo>
                  <a:cubicBezTo>
                    <a:pt x="20346" y="32000"/>
                    <a:pt x="20876" y="32445"/>
                    <a:pt x="21567" y="32445"/>
                  </a:cubicBezTo>
                  <a:cubicBezTo>
                    <a:pt x="21714" y="32445"/>
                    <a:pt x="21868" y="32425"/>
                    <a:pt x="22030" y="32382"/>
                  </a:cubicBezTo>
                  <a:cubicBezTo>
                    <a:pt x="23885" y="31855"/>
                    <a:pt x="24436" y="29023"/>
                    <a:pt x="24386" y="27269"/>
                  </a:cubicBezTo>
                  <a:lnTo>
                    <a:pt x="24386" y="27269"/>
                  </a:lnTo>
                  <a:cubicBezTo>
                    <a:pt x="24712" y="27369"/>
                    <a:pt x="25050" y="27475"/>
                    <a:pt x="25454" y="27475"/>
                  </a:cubicBezTo>
                  <a:cubicBezTo>
                    <a:pt x="25859" y="27475"/>
                    <a:pt x="26328" y="27369"/>
                    <a:pt x="26917" y="27043"/>
                  </a:cubicBezTo>
                  <a:cubicBezTo>
                    <a:pt x="30577" y="24988"/>
                    <a:pt x="28271" y="11203"/>
                    <a:pt x="26917" y="7594"/>
                  </a:cubicBezTo>
                  <a:cubicBezTo>
                    <a:pt x="25564" y="4011"/>
                    <a:pt x="16392" y="1"/>
                    <a:pt x="16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5" name="Google Shape;5265;p46"/>
            <p:cNvSpPr/>
            <p:nvPr/>
          </p:nvSpPr>
          <p:spPr>
            <a:xfrm>
              <a:off x="2352900" y="983100"/>
              <a:ext cx="691125" cy="514600"/>
            </a:xfrm>
            <a:custGeom>
              <a:rect b="b" l="l" r="r" t="t"/>
              <a:pathLst>
                <a:path extrusionOk="0" h="20584" w="27645">
                  <a:moveTo>
                    <a:pt x="6222" y="5735"/>
                  </a:moveTo>
                  <a:cubicBezTo>
                    <a:pt x="6293" y="5735"/>
                    <a:pt x="6377" y="5800"/>
                    <a:pt x="6442" y="5865"/>
                  </a:cubicBezTo>
                  <a:cubicBezTo>
                    <a:pt x="6517" y="5941"/>
                    <a:pt x="6592" y="6041"/>
                    <a:pt x="6642" y="6166"/>
                  </a:cubicBezTo>
                  <a:cubicBezTo>
                    <a:pt x="6893" y="6592"/>
                    <a:pt x="7018" y="7093"/>
                    <a:pt x="7043" y="7595"/>
                  </a:cubicBezTo>
                  <a:cubicBezTo>
                    <a:pt x="7093" y="8096"/>
                    <a:pt x="7043" y="8622"/>
                    <a:pt x="6843" y="9073"/>
                  </a:cubicBezTo>
                  <a:cubicBezTo>
                    <a:pt x="6617" y="9525"/>
                    <a:pt x="6216" y="9850"/>
                    <a:pt x="5715" y="9951"/>
                  </a:cubicBezTo>
                  <a:cubicBezTo>
                    <a:pt x="5528" y="9997"/>
                    <a:pt x="5340" y="10016"/>
                    <a:pt x="5153" y="10016"/>
                  </a:cubicBezTo>
                  <a:cubicBezTo>
                    <a:pt x="4839" y="10016"/>
                    <a:pt x="4525" y="9963"/>
                    <a:pt x="4211" y="9900"/>
                  </a:cubicBezTo>
                  <a:cubicBezTo>
                    <a:pt x="4153" y="9887"/>
                    <a:pt x="4095" y="9873"/>
                    <a:pt x="4038" y="9857"/>
                  </a:cubicBezTo>
                  <a:lnTo>
                    <a:pt x="4038" y="9857"/>
                  </a:lnTo>
                  <a:cubicBezTo>
                    <a:pt x="4283" y="9079"/>
                    <a:pt x="4578" y="8309"/>
                    <a:pt x="4938" y="7570"/>
                  </a:cubicBezTo>
                  <a:cubicBezTo>
                    <a:pt x="5163" y="7118"/>
                    <a:pt x="5389" y="6667"/>
                    <a:pt x="5690" y="6241"/>
                  </a:cubicBezTo>
                  <a:cubicBezTo>
                    <a:pt x="5840" y="6041"/>
                    <a:pt x="5990" y="5840"/>
                    <a:pt x="6191" y="5740"/>
                  </a:cubicBezTo>
                  <a:cubicBezTo>
                    <a:pt x="6201" y="5737"/>
                    <a:pt x="6212" y="5735"/>
                    <a:pt x="6222" y="5735"/>
                  </a:cubicBezTo>
                  <a:close/>
                  <a:moveTo>
                    <a:pt x="22031" y="10602"/>
                  </a:moveTo>
                  <a:cubicBezTo>
                    <a:pt x="22106" y="10627"/>
                    <a:pt x="22206" y="10728"/>
                    <a:pt x="22256" y="10828"/>
                  </a:cubicBezTo>
                  <a:cubicBezTo>
                    <a:pt x="22407" y="11028"/>
                    <a:pt x="22482" y="11254"/>
                    <a:pt x="22557" y="11504"/>
                  </a:cubicBezTo>
                  <a:cubicBezTo>
                    <a:pt x="22752" y="12121"/>
                    <a:pt x="22862" y="12779"/>
                    <a:pt x="22903" y="13439"/>
                  </a:cubicBezTo>
                  <a:lnTo>
                    <a:pt x="22903" y="13439"/>
                  </a:lnTo>
                  <a:cubicBezTo>
                    <a:pt x="22844" y="13399"/>
                    <a:pt x="22787" y="13356"/>
                    <a:pt x="22732" y="13309"/>
                  </a:cubicBezTo>
                  <a:cubicBezTo>
                    <a:pt x="22331" y="13008"/>
                    <a:pt x="22056" y="12582"/>
                    <a:pt x="21855" y="12106"/>
                  </a:cubicBezTo>
                  <a:cubicBezTo>
                    <a:pt x="21780" y="11880"/>
                    <a:pt x="21705" y="11630"/>
                    <a:pt x="21680" y="11379"/>
                  </a:cubicBezTo>
                  <a:cubicBezTo>
                    <a:pt x="21655" y="11154"/>
                    <a:pt x="21655" y="10878"/>
                    <a:pt x="21780" y="10702"/>
                  </a:cubicBezTo>
                  <a:cubicBezTo>
                    <a:pt x="21830" y="10652"/>
                    <a:pt x="21855" y="10627"/>
                    <a:pt x="21905" y="10602"/>
                  </a:cubicBezTo>
                  <a:close/>
                  <a:moveTo>
                    <a:pt x="11131" y="12105"/>
                  </a:moveTo>
                  <a:cubicBezTo>
                    <a:pt x="11153" y="12105"/>
                    <a:pt x="11177" y="12113"/>
                    <a:pt x="11204" y="12131"/>
                  </a:cubicBezTo>
                  <a:cubicBezTo>
                    <a:pt x="11279" y="12181"/>
                    <a:pt x="11354" y="12281"/>
                    <a:pt x="11429" y="12382"/>
                  </a:cubicBezTo>
                  <a:cubicBezTo>
                    <a:pt x="11554" y="12582"/>
                    <a:pt x="11630" y="12808"/>
                    <a:pt x="11630" y="13058"/>
                  </a:cubicBezTo>
                  <a:cubicBezTo>
                    <a:pt x="11680" y="13535"/>
                    <a:pt x="11529" y="14011"/>
                    <a:pt x="11329" y="14462"/>
                  </a:cubicBezTo>
                  <a:cubicBezTo>
                    <a:pt x="11118" y="14883"/>
                    <a:pt x="10853" y="15278"/>
                    <a:pt x="10548" y="15642"/>
                  </a:cubicBezTo>
                  <a:lnTo>
                    <a:pt x="10548" y="15642"/>
                  </a:lnTo>
                  <a:cubicBezTo>
                    <a:pt x="10527" y="15449"/>
                    <a:pt x="10511" y="15256"/>
                    <a:pt x="10502" y="15063"/>
                  </a:cubicBezTo>
                  <a:cubicBezTo>
                    <a:pt x="10502" y="14537"/>
                    <a:pt x="10502" y="14036"/>
                    <a:pt x="10577" y="13535"/>
                  </a:cubicBezTo>
                  <a:cubicBezTo>
                    <a:pt x="10602" y="13284"/>
                    <a:pt x="10652" y="13033"/>
                    <a:pt x="10702" y="12808"/>
                  </a:cubicBezTo>
                  <a:cubicBezTo>
                    <a:pt x="10777" y="12557"/>
                    <a:pt x="10853" y="12306"/>
                    <a:pt x="11003" y="12181"/>
                  </a:cubicBezTo>
                  <a:cubicBezTo>
                    <a:pt x="11052" y="12133"/>
                    <a:pt x="11090" y="12105"/>
                    <a:pt x="11131" y="12105"/>
                  </a:cubicBezTo>
                  <a:close/>
                  <a:moveTo>
                    <a:pt x="17920" y="13021"/>
                  </a:moveTo>
                  <a:cubicBezTo>
                    <a:pt x="17952" y="13021"/>
                    <a:pt x="17983" y="13033"/>
                    <a:pt x="18021" y="13058"/>
                  </a:cubicBezTo>
                  <a:cubicBezTo>
                    <a:pt x="18196" y="13184"/>
                    <a:pt x="18296" y="13434"/>
                    <a:pt x="18397" y="13660"/>
                  </a:cubicBezTo>
                  <a:cubicBezTo>
                    <a:pt x="18572" y="14111"/>
                    <a:pt x="18672" y="14612"/>
                    <a:pt x="18697" y="15114"/>
                  </a:cubicBezTo>
                  <a:cubicBezTo>
                    <a:pt x="18780" y="15939"/>
                    <a:pt x="18693" y="16781"/>
                    <a:pt x="18421" y="17557"/>
                  </a:cubicBezTo>
                  <a:lnTo>
                    <a:pt x="18421" y="17557"/>
                  </a:lnTo>
                  <a:cubicBezTo>
                    <a:pt x="18197" y="17174"/>
                    <a:pt x="18030" y="16758"/>
                    <a:pt x="17920" y="16342"/>
                  </a:cubicBezTo>
                  <a:cubicBezTo>
                    <a:pt x="17770" y="15865"/>
                    <a:pt x="17670" y="15364"/>
                    <a:pt x="17620" y="14863"/>
                  </a:cubicBezTo>
                  <a:cubicBezTo>
                    <a:pt x="17595" y="14362"/>
                    <a:pt x="17569" y="13835"/>
                    <a:pt x="17695" y="13359"/>
                  </a:cubicBezTo>
                  <a:cubicBezTo>
                    <a:pt x="17720" y="13259"/>
                    <a:pt x="17770" y="13134"/>
                    <a:pt x="17820" y="13058"/>
                  </a:cubicBezTo>
                  <a:cubicBezTo>
                    <a:pt x="17858" y="13033"/>
                    <a:pt x="17889" y="13021"/>
                    <a:pt x="17920" y="13021"/>
                  </a:cubicBezTo>
                  <a:close/>
                  <a:moveTo>
                    <a:pt x="26943" y="1"/>
                  </a:moveTo>
                  <a:cubicBezTo>
                    <a:pt x="27294" y="2006"/>
                    <a:pt x="27544" y="4061"/>
                    <a:pt x="27544" y="6116"/>
                  </a:cubicBezTo>
                  <a:cubicBezTo>
                    <a:pt x="27544" y="7144"/>
                    <a:pt x="27494" y="8171"/>
                    <a:pt x="27344" y="9174"/>
                  </a:cubicBezTo>
                  <a:cubicBezTo>
                    <a:pt x="27194" y="10201"/>
                    <a:pt x="26918" y="11204"/>
                    <a:pt x="26442" y="12106"/>
                  </a:cubicBezTo>
                  <a:cubicBezTo>
                    <a:pt x="26191" y="12532"/>
                    <a:pt x="25890" y="12958"/>
                    <a:pt x="25489" y="13259"/>
                  </a:cubicBezTo>
                  <a:cubicBezTo>
                    <a:pt x="25088" y="13560"/>
                    <a:pt x="24612" y="13735"/>
                    <a:pt x="24111" y="13760"/>
                  </a:cubicBezTo>
                  <a:cubicBezTo>
                    <a:pt x="24075" y="13762"/>
                    <a:pt x="24039" y="13763"/>
                    <a:pt x="24004" y="13763"/>
                  </a:cubicBezTo>
                  <a:cubicBezTo>
                    <a:pt x="23686" y="13763"/>
                    <a:pt x="23372" y="13692"/>
                    <a:pt x="23093" y="13551"/>
                  </a:cubicBezTo>
                  <a:lnTo>
                    <a:pt x="23093" y="13551"/>
                  </a:lnTo>
                  <a:cubicBezTo>
                    <a:pt x="23052" y="12838"/>
                    <a:pt x="22940" y="12128"/>
                    <a:pt x="22732" y="11454"/>
                  </a:cubicBezTo>
                  <a:cubicBezTo>
                    <a:pt x="22657" y="11204"/>
                    <a:pt x="22557" y="10953"/>
                    <a:pt x="22407" y="10728"/>
                  </a:cubicBezTo>
                  <a:cubicBezTo>
                    <a:pt x="22331" y="10602"/>
                    <a:pt x="22231" y="10502"/>
                    <a:pt x="22081" y="10427"/>
                  </a:cubicBezTo>
                  <a:cubicBezTo>
                    <a:pt x="22049" y="10418"/>
                    <a:pt x="22018" y="10414"/>
                    <a:pt x="21987" y="10414"/>
                  </a:cubicBezTo>
                  <a:cubicBezTo>
                    <a:pt x="21845" y="10414"/>
                    <a:pt x="21716" y="10499"/>
                    <a:pt x="21655" y="10602"/>
                  </a:cubicBezTo>
                  <a:cubicBezTo>
                    <a:pt x="21479" y="10853"/>
                    <a:pt x="21504" y="11129"/>
                    <a:pt x="21504" y="11404"/>
                  </a:cubicBezTo>
                  <a:cubicBezTo>
                    <a:pt x="21554" y="11655"/>
                    <a:pt x="21605" y="11931"/>
                    <a:pt x="21705" y="12156"/>
                  </a:cubicBezTo>
                  <a:cubicBezTo>
                    <a:pt x="21905" y="12657"/>
                    <a:pt x="22206" y="13109"/>
                    <a:pt x="22632" y="13434"/>
                  </a:cubicBezTo>
                  <a:cubicBezTo>
                    <a:pt x="22719" y="13505"/>
                    <a:pt x="22813" y="13568"/>
                    <a:pt x="22912" y="13624"/>
                  </a:cubicBezTo>
                  <a:lnTo>
                    <a:pt x="22912" y="13624"/>
                  </a:lnTo>
                  <a:cubicBezTo>
                    <a:pt x="22924" y="13922"/>
                    <a:pt x="22923" y="14219"/>
                    <a:pt x="22908" y="14512"/>
                  </a:cubicBezTo>
                  <a:cubicBezTo>
                    <a:pt x="22858" y="15515"/>
                    <a:pt x="22657" y="16567"/>
                    <a:pt x="22131" y="17419"/>
                  </a:cubicBezTo>
                  <a:cubicBezTo>
                    <a:pt x="21855" y="17820"/>
                    <a:pt x="21504" y="18196"/>
                    <a:pt x="21053" y="18422"/>
                  </a:cubicBezTo>
                  <a:cubicBezTo>
                    <a:pt x="20754" y="18580"/>
                    <a:pt x="20405" y="18677"/>
                    <a:pt x="20068" y="18677"/>
                  </a:cubicBezTo>
                  <a:cubicBezTo>
                    <a:pt x="19925" y="18677"/>
                    <a:pt x="19784" y="18660"/>
                    <a:pt x="19650" y="18622"/>
                  </a:cubicBezTo>
                  <a:cubicBezTo>
                    <a:pt x="19224" y="18488"/>
                    <a:pt x="18878" y="18193"/>
                    <a:pt x="18612" y="17845"/>
                  </a:cubicBezTo>
                  <a:lnTo>
                    <a:pt x="18612" y="17845"/>
                  </a:lnTo>
                  <a:cubicBezTo>
                    <a:pt x="18948" y="16976"/>
                    <a:pt x="19037" y="16022"/>
                    <a:pt x="18948" y="15088"/>
                  </a:cubicBezTo>
                  <a:cubicBezTo>
                    <a:pt x="18923" y="14562"/>
                    <a:pt x="18823" y="14061"/>
                    <a:pt x="18622" y="13560"/>
                  </a:cubicBezTo>
                  <a:cubicBezTo>
                    <a:pt x="18572" y="13434"/>
                    <a:pt x="18522" y="13309"/>
                    <a:pt x="18447" y="13184"/>
                  </a:cubicBezTo>
                  <a:cubicBezTo>
                    <a:pt x="18372" y="13083"/>
                    <a:pt x="18296" y="12958"/>
                    <a:pt x="18146" y="12858"/>
                  </a:cubicBezTo>
                  <a:cubicBezTo>
                    <a:pt x="18096" y="12808"/>
                    <a:pt x="17996" y="12783"/>
                    <a:pt x="17895" y="12783"/>
                  </a:cubicBezTo>
                  <a:cubicBezTo>
                    <a:pt x="17795" y="12783"/>
                    <a:pt x="17720" y="12833"/>
                    <a:pt x="17645" y="12908"/>
                  </a:cubicBezTo>
                  <a:cubicBezTo>
                    <a:pt x="17544" y="13033"/>
                    <a:pt x="17494" y="13159"/>
                    <a:pt x="17469" y="13309"/>
                  </a:cubicBezTo>
                  <a:cubicBezTo>
                    <a:pt x="17319" y="13835"/>
                    <a:pt x="17344" y="14362"/>
                    <a:pt x="17394" y="14863"/>
                  </a:cubicBezTo>
                  <a:cubicBezTo>
                    <a:pt x="17444" y="15389"/>
                    <a:pt x="17544" y="15916"/>
                    <a:pt x="17695" y="16417"/>
                  </a:cubicBezTo>
                  <a:cubicBezTo>
                    <a:pt x="17842" y="16884"/>
                    <a:pt x="18039" y="17376"/>
                    <a:pt x="18330" y="17797"/>
                  </a:cubicBezTo>
                  <a:lnTo>
                    <a:pt x="18330" y="17797"/>
                  </a:lnTo>
                  <a:cubicBezTo>
                    <a:pt x="18296" y="17881"/>
                    <a:pt x="18260" y="17964"/>
                    <a:pt x="18221" y="18046"/>
                  </a:cubicBezTo>
                  <a:cubicBezTo>
                    <a:pt x="17576" y="19492"/>
                    <a:pt x="15972" y="20298"/>
                    <a:pt x="14429" y="20298"/>
                  </a:cubicBezTo>
                  <a:cubicBezTo>
                    <a:pt x="13993" y="20298"/>
                    <a:pt x="13562" y="20234"/>
                    <a:pt x="13158" y="20101"/>
                  </a:cubicBezTo>
                  <a:cubicBezTo>
                    <a:pt x="12206" y="19750"/>
                    <a:pt x="11554" y="18923"/>
                    <a:pt x="11153" y="17996"/>
                  </a:cubicBezTo>
                  <a:cubicBezTo>
                    <a:pt x="10870" y="17339"/>
                    <a:pt x="10686" y="16645"/>
                    <a:pt x="10586" y="15940"/>
                  </a:cubicBezTo>
                  <a:lnTo>
                    <a:pt x="10586" y="15940"/>
                  </a:lnTo>
                  <a:cubicBezTo>
                    <a:pt x="10953" y="15529"/>
                    <a:pt x="11277" y="15079"/>
                    <a:pt x="11529" y="14587"/>
                  </a:cubicBezTo>
                  <a:cubicBezTo>
                    <a:pt x="11755" y="14111"/>
                    <a:pt x="11930" y="13585"/>
                    <a:pt x="11880" y="13033"/>
                  </a:cubicBezTo>
                  <a:cubicBezTo>
                    <a:pt x="11855" y="12758"/>
                    <a:pt x="11780" y="12482"/>
                    <a:pt x="11630" y="12256"/>
                  </a:cubicBezTo>
                  <a:cubicBezTo>
                    <a:pt x="11554" y="12131"/>
                    <a:pt x="11479" y="12006"/>
                    <a:pt x="11329" y="11931"/>
                  </a:cubicBezTo>
                  <a:cubicBezTo>
                    <a:pt x="11254" y="11880"/>
                    <a:pt x="11153" y="11855"/>
                    <a:pt x="11053" y="11855"/>
                  </a:cubicBezTo>
                  <a:cubicBezTo>
                    <a:pt x="10978" y="11880"/>
                    <a:pt x="10903" y="11931"/>
                    <a:pt x="10828" y="11981"/>
                  </a:cubicBezTo>
                  <a:cubicBezTo>
                    <a:pt x="10627" y="12206"/>
                    <a:pt x="10552" y="12482"/>
                    <a:pt x="10452" y="12733"/>
                  </a:cubicBezTo>
                  <a:cubicBezTo>
                    <a:pt x="10402" y="12983"/>
                    <a:pt x="10351" y="13234"/>
                    <a:pt x="10301" y="13510"/>
                  </a:cubicBezTo>
                  <a:cubicBezTo>
                    <a:pt x="10251" y="14011"/>
                    <a:pt x="10226" y="14537"/>
                    <a:pt x="10251" y="15063"/>
                  </a:cubicBezTo>
                  <a:cubicBezTo>
                    <a:pt x="10265" y="15341"/>
                    <a:pt x="10287" y="15620"/>
                    <a:pt x="10322" y="15899"/>
                  </a:cubicBezTo>
                  <a:lnTo>
                    <a:pt x="10322" y="15899"/>
                  </a:lnTo>
                  <a:cubicBezTo>
                    <a:pt x="10031" y="16214"/>
                    <a:pt x="9711" y="16504"/>
                    <a:pt x="9374" y="16768"/>
                  </a:cubicBezTo>
                  <a:cubicBezTo>
                    <a:pt x="8973" y="17068"/>
                    <a:pt x="8547" y="17319"/>
                    <a:pt x="8071" y="17520"/>
                  </a:cubicBezTo>
                  <a:cubicBezTo>
                    <a:pt x="7845" y="17595"/>
                    <a:pt x="7595" y="17670"/>
                    <a:pt x="7369" y="17670"/>
                  </a:cubicBezTo>
                  <a:cubicBezTo>
                    <a:pt x="7093" y="17695"/>
                    <a:pt x="6843" y="17695"/>
                    <a:pt x="6592" y="17695"/>
                  </a:cubicBezTo>
                  <a:cubicBezTo>
                    <a:pt x="6091" y="17670"/>
                    <a:pt x="5589" y="17595"/>
                    <a:pt x="5163" y="17369"/>
                  </a:cubicBezTo>
                  <a:cubicBezTo>
                    <a:pt x="4712" y="17144"/>
                    <a:pt x="4361" y="16793"/>
                    <a:pt x="4111" y="16342"/>
                  </a:cubicBezTo>
                  <a:cubicBezTo>
                    <a:pt x="3835" y="15916"/>
                    <a:pt x="3685" y="15439"/>
                    <a:pt x="3534" y="14963"/>
                  </a:cubicBezTo>
                  <a:cubicBezTo>
                    <a:pt x="3484" y="14713"/>
                    <a:pt x="3434" y="14462"/>
                    <a:pt x="3409" y="14211"/>
                  </a:cubicBezTo>
                  <a:cubicBezTo>
                    <a:pt x="3359" y="13961"/>
                    <a:pt x="3359" y="13710"/>
                    <a:pt x="3359" y="13459"/>
                  </a:cubicBezTo>
                  <a:cubicBezTo>
                    <a:pt x="3384" y="12432"/>
                    <a:pt x="3584" y="11429"/>
                    <a:pt x="3860" y="10452"/>
                  </a:cubicBezTo>
                  <a:cubicBezTo>
                    <a:pt x="3907" y="10285"/>
                    <a:pt x="3956" y="10119"/>
                    <a:pt x="4008" y="9952"/>
                  </a:cubicBezTo>
                  <a:lnTo>
                    <a:pt x="4008" y="9952"/>
                  </a:lnTo>
                  <a:cubicBezTo>
                    <a:pt x="4067" y="9970"/>
                    <a:pt x="4126" y="9986"/>
                    <a:pt x="4186" y="10001"/>
                  </a:cubicBezTo>
                  <a:cubicBezTo>
                    <a:pt x="4503" y="10080"/>
                    <a:pt x="4831" y="10129"/>
                    <a:pt x="5162" y="10129"/>
                  </a:cubicBezTo>
                  <a:cubicBezTo>
                    <a:pt x="5354" y="10129"/>
                    <a:pt x="5547" y="10113"/>
                    <a:pt x="5740" y="10076"/>
                  </a:cubicBezTo>
                  <a:cubicBezTo>
                    <a:pt x="6266" y="9976"/>
                    <a:pt x="6742" y="9625"/>
                    <a:pt x="6968" y="9149"/>
                  </a:cubicBezTo>
                  <a:cubicBezTo>
                    <a:pt x="7194" y="8647"/>
                    <a:pt x="7244" y="8121"/>
                    <a:pt x="7194" y="7595"/>
                  </a:cubicBezTo>
                  <a:cubicBezTo>
                    <a:pt x="7168" y="7068"/>
                    <a:pt x="7043" y="6567"/>
                    <a:pt x="6792" y="6091"/>
                  </a:cubicBezTo>
                  <a:cubicBezTo>
                    <a:pt x="6717" y="5966"/>
                    <a:pt x="6667" y="5865"/>
                    <a:pt x="6567" y="5765"/>
                  </a:cubicBezTo>
                  <a:cubicBezTo>
                    <a:pt x="6517" y="5715"/>
                    <a:pt x="6467" y="5665"/>
                    <a:pt x="6391" y="5615"/>
                  </a:cubicBezTo>
                  <a:cubicBezTo>
                    <a:pt x="6338" y="5597"/>
                    <a:pt x="6273" y="5579"/>
                    <a:pt x="6212" y="5579"/>
                  </a:cubicBezTo>
                  <a:cubicBezTo>
                    <a:pt x="6187" y="5579"/>
                    <a:pt x="6163" y="5582"/>
                    <a:pt x="6141" y="5590"/>
                  </a:cubicBezTo>
                  <a:cubicBezTo>
                    <a:pt x="5865" y="5715"/>
                    <a:pt x="5715" y="5941"/>
                    <a:pt x="5564" y="6166"/>
                  </a:cubicBezTo>
                  <a:cubicBezTo>
                    <a:pt x="5264" y="6592"/>
                    <a:pt x="5013" y="7043"/>
                    <a:pt x="4787" y="7494"/>
                  </a:cubicBezTo>
                  <a:cubicBezTo>
                    <a:pt x="4427" y="8256"/>
                    <a:pt x="4130" y="9018"/>
                    <a:pt x="3872" y="9805"/>
                  </a:cubicBezTo>
                  <a:lnTo>
                    <a:pt x="3872" y="9805"/>
                  </a:lnTo>
                  <a:cubicBezTo>
                    <a:pt x="3021" y="9517"/>
                    <a:pt x="2312" y="8900"/>
                    <a:pt x="1780" y="8146"/>
                  </a:cubicBezTo>
                  <a:cubicBezTo>
                    <a:pt x="1203" y="7319"/>
                    <a:pt x="828" y="6342"/>
                    <a:pt x="527" y="5364"/>
                  </a:cubicBezTo>
                  <a:cubicBezTo>
                    <a:pt x="251" y="4387"/>
                    <a:pt x="76" y="3360"/>
                    <a:pt x="1" y="2333"/>
                  </a:cubicBezTo>
                  <a:lnTo>
                    <a:pt x="1" y="2333"/>
                  </a:lnTo>
                  <a:cubicBezTo>
                    <a:pt x="76" y="3360"/>
                    <a:pt x="226" y="4387"/>
                    <a:pt x="502" y="5364"/>
                  </a:cubicBezTo>
                  <a:cubicBezTo>
                    <a:pt x="777" y="6367"/>
                    <a:pt x="1153" y="7344"/>
                    <a:pt x="1730" y="8196"/>
                  </a:cubicBezTo>
                  <a:cubicBezTo>
                    <a:pt x="2241" y="8951"/>
                    <a:pt x="2968" y="9588"/>
                    <a:pt x="3842" y="9898"/>
                  </a:cubicBezTo>
                  <a:lnTo>
                    <a:pt x="3842" y="9898"/>
                  </a:lnTo>
                  <a:cubicBezTo>
                    <a:pt x="3788" y="10065"/>
                    <a:pt x="3736" y="10232"/>
                    <a:pt x="3685" y="10402"/>
                  </a:cubicBezTo>
                  <a:cubicBezTo>
                    <a:pt x="3409" y="11379"/>
                    <a:pt x="3183" y="12407"/>
                    <a:pt x="3158" y="13459"/>
                  </a:cubicBezTo>
                  <a:cubicBezTo>
                    <a:pt x="3158" y="13710"/>
                    <a:pt x="3183" y="13961"/>
                    <a:pt x="3209" y="14236"/>
                  </a:cubicBezTo>
                  <a:cubicBezTo>
                    <a:pt x="3234" y="14487"/>
                    <a:pt x="3309" y="14738"/>
                    <a:pt x="3359" y="15013"/>
                  </a:cubicBezTo>
                  <a:cubicBezTo>
                    <a:pt x="3484" y="15515"/>
                    <a:pt x="3660" y="16016"/>
                    <a:pt x="3935" y="16467"/>
                  </a:cubicBezTo>
                  <a:cubicBezTo>
                    <a:pt x="4186" y="16918"/>
                    <a:pt x="4587" y="17319"/>
                    <a:pt x="5063" y="17545"/>
                  </a:cubicBezTo>
                  <a:cubicBezTo>
                    <a:pt x="5539" y="17795"/>
                    <a:pt x="6066" y="17895"/>
                    <a:pt x="6592" y="17921"/>
                  </a:cubicBezTo>
                  <a:cubicBezTo>
                    <a:pt x="6843" y="17921"/>
                    <a:pt x="7118" y="17921"/>
                    <a:pt x="7369" y="17895"/>
                  </a:cubicBezTo>
                  <a:cubicBezTo>
                    <a:pt x="7645" y="17870"/>
                    <a:pt x="7895" y="17795"/>
                    <a:pt x="8146" y="17720"/>
                  </a:cubicBezTo>
                  <a:cubicBezTo>
                    <a:pt x="8647" y="17520"/>
                    <a:pt x="9098" y="17244"/>
                    <a:pt x="9524" y="16943"/>
                  </a:cubicBezTo>
                  <a:cubicBezTo>
                    <a:pt x="9816" y="16706"/>
                    <a:pt x="10097" y="16453"/>
                    <a:pt x="10360" y="16182"/>
                  </a:cubicBezTo>
                  <a:lnTo>
                    <a:pt x="10360" y="16182"/>
                  </a:lnTo>
                  <a:cubicBezTo>
                    <a:pt x="10461" y="16842"/>
                    <a:pt x="10631" y="17497"/>
                    <a:pt x="10903" y="18121"/>
                  </a:cubicBezTo>
                  <a:cubicBezTo>
                    <a:pt x="11103" y="18597"/>
                    <a:pt x="11379" y="19048"/>
                    <a:pt x="11730" y="19449"/>
                  </a:cubicBezTo>
                  <a:cubicBezTo>
                    <a:pt x="12106" y="19850"/>
                    <a:pt x="12532" y="20176"/>
                    <a:pt x="13033" y="20352"/>
                  </a:cubicBezTo>
                  <a:cubicBezTo>
                    <a:pt x="13478" y="20521"/>
                    <a:pt x="13923" y="20583"/>
                    <a:pt x="14368" y="20583"/>
                  </a:cubicBezTo>
                  <a:cubicBezTo>
                    <a:pt x="14449" y="20583"/>
                    <a:pt x="14531" y="20581"/>
                    <a:pt x="14612" y="20577"/>
                  </a:cubicBezTo>
                  <a:cubicBezTo>
                    <a:pt x="15138" y="20527"/>
                    <a:pt x="15665" y="20427"/>
                    <a:pt x="16166" y="20251"/>
                  </a:cubicBezTo>
                  <a:cubicBezTo>
                    <a:pt x="16667" y="20076"/>
                    <a:pt x="17118" y="19800"/>
                    <a:pt x="17519" y="19449"/>
                  </a:cubicBezTo>
                  <a:cubicBezTo>
                    <a:pt x="17920" y="19073"/>
                    <a:pt x="18221" y="18647"/>
                    <a:pt x="18472" y="18171"/>
                  </a:cubicBezTo>
                  <a:cubicBezTo>
                    <a:pt x="18489" y="18135"/>
                    <a:pt x="18506" y="18098"/>
                    <a:pt x="18522" y="18062"/>
                  </a:cubicBezTo>
                  <a:lnTo>
                    <a:pt x="18522" y="18062"/>
                  </a:lnTo>
                  <a:cubicBezTo>
                    <a:pt x="18799" y="18410"/>
                    <a:pt x="19149" y="18700"/>
                    <a:pt x="19600" y="18823"/>
                  </a:cubicBezTo>
                  <a:cubicBezTo>
                    <a:pt x="19756" y="18867"/>
                    <a:pt x="19914" y="18888"/>
                    <a:pt x="20072" y="18888"/>
                  </a:cubicBezTo>
                  <a:cubicBezTo>
                    <a:pt x="20447" y="18888"/>
                    <a:pt x="20819" y="18774"/>
                    <a:pt x="21153" y="18597"/>
                  </a:cubicBezTo>
                  <a:cubicBezTo>
                    <a:pt x="21630" y="18347"/>
                    <a:pt x="22031" y="17971"/>
                    <a:pt x="22306" y="17520"/>
                  </a:cubicBezTo>
                  <a:cubicBezTo>
                    <a:pt x="22858" y="16617"/>
                    <a:pt x="23058" y="15565"/>
                    <a:pt x="23108" y="14512"/>
                  </a:cubicBezTo>
                  <a:cubicBezTo>
                    <a:pt x="23115" y="14249"/>
                    <a:pt x="23113" y="13984"/>
                    <a:pt x="23102" y="13719"/>
                  </a:cubicBezTo>
                  <a:lnTo>
                    <a:pt x="23102" y="13719"/>
                  </a:lnTo>
                  <a:cubicBezTo>
                    <a:pt x="23386" y="13845"/>
                    <a:pt x="23701" y="13913"/>
                    <a:pt x="24011" y="13913"/>
                  </a:cubicBezTo>
                  <a:cubicBezTo>
                    <a:pt x="24044" y="13913"/>
                    <a:pt x="24078" y="13912"/>
                    <a:pt x="24111" y="13911"/>
                  </a:cubicBezTo>
                  <a:cubicBezTo>
                    <a:pt x="24637" y="13885"/>
                    <a:pt x="25164" y="13685"/>
                    <a:pt x="25590" y="13384"/>
                  </a:cubicBezTo>
                  <a:cubicBezTo>
                    <a:pt x="25991" y="13058"/>
                    <a:pt x="26316" y="12632"/>
                    <a:pt x="26567" y="12156"/>
                  </a:cubicBezTo>
                  <a:cubicBezTo>
                    <a:pt x="27043" y="11229"/>
                    <a:pt x="27294" y="10226"/>
                    <a:pt x="27444" y="9199"/>
                  </a:cubicBezTo>
                  <a:cubicBezTo>
                    <a:pt x="27595" y="8171"/>
                    <a:pt x="27645" y="7144"/>
                    <a:pt x="27620" y="6116"/>
                  </a:cubicBezTo>
                  <a:cubicBezTo>
                    <a:pt x="27595" y="4061"/>
                    <a:pt x="27319" y="2006"/>
                    <a:pt x="269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6" name="Google Shape;5266;p46"/>
            <p:cNvSpPr/>
            <p:nvPr/>
          </p:nvSpPr>
          <p:spPr>
            <a:xfrm>
              <a:off x="2518325" y="661900"/>
              <a:ext cx="27000" cy="44475"/>
            </a:xfrm>
            <a:custGeom>
              <a:rect b="b" l="l" r="r" t="t"/>
              <a:pathLst>
                <a:path extrusionOk="0" h="1779" w="1080">
                  <a:moveTo>
                    <a:pt x="145" y="1"/>
                  </a:moveTo>
                  <a:cubicBezTo>
                    <a:pt x="102" y="1"/>
                    <a:pt x="61" y="29"/>
                    <a:pt x="50" y="92"/>
                  </a:cubicBezTo>
                  <a:cubicBezTo>
                    <a:pt x="0" y="392"/>
                    <a:pt x="150" y="668"/>
                    <a:pt x="276" y="919"/>
                  </a:cubicBezTo>
                  <a:cubicBezTo>
                    <a:pt x="426" y="1245"/>
                    <a:pt x="602" y="1520"/>
                    <a:pt x="852" y="1746"/>
                  </a:cubicBezTo>
                  <a:cubicBezTo>
                    <a:pt x="875" y="1769"/>
                    <a:pt x="901" y="1779"/>
                    <a:pt x="926" y="1779"/>
                  </a:cubicBezTo>
                  <a:cubicBezTo>
                    <a:pt x="1009" y="1779"/>
                    <a:pt x="1080" y="1672"/>
                    <a:pt x="1003" y="1595"/>
                  </a:cubicBezTo>
                  <a:cubicBezTo>
                    <a:pt x="827" y="1420"/>
                    <a:pt x="677" y="1220"/>
                    <a:pt x="551" y="1019"/>
                  </a:cubicBezTo>
                  <a:cubicBezTo>
                    <a:pt x="426" y="768"/>
                    <a:pt x="201" y="418"/>
                    <a:pt x="251" y="142"/>
                  </a:cubicBezTo>
                  <a:cubicBezTo>
                    <a:pt x="265" y="54"/>
                    <a:pt x="204" y="1"/>
                    <a:pt x="1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7" name="Google Shape;5267;p46"/>
            <p:cNvSpPr/>
            <p:nvPr/>
          </p:nvSpPr>
          <p:spPr>
            <a:xfrm>
              <a:off x="2529525" y="671025"/>
              <a:ext cx="19600" cy="26175"/>
            </a:xfrm>
            <a:custGeom>
              <a:rect b="b" l="l" r="r" t="t"/>
              <a:pathLst>
                <a:path extrusionOk="0" h="1047" w="784">
                  <a:moveTo>
                    <a:pt x="157" y="1"/>
                  </a:moveTo>
                  <a:cubicBezTo>
                    <a:pt x="85" y="1"/>
                    <a:pt x="0" y="89"/>
                    <a:pt x="53" y="178"/>
                  </a:cubicBezTo>
                  <a:cubicBezTo>
                    <a:pt x="179" y="454"/>
                    <a:pt x="354" y="729"/>
                    <a:pt x="530" y="1005"/>
                  </a:cubicBezTo>
                  <a:cubicBezTo>
                    <a:pt x="552" y="1034"/>
                    <a:pt x="584" y="1046"/>
                    <a:pt x="618" y="1046"/>
                  </a:cubicBezTo>
                  <a:cubicBezTo>
                    <a:pt x="698" y="1046"/>
                    <a:pt x="783" y="976"/>
                    <a:pt x="730" y="905"/>
                  </a:cubicBezTo>
                  <a:cubicBezTo>
                    <a:pt x="530" y="629"/>
                    <a:pt x="379" y="353"/>
                    <a:pt x="229" y="53"/>
                  </a:cubicBezTo>
                  <a:cubicBezTo>
                    <a:pt x="214" y="16"/>
                    <a:pt x="186" y="1"/>
                    <a:pt x="1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8" name="Google Shape;5268;p46"/>
            <p:cNvSpPr/>
            <p:nvPr/>
          </p:nvSpPr>
          <p:spPr>
            <a:xfrm>
              <a:off x="2724075" y="665500"/>
              <a:ext cx="19400" cy="24225"/>
            </a:xfrm>
            <a:custGeom>
              <a:rect b="b" l="l" r="r" t="t"/>
              <a:pathLst>
                <a:path extrusionOk="0" h="969" w="776">
                  <a:moveTo>
                    <a:pt x="126" y="0"/>
                  </a:moveTo>
                  <a:cubicBezTo>
                    <a:pt x="66" y="0"/>
                    <a:pt x="1" y="48"/>
                    <a:pt x="16" y="123"/>
                  </a:cubicBezTo>
                  <a:cubicBezTo>
                    <a:pt x="116" y="449"/>
                    <a:pt x="291" y="725"/>
                    <a:pt x="567" y="950"/>
                  </a:cubicBezTo>
                  <a:cubicBezTo>
                    <a:pt x="588" y="963"/>
                    <a:pt x="609" y="968"/>
                    <a:pt x="627" y="968"/>
                  </a:cubicBezTo>
                  <a:cubicBezTo>
                    <a:pt x="720" y="968"/>
                    <a:pt x="776" y="833"/>
                    <a:pt x="692" y="750"/>
                  </a:cubicBezTo>
                  <a:cubicBezTo>
                    <a:pt x="467" y="574"/>
                    <a:pt x="291" y="349"/>
                    <a:pt x="216" y="73"/>
                  </a:cubicBezTo>
                  <a:cubicBezTo>
                    <a:pt x="206" y="22"/>
                    <a:pt x="16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9" name="Google Shape;5269;p46"/>
            <p:cNvSpPr/>
            <p:nvPr/>
          </p:nvSpPr>
          <p:spPr>
            <a:xfrm>
              <a:off x="2736150" y="666500"/>
              <a:ext cx="25450" cy="26425"/>
            </a:xfrm>
            <a:custGeom>
              <a:rect b="b" l="l" r="r" t="t"/>
              <a:pathLst>
                <a:path extrusionOk="0" h="1057" w="1018">
                  <a:moveTo>
                    <a:pt x="141" y="0"/>
                  </a:moveTo>
                  <a:cubicBezTo>
                    <a:pt x="69" y="0"/>
                    <a:pt x="0" y="74"/>
                    <a:pt x="34" y="158"/>
                  </a:cubicBezTo>
                  <a:cubicBezTo>
                    <a:pt x="234" y="509"/>
                    <a:pt x="485" y="785"/>
                    <a:pt x="786" y="1036"/>
                  </a:cubicBezTo>
                  <a:cubicBezTo>
                    <a:pt x="805" y="1050"/>
                    <a:pt x="826" y="1056"/>
                    <a:pt x="847" y="1056"/>
                  </a:cubicBezTo>
                  <a:cubicBezTo>
                    <a:pt x="934" y="1056"/>
                    <a:pt x="1017" y="946"/>
                    <a:pt x="936" y="885"/>
                  </a:cubicBezTo>
                  <a:cubicBezTo>
                    <a:pt x="635" y="660"/>
                    <a:pt x="410" y="384"/>
                    <a:pt x="234" y="58"/>
                  </a:cubicBezTo>
                  <a:cubicBezTo>
                    <a:pt x="210" y="17"/>
                    <a:pt x="175" y="0"/>
                    <a:pt x="1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0" name="Google Shape;5270;p46"/>
            <p:cNvSpPr/>
            <p:nvPr/>
          </p:nvSpPr>
          <p:spPr>
            <a:xfrm>
              <a:off x="2816875" y="749550"/>
              <a:ext cx="27325" cy="45175"/>
            </a:xfrm>
            <a:custGeom>
              <a:rect b="b" l="l" r="r" t="t"/>
              <a:pathLst>
                <a:path extrusionOk="0" h="1807" w="1093">
                  <a:moveTo>
                    <a:pt x="107" y="1"/>
                  </a:moveTo>
                  <a:cubicBezTo>
                    <a:pt x="51" y="1"/>
                    <a:pt x="0" y="32"/>
                    <a:pt x="13" y="94"/>
                  </a:cubicBezTo>
                  <a:cubicBezTo>
                    <a:pt x="88" y="746"/>
                    <a:pt x="389" y="1323"/>
                    <a:pt x="865" y="1774"/>
                  </a:cubicBezTo>
                  <a:cubicBezTo>
                    <a:pt x="888" y="1797"/>
                    <a:pt x="914" y="1807"/>
                    <a:pt x="939" y="1807"/>
                  </a:cubicBezTo>
                  <a:cubicBezTo>
                    <a:pt x="1022" y="1807"/>
                    <a:pt x="1092" y="1700"/>
                    <a:pt x="1016" y="1623"/>
                  </a:cubicBezTo>
                  <a:cubicBezTo>
                    <a:pt x="564" y="1222"/>
                    <a:pt x="289" y="696"/>
                    <a:pt x="239" y="94"/>
                  </a:cubicBezTo>
                  <a:cubicBezTo>
                    <a:pt x="226" y="32"/>
                    <a:pt x="163" y="1"/>
                    <a:pt x="1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1" name="Google Shape;5271;p46"/>
            <p:cNvSpPr/>
            <p:nvPr/>
          </p:nvSpPr>
          <p:spPr>
            <a:xfrm>
              <a:off x="2832100" y="758225"/>
              <a:ext cx="24125" cy="31800"/>
            </a:xfrm>
            <a:custGeom>
              <a:rect b="b" l="l" r="r" t="t"/>
              <a:pathLst>
                <a:path extrusionOk="0" h="1272" w="965">
                  <a:moveTo>
                    <a:pt x="123" y="1"/>
                  </a:moveTo>
                  <a:cubicBezTo>
                    <a:pt x="60" y="1"/>
                    <a:pt x="1" y="49"/>
                    <a:pt x="31" y="123"/>
                  </a:cubicBezTo>
                  <a:cubicBezTo>
                    <a:pt x="156" y="549"/>
                    <a:pt x="407" y="925"/>
                    <a:pt x="732" y="1251"/>
                  </a:cubicBezTo>
                  <a:cubicBezTo>
                    <a:pt x="751" y="1265"/>
                    <a:pt x="772" y="1272"/>
                    <a:pt x="792" y="1272"/>
                  </a:cubicBezTo>
                  <a:cubicBezTo>
                    <a:pt x="880" y="1272"/>
                    <a:pt x="964" y="1157"/>
                    <a:pt x="883" y="1076"/>
                  </a:cubicBezTo>
                  <a:cubicBezTo>
                    <a:pt x="582" y="800"/>
                    <a:pt x="356" y="474"/>
                    <a:pt x="231" y="73"/>
                  </a:cubicBezTo>
                  <a:cubicBezTo>
                    <a:pt x="211" y="23"/>
                    <a:pt x="166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2" name="Google Shape;5272;p46"/>
            <p:cNvSpPr/>
            <p:nvPr/>
          </p:nvSpPr>
          <p:spPr>
            <a:xfrm>
              <a:off x="2394250" y="1000950"/>
              <a:ext cx="6300" cy="28400"/>
            </a:xfrm>
            <a:custGeom>
              <a:rect b="b" l="l" r="r" t="t"/>
              <a:pathLst>
                <a:path extrusionOk="0" h="1136" w="252">
                  <a:moveTo>
                    <a:pt x="138" y="1"/>
                  </a:moveTo>
                  <a:cubicBezTo>
                    <a:pt x="82" y="1"/>
                    <a:pt x="26" y="39"/>
                    <a:pt x="26" y="114"/>
                  </a:cubicBezTo>
                  <a:cubicBezTo>
                    <a:pt x="1" y="414"/>
                    <a:pt x="1" y="715"/>
                    <a:pt x="1" y="1041"/>
                  </a:cubicBezTo>
                  <a:cubicBezTo>
                    <a:pt x="13" y="1104"/>
                    <a:pt x="70" y="1135"/>
                    <a:pt x="123" y="1135"/>
                  </a:cubicBezTo>
                  <a:cubicBezTo>
                    <a:pt x="176" y="1135"/>
                    <a:pt x="226" y="1104"/>
                    <a:pt x="226" y="1041"/>
                  </a:cubicBezTo>
                  <a:cubicBezTo>
                    <a:pt x="226" y="715"/>
                    <a:pt x="226" y="414"/>
                    <a:pt x="251" y="114"/>
                  </a:cubicBezTo>
                  <a:cubicBezTo>
                    <a:pt x="251" y="39"/>
                    <a:pt x="195" y="1"/>
                    <a:pt x="1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3" name="Google Shape;5273;p46"/>
            <p:cNvSpPr/>
            <p:nvPr/>
          </p:nvSpPr>
          <p:spPr>
            <a:xfrm>
              <a:off x="2406775" y="1012875"/>
              <a:ext cx="5675" cy="21950"/>
            </a:xfrm>
            <a:custGeom>
              <a:rect b="b" l="l" r="r" t="t"/>
              <a:pathLst>
                <a:path extrusionOk="0" h="878" w="227">
                  <a:moveTo>
                    <a:pt x="114" y="0"/>
                  </a:moveTo>
                  <a:cubicBezTo>
                    <a:pt x="57" y="0"/>
                    <a:pt x="1" y="38"/>
                    <a:pt x="1" y="113"/>
                  </a:cubicBezTo>
                  <a:lnTo>
                    <a:pt x="1" y="765"/>
                  </a:lnTo>
                  <a:cubicBezTo>
                    <a:pt x="1" y="840"/>
                    <a:pt x="57" y="877"/>
                    <a:pt x="114" y="877"/>
                  </a:cubicBezTo>
                  <a:cubicBezTo>
                    <a:pt x="170" y="877"/>
                    <a:pt x="226" y="840"/>
                    <a:pt x="226" y="765"/>
                  </a:cubicBezTo>
                  <a:lnTo>
                    <a:pt x="226" y="113"/>
                  </a:lnTo>
                  <a:cubicBezTo>
                    <a:pt x="226" y="38"/>
                    <a:pt x="170" y="0"/>
                    <a:pt x="1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4" name="Google Shape;5274;p46"/>
            <p:cNvSpPr/>
            <p:nvPr/>
          </p:nvSpPr>
          <p:spPr>
            <a:xfrm>
              <a:off x="2555600" y="1085300"/>
              <a:ext cx="8225" cy="29725"/>
            </a:xfrm>
            <a:custGeom>
              <a:rect b="b" l="l" r="r" t="t"/>
              <a:pathLst>
                <a:path extrusionOk="0" h="1189" w="329">
                  <a:moveTo>
                    <a:pt x="203" y="0"/>
                  </a:moveTo>
                  <a:cubicBezTo>
                    <a:pt x="162" y="0"/>
                    <a:pt x="123" y="22"/>
                    <a:pt x="113" y="73"/>
                  </a:cubicBezTo>
                  <a:cubicBezTo>
                    <a:pt x="63" y="399"/>
                    <a:pt x="13" y="750"/>
                    <a:pt x="13" y="1076"/>
                  </a:cubicBezTo>
                  <a:cubicBezTo>
                    <a:pt x="0" y="1151"/>
                    <a:pt x="50" y="1188"/>
                    <a:pt x="104" y="1188"/>
                  </a:cubicBezTo>
                  <a:cubicBezTo>
                    <a:pt x="157" y="1188"/>
                    <a:pt x="213" y="1151"/>
                    <a:pt x="213" y="1076"/>
                  </a:cubicBezTo>
                  <a:cubicBezTo>
                    <a:pt x="238" y="775"/>
                    <a:pt x="263" y="449"/>
                    <a:pt x="314" y="123"/>
                  </a:cubicBezTo>
                  <a:cubicBezTo>
                    <a:pt x="329" y="48"/>
                    <a:pt x="263" y="0"/>
                    <a:pt x="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5" name="Google Shape;5275;p46"/>
            <p:cNvSpPr/>
            <p:nvPr/>
          </p:nvSpPr>
          <p:spPr>
            <a:xfrm>
              <a:off x="2565000" y="1096050"/>
              <a:ext cx="7225" cy="19600"/>
            </a:xfrm>
            <a:custGeom>
              <a:rect b="b" l="l" r="r" t="t"/>
              <a:pathLst>
                <a:path extrusionOk="0" h="784" w="289">
                  <a:moveTo>
                    <a:pt x="185" y="0"/>
                  </a:moveTo>
                  <a:cubicBezTo>
                    <a:pt x="132" y="0"/>
                    <a:pt x="75" y="32"/>
                    <a:pt x="63" y="94"/>
                  </a:cubicBezTo>
                  <a:cubicBezTo>
                    <a:pt x="38" y="295"/>
                    <a:pt x="13" y="495"/>
                    <a:pt x="13" y="671"/>
                  </a:cubicBezTo>
                  <a:cubicBezTo>
                    <a:pt x="0" y="746"/>
                    <a:pt x="44" y="783"/>
                    <a:pt x="94" y="783"/>
                  </a:cubicBezTo>
                  <a:cubicBezTo>
                    <a:pt x="144" y="783"/>
                    <a:pt x="201" y="746"/>
                    <a:pt x="213" y="671"/>
                  </a:cubicBezTo>
                  <a:cubicBezTo>
                    <a:pt x="238" y="495"/>
                    <a:pt x="263" y="295"/>
                    <a:pt x="288" y="94"/>
                  </a:cubicBezTo>
                  <a:cubicBezTo>
                    <a:pt x="288" y="32"/>
                    <a:pt x="238" y="0"/>
                    <a:pt x="1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6" name="Google Shape;5276;p46"/>
            <p:cNvSpPr/>
            <p:nvPr/>
          </p:nvSpPr>
          <p:spPr>
            <a:xfrm>
              <a:off x="2485350" y="1305575"/>
              <a:ext cx="10175" cy="31500"/>
            </a:xfrm>
            <a:custGeom>
              <a:rect b="b" l="l" r="r" t="t"/>
              <a:pathLst>
                <a:path extrusionOk="0" h="1260" w="407">
                  <a:moveTo>
                    <a:pt x="278" y="1"/>
                  </a:moveTo>
                  <a:cubicBezTo>
                    <a:pt x="238" y="1"/>
                    <a:pt x="201" y="25"/>
                    <a:pt x="191" y="84"/>
                  </a:cubicBezTo>
                  <a:cubicBezTo>
                    <a:pt x="141" y="435"/>
                    <a:pt x="66" y="786"/>
                    <a:pt x="16" y="1137"/>
                  </a:cubicBezTo>
                  <a:cubicBezTo>
                    <a:pt x="1" y="1212"/>
                    <a:pt x="66" y="1260"/>
                    <a:pt x="127" y="1260"/>
                  </a:cubicBezTo>
                  <a:cubicBezTo>
                    <a:pt x="167" y="1260"/>
                    <a:pt x="206" y="1238"/>
                    <a:pt x="216" y="1187"/>
                  </a:cubicBezTo>
                  <a:cubicBezTo>
                    <a:pt x="291" y="836"/>
                    <a:pt x="342" y="485"/>
                    <a:pt x="392" y="134"/>
                  </a:cubicBezTo>
                  <a:cubicBezTo>
                    <a:pt x="407" y="58"/>
                    <a:pt x="339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7" name="Google Shape;5277;p46"/>
            <p:cNvSpPr/>
            <p:nvPr/>
          </p:nvSpPr>
          <p:spPr>
            <a:xfrm>
              <a:off x="2501400" y="1313000"/>
              <a:ext cx="5025" cy="21950"/>
            </a:xfrm>
            <a:custGeom>
              <a:rect b="b" l="l" r="r" t="t"/>
              <a:pathLst>
                <a:path extrusionOk="0" h="878" w="201">
                  <a:moveTo>
                    <a:pt x="101" y="0"/>
                  </a:moveTo>
                  <a:cubicBezTo>
                    <a:pt x="50" y="0"/>
                    <a:pt x="0" y="38"/>
                    <a:pt x="0" y="113"/>
                  </a:cubicBezTo>
                  <a:lnTo>
                    <a:pt x="0" y="765"/>
                  </a:lnTo>
                  <a:cubicBezTo>
                    <a:pt x="0" y="840"/>
                    <a:pt x="50" y="877"/>
                    <a:pt x="101" y="877"/>
                  </a:cubicBezTo>
                  <a:cubicBezTo>
                    <a:pt x="151" y="877"/>
                    <a:pt x="201" y="840"/>
                    <a:pt x="201" y="765"/>
                  </a:cubicBezTo>
                  <a:lnTo>
                    <a:pt x="201" y="113"/>
                  </a:lnTo>
                  <a:cubicBezTo>
                    <a:pt x="201" y="38"/>
                    <a:pt x="151" y="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8" name="Google Shape;5278;p46"/>
            <p:cNvSpPr/>
            <p:nvPr/>
          </p:nvSpPr>
          <p:spPr>
            <a:xfrm>
              <a:off x="2506100" y="1270225"/>
              <a:ext cx="8800" cy="29175"/>
            </a:xfrm>
            <a:custGeom>
              <a:rect b="b" l="l" r="r" t="t"/>
              <a:pathLst>
                <a:path extrusionOk="0" h="1167" w="352">
                  <a:moveTo>
                    <a:pt x="248" y="1"/>
                  </a:moveTo>
                  <a:cubicBezTo>
                    <a:pt x="195" y="1"/>
                    <a:pt x="138" y="32"/>
                    <a:pt x="138" y="95"/>
                  </a:cubicBezTo>
                  <a:cubicBezTo>
                    <a:pt x="88" y="420"/>
                    <a:pt x="63" y="746"/>
                    <a:pt x="13" y="1072"/>
                  </a:cubicBezTo>
                  <a:cubicBezTo>
                    <a:pt x="0" y="1135"/>
                    <a:pt x="50" y="1166"/>
                    <a:pt x="107" y="1166"/>
                  </a:cubicBezTo>
                  <a:cubicBezTo>
                    <a:pt x="163" y="1166"/>
                    <a:pt x="226" y="1135"/>
                    <a:pt x="238" y="1072"/>
                  </a:cubicBezTo>
                  <a:cubicBezTo>
                    <a:pt x="263" y="746"/>
                    <a:pt x="314" y="420"/>
                    <a:pt x="339" y="95"/>
                  </a:cubicBezTo>
                  <a:cubicBezTo>
                    <a:pt x="351" y="32"/>
                    <a:pt x="301" y="1"/>
                    <a:pt x="2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9" name="Google Shape;5279;p46"/>
            <p:cNvSpPr/>
            <p:nvPr/>
          </p:nvSpPr>
          <p:spPr>
            <a:xfrm>
              <a:off x="2673075" y="1157600"/>
              <a:ext cx="6300" cy="20225"/>
            </a:xfrm>
            <a:custGeom>
              <a:rect b="b" l="l" r="r" t="t"/>
              <a:pathLst>
                <a:path extrusionOk="0" h="809" w="252">
                  <a:moveTo>
                    <a:pt x="138" y="1"/>
                  </a:moveTo>
                  <a:cubicBezTo>
                    <a:pt x="82" y="1"/>
                    <a:pt x="26" y="38"/>
                    <a:pt x="26" y="113"/>
                  </a:cubicBezTo>
                  <a:cubicBezTo>
                    <a:pt x="51" y="314"/>
                    <a:pt x="26" y="514"/>
                    <a:pt x="1" y="715"/>
                  </a:cubicBezTo>
                  <a:cubicBezTo>
                    <a:pt x="1" y="778"/>
                    <a:pt x="51" y="809"/>
                    <a:pt x="104" y="809"/>
                  </a:cubicBezTo>
                  <a:cubicBezTo>
                    <a:pt x="157" y="809"/>
                    <a:pt x="214" y="778"/>
                    <a:pt x="226" y="715"/>
                  </a:cubicBezTo>
                  <a:cubicBezTo>
                    <a:pt x="251" y="514"/>
                    <a:pt x="251" y="314"/>
                    <a:pt x="251" y="113"/>
                  </a:cubicBezTo>
                  <a:cubicBezTo>
                    <a:pt x="251" y="38"/>
                    <a:pt x="195" y="1"/>
                    <a:pt x="1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0" name="Google Shape;5280;p46"/>
            <p:cNvSpPr/>
            <p:nvPr/>
          </p:nvSpPr>
          <p:spPr>
            <a:xfrm>
              <a:off x="2680850" y="1168675"/>
              <a:ext cx="7025" cy="15525"/>
            </a:xfrm>
            <a:custGeom>
              <a:rect b="b" l="l" r="r" t="t"/>
              <a:pathLst>
                <a:path extrusionOk="0" h="621" w="281">
                  <a:moveTo>
                    <a:pt x="130" y="0"/>
                  </a:moveTo>
                  <a:cubicBezTo>
                    <a:pt x="69" y="0"/>
                    <a:pt x="0" y="55"/>
                    <a:pt x="15" y="147"/>
                  </a:cubicBezTo>
                  <a:cubicBezTo>
                    <a:pt x="15" y="272"/>
                    <a:pt x="40" y="422"/>
                    <a:pt x="66" y="548"/>
                  </a:cubicBezTo>
                  <a:cubicBezTo>
                    <a:pt x="76" y="598"/>
                    <a:pt x="114" y="620"/>
                    <a:pt x="155" y="620"/>
                  </a:cubicBezTo>
                  <a:cubicBezTo>
                    <a:pt x="216" y="620"/>
                    <a:pt x="281" y="572"/>
                    <a:pt x="266" y="498"/>
                  </a:cubicBezTo>
                  <a:cubicBezTo>
                    <a:pt x="266" y="347"/>
                    <a:pt x="241" y="222"/>
                    <a:pt x="216" y="71"/>
                  </a:cubicBezTo>
                  <a:cubicBezTo>
                    <a:pt x="206" y="23"/>
                    <a:pt x="170" y="0"/>
                    <a:pt x="1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1" name="Google Shape;5281;p46"/>
            <p:cNvSpPr/>
            <p:nvPr/>
          </p:nvSpPr>
          <p:spPr>
            <a:xfrm>
              <a:off x="2806525" y="1039175"/>
              <a:ext cx="5050" cy="24475"/>
            </a:xfrm>
            <a:custGeom>
              <a:rect b="b" l="l" r="r" t="t"/>
              <a:pathLst>
                <a:path extrusionOk="0" h="979" w="202">
                  <a:moveTo>
                    <a:pt x="101" y="1"/>
                  </a:moveTo>
                  <a:cubicBezTo>
                    <a:pt x="51" y="1"/>
                    <a:pt x="1" y="38"/>
                    <a:pt x="1" y="114"/>
                  </a:cubicBezTo>
                  <a:lnTo>
                    <a:pt x="1" y="865"/>
                  </a:lnTo>
                  <a:cubicBezTo>
                    <a:pt x="1" y="941"/>
                    <a:pt x="51" y="978"/>
                    <a:pt x="101" y="978"/>
                  </a:cubicBezTo>
                  <a:cubicBezTo>
                    <a:pt x="151" y="978"/>
                    <a:pt x="201" y="941"/>
                    <a:pt x="201" y="865"/>
                  </a:cubicBezTo>
                  <a:lnTo>
                    <a:pt x="201" y="114"/>
                  </a:lnTo>
                  <a:cubicBezTo>
                    <a:pt x="201" y="38"/>
                    <a:pt x="151" y="1"/>
                    <a:pt x="1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2" name="Google Shape;5282;p46"/>
            <p:cNvSpPr/>
            <p:nvPr/>
          </p:nvSpPr>
          <p:spPr>
            <a:xfrm>
              <a:off x="2819075" y="1046075"/>
              <a:ext cx="6275" cy="19600"/>
            </a:xfrm>
            <a:custGeom>
              <a:rect b="b" l="l" r="r" t="t"/>
              <a:pathLst>
                <a:path extrusionOk="0" h="784" w="251">
                  <a:moveTo>
                    <a:pt x="104" y="0"/>
                  </a:moveTo>
                  <a:cubicBezTo>
                    <a:pt x="50" y="0"/>
                    <a:pt x="0" y="38"/>
                    <a:pt x="0" y="113"/>
                  </a:cubicBezTo>
                  <a:cubicBezTo>
                    <a:pt x="0" y="289"/>
                    <a:pt x="25" y="489"/>
                    <a:pt x="25" y="690"/>
                  </a:cubicBezTo>
                  <a:cubicBezTo>
                    <a:pt x="25" y="752"/>
                    <a:pt x="82" y="784"/>
                    <a:pt x="138" y="784"/>
                  </a:cubicBezTo>
                  <a:cubicBezTo>
                    <a:pt x="194" y="784"/>
                    <a:pt x="251" y="752"/>
                    <a:pt x="251" y="690"/>
                  </a:cubicBezTo>
                  <a:cubicBezTo>
                    <a:pt x="226" y="489"/>
                    <a:pt x="226" y="289"/>
                    <a:pt x="226" y="113"/>
                  </a:cubicBezTo>
                  <a:cubicBezTo>
                    <a:pt x="213" y="38"/>
                    <a:pt x="157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3" name="Google Shape;5283;p46"/>
            <p:cNvSpPr/>
            <p:nvPr/>
          </p:nvSpPr>
          <p:spPr>
            <a:xfrm>
              <a:off x="2830975" y="1021475"/>
              <a:ext cx="5650" cy="20250"/>
            </a:xfrm>
            <a:custGeom>
              <a:rect b="b" l="l" r="r" t="t"/>
              <a:pathLst>
                <a:path extrusionOk="0" h="810" w="226">
                  <a:moveTo>
                    <a:pt x="113" y="1"/>
                  </a:moveTo>
                  <a:cubicBezTo>
                    <a:pt x="57" y="1"/>
                    <a:pt x="0" y="32"/>
                    <a:pt x="0" y="95"/>
                  </a:cubicBezTo>
                  <a:lnTo>
                    <a:pt x="0" y="696"/>
                  </a:lnTo>
                  <a:cubicBezTo>
                    <a:pt x="0" y="771"/>
                    <a:pt x="57" y="809"/>
                    <a:pt x="113" y="809"/>
                  </a:cubicBezTo>
                  <a:cubicBezTo>
                    <a:pt x="170" y="809"/>
                    <a:pt x="226" y="771"/>
                    <a:pt x="226" y="696"/>
                  </a:cubicBezTo>
                  <a:lnTo>
                    <a:pt x="226" y="95"/>
                  </a:lnTo>
                  <a:cubicBezTo>
                    <a:pt x="226" y="32"/>
                    <a:pt x="170" y="1"/>
                    <a:pt x="1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4" name="Google Shape;5284;p46"/>
            <p:cNvSpPr/>
            <p:nvPr/>
          </p:nvSpPr>
          <p:spPr>
            <a:xfrm>
              <a:off x="2819700" y="1248300"/>
              <a:ext cx="5650" cy="28525"/>
            </a:xfrm>
            <a:custGeom>
              <a:rect b="b" l="l" r="r" t="t"/>
              <a:pathLst>
                <a:path extrusionOk="0" h="1141" w="226">
                  <a:moveTo>
                    <a:pt x="113" y="0"/>
                  </a:moveTo>
                  <a:cubicBezTo>
                    <a:pt x="57" y="0"/>
                    <a:pt x="0" y="32"/>
                    <a:pt x="0" y="94"/>
                  </a:cubicBezTo>
                  <a:lnTo>
                    <a:pt x="0" y="1047"/>
                  </a:lnTo>
                  <a:cubicBezTo>
                    <a:pt x="0" y="1110"/>
                    <a:pt x="57" y="1141"/>
                    <a:pt x="113" y="1141"/>
                  </a:cubicBezTo>
                  <a:cubicBezTo>
                    <a:pt x="169" y="1141"/>
                    <a:pt x="226" y="1110"/>
                    <a:pt x="226" y="1047"/>
                  </a:cubicBezTo>
                  <a:lnTo>
                    <a:pt x="226" y="94"/>
                  </a:lnTo>
                  <a:cubicBezTo>
                    <a:pt x="226" y="32"/>
                    <a:pt x="169" y="0"/>
                    <a:pt x="1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5" name="Google Shape;5285;p46"/>
            <p:cNvSpPr/>
            <p:nvPr/>
          </p:nvSpPr>
          <p:spPr>
            <a:xfrm>
              <a:off x="2832550" y="1258475"/>
              <a:ext cx="6600" cy="15850"/>
            </a:xfrm>
            <a:custGeom>
              <a:rect b="b" l="l" r="r" t="t"/>
              <a:pathLst>
                <a:path extrusionOk="0" h="634" w="264">
                  <a:moveTo>
                    <a:pt x="103" y="1"/>
                  </a:moveTo>
                  <a:cubicBezTo>
                    <a:pt x="50" y="1"/>
                    <a:pt x="0" y="38"/>
                    <a:pt x="13" y="114"/>
                  </a:cubicBezTo>
                  <a:cubicBezTo>
                    <a:pt x="13" y="239"/>
                    <a:pt x="38" y="389"/>
                    <a:pt x="38" y="540"/>
                  </a:cubicBezTo>
                  <a:cubicBezTo>
                    <a:pt x="50" y="602"/>
                    <a:pt x="107" y="634"/>
                    <a:pt x="160" y="634"/>
                  </a:cubicBezTo>
                  <a:cubicBezTo>
                    <a:pt x="213" y="634"/>
                    <a:pt x="263" y="602"/>
                    <a:pt x="263" y="540"/>
                  </a:cubicBezTo>
                  <a:cubicBezTo>
                    <a:pt x="238" y="389"/>
                    <a:pt x="238" y="239"/>
                    <a:pt x="213" y="114"/>
                  </a:cubicBezTo>
                  <a:cubicBezTo>
                    <a:pt x="213" y="38"/>
                    <a:pt x="157" y="1"/>
                    <a:pt x="1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6" name="Google Shape;5286;p46"/>
            <p:cNvSpPr/>
            <p:nvPr/>
          </p:nvSpPr>
          <p:spPr>
            <a:xfrm>
              <a:off x="2840250" y="1226900"/>
              <a:ext cx="8400" cy="13675"/>
            </a:xfrm>
            <a:custGeom>
              <a:rect b="b" l="l" r="r" t="t"/>
              <a:pathLst>
                <a:path extrusionOk="0" h="547" w="336">
                  <a:moveTo>
                    <a:pt x="134" y="1"/>
                  </a:moveTo>
                  <a:cubicBezTo>
                    <a:pt x="69" y="1"/>
                    <a:pt x="1" y="49"/>
                    <a:pt x="30" y="123"/>
                  </a:cubicBezTo>
                  <a:cubicBezTo>
                    <a:pt x="55" y="249"/>
                    <a:pt x="81" y="349"/>
                    <a:pt x="106" y="474"/>
                  </a:cubicBezTo>
                  <a:cubicBezTo>
                    <a:pt x="126" y="525"/>
                    <a:pt x="171" y="547"/>
                    <a:pt x="213" y="547"/>
                  </a:cubicBezTo>
                  <a:cubicBezTo>
                    <a:pt x="277" y="547"/>
                    <a:pt x="336" y="499"/>
                    <a:pt x="306" y="424"/>
                  </a:cubicBezTo>
                  <a:lnTo>
                    <a:pt x="231" y="73"/>
                  </a:lnTo>
                  <a:cubicBezTo>
                    <a:pt x="221" y="23"/>
                    <a:pt x="178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7" name="Google Shape;5287;p46"/>
            <p:cNvSpPr/>
            <p:nvPr/>
          </p:nvSpPr>
          <p:spPr>
            <a:xfrm>
              <a:off x="2925275" y="1037150"/>
              <a:ext cx="5975" cy="21625"/>
            </a:xfrm>
            <a:custGeom>
              <a:rect b="b" l="l" r="r" t="t"/>
              <a:pathLst>
                <a:path extrusionOk="0" h="865" w="239">
                  <a:moveTo>
                    <a:pt x="104" y="0"/>
                  </a:moveTo>
                  <a:cubicBezTo>
                    <a:pt x="50" y="0"/>
                    <a:pt x="0" y="32"/>
                    <a:pt x="13" y="94"/>
                  </a:cubicBezTo>
                  <a:cubicBezTo>
                    <a:pt x="38" y="320"/>
                    <a:pt x="38" y="545"/>
                    <a:pt x="13" y="771"/>
                  </a:cubicBezTo>
                  <a:cubicBezTo>
                    <a:pt x="13" y="834"/>
                    <a:pt x="69" y="865"/>
                    <a:pt x="126" y="865"/>
                  </a:cubicBezTo>
                  <a:cubicBezTo>
                    <a:pt x="182" y="865"/>
                    <a:pt x="238" y="834"/>
                    <a:pt x="238" y="771"/>
                  </a:cubicBezTo>
                  <a:cubicBezTo>
                    <a:pt x="238" y="545"/>
                    <a:pt x="238" y="320"/>
                    <a:pt x="213" y="94"/>
                  </a:cubicBezTo>
                  <a:cubicBezTo>
                    <a:pt x="213" y="32"/>
                    <a:pt x="157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8" name="Google Shape;5288;p46"/>
            <p:cNvSpPr/>
            <p:nvPr/>
          </p:nvSpPr>
          <p:spPr>
            <a:xfrm>
              <a:off x="2939625" y="1038025"/>
              <a:ext cx="7300" cy="18725"/>
            </a:xfrm>
            <a:custGeom>
              <a:rect b="b" l="l" r="r" t="t"/>
              <a:pathLst>
                <a:path extrusionOk="0" h="749" w="292">
                  <a:moveTo>
                    <a:pt x="129" y="1"/>
                  </a:moveTo>
                  <a:cubicBezTo>
                    <a:pt x="68" y="1"/>
                    <a:pt x="0" y="59"/>
                    <a:pt x="15" y="135"/>
                  </a:cubicBezTo>
                  <a:cubicBezTo>
                    <a:pt x="40" y="310"/>
                    <a:pt x="65" y="460"/>
                    <a:pt x="65" y="636"/>
                  </a:cubicBezTo>
                  <a:cubicBezTo>
                    <a:pt x="78" y="711"/>
                    <a:pt x="134" y="749"/>
                    <a:pt x="188" y="749"/>
                  </a:cubicBezTo>
                  <a:cubicBezTo>
                    <a:pt x="241" y="749"/>
                    <a:pt x="291" y="711"/>
                    <a:pt x="291" y="636"/>
                  </a:cubicBezTo>
                  <a:cubicBezTo>
                    <a:pt x="266" y="460"/>
                    <a:pt x="266" y="260"/>
                    <a:pt x="216" y="84"/>
                  </a:cubicBezTo>
                  <a:cubicBezTo>
                    <a:pt x="206" y="25"/>
                    <a:pt x="169" y="1"/>
                    <a:pt x="1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9" name="Google Shape;5289;p46"/>
            <p:cNvSpPr/>
            <p:nvPr/>
          </p:nvSpPr>
          <p:spPr>
            <a:xfrm>
              <a:off x="2553400" y="886300"/>
              <a:ext cx="53275" cy="96825"/>
            </a:xfrm>
            <a:custGeom>
              <a:rect b="b" l="l" r="r" t="t"/>
              <a:pathLst>
                <a:path extrusionOk="0" h="3873" w="2131">
                  <a:moveTo>
                    <a:pt x="477" y="0"/>
                  </a:moveTo>
                  <a:cubicBezTo>
                    <a:pt x="414" y="0"/>
                    <a:pt x="351" y="38"/>
                    <a:pt x="351" y="113"/>
                  </a:cubicBezTo>
                  <a:cubicBezTo>
                    <a:pt x="226" y="1316"/>
                    <a:pt x="101" y="2544"/>
                    <a:pt x="1" y="3747"/>
                  </a:cubicBezTo>
                  <a:cubicBezTo>
                    <a:pt x="1" y="3823"/>
                    <a:pt x="51" y="3873"/>
                    <a:pt x="126" y="3873"/>
                  </a:cubicBezTo>
                  <a:lnTo>
                    <a:pt x="1955" y="3873"/>
                  </a:lnTo>
                  <a:cubicBezTo>
                    <a:pt x="2131" y="3873"/>
                    <a:pt x="2131" y="3622"/>
                    <a:pt x="1955" y="3622"/>
                  </a:cubicBezTo>
                  <a:lnTo>
                    <a:pt x="258" y="3622"/>
                  </a:lnTo>
                  <a:cubicBezTo>
                    <a:pt x="276" y="3459"/>
                    <a:pt x="279" y="3280"/>
                    <a:pt x="301" y="3121"/>
                  </a:cubicBezTo>
                  <a:cubicBezTo>
                    <a:pt x="402" y="2118"/>
                    <a:pt x="502" y="1116"/>
                    <a:pt x="602" y="113"/>
                  </a:cubicBezTo>
                  <a:cubicBezTo>
                    <a:pt x="602" y="38"/>
                    <a:pt x="539" y="0"/>
                    <a:pt x="477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0" name="Google Shape;5290;p46"/>
            <p:cNvSpPr/>
            <p:nvPr/>
          </p:nvSpPr>
          <p:spPr>
            <a:xfrm>
              <a:off x="2709425" y="816250"/>
              <a:ext cx="67675" cy="35925"/>
            </a:xfrm>
            <a:custGeom>
              <a:rect b="b" l="l" r="r" t="t"/>
              <a:pathLst>
                <a:path extrusionOk="0" h="1437" w="2707">
                  <a:moveTo>
                    <a:pt x="1111" y="1"/>
                  </a:moveTo>
                  <a:cubicBezTo>
                    <a:pt x="889" y="1"/>
                    <a:pt x="666" y="42"/>
                    <a:pt x="451" y="133"/>
                  </a:cubicBezTo>
                  <a:cubicBezTo>
                    <a:pt x="226" y="234"/>
                    <a:pt x="0" y="459"/>
                    <a:pt x="25" y="685"/>
                  </a:cubicBezTo>
                  <a:cubicBezTo>
                    <a:pt x="50" y="885"/>
                    <a:pt x="226" y="1036"/>
                    <a:pt x="401" y="1136"/>
                  </a:cubicBezTo>
                  <a:cubicBezTo>
                    <a:pt x="852" y="1361"/>
                    <a:pt x="1354" y="1437"/>
                    <a:pt x="1855" y="1437"/>
                  </a:cubicBezTo>
                  <a:cubicBezTo>
                    <a:pt x="2005" y="1437"/>
                    <a:pt x="2181" y="1437"/>
                    <a:pt x="2331" y="1361"/>
                  </a:cubicBezTo>
                  <a:cubicBezTo>
                    <a:pt x="2481" y="1311"/>
                    <a:pt x="2607" y="1186"/>
                    <a:pt x="2657" y="1036"/>
                  </a:cubicBezTo>
                  <a:cubicBezTo>
                    <a:pt x="2707" y="810"/>
                    <a:pt x="2557" y="584"/>
                    <a:pt x="2381" y="459"/>
                  </a:cubicBezTo>
                  <a:cubicBezTo>
                    <a:pt x="2012" y="174"/>
                    <a:pt x="1563" y="1"/>
                    <a:pt x="1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1" name="Google Shape;5291;p46"/>
            <p:cNvSpPr/>
            <p:nvPr/>
          </p:nvSpPr>
          <p:spPr>
            <a:xfrm>
              <a:off x="2455025" y="803275"/>
              <a:ext cx="55800" cy="31775"/>
            </a:xfrm>
            <a:custGeom>
              <a:rect b="b" l="l" r="r" t="t"/>
              <a:pathLst>
                <a:path extrusionOk="0" h="1271" w="2232">
                  <a:moveTo>
                    <a:pt x="1053" y="1"/>
                  </a:moveTo>
                  <a:cubicBezTo>
                    <a:pt x="552" y="1"/>
                    <a:pt x="1" y="402"/>
                    <a:pt x="1" y="928"/>
                  </a:cubicBezTo>
                  <a:cubicBezTo>
                    <a:pt x="1" y="978"/>
                    <a:pt x="1" y="1053"/>
                    <a:pt x="26" y="1103"/>
                  </a:cubicBezTo>
                  <a:cubicBezTo>
                    <a:pt x="76" y="1179"/>
                    <a:pt x="176" y="1204"/>
                    <a:pt x="276" y="1229"/>
                  </a:cubicBezTo>
                  <a:cubicBezTo>
                    <a:pt x="379" y="1254"/>
                    <a:pt x="546" y="1270"/>
                    <a:pt x="740" y="1270"/>
                  </a:cubicBezTo>
                  <a:cubicBezTo>
                    <a:pt x="1301" y="1270"/>
                    <a:pt x="2082" y="1137"/>
                    <a:pt x="2156" y="727"/>
                  </a:cubicBezTo>
                  <a:cubicBezTo>
                    <a:pt x="2231" y="201"/>
                    <a:pt x="1429" y="1"/>
                    <a:pt x="1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2" name="Google Shape;5292;p46"/>
            <p:cNvSpPr/>
            <p:nvPr/>
          </p:nvSpPr>
          <p:spPr>
            <a:xfrm>
              <a:off x="2680600" y="970575"/>
              <a:ext cx="48900" cy="48275"/>
            </a:xfrm>
            <a:custGeom>
              <a:rect b="b" l="l" r="r" t="t"/>
              <a:pathLst>
                <a:path extrusionOk="0" h="1931" w="1956">
                  <a:moveTo>
                    <a:pt x="978" y="0"/>
                  </a:moveTo>
                  <a:cubicBezTo>
                    <a:pt x="426" y="0"/>
                    <a:pt x="0" y="426"/>
                    <a:pt x="0" y="953"/>
                  </a:cubicBezTo>
                  <a:cubicBezTo>
                    <a:pt x="0" y="1479"/>
                    <a:pt x="426" y="1930"/>
                    <a:pt x="978" y="1930"/>
                  </a:cubicBezTo>
                  <a:cubicBezTo>
                    <a:pt x="1504" y="1930"/>
                    <a:pt x="1955" y="1479"/>
                    <a:pt x="1955" y="953"/>
                  </a:cubicBezTo>
                  <a:cubicBezTo>
                    <a:pt x="1955" y="426"/>
                    <a:pt x="1504" y="0"/>
                    <a:pt x="978" y="0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3" name="Google Shape;5293;p46"/>
            <p:cNvSpPr/>
            <p:nvPr/>
          </p:nvSpPr>
          <p:spPr>
            <a:xfrm>
              <a:off x="2455025" y="934850"/>
              <a:ext cx="48275" cy="47025"/>
            </a:xfrm>
            <a:custGeom>
              <a:rect b="b" l="l" r="r" t="t"/>
              <a:pathLst>
                <a:path extrusionOk="0" h="1881" w="1931">
                  <a:moveTo>
                    <a:pt x="953" y="1"/>
                  </a:moveTo>
                  <a:cubicBezTo>
                    <a:pt x="427" y="1"/>
                    <a:pt x="1" y="402"/>
                    <a:pt x="1" y="928"/>
                  </a:cubicBezTo>
                  <a:cubicBezTo>
                    <a:pt x="1" y="1454"/>
                    <a:pt x="427" y="1881"/>
                    <a:pt x="953" y="1881"/>
                  </a:cubicBezTo>
                  <a:cubicBezTo>
                    <a:pt x="1504" y="1881"/>
                    <a:pt x="1931" y="1454"/>
                    <a:pt x="1931" y="928"/>
                  </a:cubicBezTo>
                  <a:cubicBezTo>
                    <a:pt x="1931" y="402"/>
                    <a:pt x="1504" y="1"/>
                    <a:pt x="953" y="1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4" name="Google Shape;5294;p46"/>
            <p:cNvSpPr/>
            <p:nvPr/>
          </p:nvSpPr>
          <p:spPr>
            <a:xfrm>
              <a:off x="2684350" y="931050"/>
              <a:ext cx="20700" cy="28950"/>
            </a:xfrm>
            <a:custGeom>
              <a:rect b="b" l="l" r="r" t="t"/>
              <a:pathLst>
                <a:path extrusionOk="0" h="1158" w="828">
                  <a:moveTo>
                    <a:pt x="424" y="1"/>
                  </a:moveTo>
                  <a:cubicBezTo>
                    <a:pt x="233" y="1"/>
                    <a:pt x="50" y="243"/>
                    <a:pt x="26" y="554"/>
                  </a:cubicBezTo>
                  <a:cubicBezTo>
                    <a:pt x="1" y="880"/>
                    <a:pt x="151" y="1155"/>
                    <a:pt x="352" y="1155"/>
                  </a:cubicBezTo>
                  <a:cubicBezTo>
                    <a:pt x="361" y="1156"/>
                    <a:pt x="370" y="1157"/>
                    <a:pt x="379" y="1157"/>
                  </a:cubicBezTo>
                  <a:cubicBezTo>
                    <a:pt x="570" y="1157"/>
                    <a:pt x="754" y="915"/>
                    <a:pt x="778" y="604"/>
                  </a:cubicBezTo>
                  <a:cubicBezTo>
                    <a:pt x="828" y="278"/>
                    <a:pt x="677" y="2"/>
                    <a:pt x="452" y="2"/>
                  </a:cubicBezTo>
                  <a:cubicBezTo>
                    <a:pt x="443" y="1"/>
                    <a:pt x="433" y="1"/>
                    <a:pt x="424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5" name="Google Shape;5295;p46"/>
            <p:cNvSpPr/>
            <p:nvPr/>
          </p:nvSpPr>
          <p:spPr>
            <a:xfrm>
              <a:off x="2480725" y="906025"/>
              <a:ext cx="20075" cy="29525"/>
            </a:xfrm>
            <a:custGeom>
              <a:rect b="b" l="l" r="r" t="t"/>
              <a:pathLst>
                <a:path extrusionOk="0" h="1181" w="803">
                  <a:moveTo>
                    <a:pt x="451" y="1"/>
                  </a:moveTo>
                  <a:cubicBezTo>
                    <a:pt x="251" y="1"/>
                    <a:pt x="50" y="252"/>
                    <a:pt x="25" y="552"/>
                  </a:cubicBezTo>
                  <a:cubicBezTo>
                    <a:pt x="0" y="878"/>
                    <a:pt x="151" y="1154"/>
                    <a:pt x="351" y="1179"/>
                  </a:cubicBezTo>
                  <a:cubicBezTo>
                    <a:pt x="360" y="1180"/>
                    <a:pt x="370" y="1181"/>
                    <a:pt x="379" y="1181"/>
                  </a:cubicBezTo>
                  <a:cubicBezTo>
                    <a:pt x="570" y="1181"/>
                    <a:pt x="753" y="938"/>
                    <a:pt x="777" y="628"/>
                  </a:cubicBezTo>
                  <a:cubicBezTo>
                    <a:pt x="802" y="302"/>
                    <a:pt x="677" y="26"/>
                    <a:pt x="4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6" name="Google Shape;5296;p46"/>
            <p:cNvSpPr/>
            <p:nvPr/>
          </p:nvSpPr>
          <p:spPr>
            <a:xfrm>
              <a:off x="2540250" y="1003775"/>
              <a:ext cx="78350" cy="19050"/>
            </a:xfrm>
            <a:custGeom>
              <a:rect b="b" l="l" r="r" t="t"/>
              <a:pathLst>
                <a:path extrusionOk="0" h="762" w="3134">
                  <a:moveTo>
                    <a:pt x="0" y="1"/>
                  </a:moveTo>
                  <a:lnTo>
                    <a:pt x="0" y="1"/>
                  </a:lnTo>
                  <a:cubicBezTo>
                    <a:pt x="151" y="226"/>
                    <a:pt x="401" y="402"/>
                    <a:pt x="652" y="527"/>
                  </a:cubicBezTo>
                  <a:cubicBezTo>
                    <a:pt x="928" y="677"/>
                    <a:pt x="1203" y="753"/>
                    <a:pt x="1504" y="753"/>
                  </a:cubicBezTo>
                  <a:cubicBezTo>
                    <a:pt x="1575" y="759"/>
                    <a:pt x="1646" y="762"/>
                    <a:pt x="1717" y="762"/>
                  </a:cubicBezTo>
                  <a:cubicBezTo>
                    <a:pt x="1945" y="762"/>
                    <a:pt x="2171" y="729"/>
                    <a:pt x="2381" y="652"/>
                  </a:cubicBezTo>
                  <a:cubicBezTo>
                    <a:pt x="2532" y="602"/>
                    <a:pt x="2657" y="527"/>
                    <a:pt x="2782" y="477"/>
                  </a:cubicBezTo>
                  <a:cubicBezTo>
                    <a:pt x="2908" y="402"/>
                    <a:pt x="3033" y="327"/>
                    <a:pt x="3133" y="251"/>
                  </a:cubicBezTo>
                  <a:lnTo>
                    <a:pt x="3133" y="251"/>
                  </a:lnTo>
                  <a:cubicBezTo>
                    <a:pt x="2983" y="276"/>
                    <a:pt x="2857" y="327"/>
                    <a:pt x="2732" y="352"/>
                  </a:cubicBezTo>
                  <a:cubicBezTo>
                    <a:pt x="2582" y="377"/>
                    <a:pt x="2456" y="427"/>
                    <a:pt x="2331" y="427"/>
                  </a:cubicBezTo>
                  <a:cubicBezTo>
                    <a:pt x="2256" y="452"/>
                    <a:pt x="2181" y="452"/>
                    <a:pt x="2131" y="452"/>
                  </a:cubicBezTo>
                  <a:lnTo>
                    <a:pt x="1930" y="477"/>
                  </a:lnTo>
                  <a:lnTo>
                    <a:pt x="1529" y="477"/>
                  </a:lnTo>
                  <a:cubicBezTo>
                    <a:pt x="1253" y="477"/>
                    <a:pt x="1003" y="402"/>
                    <a:pt x="752" y="327"/>
                  </a:cubicBezTo>
                  <a:cubicBezTo>
                    <a:pt x="502" y="251"/>
                    <a:pt x="251" y="126"/>
                    <a:pt x="0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7" name="Google Shape;5297;p46"/>
            <p:cNvSpPr/>
            <p:nvPr/>
          </p:nvSpPr>
          <p:spPr>
            <a:xfrm>
              <a:off x="2394250" y="646625"/>
              <a:ext cx="90875" cy="156675"/>
            </a:xfrm>
            <a:custGeom>
              <a:rect b="b" l="l" r="r" t="t"/>
              <a:pathLst>
                <a:path extrusionOk="0" h="6267" w="3635">
                  <a:moveTo>
                    <a:pt x="3635" y="1"/>
                  </a:moveTo>
                  <a:lnTo>
                    <a:pt x="3635" y="1"/>
                  </a:lnTo>
                  <a:cubicBezTo>
                    <a:pt x="3635" y="1"/>
                    <a:pt x="627" y="477"/>
                    <a:pt x="1" y="6267"/>
                  </a:cubicBezTo>
                  <a:cubicBezTo>
                    <a:pt x="1" y="6267"/>
                    <a:pt x="3133" y="5039"/>
                    <a:pt x="36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8" name="Google Shape;5298;p46"/>
            <p:cNvSpPr/>
            <p:nvPr/>
          </p:nvSpPr>
          <p:spPr>
            <a:xfrm>
              <a:off x="1874200" y="1773450"/>
              <a:ext cx="796400" cy="403225"/>
            </a:xfrm>
            <a:custGeom>
              <a:rect b="b" l="l" r="r" t="t"/>
              <a:pathLst>
                <a:path extrusionOk="0" h="16129" w="31856">
                  <a:moveTo>
                    <a:pt x="1947" y="1"/>
                  </a:moveTo>
                  <a:cubicBezTo>
                    <a:pt x="1022" y="1"/>
                    <a:pt x="232" y="267"/>
                    <a:pt x="126" y="1144"/>
                  </a:cubicBezTo>
                  <a:cubicBezTo>
                    <a:pt x="1" y="1946"/>
                    <a:pt x="427" y="2848"/>
                    <a:pt x="702" y="3575"/>
                  </a:cubicBezTo>
                  <a:cubicBezTo>
                    <a:pt x="1103" y="4703"/>
                    <a:pt x="1529" y="5805"/>
                    <a:pt x="1980" y="6908"/>
                  </a:cubicBezTo>
                  <a:cubicBezTo>
                    <a:pt x="2231" y="7510"/>
                    <a:pt x="2482" y="8086"/>
                    <a:pt x="2883" y="8587"/>
                  </a:cubicBezTo>
                  <a:cubicBezTo>
                    <a:pt x="3309" y="9139"/>
                    <a:pt x="3885" y="9565"/>
                    <a:pt x="4412" y="10041"/>
                  </a:cubicBezTo>
                  <a:cubicBezTo>
                    <a:pt x="5189" y="10718"/>
                    <a:pt x="5865" y="11470"/>
                    <a:pt x="6617" y="12171"/>
                  </a:cubicBezTo>
                  <a:cubicBezTo>
                    <a:pt x="9098" y="14477"/>
                    <a:pt x="12407" y="15831"/>
                    <a:pt x="15765" y="16081"/>
                  </a:cubicBezTo>
                  <a:cubicBezTo>
                    <a:pt x="16204" y="16113"/>
                    <a:pt x="16642" y="16128"/>
                    <a:pt x="17079" y="16128"/>
                  </a:cubicBezTo>
                  <a:cubicBezTo>
                    <a:pt x="19365" y="16128"/>
                    <a:pt x="21634" y="15725"/>
                    <a:pt x="23885" y="15304"/>
                  </a:cubicBezTo>
                  <a:cubicBezTo>
                    <a:pt x="26091" y="14903"/>
                    <a:pt x="28321" y="14452"/>
                    <a:pt x="30276" y="13349"/>
                  </a:cubicBezTo>
                  <a:cubicBezTo>
                    <a:pt x="31053" y="12923"/>
                    <a:pt x="31855" y="12247"/>
                    <a:pt x="31830" y="11369"/>
                  </a:cubicBezTo>
                  <a:cubicBezTo>
                    <a:pt x="31805" y="10292"/>
                    <a:pt x="30577" y="9665"/>
                    <a:pt x="29524" y="9440"/>
                  </a:cubicBezTo>
                  <a:cubicBezTo>
                    <a:pt x="28462" y="9213"/>
                    <a:pt x="27382" y="9145"/>
                    <a:pt x="26293" y="9145"/>
                  </a:cubicBezTo>
                  <a:cubicBezTo>
                    <a:pt x="24603" y="9145"/>
                    <a:pt x="22894" y="9310"/>
                    <a:pt x="21206" y="9310"/>
                  </a:cubicBezTo>
                  <a:cubicBezTo>
                    <a:pt x="20003" y="9310"/>
                    <a:pt x="18812" y="9226"/>
                    <a:pt x="17645" y="8938"/>
                  </a:cubicBezTo>
                  <a:cubicBezTo>
                    <a:pt x="14687" y="8211"/>
                    <a:pt x="12181" y="6282"/>
                    <a:pt x="10026" y="4126"/>
                  </a:cubicBezTo>
                  <a:cubicBezTo>
                    <a:pt x="9299" y="3424"/>
                    <a:pt x="8622" y="2698"/>
                    <a:pt x="7820" y="2071"/>
                  </a:cubicBezTo>
                  <a:cubicBezTo>
                    <a:pt x="7820" y="1520"/>
                    <a:pt x="5214" y="642"/>
                    <a:pt x="4788" y="517"/>
                  </a:cubicBezTo>
                  <a:cubicBezTo>
                    <a:pt x="4180" y="332"/>
                    <a:pt x="2979" y="1"/>
                    <a:pt x="1947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9" name="Google Shape;5299;p46"/>
            <p:cNvSpPr/>
            <p:nvPr/>
          </p:nvSpPr>
          <p:spPr>
            <a:xfrm>
              <a:off x="2327200" y="1892875"/>
              <a:ext cx="231250" cy="256925"/>
            </a:xfrm>
            <a:custGeom>
              <a:rect b="b" l="l" r="r" t="t"/>
              <a:pathLst>
                <a:path extrusionOk="0" h="10277" w="9250">
                  <a:moveTo>
                    <a:pt x="8798" y="1"/>
                  </a:moveTo>
                  <a:lnTo>
                    <a:pt x="1" y="1505"/>
                  </a:lnTo>
                  <a:lnTo>
                    <a:pt x="1956" y="9675"/>
                  </a:lnTo>
                  <a:lnTo>
                    <a:pt x="9249" y="10277"/>
                  </a:lnTo>
                  <a:lnTo>
                    <a:pt x="9249" y="10277"/>
                  </a:lnTo>
                  <a:lnTo>
                    <a:pt x="8798" y="1"/>
                  </a:lnTo>
                  <a:close/>
                </a:path>
              </a:pathLst>
            </a:custGeom>
            <a:solidFill>
              <a:srgbClr val="D8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0" name="Google Shape;5300;p46"/>
            <p:cNvSpPr/>
            <p:nvPr/>
          </p:nvSpPr>
          <p:spPr>
            <a:xfrm>
              <a:off x="2051525" y="1688000"/>
              <a:ext cx="290750" cy="416050"/>
            </a:xfrm>
            <a:custGeom>
              <a:rect b="b" l="l" r="r" t="t"/>
              <a:pathLst>
                <a:path extrusionOk="0" h="16642" w="11630">
                  <a:moveTo>
                    <a:pt x="802" y="0"/>
                  </a:moveTo>
                  <a:lnTo>
                    <a:pt x="0" y="12607"/>
                  </a:lnTo>
                  <a:lnTo>
                    <a:pt x="7544" y="16642"/>
                  </a:lnTo>
                  <a:lnTo>
                    <a:pt x="11629" y="3183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1" name="Google Shape;5301;p46"/>
            <p:cNvSpPr/>
            <p:nvPr/>
          </p:nvSpPr>
          <p:spPr>
            <a:xfrm>
              <a:off x="2109800" y="1659175"/>
              <a:ext cx="243125" cy="392250"/>
            </a:xfrm>
            <a:custGeom>
              <a:rect b="b" l="l" r="r" t="t"/>
              <a:pathLst>
                <a:path extrusionOk="0" h="15690" w="9725">
                  <a:moveTo>
                    <a:pt x="7669" y="2281"/>
                  </a:moveTo>
                  <a:cubicBezTo>
                    <a:pt x="7694" y="2331"/>
                    <a:pt x="7694" y="2381"/>
                    <a:pt x="7694" y="2406"/>
                  </a:cubicBezTo>
                  <a:cubicBezTo>
                    <a:pt x="7694" y="2457"/>
                    <a:pt x="7644" y="2507"/>
                    <a:pt x="7594" y="2532"/>
                  </a:cubicBezTo>
                  <a:cubicBezTo>
                    <a:pt x="7576" y="2549"/>
                    <a:pt x="7559" y="2567"/>
                    <a:pt x="7532" y="2567"/>
                  </a:cubicBezTo>
                  <a:cubicBezTo>
                    <a:pt x="7521" y="2567"/>
                    <a:pt x="7509" y="2564"/>
                    <a:pt x="7494" y="2557"/>
                  </a:cubicBezTo>
                  <a:cubicBezTo>
                    <a:pt x="7469" y="2557"/>
                    <a:pt x="7469" y="2557"/>
                    <a:pt x="7469" y="2507"/>
                  </a:cubicBezTo>
                  <a:cubicBezTo>
                    <a:pt x="7469" y="2457"/>
                    <a:pt x="7519" y="2381"/>
                    <a:pt x="7594" y="2331"/>
                  </a:cubicBezTo>
                  <a:cubicBezTo>
                    <a:pt x="7619" y="2306"/>
                    <a:pt x="7644" y="2306"/>
                    <a:pt x="7669" y="2281"/>
                  </a:cubicBezTo>
                  <a:close/>
                  <a:moveTo>
                    <a:pt x="3885" y="276"/>
                  </a:moveTo>
                  <a:cubicBezTo>
                    <a:pt x="3910" y="276"/>
                    <a:pt x="3910" y="301"/>
                    <a:pt x="3910" y="301"/>
                  </a:cubicBezTo>
                  <a:cubicBezTo>
                    <a:pt x="4161" y="426"/>
                    <a:pt x="4186" y="1529"/>
                    <a:pt x="4085" y="2607"/>
                  </a:cubicBezTo>
                  <a:cubicBezTo>
                    <a:pt x="3684" y="1880"/>
                    <a:pt x="3208" y="727"/>
                    <a:pt x="3760" y="351"/>
                  </a:cubicBezTo>
                  <a:cubicBezTo>
                    <a:pt x="3810" y="301"/>
                    <a:pt x="3860" y="276"/>
                    <a:pt x="3885" y="276"/>
                  </a:cubicBezTo>
                  <a:close/>
                  <a:moveTo>
                    <a:pt x="6166" y="426"/>
                  </a:moveTo>
                  <a:cubicBezTo>
                    <a:pt x="6241" y="426"/>
                    <a:pt x="6291" y="452"/>
                    <a:pt x="6366" y="477"/>
                  </a:cubicBezTo>
                  <a:cubicBezTo>
                    <a:pt x="6491" y="552"/>
                    <a:pt x="6542" y="627"/>
                    <a:pt x="6542" y="752"/>
                  </a:cubicBezTo>
                  <a:cubicBezTo>
                    <a:pt x="6567" y="1304"/>
                    <a:pt x="5439" y="2306"/>
                    <a:pt x="4712" y="2883"/>
                  </a:cubicBezTo>
                  <a:cubicBezTo>
                    <a:pt x="4963" y="2031"/>
                    <a:pt x="5464" y="677"/>
                    <a:pt x="6015" y="452"/>
                  </a:cubicBezTo>
                  <a:cubicBezTo>
                    <a:pt x="6065" y="426"/>
                    <a:pt x="6115" y="426"/>
                    <a:pt x="6166" y="426"/>
                  </a:cubicBezTo>
                  <a:close/>
                  <a:moveTo>
                    <a:pt x="2557" y="3359"/>
                  </a:moveTo>
                  <a:cubicBezTo>
                    <a:pt x="2582" y="3384"/>
                    <a:pt x="2607" y="3409"/>
                    <a:pt x="2632" y="3459"/>
                  </a:cubicBezTo>
                  <a:cubicBezTo>
                    <a:pt x="2632" y="3459"/>
                    <a:pt x="2632" y="3459"/>
                    <a:pt x="2582" y="3484"/>
                  </a:cubicBezTo>
                  <a:cubicBezTo>
                    <a:pt x="2557" y="3509"/>
                    <a:pt x="2531" y="3509"/>
                    <a:pt x="2481" y="3534"/>
                  </a:cubicBezTo>
                  <a:cubicBezTo>
                    <a:pt x="2481" y="3509"/>
                    <a:pt x="2481" y="3484"/>
                    <a:pt x="2481" y="3484"/>
                  </a:cubicBezTo>
                  <a:cubicBezTo>
                    <a:pt x="2456" y="3434"/>
                    <a:pt x="2481" y="3384"/>
                    <a:pt x="2506" y="3359"/>
                  </a:cubicBezTo>
                  <a:close/>
                  <a:moveTo>
                    <a:pt x="3882" y="0"/>
                  </a:moveTo>
                  <a:cubicBezTo>
                    <a:pt x="3803" y="0"/>
                    <a:pt x="3709" y="25"/>
                    <a:pt x="3609" y="101"/>
                  </a:cubicBezTo>
                  <a:cubicBezTo>
                    <a:pt x="2557" y="802"/>
                    <a:pt x="3985" y="3033"/>
                    <a:pt x="4060" y="3133"/>
                  </a:cubicBezTo>
                  <a:lnTo>
                    <a:pt x="4110" y="3208"/>
                  </a:lnTo>
                  <a:cubicBezTo>
                    <a:pt x="4085" y="3284"/>
                    <a:pt x="4010" y="3384"/>
                    <a:pt x="3935" y="3434"/>
                  </a:cubicBezTo>
                  <a:cubicBezTo>
                    <a:pt x="3810" y="3559"/>
                    <a:pt x="3609" y="3609"/>
                    <a:pt x="3409" y="3685"/>
                  </a:cubicBezTo>
                  <a:cubicBezTo>
                    <a:pt x="3245" y="3726"/>
                    <a:pt x="3081" y="3767"/>
                    <a:pt x="2931" y="3767"/>
                  </a:cubicBezTo>
                  <a:cubicBezTo>
                    <a:pt x="2897" y="3767"/>
                    <a:pt x="2864" y="3764"/>
                    <a:pt x="2832" y="3760"/>
                  </a:cubicBezTo>
                  <a:cubicBezTo>
                    <a:pt x="2782" y="3760"/>
                    <a:pt x="2757" y="3760"/>
                    <a:pt x="2732" y="3735"/>
                  </a:cubicBezTo>
                  <a:cubicBezTo>
                    <a:pt x="2832" y="3685"/>
                    <a:pt x="2907" y="3609"/>
                    <a:pt x="2907" y="3534"/>
                  </a:cubicBezTo>
                  <a:cubicBezTo>
                    <a:pt x="2932" y="3459"/>
                    <a:pt x="2932" y="3409"/>
                    <a:pt x="2907" y="3359"/>
                  </a:cubicBezTo>
                  <a:cubicBezTo>
                    <a:pt x="2857" y="3234"/>
                    <a:pt x="2757" y="3133"/>
                    <a:pt x="2657" y="3108"/>
                  </a:cubicBezTo>
                  <a:cubicBezTo>
                    <a:pt x="2607" y="3083"/>
                    <a:pt x="2557" y="3071"/>
                    <a:pt x="2510" y="3071"/>
                  </a:cubicBezTo>
                  <a:cubicBezTo>
                    <a:pt x="2463" y="3071"/>
                    <a:pt x="2419" y="3083"/>
                    <a:pt x="2381" y="3108"/>
                  </a:cubicBezTo>
                  <a:cubicBezTo>
                    <a:pt x="2231" y="3183"/>
                    <a:pt x="2156" y="3334"/>
                    <a:pt x="2181" y="3534"/>
                  </a:cubicBezTo>
                  <a:cubicBezTo>
                    <a:pt x="2206" y="3534"/>
                    <a:pt x="2206" y="3559"/>
                    <a:pt x="2206" y="3584"/>
                  </a:cubicBezTo>
                  <a:cubicBezTo>
                    <a:pt x="1930" y="3584"/>
                    <a:pt x="1629" y="3509"/>
                    <a:pt x="1404" y="3359"/>
                  </a:cubicBezTo>
                  <a:cubicBezTo>
                    <a:pt x="1053" y="3158"/>
                    <a:pt x="827" y="2757"/>
                    <a:pt x="802" y="2356"/>
                  </a:cubicBezTo>
                  <a:cubicBezTo>
                    <a:pt x="802" y="2256"/>
                    <a:pt x="802" y="2181"/>
                    <a:pt x="802" y="2081"/>
                  </a:cubicBezTo>
                  <a:cubicBezTo>
                    <a:pt x="827" y="1905"/>
                    <a:pt x="827" y="1705"/>
                    <a:pt x="777" y="1504"/>
                  </a:cubicBezTo>
                  <a:cubicBezTo>
                    <a:pt x="677" y="1178"/>
                    <a:pt x="376" y="928"/>
                    <a:pt x="50" y="878"/>
                  </a:cubicBezTo>
                  <a:lnTo>
                    <a:pt x="0" y="1178"/>
                  </a:lnTo>
                  <a:cubicBezTo>
                    <a:pt x="226" y="1203"/>
                    <a:pt x="426" y="1379"/>
                    <a:pt x="501" y="1604"/>
                  </a:cubicBezTo>
                  <a:cubicBezTo>
                    <a:pt x="552" y="1730"/>
                    <a:pt x="526" y="1905"/>
                    <a:pt x="526" y="2081"/>
                  </a:cubicBezTo>
                  <a:cubicBezTo>
                    <a:pt x="526" y="2156"/>
                    <a:pt x="526" y="2256"/>
                    <a:pt x="526" y="2356"/>
                  </a:cubicBezTo>
                  <a:cubicBezTo>
                    <a:pt x="552" y="2858"/>
                    <a:pt x="827" y="3334"/>
                    <a:pt x="1253" y="3609"/>
                  </a:cubicBezTo>
                  <a:cubicBezTo>
                    <a:pt x="1506" y="3765"/>
                    <a:pt x="1803" y="3860"/>
                    <a:pt x="2099" y="3860"/>
                  </a:cubicBezTo>
                  <a:cubicBezTo>
                    <a:pt x="2185" y="3860"/>
                    <a:pt x="2271" y="3852"/>
                    <a:pt x="2356" y="3835"/>
                  </a:cubicBezTo>
                  <a:cubicBezTo>
                    <a:pt x="2456" y="3960"/>
                    <a:pt x="2607" y="4036"/>
                    <a:pt x="2782" y="4061"/>
                  </a:cubicBezTo>
                  <a:lnTo>
                    <a:pt x="2932" y="4061"/>
                  </a:lnTo>
                  <a:cubicBezTo>
                    <a:pt x="3133" y="4061"/>
                    <a:pt x="3308" y="4010"/>
                    <a:pt x="3484" y="3960"/>
                  </a:cubicBezTo>
                  <a:cubicBezTo>
                    <a:pt x="3709" y="3885"/>
                    <a:pt x="3910" y="3810"/>
                    <a:pt x="4085" y="3685"/>
                  </a:cubicBezTo>
                  <a:lnTo>
                    <a:pt x="4085" y="3685"/>
                  </a:lnTo>
                  <a:lnTo>
                    <a:pt x="1028" y="15615"/>
                  </a:lnTo>
                  <a:lnTo>
                    <a:pt x="1328" y="15690"/>
                  </a:lnTo>
                  <a:lnTo>
                    <a:pt x="4461" y="3434"/>
                  </a:lnTo>
                  <a:lnTo>
                    <a:pt x="4562" y="3359"/>
                  </a:lnTo>
                  <a:cubicBezTo>
                    <a:pt x="4662" y="3284"/>
                    <a:pt x="5138" y="2933"/>
                    <a:pt x="5614" y="2482"/>
                  </a:cubicBezTo>
                  <a:cubicBezTo>
                    <a:pt x="5990" y="2281"/>
                    <a:pt x="6391" y="2106"/>
                    <a:pt x="6792" y="2031"/>
                  </a:cubicBezTo>
                  <a:cubicBezTo>
                    <a:pt x="6927" y="2008"/>
                    <a:pt x="7047" y="1996"/>
                    <a:pt x="7152" y="1996"/>
                  </a:cubicBezTo>
                  <a:cubicBezTo>
                    <a:pt x="7280" y="1996"/>
                    <a:pt x="7386" y="2014"/>
                    <a:pt x="7469" y="2056"/>
                  </a:cubicBezTo>
                  <a:cubicBezTo>
                    <a:pt x="7469" y="2081"/>
                    <a:pt x="7444" y="2081"/>
                    <a:pt x="7444" y="2106"/>
                  </a:cubicBezTo>
                  <a:cubicBezTo>
                    <a:pt x="7369" y="2131"/>
                    <a:pt x="7193" y="2281"/>
                    <a:pt x="7168" y="2482"/>
                  </a:cubicBezTo>
                  <a:cubicBezTo>
                    <a:pt x="7168" y="2557"/>
                    <a:pt x="7193" y="2632"/>
                    <a:pt x="7243" y="2707"/>
                  </a:cubicBezTo>
                  <a:cubicBezTo>
                    <a:pt x="7268" y="2757"/>
                    <a:pt x="7318" y="2807"/>
                    <a:pt x="7394" y="2833"/>
                  </a:cubicBezTo>
                  <a:cubicBezTo>
                    <a:pt x="7444" y="2833"/>
                    <a:pt x="7469" y="2858"/>
                    <a:pt x="7519" y="2858"/>
                  </a:cubicBezTo>
                  <a:cubicBezTo>
                    <a:pt x="7594" y="2858"/>
                    <a:pt x="7669" y="2833"/>
                    <a:pt x="7745" y="2782"/>
                  </a:cubicBezTo>
                  <a:cubicBezTo>
                    <a:pt x="7870" y="2707"/>
                    <a:pt x="7945" y="2607"/>
                    <a:pt x="7970" y="2457"/>
                  </a:cubicBezTo>
                  <a:cubicBezTo>
                    <a:pt x="7995" y="2356"/>
                    <a:pt x="7970" y="2231"/>
                    <a:pt x="7920" y="2131"/>
                  </a:cubicBezTo>
                  <a:cubicBezTo>
                    <a:pt x="8020" y="2081"/>
                    <a:pt x="8146" y="2031"/>
                    <a:pt x="8271" y="1980"/>
                  </a:cubicBezTo>
                  <a:cubicBezTo>
                    <a:pt x="8346" y="1955"/>
                    <a:pt x="8446" y="1930"/>
                    <a:pt x="8521" y="1905"/>
                  </a:cubicBezTo>
                  <a:cubicBezTo>
                    <a:pt x="8672" y="1855"/>
                    <a:pt x="8822" y="1805"/>
                    <a:pt x="8973" y="1755"/>
                  </a:cubicBezTo>
                  <a:cubicBezTo>
                    <a:pt x="9248" y="1604"/>
                    <a:pt x="9474" y="1429"/>
                    <a:pt x="9574" y="1203"/>
                  </a:cubicBezTo>
                  <a:cubicBezTo>
                    <a:pt x="9724" y="903"/>
                    <a:pt x="9699" y="552"/>
                    <a:pt x="9474" y="351"/>
                  </a:cubicBezTo>
                  <a:lnTo>
                    <a:pt x="9273" y="577"/>
                  </a:lnTo>
                  <a:cubicBezTo>
                    <a:pt x="9399" y="677"/>
                    <a:pt x="9424" y="903"/>
                    <a:pt x="9323" y="1078"/>
                  </a:cubicBezTo>
                  <a:cubicBezTo>
                    <a:pt x="9223" y="1279"/>
                    <a:pt x="9023" y="1404"/>
                    <a:pt x="8847" y="1479"/>
                  </a:cubicBezTo>
                  <a:cubicBezTo>
                    <a:pt x="8722" y="1529"/>
                    <a:pt x="8572" y="1579"/>
                    <a:pt x="8446" y="1629"/>
                  </a:cubicBezTo>
                  <a:cubicBezTo>
                    <a:pt x="8346" y="1655"/>
                    <a:pt x="8246" y="1680"/>
                    <a:pt x="8171" y="1730"/>
                  </a:cubicBezTo>
                  <a:cubicBezTo>
                    <a:pt x="8020" y="1780"/>
                    <a:pt x="7870" y="1830"/>
                    <a:pt x="7745" y="1905"/>
                  </a:cubicBezTo>
                  <a:cubicBezTo>
                    <a:pt x="7745" y="1880"/>
                    <a:pt x="7719" y="1880"/>
                    <a:pt x="7694" y="1855"/>
                  </a:cubicBezTo>
                  <a:cubicBezTo>
                    <a:pt x="7549" y="1758"/>
                    <a:pt x="7372" y="1703"/>
                    <a:pt x="7150" y="1703"/>
                  </a:cubicBezTo>
                  <a:cubicBezTo>
                    <a:pt x="7028" y="1703"/>
                    <a:pt x="6893" y="1719"/>
                    <a:pt x="6742" y="1755"/>
                  </a:cubicBezTo>
                  <a:cubicBezTo>
                    <a:pt x="6567" y="1780"/>
                    <a:pt x="6391" y="1830"/>
                    <a:pt x="6216" y="1905"/>
                  </a:cubicBezTo>
                  <a:cubicBezTo>
                    <a:pt x="6567" y="1504"/>
                    <a:pt x="6842" y="1078"/>
                    <a:pt x="6817" y="727"/>
                  </a:cubicBezTo>
                  <a:cubicBezTo>
                    <a:pt x="6817" y="527"/>
                    <a:pt x="6717" y="351"/>
                    <a:pt x="6516" y="226"/>
                  </a:cubicBezTo>
                  <a:cubicBezTo>
                    <a:pt x="6395" y="165"/>
                    <a:pt x="6274" y="132"/>
                    <a:pt x="6152" y="132"/>
                  </a:cubicBezTo>
                  <a:cubicBezTo>
                    <a:pt x="6073" y="132"/>
                    <a:pt x="5994" y="146"/>
                    <a:pt x="5915" y="176"/>
                  </a:cubicBezTo>
                  <a:cubicBezTo>
                    <a:pt x="5213" y="477"/>
                    <a:pt x="4662" y="2031"/>
                    <a:pt x="4436" y="2807"/>
                  </a:cubicBezTo>
                  <a:lnTo>
                    <a:pt x="4361" y="2782"/>
                  </a:lnTo>
                  <a:cubicBezTo>
                    <a:pt x="4436" y="1955"/>
                    <a:pt x="4536" y="351"/>
                    <a:pt x="4060" y="51"/>
                  </a:cubicBezTo>
                  <a:cubicBezTo>
                    <a:pt x="4023" y="25"/>
                    <a:pt x="3960" y="0"/>
                    <a:pt x="3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2" name="Google Shape;5302;p46"/>
            <p:cNvSpPr/>
            <p:nvPr/>
          </p:nvSpPr>
          <p:spPr>
            <a:xfrm>
              <a:off x="1671375" y="1775100"/>
              <a:ext cx="1225400" cy="1147175"/>
            </a:xfrm>
            <a:custGeom>
              <a:rect b="b" l="l" r="r" t="t"/>
              <a:pathLst>
                <a:path extrusionOk="0" h="45887" w="49016">
                  <a:moveTo>
                    <a:pt x="9367" y="0"/>
                  </a:moveTo>
                  <a:cubicBezTo>
                    <a:pt x="4780" y="877"/>
                    <a:pt x="12324" y="11604"/>
                    <a:pt x="12324" y="11604"/>
                  </a:cubicBezTo>
                  <a:cubicBezTo>
                    <a:pt x="12324" y="11604"/>
                    <a:pt x="3477" y="16441"/>
                    <a:pt x="1647" y="26040"/>
                  </a:cubicBezTo>
                  <a:cubicBezTo>
                    <a:pt x="1" y="34561"/>
                    <a:pt x="4477" y="45886"/>
                    <a:pt x="20649" y="45886"/>
                  </a:cubicBezTo>
                  <a:cubicBezTo>
                    <a:pt x="22696" y="45886"/>
                    <a:pt x="24929" y="45705"/>
                    <a:pt x="27362" y="45314"/>
                  </a:cubicBezTo>
                  <a:cubicBezTo>
                    <a:pt x="49016" y="41830"/>
                    <a:pt x="34856" y="17394"/>
                    <a:pt x="34856" y="17394"/>
                  </a:cubicBezTo>
                  <a:cubicBezTo>
                    <a:pt x="34856" y="17394"/>
                    <a:pt x="41673" y="14511"/>
                    <a:pt x="39918" y="11053"/>
                  </a:cubicBezTo>
                  <a:lnTo>
                    <a:pt x="39918" y="11053"/>
                  </a:lnTo>
                  <a:cubicBezTo>
                    <a:pt x="38815" y="12181"/>
                    <a:pt x="37988" y="12682"/>
                    <a:pt x="36535" y="13133"/>
                  </a:cubicBezTo>
                  <a:cubicBezTo>
                    <a:pt x="34550" y="13770"/>
                    <a:pt x="32433" y="14103"/>
                    <a:pt x="30319" y="14103"/>
                  </a:cubicBezTo>
                  <a:cubicBezTo>
                    <a:pt x="29523" y="14103"/>
                    <a:pt x="28727" y="14056"/>
                    <a:pt x="27938" y="13960"/>
                  </a:cubicBezTo>
                  <a:cubicBezTo>
                    <a:pt x="24981" y="13584"/>
                    <a:pt x="22399" y="12456"/>
                    <a:pt x="19718" y="11203"/>
                  </a:cubicBezTo>
                  <a:cubicBezTo>
                    <a:pt x="18665" y="10677"/>
                    <a:pt x="17687" y="10201"/>
                    <a:pt x="16760" y="9649"/>
                  </a:cubicBezTo>
                  <a:cubicBezTo>
                    <a:pt x="15833" y="9098"/>
                    <a:pt x="14956" y="8446"/>
                    <a:pt x="14104" y="7619"/>
                  </a:cubicBezTo>
                  <a:cubicBezTo>
                    <a:pt x="11923" y="5514"/>
                    <a:pt x="10169" y="2983"/>
                    <a:pt x="93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3" name="Google Shape;5303;p46"/>
            <p:cNvSpPr/>
            <p:nvPr/>
          </p:nvSpPr>
          <p:spPr>
            <a:xfrm>
              <a:off x="1971000" y="2061575"/>
              <a:ext cx="570025" cy="250500"/>
            </a:xfrm>
            <a:custGeom>
              <a:rect b="b" l="l" r="r" t="t"/>
              <a:pathLst>
                <a:path extrusionOk="0" h="10020" w="22801">
                  <a:moveTo>
                    <a:pt x="6429" y="4356"/>
                  </a:moveTo>
                  <a:lnTo>
                    <a:pt x="6429" y="4356"/>
                  </a:lnTo>
                  <a:cubicBezTo>
                    <a:pt x="5452" y="6135"/>
                    <a:pt x="3472" y="9418"/>
                    <a:pt x="2319" y="9619"/>
                  </a:cubicBezTo>
                  <a:cubicBezTo>
                    <a:pt x="2284" y="9625"/>
                    <a:pt x="2249" y="9628"/>
                    <a:pt x="2216" y="9628"/>
                  </a:cubicBezTo>
                  <a:cubicBezTo>
                    <a:pt x="2109" y="9628"/>
                    <a:pt x="2014" y="9595"/>
                    <a:pt x="1918" y="9519"/>
                  </a:cubicBezTo>
                  <a:cubicBezTo>
                    <a:pt x="1818" y="9418"/>
                    <a:pt x="1768" y="9293"/>
                    <a:pt x="1768" y="9143"/>
                  </a:cubicBezTo>
                  <a:cubicBezTo>
                    <a:pt x="1843" y="7965"/>
                    <a:pt x="4800" y="5559"/>
                    <a:pt x="6429" y="4356"/>
                  </a:cubicBezTo>
                  <a:close/>
                  <a:moveTo>
                    <a:pt x="7206" y="4481"/>
                  </a:moveTo>
                  <a:cubicBezTo>
                    <a:pt x="7582" y="6486"/>
                    <a:pt x="7933" y="9218"/>
                    <a:pt x="7432" y="9669"/>
                  </a:cubicBezTo>
                  <a:cubicBezTo>
                    <a:pt x="7395" y="9706"/>
                    <a:pt x="7358" y="9729"/>
                    <a:pt x="7312" y="9729"/>
                  </a:cubicBezTo>
                  <a:cubicBezTo>
                    <a:pt x="7295" y="9729"/>
                    <a:pt x="7277" y="9726"/>
                    <a:pt x="7256" y="9719"/>
                  </a:cubicBezTo>
                  <a:cubicBezTo>
                    <a:pt x="6429" y="9494"/>
                    <a:pt x="6755" y="6636"/>
                    <a:pt x="7206" y="4481"/>
                  </a:cubicBezTo>
                  <a:close/>
                  <a:moveTo>
                    <a:pt x="104" y="1"/>
                  </a:moveTo>
                  <a:cubicBezTo>
                    <a:pt x="51" y="1"/>
                    <a:pt x="1" y="32"/>
                    <a:pt x="13" y="95"/>
                  </a:cubicBezTo>
                  <a:cubicBezTo>
                    <a:pt x="38" y="696"/>
                    <a:pt x="790" y="947"/>
                    <a:pt x="1241" y="1223"/>
                  </a:cubicBezTo>
                  <a:cubicBezTo>
                    <a:pt x="2319" y="1899"/>
                    <a:pt x="3497" y="2401"/>
                    <a:pt x="4725" y="2752"/>
                  </a:cubicBezTo>
                  <a:cubicBezTo>
                    <a:pt x="5477" y="2977"/>
                    <a:pt x="6229" y="3153"/>
                    <a:pt x="6981" y="3353"/>
                  </a:cubicBezTo>
                  <a:cubicBezTo>
                    <a:pt x="5878" y="4205"/>
                    <a:pt x="1567" y="7639"/>
                    <a:pt x="1492" y="9118"/>
                  </a:cubicBezTo>
                  <a:cubicBezTo>
                    <a:pt x="1467" y="9368"/>
                    <a:pt x="1567" y="9569"/>
                    <a:pt x="1743" y="9744"/>
                  </a:cubicBezTo>
                  <a:cubicBezTo>
                    <a:pt x="1868" y="9869"/>
                    <a:pt x="2043" y="9920"/>
                    <a:pt x="2219" y="9920"/>
                  </a:cubicBezTo>
                  <a:cubicBezTo>
                    <a:pt x="2269" y="9920"/>
                    <a:pt x="2319" y="9920"/>
                    <a:pt x="2369" y="9895"/>
                  </a:cubicBezTo>
                  <a:cubicBezTo>
                    <a:pt x="4048" y="9594"/>
                    <a:pt x="6855" y="4180"/>
                    <a:pt x="6981" y="3955"/>
                  </a:cubicBezTo>
                  <a:lnTo>
                    <a:pt x="7081" y="3754"/>
                  </a:lnTo>
                  <a:lnTo>
                    <a:pt x="7081" y="3779"/>
                  </a:lnTo>
                  <a:cubicBezTo>
                    <a:pt x="6931" y="4356"/>
                    <a:pt x="5702" y="9619"/>
                    <a:pt x="7181" y="9995"/>
                  </a:cubicBezTo>
                  <a:cubicBezTo>
                    <a:pt x="7231" y="9995"/>
                    <a:pt x="7281" y="10020"/>
                    <a:pt x="7307" y="10020"/>
                  </a:cubicBezTo>
                  <a:cubicBezTo>
                    <a:pt x="7432" y="10020"/>
                    <a:pt x="7557" y="9970"/>
                    <a:pt x="7632" y="9869"/>
                  </a:cubicBezTo>
                  <a:cubicBezTo>
                    <a:pt x="8459" y="9093"/>
                    <a:pt x="7482" y="4306"/>
                    <a:pt x="7357" y="3779"/>
                  </a:cubicBezTo>
                  <a:lnTo>
                    <a:pt x="7281" y="3428"/>
                  </a:lnTo>
                  <a:lnTo>
                    <a:pt x="7281" y="3428"/>
                  </a:lnTo>
                  <a:cubicBezTo>
                    <a:pt x="7908" y="3629"/>
                    <a:pt x="8535" y="3854"/>
                    <a:pt x="9111" y="4180"/>
                  </a:cubicBezTo>
                  <a:cubicBezTo>
                    <a:pt x="10364" y="4857"/>
                    <a:pt x="11317" y="5935"/>
                    <a:pt x="12369" y="6837"/>
                  </a:cubicBezTo>
                  <a:cubicBezTo>
                    <a:pt x="13820" y="8069"/>
                    <a:pt x="16092" y="8953"/>
                    <a:pt x="18179" y="8953"/>
                  </a:cubicBezTo>
                  <a:cubicBezTo>
                    <a:pt x="20168" y="8953"/>
                    <a:pt x="21988" y="8151"/>
                    <a:pt x="22770" y="6085"/>
                  </a:cubicBezTo>
                  <a:cubicBezTo>
                    <a:pt x="22800" y="6010"/>
                    <a:pt x="22741" y="5962"/>
                    <a:pt x="22678" y="5962"/>
                  </a:cubicBezTo>
                  <a:cubicBezTo>
                    <a:pt x="22635" y="5962"/>
                    <a:pt x="22590" y="5984"/>
                    <a:pt x="22570" y="6035"/>
                  </a:cubicBezTo>
                  <a:cubicBezTo>
                    <a:pt x="21918" y="7689"/>
                    <a:pt x="20790" y="8441"/>
                    <a:pt x="19036" y="8616"/>
                  </a:cubicBezTo>
                  <a:cubicBezTo>
                    <a:pt x="18698" y="8640"/>
                    <a:pt x="18355" y="8654"/>
                    <a:pt x="18011" y="8654"/>
                  </a:cubicBezTo>
                  <a:cubicBezTo>
                    <a:pt x="17258" y="8654"/>
                    <a:pt x="16500" y="8588"/>
                    <a:pt x="15778" y="8416"/>
                  </a:cubicBezTo>
                  <a:cubicBezTo>
                    <a:pt x="13597" y="7915"/>
                    <a:pt x="12269" y="6336"/>
                    <a:pt x="10615" y="4982"/>
                  </a:cubicBezTo>
                  <a:cubicBezTo>
                    <a:pt x="9587" y="4130"/>
                    <a:pt x="8484" y="3604"/>
                    <a:pt x="7231" y="3203"/>
                  </a:cubicBezTo>
                  <a:lnTo>
                    <a:pt x="7231" y="3153"/>
                  </a:lnTo>
                  <a:cubicBezTo>
                    <a:pt x="7231" y="3153"/>
                    <a:pt x="7206" y="3178"/>
                    <a:pt x="7181" y="3203"/>
                  </a:cubicBezTo>
                  <a:cubicBezTo>
                    <a:pt x="6931" y="3128"/>
                    <a:pt x="6705" y="3052"/>
                    <a:pt x="6454" y="2977"/>
                  </a:cubicBezTo>
                  <a:cubicBezTo>
                    <a:pt x="5502" y="2727"/>
                    <a:pt x="4575" y="2526"/>
                    <a:pt x="3647" y="2175"/>
                  </a:cubicBezTo>
                  <a:cubicBezTo>
                    <a:pt x="3096" y="1975"/>
                    <a:pt x="264" y="897"/>
                    <a:pt x="214" y="95"/>
                  </a:cubicBezTo>
                  <a:cubicBezTo>
                    <a:pt x="214" y="32"/>
                    <a:pt x="157" y="1"/>
                    <a:pt x="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4" name="Google Shape;5304;p46"/>
            <p:cNvSpPr/>
            <p:nvPr/>
          </p:nvSpPr>
          <p:spPr>
            <a:xfrm>
              <a:off x="1753900" y="2462500"/>
              <a:ext cx="23850" cy="73450"/>
            </a:xfrm>
            <a:custGeom>
              <a:rect b="b" l="l" r="r" t="t"/>
              <a:pathLst>
                <a:path extrusionOk="0" h="2938" w="954">
                  <a:moveTo>
                    <a:pt x="273" y="1"/>
                  </a:moveTo>
                  <a:cubicBezTo>
                    <a:pt x="229" y="1"/>
                    <a:pt x="186" y="23"/>
                    <a:pt x="176" y="73"/>
                  </a:cubicBezTo>
                  <a:cubicBezTo>
                    <a:pt x="0" y="1076"/>
                    <a:pt x="176" y="2028"/>
                    <a:pt x="727" y="2880"/>
                  </a:cubicBezTo>
                  <a:cubicBezTo>
                    <a:pt x="752" y="2921"/>
                    <a:pt x="787" y="2938"/>
                    <a:pt x="820" y="2938"/>
                  </a:cubicBezTo>
                  <a:cubicBezTo>
                    <a:pt x="890" y="2938"/>
                    <a:pt x="953" y="2865"/>
                    <a:pt x="903" y="2780"/>
                  </a:cubicBezTo>
                  <a:cubicBezTo>
                    <a:pt x="401" y="1978"/>
                    <a:pt x="226" y="1076"/>
                    <a:pt x="376" y="123"/>
                  </a:cubicBezTo>
                  <a:cubicBezTo>
                    <a:pt x="406" y="49"/>
                    <a:pt x="338" y="1"/>
                    <a:pt x="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5" name="Google Shape;5305;p46"/>
            <p:cNvSpPr/>
            <p:nvPr/>
          </p:nvSpPr>
          <p:spPr>
            <a:xfrm>
              <a:off x="1788350" y="2484325"/>
              <a:ext cx="37625" cy="96400"/>
            </a:xfrm>
            <a:custGeom>
              <a:rect b="b" l="l" r="r" t="t"/>
              <a:pathLst>
                <a:path extrusionOk="0" h="3856" w="1505">
                  <a:moveTo>
                    <a:pt x="335" y="0"/>
                  </a:moveTo>
                  <a:cubicBezTo>
                    <a:pt x="304" y="0"/>
                    <a:pt x="274" y="16"/>
                    <a:pt x="252" y="52"/>
                  </a:cubicBezTo>
                  <a:cubicBezTo>
                    <a:pt x="76" y="478"/>
                    <a:pt x="26" y="929"/>
                    <a:pt x="226" y="1356"/>
                  </a:cubicBezTo>
                  <a:cubicBezTo>
                    <a:pt x="352" y="1631"/>
                    <a:pt x="577" y="1857"/>
                    <a:pt x="778" y="2107"/>
                  </a:cubicBezTo>
                  <a:cubicBezTo>
                    <a:pt x="1154" y="2609"/>
                    <a:pt x="1304" y="3135"/>
                    <a:pt x="1279" y="3762"/>
                  </a:cubicBezTo>
                  <a:cubicBezTo>
                    <a:pt x="1267" y="3824"/>
                    <a:pt x="1317" y="3856"/>
                    <a:pt x="1370" y="3856"/>
                  </a:cubicBezTo>
                  <a:cubicBezTo>
                    <a:pt x="1423" y="3856"/>
                    <a:pt x="1480" y="3824"/>
                    <a:pt x="1480" y="3762"/>
                  </a:cubicBezTo>
                  <a:cubicBezTo>
                    <a:pt x="1505" y="3260"/>
                    <a:pt x="1455" y="2809"/>
                    <a:pt x="1229" y="2383"/>
                  </a:cubicBezTo>
                  <a:cubicBezTo>
                    <a:pt x="803" y="1606"/>
                    <a:pt x="1" y="1180"/>
                    <a:pt x="452" y="178"/>
                  </a:cubicBezTo>
                  <a:cubicBezTo>
                    <a:pt x="487" y="89"/>
                    <a:pt x="410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6" name="Google Shape;5306;p46"/>
            <p:cNvSpPr/>
            <p:nvPr/>
          </p:nvSpPr>
          <p:spPr>
            <a:xfrm>
              <a:off x="2210050" y="2710950"/>
              <a:ext cx="91750" cy="26575"/>
            </a:xfrm>
            <a:custGeom>
              <a:rect b="b" l="l" r="r" t="t"/>
              <a:pathLst>
                <a:path extrusionOk="0" h="1063" w="3670">
                  <a:moveTo>
                    <a:pt x="3479" y="1"/>
                  </a:moveTo>
                  <a:cubicBezTo>
                    <a:pt x="3464" y="1"/>
                    <a:pt x="3449" y="4"/>
                    <a:pt x="3434" y="10"/>
                  </a:cubicBezTo>
                  <a:cubicBezTo>
                    <a:pt x="2381" y="461"/>
                    <a:pt x="1278" y="737"/>
                    <a:pt x="125" y="837"/>
                  </a:cubicBezTo>
                  <a:cubicBezTo>
                    <a:pt x="0" y="862"/>
                    <a:pt x="0" y="1062"/>
                    <a:pt x="125" y="1062"/>
                  </a:cubicBezTo>
                  <a:cubicBezTo>
                    <a:pt x="1328" y="962"/>
                    <a:pt x="2456" y="687"/>
                    <a:pt x="3559" y="210"/>
                  </a:cubicBezTo>
                  <a:cubicBezTo>
                    <a:pt x="3669" y="144"/>
                    <a:pt x="3586" y="1"/>
                    <a:pt x="3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7" name="Google Shape;5307;p46"/>
            <p:cNvSpPr/>
            <p:nvPr/>
          </p:nvSpPr>
          <p:spPr>
            <a:xfrm>
              <a:off x="2279600" y="2714425"/>
              <a:ext cx="62200" cy="28750"/>
            </a:xfrm>
            <a:custGeom>
              <a:rect b="b" l="l" r="r" t="t"/>
              <a:pathLst>
                <a:path extrusionOk="0" h="1150" w="2488">
                  <a:moveTo>
                    <a:pt x="2317" y="1"/>
                  </a:moveTo>
                  <a:cubicBezTo>
                    <a:pt x="2296" y="1"/>
                    <a:pt x="2275" y="7"/>
                    <a:pt x="2256" y="21"/>
                  </a:cubicBezTo>
                  <a:cubicBezTo>
                    <a:pt x="1654" y="548"/>
                    <a:pt x="927" y="848"/>
                    <a:pt x="125" y="923"/>
                  </a:cubicBezTo>
                  <a:cubicBezTo>
                    <a:pt x="0" y="923"/>
                    <a:pt x="0" y="1149"/>
                    <a:pt x="125" y="1149"/>
                  </a:cubicBezTo>
                  <a:cubicBezTo>
                    <a:pt x="978" y="1049"/>
                    <a:pt x="1755" y="748"/>
                    <a:pt x="2406" y="172"/>
                  </a:cubicBezTo>
                  <a:cubicBezTo>
                    <a:pt x="2487" y="111"/>
                    <a:pt x="2404" y="1"/>
                    <a:pt x="2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8" name="Google Shape;5308;p46"/>
            <p:cNvSpPr/>
            <p:nvPr/>
          </p:nvSpPr>
          <p:spPr>
            <a:xfrm>
              <a:off x="2471000" y="2479500"/>
              <a:ext cx="7875" cy="60500"/>
            </a:xfrm>
            <a:custGeom>
              <a:rect b="b" l="l" r="r" t="t"/>
              <a:pathLst>
                <a:path extrusionOk="0" h="2420" w="315">
                  <a:moveTo>
                    <a:pt x="104" y="1"/>
                  </a:moveTo>
                  <a:cubicBezTo>
                    <a:pt x="51" y="1"/>
                    <a:pt x="1" y="32"/>
                    <a:pt x="13" y="95"/>
                  </a:cubicBezTo>
                  <a:cubicBezTo>
                    <a:pt x="63" y="847"/>
                    <a:pt x="89" y="1574"/>
                    <a:pt x="89" y="2325"/>
                  </a:cubicBezTo>
                  <a:cubicBezTo>
                    <a:pt x="89" y="2388"/>
                    <a:pt x="145" y="2419"/>
                    <a:pt x="201" y="2419"/>
                  </a:cubicBezTo>
                  <a:cubicBezTo>
                    <a:pt x="258" y="2419"/>
                    <a:pt x="314" y="2388"/>
                    <a:pt x="314" y="2325"/>
                  </a:cubicBezTo>
                  <a:cubicBezTo>
                    <a:pt x="314" y="1574"/>
                    <a:pt x="264" y="847"/>
                    <a:pt x="214" y="95"/>
                  </a:cubicBezTo>
                  <a:cubicBezTo>
                    <a:pt x="214" y="32"/>
                    <a:pt x="157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9" name="Google Shape;5309;p46"/>
            <p:cNvSpPr/>
            <p:nvPr/>
          </p:nvSpPr>
          <p:spPr>
            <a:xfrm>
              <a:off x="2496175" y="2493875"/>
              <a:ext cx="16525" cy="65900"/>
            </a:xfrm>
            <a:custGeom>
              <a:rect b="b" l="l" r="r" t="t"/>
              <a:pathLst>
                <a:path extrusionOk="0" h="2636" w="661">
                  <a:moveTo>
                    <a:pt x="423" y="0"/>
                  </a:moveTo>
                  <a:cubicBezTo>
                    <a:pt x="359" y="0"/>
                    <a:pt x="285" y="55"/>
                    <a:pt x="285" y="146"/>
                  </a:cubicBezTo>
                  <a:cubicBezTo>
                    <a:pt x="435" y="923"/>
                    <a:pt x="360" y="1725"/>
                    <a:pt x="34" y="2477"/>
                  </a:cubicBezTo>
                  <a:cubicBezTo>
                    <a:pt x="0" y="2562"/>
                    <a:pt x="69" y="2635"/>
                    <a:pt x="133" y="2635"/>
                  </a:cubicBezTo>
                  <a:cubicBezTo>
                    <a:pt x="164" y="2635"/>
                    <a:pt x="193" y="2618"/>
                    <a:pt x="209" y="2578"/>
                  </a:cubicBezTo>
                  <a:cubicBezTo>
                    <a:pt x="560" y="1776"/>
                    <a:pt x="660" y="948"/>
                    <a:pt x="510" y="71"/>
                  </a:cubicBezTo>
                  <a:cubicBezTo>
                    <a:pt x="500" y="22"/>
                    <a:pt x="464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0" name="Google Shape;5310;p46"/>
            <p:cNvSpPr/>
            <p:nvPr/>
          </p:nvSpPr>
          <p:spPr>
            <a:xfrm>
              <a:off x="2599775" y="1729000"/>
              <a:ext cx="120950" cy="208850"/>
            </a:xfrm>
            <a:custGeom>
              <a:rect b="b" l="l" r="r" t="t"/>
              <a:pathLst>
                <a:path extrusionOk="0" h="8354" w="4838">
                  <a:moveTo>
                    <a:pt x="1888" y="0"/>
                  </a:moveTo>
                  <a:cubicBezTo>
                    <a:pt x="1678" y="0"/>
                    <a:pt x="1465" y="62"/>
                    <a:pt x="1278" y="190"/>
                  </a:cubicBezTo>
                  <a:lnTo>
                    <a:pt x="0" y="1042"/>
                  </a:lnTo>
                  <a:lnTo>
                    <a:pt x="376" y="6556"/>
                  </a:lnTo>
                  <a:lnTo>
                    <a:pt x="1329" y="7759"/>
                  </a:lnTo>
                  <a:cubicBezTo>
                    <a:pt x="1645" y="8158"/>
                    <a:pt x="2105" y="8354"/>
                    <a:pt x="2561" y="8354"/>
                  </a:cubicBezTo>
                  <a:cubicBezTo>
                    <a:pt x="3079" y="8354"/>
                    <a:pt x="3592" y="8101"/>
                    <a:pt x="3885" y="7608"/>
                  </a:cubicBezTo>
                  <a:cubicBezTo>
                    <a:pt x="4186" y="7132"/>
                    <a:pt x="4461" y="6456"/>
                    <a:pt x="4562" y="5603"/>
                  </a:cubicBezTo>
                  <a:cubicBezTo>
                    <a:pt x="4837" y="3649"/>
                    <a:pt x="3559" y="1568"/>
                    <a:pt x="2732" y="441"/>
                  </a:cubicBezTo>
                  <a:cubicBezTo>
                    <a:pt x="2534" y="151"/>
                    <a:pt x="2215" y="0"/>
                    <a:pt x="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1" name="Google Shape;5311;p46"/>
            <p:cNvSpPr/>
            <p:nvPr/>
          </p:nvSpPr>
          <p:spPr>
            <a:xfrm>
              <a:off x="2330050" y="1719800"/>
              <a:ext cx="349325" cy="220325"/>
            </a:xfrm>
            <a:custGeom>
              <a:rect b="b" l="l" r="r" t="t"/>
              <a:pathLst>
                <a:path extrusionOk="0" h="8813" w="13973">
                  <a:moveTo>
                    <a:pt x="6919" y="0"/>
                  </a:moveTo>
                  <a:cubicBezTo>
                    <a:pt x="4637" y="0"/>
                    <a:pt x="2187" y="1026"/>
                    <a:pt x="965" y="4869"/>
                  </a:cubicBezTo>
                  <a:cubicBezTo>
                    <a:pt x="1" y="7860"/>
                    <a:pt x="623" y="8813"/>
                    <a:pt x="1808" y="8813"/>
                  </a:cubicBezTo>
                  <a:cubicBezTo>
                    <a:pt x="3890" y="8813"/>
                    <a:pt x="7706" y="5871"/>
                    <a:pt x="7706" y="5871"/>
                  </a:cubicBezTo>
                  <a:cubicBezTo>
                    <a:pt x="7706" y="5871"/>
                    <a:pt x="9600" y="7707"/>
                    <a:pt x="11630" y="7707"/>
                  </a:cubicBezTo>
                  <a:cubicBezTo>
                    <a:pt x="11900" y="7707"/>
                    <a:pt x="12173" y="7674"/>
                    <a:pt x="12443" y="7601"/>
                  </a:cubicBezTo>
                  <a:cubicBezTo>
                    <a:pt x="13972" y="7200"/>
                    <a:pt x="13270" y="4568"/>
                    <a:pt x="12619" y="2839"/>
                  </a:cubicBezTo>
                  <a:cubicBezTo>
                    <a:pt x="12243" y="1836"/>
                    <a:pt x="11441" y="1059"/>
                    <a:pt x="10438" y="683"/>
                  </a:cubicBezTo>
                  <a:cubicBezTo>
                    <a:pt x="9502" y="343"/>
                    <a:pt x="8238" y="0"/>
                    <a:pt x="6919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2" name="Google Shape;5312;p46"/>
            <p:cNvSpPr/>
            <p:nvPr/>
          </p:nvSpPr>
          <p:spPr>
            <a:xfrm>
              <a:off x="2381100" y="1823750"/>
              <a:ext cx="58950" cy="112325"/>
            </a:xfrm>
            <a:custGeom>
              <a:rect b="b" l="l" r="r" t="t"/>
              <a:pathLst>
                <a:path extrusionOk="0" h="4493" w="2358">
                  <a:moveTo>
                    <a:pt x="2205" y="1"/>
                  </a:moveTo>
                  <a:cubicBezTo>
                    <a:pt x="2180" y="1"/>
                    <a:pt x="2154" y="11"/>
                    <a:pt x="2131" y="34"/>
                  </a:cubicBezTo>
                  <a:cubicBezTo>
                    <a:pt x="1504" y="711"/>
                    <a:pt x="1053" y="1513"/>
                    <a:pt x="677" y="2365"/>
                  </a:cubicBezTo>
                  <a:cubicBezTo>
                    <a:pt x="401" y="3016"/>
                    <a:pt x="0" y="3693"/>
                    <a:pt x="126" y="4420"/>
                  </a:cubicBezTo>
                  <a:cubicBezTo>
                    <a:pt x="136" y="4471"/>
                    <a:pt x="174" y="4493"/>
                    <a:pt x="215" y="4493"/>
                  </a:cubicBezTo>
                  <a:cubicBezTo>
                    <a:pt x="276" y="4493"/>
                    <a:pt x="341" y="4445"/>
                    <a:pt x="326" y="4370"/>
                  </a:cubicBezTo>
                  <a:cubicBezTo>
                    <a:pt x="201" y="3593"/>
                    <a:pt x="777" y="2590"/>
                    <a:pt x="1103" y="1939"/>
                  </a:cubicBezTo>
                  <a:cubicBezTo>
                    <a:pt x="1429" y="1287"/>
                    <a:pt x="1805" y="711"/>
                    <a:pt x="2281" y="184"/>
                  </a:cubicBezTo>
                  <a:cubicBezTo>
                    <a:pt x="2358" y="107"/>
                    <a:pt x="2287" y="1"/>
                    <a:pt x="2205" y="1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3" name="Google Shape;5313;p46"/>
            <p:cNvSpPr/>
            <p:nvPr/>
          </p:nvSpPr>
          <p:spPr>
            <a:xfrm>
              <a:off x="2337850" y="1801625"/>
              <a:ext cx="71075" cy="108675"/>
            </a:xfrm>
            <a:custGeom>
              <a:rect b="b" l="l" r="r" t="t"/>
              <a:pathLst>
                <a:path extrusionOk="0" h="4347" w="2843">
                  <a:moveTo>
                    <a:pt x="2688" y="0"/>
                  </a:moveTo>
                  <a:cubicBezTo>
                    <a:pt x="2670" y="0"/>
                    <a:pt x="2652" y="5"/>
                    <a:pt x="2633" y="17"/>
                  </a:cubicBezTo>
                  <a:cubicBezTo>
                    <a:pt x="1906" y="443"/>
                    <a:pt x="1379" y="1069"/>
                    <a:pt x="953" y="1821"/>
                  </a:cubicBezTo>
                  <a:cubicBezTo>
                    <a:pt x="552" y="2523"/>
                    <a:pt x="1" y="3400"/>
                    <a:pt x="101" y="4252"/>
                  </a:cubicBezTo>
                  <a:cubicBezTo>
                    <a:pt x="114" y="4315"/>
                    <a:pt x="170" y="4346"/>
                    <a:pt x="223" y="4346"/>
                  </a:cubicBezTo>
                  <a:cubicBezTo>
                    <a:pt x="277" y="4346"/>
                    <a:pt x="327" y="4315"/>
                    <a:pt x="327" y="4252"/>
                  </a:cubicBezTo>
                  <a:cubicBezTo>
                    <a:pt x="227" y="3475"/>
                    <a:pt x="753" y="2598"/>
                    <a:pt x="1129" y="1922"/>
                  </a:cubicBezTo>
                  <a:cubicBezTo>
                    <a:pt x="1530" y="1220"/>
                    <a:pt x="2031" y="618"/>
                    <a:pt x="2758" y="217"/>
                  </a:cubicBezTo>
                  <a:cubicBezTo>
                    <a:pt x="2843" y="154"/>
                    <a:pt x="2784" y="0"/>
                    <a:pt x="2688" y="0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4" name="Google Shape;5314;p46"/>
            <p:cNvSpPr/>
            <p:nvPr/>
          </p:nvSpPr>
          <p:spPr>
            <a:xfrm>
              <a:off x="2429975" y="1784475"/>
              <a:ext cx="6900" cy="5050"/>
            </a:xfrm>
            <a:custGeom>
              <a:rect b="b" l="l" r="r" t="t"/>
              <a:pathLst>
                <a:path extrusionOk="0" h="202" w="276">
                  <a:moveTo>
                    <a:pt x="151" y="1"/>
                  </a:moveTo>
                  <a:cubicBezTo>
                    <a:pt x="0" y="1"/>
                    <a:pt x="0" y="201"/>
                    <a:pt x="151" y="201"/>
                  </a:cubicBezTo>
                  <a:cubicBezTo>
                    <a:pt x="276" y="201"/>
                    <a:pt x="276" y="1"/>
                    <a:pt x="151" y="1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5" name="Google Shape;5315;p46"/>
            <p:cNvSpPr/>
            <p:nvPr/>
          </p:nvSpPr>
          <p:spPr>
            <a:xfrm>
              <a:off x="2446875" y="1803275"/>
              <a:ext cx="6925" cy="5050"/>
            </a:xfrm>
            <a:custGeom>
              <a:rect b="b" l="l" r="r" t="t"/>
              <a:pathLst>
                <a:path extrusionOk="0" h="202" w="277">
                  <a:moveTo>
                    <a:pt x="126" y="1"/>
                  </a:moveTo>
                  <a:cubicBezTo>
                    <a:pt x="1" y="1"/>
                    <a:pt x="1" y="201"/>
                    <a:pt x="126" y="201"/>
                  </a:cubicBezTo>
                  <a:cubicBezTo>
                    <a:pt x="277" y="201"/>
                    <a:pt x="277" y="1"/>
                    <a:pt x="126" y="1"/>
                  </a:cubicBezTo>
                  <a:close/>
                </a:path>
              </a:pathLst>
            </a:custGeom>
            <a:solidFill>
              <a:srgbClr val="544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6" name="Google Shape;5316;p46"/>
          <p:cNvGrpSpPr/>
          <p:nvPr/>
        </p:nvGrpSpPr>
        <p:grpSpPr>
          <a:xfrm>
            <a:off x="277366" y="298982"/>
            <a:ext cx="885597" cy="792571"/>
            <a:chOff x="277366" y="299012"/>
            <a:chExt cx="703301" cy="629424"/>
          </a:xfrm>
        </p:grpSpPr>
        <p:sp>
          <p:nvSpPr>
            <p:cNvPr id="5317" name="Google Shape;5317;p46"/>
            <p:cNvSpPr/>
            <p:nvPr/>
          </p:nvSpPr>
          <p:spPr>
            <a:xfrm rot="1649405">
              <a:off x="618986" y="526398"/>
              <a:ext cx="56401" cy="96501"/>
            </a:xfrm>
            <a:custGeom>
              <a:rect b="b" l="l" r="r" t="t"/>
              <a:pathLst>
                <a:path extrusionOk="0" fill="none" h="3860" w="2256">
                  <a:moveTo>
                    <a:pt x="2256" y="386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8" name="Google Shape;5318;p46"/>
            <p:cNvSpPr/>
            <p:nvPr/>
          </p:nvSpPr>
          <p:spPr>
            <a:xfrm>
              <a:off x="830737" y="814662"/>
              <a:ext cx="91991" cy="8635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9" name="Google Shape;5319;p46"/>
            <p:cNvSpPr/>
            <p:nvPr/>
          </p:nvSpPr>
          <p:spPr>
            <a:xfrm>
              <a:off x="888643" y="720973"/>
              <a:ext cx="92025" cy="86961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0" name="Google Shape;5320;p46"/>
            <p:cNvSpPr/>
            <p:nvPr/>
          </p:nvSpPr>
          <p:spPr>
            <a:xfrm>
              <a:off x="605874" y="299012"/>
              <a:ext cx="329630" cy="398615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1" name="Google Shape;5321;p46"/>
            <p:cNvSpPr/>
            <p:nvPr/>
          </p:nvSpPr>
          <p:spPr>
            <a:xfrm>
              <a:off x="280526" y="626060"/>
              <a:ext cx="482110" cy="302376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2" name="Google Shape;5322;p46"/>
            <p:cNvSpPr/>
            <p:nvPr/>
          </p:nvSpPr>
          <p:spPr>
            <a:xfrm>
              <a:off x="404868" y="741022"/>
              <a:ext cx="301561" cy="57091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3" name="Google Shape;5323;p46"/>
            <p:cNvSpPr/>
            <p:nvPr/>
          </p:nvSpPr>
          <p:spPr>
            <a:xfrm>
              <a:off x="691884" y="376492"/>
              <a:ext cx="188263" cy="258947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4" name="Google Shape;5324;p46"/>
            <p:cNvSpPr/>
            <p:nvPr/>
          </p:nvSpPr>
          <p:spPr>
            <a:xfrm rot="1649405">
              <a:off x="360454" y="578828"/>
              <a:ext cx="535131" cy="101526"/>
            </a:xfrm>
            <a:custGeom>
              <a:rect b="b" l="l" r="r" t="t"/>
              <a:pathLst>
                <a:path extrusionOk="0" fill="none" h="4061" w="21405">
                  <a:moveTo>
                    <a:pt x="21404" y="4060"/>
                  </a:moveTo>
                  <a:cubicBezTo>
                    <a:pt x="21404" y="4060"/>
                    <a:pt x="10502" y="0"/>
                    <a:pt x="0" y="1178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5" name="Google Shape;5325;p46"/>
            <p:cNvSpPr/>
            <p:nvPr/>
          </p:nvSpPr>
          <p:spPr>
            <a:xfrm rot="1649405">
              <a:off x="786105" y="654162"/>
              <a:ext cx="31975" cy="94001"/>
            </a:xfrm>
            <a:custGeom>
              <a:rect b="b" l="l" r="r" t="t"/>
              <a:pathLst>
                <a:path extrusionOk="0" fill="none" h="3760" w="1279">
                  <a:moveTo>
                    <a:pt x="401" y="0"/>
                  </a:moveTo>
                  <a:cubicBezTo>
                    <a:pt x="401" y="0"/>
                    <a:pt x="0" y="2281"/>
                    <a:pt x="1278" y="3760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6" name="Google Shape;5326;p46"/>
            <p:cNvSpPr/>
            <p:nvPr/>
          </p:nvSpPr>
          <p:spPr>
            <a:xfrm rot="1649405">
              <a:off x="606747" y="649270"/>
              <a:ext cx="93376" cy="67051"/>
            </a:xfrm>
            <a:custGeom>
              <a:rect b="b" l="l" r="r" t="t"/>
              <a:pathLst>
                <a:path extrusionOk="0" fill="none" h="2682" w="3735">
                  <a:moveTo>
                    <a:pt x="3734" y="0"/>
                  </a:moveTo>
                  <a:cubicBezTo>
                    <a:pt x="3559" y="25"/>
                    <a:pt x="0" y="2682"/>
                    <a:pt x="0" y="2682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7" name="Google Shape;5327;p46"/>
            <p:cNvSpPr/>
            <p:nvPr/>
          </p:nvSpPr>
          <p:spPr>
            <a:xfrm rot="1649405">
              <a:off x="540841" y="584623"/>
              <a:ext cx="62051" cy="40125"/>
            </a:xfrm>
            <a:custGeom>
              <a:rect b="b" l="l" r="r" t="t"/>
              <a:pathLst>
                <a:path extrusionOk="0" fill="none" h="1605" w="2482">
                  <a:moveTo>
                    <a:pt x="2482" y="25"/>
                  </a:moveTo>
                  <a:cubicBezTo>
                    <a:pt x="2357" y="0"/>
                    <a:pt x="1" y="1604"/>
                    <a:pt x="1" y="1604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8" name="Google Shape;5328;p46"/>
            <p:cNvSpPr/>
            <p:nvPr/>
          </p:nvSpPr>
          <p:spPr>
            <a:xfrm rot="1649405">
              <a:off x="472673" y="399358"/>
              <a:ext cx="107151" cy="143502"/>
            </a:xfrm>
            <a:custGeom>
              <a:rect b="b" l="l" r="r" t="t"/>
              <a:pathLst>
                <a:path extrusionOk="0" fill="none" h="5740" w="4286">
                  <a:moveTo>
                    <a:pt x="4286" y="574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46"/>
            <p:cNvSpPr/>
            <p:nvPr/>
          </p:nvSpPr>
          <p:spPr>
            <a:xfrm rot="1649405">
              <a:off x="341642" y="501167"/>
              <a:ext cx="148527" cy="70826"/>
            </a:xfrm>
            <a:custGeom>
              <a:rect b="b" l="l" r="r" t="t"/>
              <a:pathLst>
                <a:path extrusionOk="0" fill="none" h="2833" w="5941">
                  <a:moveTo>
                    <a:pt x="5940" y="1"/>
                  </a:moveTo>
                  <a:lnTo>
                    <a:pt x="0" y="2833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0" name="Google Shape;5330;p46"/>
            <p:cNvSpPr/>
            <p:nvPr/>
          </p:nvSpPr>
          <p:spPr>
            <a:xfrm rot="1649405">
              <a:off x="800089" y="614851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20" y="0"/>
                  </a:moveTo>
                  <a:cubicBezTo>
                    <a:pt x="664" y="0"/>
                    <a:pt x="253" y="322"/>
                    <a:pt x="126" y="787"/>
                  </a:cubicBezTo>
                  <a:cubicBezTo>
                    <a:pt x="0" y="1338"/>
                    <a:pt x="326" y="1890"/>
                    <a:pt x="878" y="2040"/>
                  </a:cubicBezTo>
                  <a:cubicBezTo>
                    <a:pt x="957" y="2058"/>
                    <a:pt x="1037" y="2067"/>
                    <a:pt x="1115" y="2067"/>
                  </a:cubicBezTo>
                  <a:cubicBezTo>
                    <a:pt x="1580" y="2067"/>
                    <a:pt x="2002" y="1760"/>
                    <a:pt x="2131" y="1288"/>
                  </a:cubicBezTo>
                  <a:cubicBezTo>
                    <a:pt x="2281" y="737"/>
                    <a:pt x="1930" y="185"/>
                    <a:pt x="1379" y="35"/>
                  </a:cubicBezTo>
                  <a:cubicBezTo>
                    <a:pt x="1292" y="11"/>
                    <a:pt x="1205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1" name="Google Shape;5331;p46"/>
            <p:cNvSpPr/>
            <p:nvPr/>
          </p:nvSpPr>
          <p:spPr>
            <a:xfrm rot="1649405">
              <a:off x="490253" y="584509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2" y="1"/>
                  </a:moveTo>
                  <a:cubicBezTo>
                    <a:pt x="677" y="1"/>
                    <a:pt x="255" y="308"/>
                    <a:pt x="126" y="780"/>
                  </a:cubicBezTo>
                  <a:cubicBezTo>
                    <a:pt x="1" y="1331"/>
                    <a:pt x="326" y="1907"/>
                    <a:pt x="878" y="2033"/>
                  </a:cubicBezTo>
                  <a:cubicBezTo>
                    <a:pt x="965" y="2056"/>
                    <a:pt x="1051" y="2068"/>
                    <a:pt x="1137" y="2068"/>
                  </a:cubicBezTo>
                  <a:cubicBezTo>
                    <a:pt x="1593" y="2068"/>
                    <a:pt x="2004" y="1745"/>
                    <a:pt x="2131" y="1281"/>
                  </a:cubicBezTo>
                  <a:cubicBezTo>
                    <a:pt x="2281" y="729"/>
                    <a:pt x="1930" y="178"/>
                    <a:pt x="1379" y="28"/>
                  </a:cubicBezTo>
                  <a:cubicBezTo>
                    <a:pt x="1300" y="10"/>
                    <a:pt x="1220" y="1"/>
                    <a:pt x="1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46"/>
            <p:cNvSpPr/>
            <p:nvPr/>
          </p:nvSpPr>
          <p:spPr>
            <a:xfrm rot="1649405">
              <a:off x="375953" y="459370"/>
              <a:ext cx="57051" cy="51726"/>
            </a:xfrm>
            <a:custGeom>
              <a:rect b="b" l="l" r="r" t="t"/>
              <a:pathLst>
                <a:path extrusionOk="0" h="2069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26" y="1907"/>
                    <a:pt x="878" y="2032"/>
                  </a:cubicBezTo>
                  <a:cubicBezTo>
                    <a:pt x="969" y="2057"/>
                    <a:pt x="1061" y="2069"/>
                    <a:pt x="1151" y="2069"/>
                  </a:cubicBezTo>
                  <a:cubicBezTo>
                    <a:pt x="1608" y="2069"/>
                    <a:pt x="2030" y="1765"/>
                    <a:pt x="2156" y="1305"/>
                  </a:cubicBezTo>
                  <a:cubicBezTo>
                    <a:pt x="2281" y="754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3" name="Google Shape;5333;p46"/>
            <p:cNvSpPr/>
            <p:nvPr/>
          </p:nvSpPr>
          <p:spPr>
            <a:xfrm rot="1649405">
              <a:off x="285997" y="506187"/>
              <a:ext cx="57051" cy="51351"/>
            </a:xfrm>
            <a:custGeom>
              <a:rect b="b" l="l" r="r" t="t"/>
              <a:pathLst>
                <a:path extrusionOk="0" h="2054" w="2282">
                  <a:moveTo>
                    <a:pt x="1108" y="1"/>
                  </a:moveTo>
                  <a:cubicBezTo>
                    <a:pt x="657" y="1"/>
                    <a:pt x="252" y="304"/>
                    <a:pt x="126" y="764"/>
                  </a:cubicBezTo>
                  <a:cubicBezTo>
                    <a:pt x="1" y="1315"/>
                    <a:pt x="327" y="1892"/>
                    <a:pt x="878" y="2017"/>
                  </a:cubicBezTo>
                  <a:cubicBezTo>
                    <a:pt x="969" y="2042"/>
                    <a:pt x="1061" y="2054"/>
                    <a:pt x="1151" y="2054"/>
                  </a:cubicBezTo>
                  <a:cubicBezTo>
                    <a:pt x="1607" y="2054"/>
                    <a:pt x="2026" y="1751"/>
                    <a:pt x="2131" y="1290"/>
                  </a:cubicBezTo>
                  <a:cubicBezTo>
                    <a:pt x="2281" y="739"/>
                    <a:pt x="1931" y="162"/>
                    <a:pt x="1379" y="37"/>
                  </a:cubicBezTo>
                  <a:cubicBezTo>
                    <a:pt x="1288" y="12"/>
                    <a:pt x="1197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4" name="Google Shape;5334;p46"/>
            <p:cNvSpPr/>
            <p:nvPr/>
          </p:nvSpPr>
          <p:spPr>
            <a:xfrm rot="1649405">
              <a:off x="488639" y="371793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51" y="1881"/>
                    <a:pt x="903" y="2032"/>
                  </a:cubicBezTo>
                  <a:cubicBezTo>
                    <a:pt x="990" y="2056"/>
                    <a:pt x="1076" y="2067"/>
                    <a:pt x="1162" y="2067"/>
                  </a:cubicBezTo>
                  <a:cubicBezTo>
                    <a:pt x="1618" y="2067"/>
                    <a:pt x="2029" y="1745"/>
                    <a:pt x="2156" y="1280"/>
                  </a:cubicBezTo>
                  <a:cubicBezTo>
                    <a:pt x="2281" y="729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5" name="Google Shape;5335;p46"/>
            <p:cNvSpPr/>
            <p:nvPr/>
          </p:nvSpPr>
          <p:spPr>
            <a:xfrm rot="1649405">
              <a:off x="545871" y="669025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5" y="1"/>
                  </a:moveTo>
                  <a:cubicBezTo>
                    <a:pt x="689" y="1"/>
                    <a:pt x="277" y="323"/>
                    <a:pt x="151" y="788"/>
                  </a:cubicBezTo>
                  <a:cubicBezTo>
                    <a:pt x="0" y="1339"/>
                    <a:pt x="351" y="1890"/>
                    <a:pt x="903" y="2041"/>
                  </a:cubicBezTo>
                  <a:cubicBezTo>
                    <a:pt x="982" y="2059"/>
                    <a:pt x="1062" y="2067"/>
                    <a:pt x="1140" y="2067"/>
                  </a:cubicBezTo>
                  <a:cubicBezTo>
                    <a:pt x="1605" y="2067"/>
                    <a:pt x="2027" y="1761"/>
                    <a:pt x="2156" y="1289"/>
                  </a:cubicBezTo>
                  <a:cubicBezTo>
                    <a:pt x="2281" y="737"/>
                    <a:pt x="1955" y="161"/>
                    <a:pt x="1404" y="36"/>
                  </a:cubicBezTo>
                  <a:cubicBezTo>
                    <a:pt x="1317" y="12"/>
                    <a:pt x="1230" y="1"/>
                    <a:pt x="1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6" name="Google Shape;5336;p46"/>
            <p:cNvSpPr/>
            <p:nvPr/>
          </p:nvSpPr>
          <p:spPr>
            <a:xfrm>
              <a:off x="782176" y="720123"/>
              <a:ext cx="92025" cy="86112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7" name="Google Shape;5337;p46"/>
          <p:cNvSpPr/>
          <p:nvPr/>
        </p:nvSpPr>
        <p:spPr>
          <a:xfrm>
            <a:off x="8414100" y="4590013"/>
            <a:ext cx="729900" cy="55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8" name="Google Shape;5338;p46"/>
          <p:cNvSpPr txBox="1"/>
          <p:nvPr/>
        </p:nvSpPr>
        <p:spPr>
          <a:xfrm>
            <a:off x="497775" y="1091550"/>
            <a:ext cx="4378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00000"/>
                </a:solidFill>
                <a:latin typeface="Manrope Light"/>
                <a:ea typeface="Manrope Light"/>
                <a:cs typeface="Manrope Light"/>
                <a:sym typeface="Manrope Light"/>
              </a:rPr>
              <a:t>TRƯỜNG ĐH KHOA HỌC TỰ NHIÊN - ĐHQG TPHCM</a:t>
            </a:r>
            <a:endParaRPr>
              <a:solidFill>
                <a:srgbClr val="50000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00000"/>
                </a:solidFill>
                <a:latin typeface="Manrope Light"/>
                <a:ea typeface="Manrope Light"/>
                <a:cs typeface="Manrope Light"/>
                <a:sym typeface="Manrope Light"/>
              </a:rPr>
              <a:t>KHOA TOÁN - TIN HỌC</a:t>
            </a:r>
            <a:endParaRPr>
              <a:solidFill>
                <a:srgbClr val="50000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00000"/>
                </a:solidFill>
                <a:latin typeface="Manrope Light"/>
                <a:ea typeface="Manrope Light"/>
                <a:cs typeface="Manrope Light"/>
                <a:sym typeface="Manrope Light"/>
              </a:rPr>
              <a:t>BỘ MÔN ỨNG DỤNG TIN HỌC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2" name="Shape 5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3" name="Google Shape;5343;p47"/>
          <p:cNvSpPr/>
          <p:nvPr/>
        </p:nvSpPr>
        <p:spPr>
          <a:xfrm>
            <a:off x="1061175" y="1271250"/>
            <a:ext cx="7416900" cy="2540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4" name="Google Shape;5344;p47"/>
          <p:cNvSpPr txBox="1"/>
          <p:nvPr>
            <p:ph idx="1" type="subTitle"/>
          </p:nvPr>
        </p:nvSpPr>
        <p:spPr>
          <a:xfrm>
            <a:off x="3517025" y="1597050"/>
            <a:ext cx="4420200" cy="18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“However, recursion is a natural fit in any situation where you find yourself having to </a:t>
            </a: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repeat an algorithm within the same algorithm</a:t>
            </a: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. In these cases, recursion can make for more readable code…”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5345" name="Google Shape;5345;p47"/>
          <p:cNvGrpSpPr/>
          <p:nvPr/>
        </p:nvGrpSpPr>
        <p:grpSpPr>
          <a:xfrm flipH="1">
            <a:off x="7875526" y="1047111"/>
            <a:ext cx="832920" cy="745490"/>
            <a:chOff x="277366" y="299012"/>
            <a:chExt cx="703301" cy="629424"/>
          </a:xfrm>
        </p:grpSpPr>
        <p:sp>
          <p:nvSpPr>
            <p:cNvPr id="5346" name="Google Shape;5346;p47"/>
            <p:cNvSpPr/>
            <p:nvPr/>
          </p:nvSpPr>
          <p:spPr>
            <a:xfrm rot="1649405">
              <a:off x="618986" y="526398"/>
              <a:ext cx="56401" cy="96501"/>
            </a:xfrm>
            <a:custGeom>
              <a:rect b="b" l="l" r="r" t="t"/>
              <a:pathLst>
                <a:path extrusionOk="0" fill="none" h="3860" w="2256">
                  <a:moveTo>
                    <a:pt x="2256" y="386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7" name="Google Shape;5347;p47"/>
            <p:cNvSpPr/>
            <p:nvPr/>
          </p:nvSpPr>
          <p:spPr>
            <a:xfrm>
              <a:off x="830737" y="814662"/>
              <a:ext cx="91991" cy="8635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8" name="Google Shape;5348;p47"/>
            <p:cNvSpPr/>
            <p:nvPr/>
          </p:nvSpPr>
          <p:spPr>
            <a:xfrm>
              <a:off x="888643" y="720973"/>
              <a:ext cx="92025" cy="86961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9" name="Google Shape;5349;p47"/>
            <p:cNvSpPr/>
            <p:nvPr/>
          </p:nvSpPr>
          <p:spPr>
            <a:xfrm>
              <a:off x="605874" y="299012"/>
              <a:ext cx="329630" cy="398615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0" name="Google Shape;5350;p47"/>
            <p:cNvSpPr/>
            <p:nvPr/>
          </p:nvSpPr>
          <p:spPr>
            <a:xfrm>
              <a:off x="280526" y="626060"/>
              <a:ext cx="482110" cy="302376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1" name="Google Shape;5351;p47"/>
            <p:cNvSpPr/>
            <p:nvPr/>
          </p:nvSpPr>
          <p:spPr>
            <a:xfrm>
              <a:off x="404868" y="741022"/>
              <a:ext cx="301561" cy="57091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2" name="Google Shape;5352;p47"/>
            <p:cNvSpPr/>
            <p:nvPr/>
          </p:nvSpPr>
          <p:spPr>
            <a:xfrm>
              <a:off x="691884" y="376492"/>
              <a:ext cx="188263" cy="258947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3" name="Google Shape;5353;p47"/>
            <p:cNvSpPr/>
            <p:nvPr/>
          </p:nvSpPr>
          <p:spPr>
            <a:xfrm rot="1649405">
              <a:off x="360454" y="578828"/>
              <a:ext cx="535131" cy="101526"/>
            </a:xfrm>
            <a:custGeom>
              <a:rect b="b" l="l" r="r" t="t"/>
              <a:pathLst>
                <a:path extrusionOk="0" fill="none" h="4061" w="21405">
                  <a:moveTo>
                    <a:pt x="21404" y="4060"/>
                  </a:moveTo>
                  <a:cubicBezTo>
                    <a:pt x="21404" y="4060"/>
                    <a:pt x="10502" y="0"/>
                    <a:pt x="0" y="1178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4" name="Google Shape;5354;p47"/>
            <p:cNvSpPr/>
            <p:nvPr/>
          </p:nvSpPr>
          <p:spPr>
            <a:xfrm rot="1649405">
              <a:off x="786105" y="654162"/>
              <a:ext cx="31975" cy="94001"/>
            </a:xfrm>
            <a:custGeom>
              <a:rect b="b" l="l" r="r" t="t"/>
              <a:pathLst>
                <a:path extrusionOk="0" fill="none" h="3760" w="1279">
                  <a:moveTo>
                    <a:pt x="401" y="0"/>
                  </a:moveTo>
                  <a:cubicBezTo>
                    <a:pt x="401" y="0"/>
                    <a:pt x="0" y="2281"/>
                    <a:pt x="1278" y="3760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5" name="Google Shape;5355;p47"/>
            <p:cNvSpPr/>
            <p:nvPr/>
          </p:nvSpPr>
          <p:spPr>
            <a:xfrm rot="1649405">
              <a:off x="606747" y="649270"/>
              <a:ext cx="93376" cy="67051"/>
            </a:xfrm>
            <a:custGeom>
              <a:rect b="b" l="l" r="r" t="t"/>
              <a:pathLst>
                <a:path extrusionOk="0" fill="none" h="2682" w="3735">
                  <a:moveTo>
                    <a:pt x="3734" y="0"/>
                  </a:moveTo>
                  <a:cubicBezTo>
                    <a:pt x="3559" y="25"/>
                    <a:pt x="0" y="2682"/>
                    <a:pt x="0" y="2682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6" name="Google Shape;5356;p47"/>
            <p:cNvSpPr/>
            <p:nvPr/>
          </p:nvSpPr>
          <p:spPr>
            <a:xfrm rot="1649405">
              <a:off x="540841" y="584623"/>
              <a:ext cx="62051" cy="40125"/>
            </a:xfrm>
            <a:custGeom>
              <a:rect b="b" l="l" r="r" t="t"/>
              <a:pathLst>
                <a:path extrusionOk="0" fill="none" h="1605" w="2482">
                  <a:moveTo>
                    <a:pt x="2482" y="25"/>
                  </a:moveTo>
                  <a:cubicBezTo>
                    <a:pt x="2357" y="0"/>
                    <a:pt x="1" y="1604"/>
                    <a:pt x="1" y="1604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7" name="Google Shape;5357;p47"/>
            <p:cNvSpPr/>
            <p:nvPr/>
          </p:nvSpPr>
          <p:spPr>
            <a:xfrm rot="1649405">
              <a:off x="472673" y="399358"/>
              <a:ext cx="107151" cy="143502"/>
            </a:xfrm>
            <a:custGeom>
              <a:rect b="b" l="l" r="r" t="t"/>
              <a:pathLst>
                <a:path extrusionOk="0" fill="none" h="5740" w="4286">
                  <a:moveTo>
                    <a:pt x="4286" y="574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8" name="Google Shape;5358;p47"/>
            <p:cNvSpPr/>
            <p:nvPr/>
          </p:nvSpPr>
          <p:spPr>
            <a:xfrm rot="1649405">
              <a:off x="341642" y="501167"/>
              <a:ext cx="148527" cy="70826"/>
            </a:xfrm>
            <a:custGeom>
              <a:rect b="b" l="l" r="r" t="t"/>
              <a:pathLst>
                <a:path extrusionOk="0" fill="none" h="2833" w="5941">
                  <a:moveTo>
                    <a:pt x="5940" y="1"/>
                  </a:moveTo>
                  <a:lnTo>
                    <a:pt x="0" y="2833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9" name="Google Shape;5359;p47"/>
            <p:cNvSpPr/>
            <p:nvPr/>
          </p:nvSpPr>
          <p:spPr>
            <a:xfrm rot="1649405">
              <a:off x="800089" y="614851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20" y="0"/>
                  </a:moveTo>
                  <a:cubicBezTo>
                    <a:pt x="664" y="0"/>
                    <a:pt x="253" y="322"/>
                    <a:pt x="126" y="787"/>
                  </a:cubicBezTo>
                  <a:cubicBezTo>
                    <a:pt x="0" y="1338"/>
                    <a:pt x="326" y="1890"/>
                    <a:pt x="878" y="2040"/>
                  </a:cubicBezTo>
                  <a:cubicBezTo>
                    <a:pt x="957" y="2058"/>
                    <a:pt x="1037" y="2067"/>
                    <a:pt x="1115" y="2067"/>
                  </a:cubicBezTo>
                  <a:cubicBezTo>
                    <a:pt x="1580" y="2067"/>
                    <a:pt x="2002" y="1760"/>
                    <a:pt x="2131" y="1288"/>
                  </a:cubicBezTo>
                  <a:cubicBezTo>
                    <a:pt x="2281" y="737"/>
                    <a:pt x="1930" y="185"/>
                    <a:pt x="1379" y="35"/>
                  </a:cubicBezTo>
                  <a:cubicBezTo>
                    <a:pt x="1292" y="11"/>
                    <a:pt x="1205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0" name="Google Shape;5360;p47"/>
            <p:cNvSpPr/>
            <p:nvPr/>
          </p:nvSpPr>
          <p:spPr>
            <a:xfrm rot="1649405">
              <a:off x="490253" y="584509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2" y="1"/>
                  </a:moveTo>
                  <a:cubicBezTo>
                    <a:pt x="677" y="1"/>
                    <a:pt x="255" y="308"/>
                    <a:pt x="126" y="780"/>
                  </a:cubicBezTo>
                  <a:cubicBezTo>
                    <a:pt x="1" y="1331"/>
                    <a:pt x="326" y="1907"/>
                    <a:pt x="878" y="2033"/>
                  </a:cubicBezTo>
                  <a:cubicBezTo>
                    <a:pt x="965" y="2056"/>
                    <a:pt x="1051" y="2068"/>
                    <a:pt x="1137" y="2068"/>
                  </a:cubicBezTo>
                  <a:cubicBezTo>
                    <a:pt x="1593" y="2068"/>
                    <a:pt x="2004" y="1745"/>
                    <a:pt x="2131" y="1281"/>
                  </a:cubicBezTo>
                  <a:cubicBezTo>
                    <a:pt x="2281" y="729"/>
                    <a:pt x="1930" y="178"/>
                    <a:pt x="1379" y="28"/>
                  </a:cubicBezTo>
                  <a:cubicBezTo>
                    <a:pt x="1300" y="10"/>
                    <a:pt x="1220" y="1"/>
                    <a:pt x="1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1" name="Google Shape;5361;p47"/>
            <p:cNvSpPr/>
            <p:nvPr/>
          </p:nvSpPr>
          <p:spPr>
            <a:xfrm rot="1649405">
              <a:off x="375953" y="459370"/>
              <a:ext cx="57051" cy="51726"/>
            </a:xfrm>
            <a:custGeom>
              <a:rect b="b" l="l" r="r" t="t"/>
              <a:pathLst>
                <a:path extrusionOk="0" h="2069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26" y="1907"/>
                    <a:pt x="878" y="2032"/>
                  </a:cubicBezTo>
                  <a:cubicBezTo>
                    <a:pt x="969" y="2057"/>
                    <a:pt x="1061" y="2069"/>
                    <a:pt x="1151" y="2069"/>
                  </a:cubicBezTo>
                  <a:cubicBezTo>
                    <a:pt x="1608" y="2069"/>
                    <a:pt x="2030" y="1765"/>
                    <a:pt x="2156" y="1305"/>
                  </a:cubicBezTo>
                  <a:cubicBezTo>
                    <a:pt x="2281" y="754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2" name="Google Shape;5362;p47"/>
            <p:cNvSpPr/>
            <p:nvPr/>
          </p:nvSpPr>
          <p:spPr>
            <a:xfrm rot="1649405">
              <a:off x="285997" y="506187"/>
              <a:ext cx="57051" cy="51351"/>
            </a:xfrm>
            <a:custGeom>
              <a:rect b="b" l="l" r="r" t="t"/>
              <a:pathLst>
                <a:path extrusionOk="0" h="2054" w="2282">
                  <a:moveTo>
                    <a:pt x="1108" y="1"/>
                  </a:moveTo>
                  <a:cubicBezTo>
                    <a:pt x="657" y="1"/>
                    <a:pt x="252" y="304"/>
                    <a:pt x="126" y="764"/>
                  </a:cubicBezTo>
                  <a:cubicBezTo>
                    <a:pt x="1" y="1315"/>
                    <a:pt x="327" y="1892"/>
                    <a:pt x="878" y="2017"/>
                  </a:cubicBezTo>
                  <a:cubicBezTo>
                    <a:pt x="969" y="2042"/>
                    <a:pt x="1061" y="2054"/>
                    <a:pt x="1151" y="2054"/>
                  </a:cubicBezTo>
                  <a:cubicBezTo>
                    <a:pt x="1607" y="2054"/>
                    <a:pt x="2026" y="1751"/>
                    <a:pt x="2131" y="1290"/>
                  </a:cubicBezTo>
                  <a:cubicBezTo>
                    <a:pt x="2281" y="739"/>
                    <a:pt x="1931" y="162"/>
                    <a:pt x="1379" y="37"/>
                  </a:cubicBezTo>
                  <a:cubicBezTo>
                    <a:pt x="1288" y="12"/>
                    <a:pt x="1197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3" name="Google Shape;5363;p47"/>
            <p:cNvSpPr/>
            <p:nvPr/>
          </p:nvSpPr>
          <p:spPr>
            <a:xfrm rot="1649405">
              <a:off x="488639" y="371793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51" y="1881"/>
                    <a:pt x="903" y="2032"/>
                  </a:cubicBezTo>
                  <a:cubicBezTo>
                    <a:pt x="990" y="2056"/>
                    <a:pt x="1076" y="2067"/>
                    <a:pt x="1162" y="2067"/>
                  </a:cubicBezTo>
                  <a:cubicBezTo>
                    <a:pt x="1618" y="2067"/>
                    <a:pt x="2029" y="1745"/>
                    <a:pt x="2156" y="1280"/>
                  </a:cubicBezTo>
                  <a:cubicBezTo>
                    <a:pt x="2281" y="729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4" name="Google Shape;5364;p47"/>
            <p:cNvSpPr/>
            <p:nvPr/>
          </p:nvSpPr>
          <p:spPr>
            <a:xfrm rot="1649405">
              <a:off x="545871" y="669025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5" y="1"/>
                  </a:moveTo>
                  <a:cubicBezTo>
                    <a:pt x="689" y="1"/>
                    <a:pt x="277" y="323"/>
                    <a:pt x="151" y="788"/>
                  </a:cubicBezTo>
                  <a:cubicBezTo>
                    <a:pt x="0" y="1339"/>
                    <a:pt x="351" y="1890"/>
                    <a:pt x="903" y="2041"/>
                  </a:cubicBezTo>
                  <a:cubicBezTo>
                    <a:pt x="982" y="2059"/>
                    <a:pt x="1062" y="2067"/>
                    <a:pt x="1140" y="2067"/>
                  </a:cubicBezTo>
                  <a:cubicBezTo>
                    <a:pt x="1605" y="2067"/>
                    <a:pt x="2027" y="1761"/>
                    <a:pt x="2156" y="1289"/>
                  </a:cubicBezTo>
                  <a:cubicBezTo>
                    <a:pt x="2281" y="737"/>
                    <a:pt x="1955" y="161"/>
                    <a:pt x="1404" y="36"/>
                  </a:cubicBezTo>
                  <a:cubicBezTo>
                    <a:pt x="1317" y="12"/>
                    <a:pt x="1230" y="1"/>
                    <a:pt x="1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5" name="Google Shape;5365;p47"/>
            <p:cNvSpPr/>
            <p:nvPr/>
          </p:nvSpPr>
          <p:spPr>
            <a:xfrm>
              <a:off x="782176" y="720123"/>
              <a:ext cx="92025" cy="86112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66" name="Google Shape;5366;p47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7" name="Google Shape;5367;p47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8" name="Google Shape;5368;p47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9" name="Google Shape;5369;p47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370" name="Google Shape;5370;p47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371" name="Google Shape;5371;p47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372" name="Google Shape;5372;p47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HW</a:t>
            </a:r>
            <a:endParaRPr sz="1600">
              <a:solidFill>
                <a:schemeClr val="accent2"/>
              </a:solidFill>
            </a:endParaRPr>
          </a:p>
        </p:txBody>
      </p:sp>
      <p:pic>
        <p:nvPicPr>
          <p:cNvPr id="5373" name="Google Shape;537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951" y="465663"/>
            <a:ext cx="2809275" cy="3754974"/>
          </a:xfrm>
          <a:prstGeom prst="rect">
            <a:avLst/>
          </a:prstGeom>
          <a:noFill/>
          <a:ln>
            <a:noFill/>
          </a:ln>
        </p:spPr>
      </p:pic>
      <p:sp>
        <p:nvSpPr>
          <p:cNvPr id="5374" name="Google Shape;5374;p47"/>
          <p:cNvSpPr txBox="1"/>
          <p:nvPr>
            <p:ph type="title"/>
          </p:nvPr>
        </p:nvSpPr>
        <p:spPr>
          <a:xfrm>
            <a:off x="3517025" y="3363750"/>
            <a:ext cx="44202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 JAY WENGROW (ACSGTDS&amp;A)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8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8"/>
          <p:cNvSpPr/>
          <p:nvPr/>
        </p:nvSpPr>
        <p:spPr>
          <a:xfrm>
            <a:off x="2126975" y="1265325"/>
            <a:ext cx="5611500" cy="2687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0" name="Google Shape;5380;p48"/>
          <p:cNvSpPr txBox="1"/>
          <p:nvPr>
            <p:ph type="title"/>
          </p:nvPr>
        </p:nvSpPr>
        <p:spPr>
          <a:xfrm>
            <a:off x="2910050" y="2355260"/>
            <a:ext cx="40452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HOMEWORKS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381" name="Google Shape;5381;p48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or tap here to go to </a:t>
            </a:r>
            <a:r>
              <a:rPr lang="en" u="sng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PRACTICES</a:t>
            </a:r>
            <a:endParaRPr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5382" name="Google Shape;5382;p48"/>
          <p:cNvSpPr txBox="1"/>
          <p:nvPr>
            <p:ph idx="2" type="title"/>
          </p:nvPr>
        </p:nvSpPr>
        <p:spPr>
          <a:xfrm>
            <a:off x="4276700" y="158302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04.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383" name="Google Shape;5383;p48">
            <a:hlinkClick action="ppaction://hlinkshowjump?jump=previousslide"/>
          </p:cNvPr>
          <p:cNvPicPr preferRelativeResize="0"/>
          <p:nvPr/>
        </p:nvPicPr>
        <p:blipFill rotWithShape="1">
          <a:blip r:embed="rId4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4" name="Google Shape;5384;p48">
            <a:hlinkClick action="ppaction://hlinkshowjump?jump=nextslide"/>
          </p:cNvPr>
          <p:cNvPicPr preferRelativeResize="0"/>
          <p:nvPr/>
        </p:nvPicPr>
        <p:blipFill rotWithShape="1">
          <a:blip r:embed="rId4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5" name="Google Shape;5385;p48">
            <a:hlinkClick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6" name="Google Shape;5386;p48">
            <a:hlinkClick action="ppaction://hlinksldjump" r:id="rId6"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387" name="Google Shape;5387;p48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388" name="Google Shape;5388;p48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389" name="Google Shape;5389;p48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HW</a:t>
            </a:r>
            <a:endParaRPr sz="1600"/>
          </a:p>
        </p:txBody>
      </p:sp>
      <p:grpSp>
        <p:nvGrpSpPr>
          <p:cNvPr id="5390" name="Google Shape;5390;p48"/>
          <p:cNvGrpSpPr/>
          <p:nvPr/>
        </p:nvGrpSpPr>
        <p:grpSpPr>
          <a:xfrm>
            <a:off x="2641252" y="3306653"/>
            <a:ext cx="412421" cy="1463453"/>
            <a:chOff x="1473825" y="696750"/>
            <a:chExt cx="666700" cy="2365750"/>
          </a:xfrm>
        </p:grpSpPr>
        <p:sp>
          <p:nvSpPr>
            <p:cNvPr id="5391" name="Google Shape;5391;p48"/>
            <p:cNvSpPr/>
            <p:nvPr/>
          </p:nvSpPr>
          <p:spPr>
            <a:xfrm>
              <a:off x="1473825" y="696750"/>
              <a:ext cx="666700" cy="2365750"/>
            </a:xfrm>
            <a:custGeom>
              <a:rect b="b" l="l" r="r" t="t"/>
              <a:pathLst>
                <a:path extrusionOk="0" h="94630" w="26668">
                  <a:moveTo>
                    <a:pt x="14812" y="1"/>
                  </a:moveTo>
                  <a:lnTo>
                    <a:pt x="7945" y="828"/>
                  </a:lnTo>
                  <a:lnTo>
                    <a:pt x="9725" y="17194"/>
                  </a:lnTo>
                  <a:cubicBezTo>
                    <a:pt x="11504" y="44086"/>
                    <a:pt x="1655" y="52758"/>
                    <a:pt x="827" y="62107"/>
                  </a:cubicBezTo>
                  <a:cubicBezTo>
                    <a:pt x="0" y="71480"/>
                    <a:pt x="2832" y="93285"/>
                    <a:pt x="2832" y="93285"/>
                  </a:cubicBezTo>
                  <a:cubicBezTo>
                    <a:pt x="6667" y="94290"/>
                    <a:pt x="10246" y="94629"/>
                    <a:pt x="13328" y="94629"/>
                  </a:cubicBezTo>
                  <a:cubicBezTo>
                    <a:pt x="19692" y="94629"/>
                    <a:pt x="23935" y="93184"/>
                    <a:pt x="23935" y="93184"/>
                  </a:cubicBezTo>
                  <a:cubicBezTo>
                    <a:pt x="23935" y="93184"/>
                    <a:pt x="26191" y="77295"/>
                    <a:pt x="26442" y="67696"/>
                  </a:cubicBezTo>
                  <a:cubicBezTo>
                    <a:pt x="26667" y="58071"/>
                    <a:pt x="21103" y="52633"/>
                    <a:pt x="17294" y="36267"/>
                  </a:cubicBezTo>
                  <a:cubicBezTo>
                    <a:pt x="13509" y="19901"/>
                    <a:pt x="14812" y="1"/>
                    <a:pt x="148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2" name="Google Shape;5392;p48"/>
            <p:cNvSpPr/>
            <p:nvPr/>
          </p:nvSpPr>
          <p:spPr>
            <a:xfrm>
              <a:off x="1672450" y="696750"/>
              <a:ext cx="209300" cy="780125"/>
            </a:xfrm>
            <a:custGeom>
              <a:rect b="b" l="l" r="r" t="t"/>
              <a:pathLst>
                <a:path extrusionOk="0" h="31205" w="8372">
                  <a:moveTo>
                    <a:pt x="6867" y="1"/>
                  </a:moveTo>
                  <a:lnTo>
                    <a:pt x="0" y="828"/>
                  </a:lnTo>
                  <a:lnTo>
                    <a:pt x="1780" y="17194"/>
                  </a:lnTo>
                  <a:cubicBezTo>
                    <a:pt x="2106" y="22332"/>
                    <a:pt x="2030" y="26793"/>
                    <a:pt x="1654" y="30728"/>
                  </a:cubicBezTo>
                  <a:cubicBezTo>
                    <a:pt x="2782" y="30853"/>
                    <a:pt x="6191" y="31179"/>
                    <a:pt x="8371" y="31204"/>
                  </a:cubicBezTo>
                  <a:cubicBezTo>
                    <a:pt x="5815" y="16091"/>
                    <a:pt x="6867" y="1"/>
                    <a:pt x="68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3" name="Google Shape;5393;p48"/>
            <p:cNvSpPr/>
            <p:nvPr/>
          </p:nvSpPr>
          <p:spPr>
            <a:xfrm>
              <a:off x="1654275" y="2083350"/>
              <a:ext cx="350275" cy="779750"/>
            </a:xfrm>
            <a:custGeom>
              <a:rect b="b" l="l" r="r" t="t"/>
              <a:pathLst>
                <a:path extrusionOk="0" h="31190" w="14011">
                  <a:moveTo>
                    <a:pt x="13760" y="1"/>
                  </a:moveTo>
                  <a:lnTo>
                    <a:pt x="0" y="477"/>
                  </a:lnTo>
                  <a:lnTo>
                    <a:pt x="251" y="30352"/>
                  </a:lnTo>
                  <a:cubicBezTo>
                    <a:pt x="759" y="30812"/>
                    <a:pt x="3874" y="31190"/>
                    <a:pt x="6984" y="31190"/>
                  </a:cubicBezTo>
                  <a:cubicBezTo>
                    <a:pt x="10316" y="31190"/>
                    <a:pt x="13643" y="30756"/>
                    <a:pt x="13760" y="29525"/>
                  </a:cubicBezTo>
                  <a:cubicBezTo>
                    <a:pt x="14011" y="27169"/>
                    <a:pt x="13760" y="1"/>
                    <a:pt x="137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4" name="Google Shape;5394;p48"/>
            <p:cNvSpPr/>
            <p:nvPr/>
          </p:nvSpPr>
          <p:spPr>
            <a:xfrm>
              <a:off x="1688100" y="902825"/>
              <a:ext cx="156725" cy="15150"/>
            </a:xfrm>
            <a:custGeom>
              <a:rect b="b" l="l" r="r" t="t"/>
              <a:pathLst>
                <a:path extrusionOk="0" h="606" w="6269">
                  <a:moveTo>
                    <a:pt x="6111" y="1"/>
                  </a:moveTo>
                  <a:cubicBezTo>
                    <a:pt x="6098" y="1"/>
                    <a:pt x="6083" y="2"/>
                    <a:pt x="6066" y="4"/>
                  </a:cubicBezTo>
                  <a:cubicBezTo>
                    <a:pt x="4186" y="279"/>
                    <a:pt x="2282" y="455"/>
                    <a:pt x="377" y="455"/>
                  </a:cubicBezTo>
                  <a:cubicBezTo>
                    <a:pt x="277" y="455"/>
                    <a:pt x="1" y="605"/>
                    <a:pt x="226" y="605"/>
                  </a:cubicBezTo>
                  <a:cubicBezTo>
                    <a:pt x="2156" y="605"/>
                    <a:pt x="4086" y="430"/>
                    <a:pt x="5991" y="154"/>
                  </a:cubicBezTo>
                  <a:cubicBezTo>
                    <a:pt x="6130" y="131"/>
                    <a:pt x="6269" y="1"/>
                    <a:pt x="6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5" name="Google Shape;5395;p48"/>
            <p:cNvSpPr/>
            <p:nvPr/>
          </p:nvSpPr>
          <p:spPr>
            <a:xfrm>
              <a:off x="1672450" y="696750"/>
              <a:ext cx="175450" cy="34200"/>
            </a:xfrm>
            <a:custGeom>
              <a:rect b="b" l="l" r="r" t="t"/>
              <a:pathLst>
                <a:path extrusionOk="0" h="1368" w="7018">
                  <a:moveTo>
                    <a:pt x="6867" y="1"/>
                  </a:moveTo>
                  <a:lnTo>
                    <a:pt x="0" y="828"/>
                  </a:lnTo>
                  <a:cubicBezTo>
                    <a:pt x="0" y="828"/>
                    <a:pt x="878" y="1368"/>
                    <a:pt x="2771" y="1368"/>
                  </a:cubicBezTo>
                  <a:cubicBezTo>
                    <a:pt x="3185" y="1368"/>
                    <a:pt x="3648" y="1342"/>
                    <a:pt x="4161" y="1279"/>
                  </a:cubicBezTo>
                  <a:cubicBezTo>
                    <a:pt x="7018" y="928"/>
                    <a:pt x="6868" y="1"/>
                    <a:pt x="6867" y="1"/>
                  </a:cubicBezTo>
                  <a:close/>
                </a:path>
              </a:pathLst>
            </a:custGeom>
            <a:solidFill>
              <a:srgbClr val="EFB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6" name="Google Shape;5396;p48"/>
          <p:cNvGrpSpPr/>
          <p:nvPr/>
        </p:nvGrpSpPr>
        <p:grpSpPr>
          <a:xfrm>
            <a:off x="3154857" y="3843433"/>
            <a:ext cx="244645" cy="910189"/>
            <a:chOff x="2682475" y="382675"/>
            <a:chExt cx="371575" cy="1382425"/>
          </a:xfrm>
        </p:grpSpPr>
        <p:sp>
          <p:nvSpPr>
            <p:cNvPr id="5397" name="Google Shape;5397;p48"/>
            <p:cNvSpPr/>
            <p:nvPr/>
          </p:nvSpPr>
          <p:spPr>
            <a:xfrm>
              <a:off x="2682475" y="385000"/>
              <a:ext cx="371575" cy="717200"/>
            </a:xfrm>
            <a:custGeom>
              <a:rect b="b" l="l" r="r" t="t"/>
              <a:pathLst>
                <a:path extrusionOk="0" h="28688" w="14863">
                  <a:moveTo>
                    <a:pt x="5945" y="1"/>
                  </a:moveTo>
                  <a:cubicBezTo>
                    <a:pt x="4179" y="1"/>
                    <a:pt x="2505" y="99"/>
                    <a:pt x="953" y="265"/>
                  </a:cubicBezTo>
                  <a:cubicBezTo>
                    <a:pt x="702" y="2170"/>
                    <a:pt x="527" y="4200"/>
                    <a:pt x="452" y="6280"/>
                  </a:cubicBezTo>
                  <a:cubicBezTo>
                    <a:pt x="1" y="18511"/>
                    <a:pt x="2833" y="28536"/>
                    <a:pt x="6793" y="28687"/>
                  </a:cubicBezTo>
                  <a:cubicBezTo>
                    <a:pt x="6818" y="28687"/>
                    <a:pt x="6843" y="28688"/>
                    <a:pt x="6868" y="28688"/>
                  </a:cubicBezTo>
                  <a:cubicBezTo>
                    <a:pt x="10798" y="28688"/>
                    <a:pt x="14339" y="18960"/>
                    <a:pt x="14788" y="6807"/>
                  </a:cubicBezTo>
                  <a:cubicBezTo>
                    <a:pt x="14863" y="4727"/>
                    <a:pt x="14838" y="2696"/>
                    <a:pt x="14737" y="767"/>
                  </a:cubicBezTo>
                  <a:cubicBezTo>
                    <a:pt x="12657" y="391"/>
                    <a:pt x="10326" y="140"/>
                    <a:pt x="7870" y="40"/>
                  </a:cubicBezTo>
                  <a:cubicBezTo>
                    <a:pt x="7218" y="13"/>
                    <a:pt x="6576" y="1"/>
                    <a:pt x="5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8" name="Google Shape;5398;p48"/>
            <p:cNvSpPr/>
            <p:nvPr/>
          </p:nvSpPr>
          <p:spPr>
            <a:xfrm>
              <a:off x="2683100" y="385975"/>
              <a:ext cx="153525" cy="713075"/>
            </a:xfrm>
            <a:custGeom>
              <a:rect b="b" l="l" r="r" t="t"/>
              <a:pathLst>
                <a:path extrusionOk="0" h="28523" w="6141">
                  <a:moveTo>
                    <a:pt x="4161" y="1"/>
                  </a:moveTo>
                  <a:cubicBezTo>
                    <a:pt x="3033" y="26"/>
                    <a:pt x="1955" y="101"/>
                    <a:pt x="928" y="226"/>
                  </a:cubicBezTo>
                  <a:cubicBezTo>
                    <a:pt x="677" y="2131"/>
                    <a:pt x="502" y="4161"/>
                    <a:pt x="427" y="6241"/>
                  </a:cubicBezTo>
                  <a:cubicBezTo>
                    <a:pt x="1" y="17795"/>
                    <a:pt x="2532" y="27394"/>
                    <a:pt x="6141" y="28522"/>
                  </a:cubicBezTo>
                  <a:cubicBezTo>
                    <a:pt x="2682" y="26893"/>
                    <a:pt x="176" y="17670"/>
                    <a:pt x="752" y="6392"/>
                  </a:cubicBezTo>
                  <a:cubicBezTo>
                    <a:pt x="853" y="4362"/>
                    <a:pt x="1003" y="2758"/>
                    <a:pt x="1229" y="903"/>
                  </a:cubicBezTo>
                  <a:cubicBezTo>
                    <a:pt x="1254" y="828"/>
                    <a:pt x="1279" y="502"/>
                    <a:pt x="1354" y="427"/>
                  </a:cubicBezTo>
                  <a:cubicBezTo>
                    <a:pt x="1404" y="352"/>
                    <a:pt x="1955" y="302"/>
                    <a:pt x="2006" y="277"/>
                  </a:cubicBezTo>
                  <a:cubicBezTo>
                    <a:pt x="2858" y="201"/>
                    <a:pt x="3259" y="126"/>
                    <a:pt x="4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9" name="Google Shape;5399;p48"/>
            <p:cNvSpPr/>
            <p:nvPr/>
          </p:nvSpPr>
          <p:spPr>
            <a:xfrm>
              <a:off x="2769575" y="1031350"/>
              <a:ext cx="167300" cy="645400"/>
            </a:xfrm>
            <a:custGeom>
              <a:rect b="b" l="l" r="r" t="t"/>
              <a:pathLst>
                <a:path extrusionOk="0" h="25816" w="6692">
                  <a:moveTo>
                    <a:pt x="0" y="0"/>
                  </a:moveTo>
                  <a:cubicBezTo>
                    <a:pt x="46" y="84"/>
                    <a:pt x="92" y="167"/>
                    <a:pt x="138" y="247"/>
                  </a:cubicBezTo>
                  <a:lnTo>
                    <a:pt x="138" y="247"/>
                  </a:lnTo>
                  <a:cubicBezTo>
                    <a:pt x="51" y="83"/>
                    <a:pt x="0" y="1"/>
                    <a:pt x="0" y="0"/>
                  </a:cubicBezTo>
                  <a:close/>
                  <a:moveTo>
                    <a:pt x="138" y="247"/>
                  </a:moveTo>
                  <a:cubicBezTo>
                    <a:pt x="653" y="1220"/>
                    <a:pt x="2427" y="5048"/>
                    <a:pt x="2256" y="11354"/>
                  </a:cubicBezTo>
                  <a:cubicBezTo>
                    <a:pt x="2231" y="11955"/>
                    <a:pt x="2206" y="25264"/>
                    <a:pt x="2206" y="25815"/>
                  </a:cubicBezTo>
                  <a:lnTo>
                    <a:pt x="3684" y="25815"/>
                  </a:lnTo>
                  <a:cubicBezTo>
                    <a:pt x="3710" y="25314"/>
                    <a:pt x="3735" y="11955"/>
                    <a:pt x="3760" y="11404"/>
                  </a:cubicBezTo>
                  <a:cubicBezTo>
                    <a:pt x="4035" y="5138"/>
                    <a:pt x="6090" y="1479"/>
                    <a:pt x="6692" y="502"/>
                  </a:cubicBezTo>
                  <a:lnTo>
                    <a:pt x="6692" y="502"/>
                  </a:lnTo>
                  <a:cubicBezTo>
                    <a:pt x="5680" y="2008"/>
                    <a:pt x="4545" y="2833"/>
                    <a:pt x="3386" y="2833"/>
                  </a:cubicBezTo>
                  <a:cubicBezTo>
                    <a:pt x="3368" y="2833"/>
                    <a:pt x="3351" y="2833"/>
                    <a:pt x="3334" y="2833"/>
                  </a:cubicBezTo>
                  <a:cubicBezTo>
                    <a:pt x="2140" y="2785"/>
                    <a:pt x="1061" y="1851"/>
                    <a:pt x="138" y="2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0" name="Google Shape;5400;p48"/>
            <p:cNvSpPr/>
            <p:nvPr/>
          </p:nvSpPr>
          <p:spPr>
            <a:xfrm>
              <a:off x="2704400" y="431850"/>
              <a:ext cx="330225" cy="613975"/>
            </a:xfrm>
            <a:custGeom>
              <a:rect b="b" l="l" r="r" t="t"/>
              <a:pathLst>
                <a:path extrusionOk="0" h="24559" w="13209">
                  <a:moveTo>
                    <a:pt x="11348" y="0"/>
                  </a:moveTo>
                  <a:cubicBezTo>
                    <a:pt x="10944" y="0"/>
                    <a:pt x="10601" y="229"/>
                    <a:pt x="10527" y="472"/>
                  </a:cubicBezTo>
                  <a:cubicBezTo>
                    <a:pt x="10327" y="1048"/>
                    <a:pt x="12557" y="1950"/>
                    <a:pt x="11003" y="4657"/>
                  </a:cubicBezTo>
                  <a:cubicBezTo>
                    <a:pt x="9449" y="7339"/>
                    <a:pt x="2783" y="7740"/>
                    <a:pt x="1730" y="7940"/>
                  </a:cubicBezTo>
                  <a:cubicBezTo>
                    <a:pt x="677" y="8116"/>
                    <a:pt x="327" y="8843"/>
                    <a:pt x="327" y="8843"/>
                  </a:cubicBezTo>
                  <a:cubicBezTo>
                    <a:pt x="327" y="9043"/>
                    <a:pt x="301" y="9219"/>
                    <a:pt x="301" y="9394"/>
                  </a:cubicBezTo>
                  <a:cubicBezTo>
                    <a:pt x="301" y="9519"/>
                    <a:pt x="301" y="9620"/>
                    <a:pt x="301" y="9720"/>
                  </a:cubicBezTo>
                  <a:cubicBezTo>
                    <a:pt x="1" y="17790"/>
                    <a:pt x="2557" y="24432"/>
                    <a:pt x="6016" y="24557"/>
                  </a:cubicBezTo>
                  <a:cubicBezTo>
                    <a:pt x="6049" y="24558"/>
                    <a:pt x="6082" y="24559"/>
                    <a:pt x="6115" y="24559"/>
                  </a:cubicBezTo>
                  <a:cubicBezTo>
                    <a:pt x="9532" y="24559"/>
                    <a:pt x="12510" y="18164"/>
                    <a:pt x="12808" y="10196"/>
                  </a:cubicBezTo>
                  <a:cubicBezTo>
                    <a:pt x="12808" y="9945"/>
                    <a:pt x="12808" y="9695"/>
                    <a:pt x="12833" y="9444"/>
                  </a:cubicBezTo>
                  <a:cubicBezTo>
                    <a:pt x="12858" y="8417"/>
                    <a:pt x="13209" y="4331"/>
                    <a:pt x="12808" y="1875"/>
                  </a:cubicBezTo>
                  <a:cubicBezTo>
                    <a:pt x="12575" y="436"/>
                    <a:pt x="11905" y="0"/>
                    <a:pt x="11348" y="0"/>
                  </a:cubicBezTo>
                  <a:close/>
                </a:path>
              </a:pathLst>
            </a:custGeom>
            <a:solidFill>
              <a:srgbClr val="EFB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1" name="Google Shape;5401;p48"/>
            <p:cNvSpPr/>
            <p:nvPr/>
          </p:nvSpPr>
          <p:spPr>
            <a:xfrm>
              <a:off x="3041500" y="402275"/>
              <a:ext cx="12550" cy="144125"/>
            </a:xfrm>
            <a:custGeom>
              <a:rect b="b" l="l" r="r" t="t"/>
              <a:pathLst>
                <a:path extrusionOk="0" h="5765" w="502">
                  <a:moveTo>
                    <a:pt x="0" y="0"/>
                  </a:moveTo>
                  <a:cubicBezTo>
                    <a:pt x="0" y="26"/>
                    <a:pt x="452" y="3584"/>
                    <a:pt x="427" y="5765"/>
                  </a:cubicBezTo>
                  <a:cubicBezTo>
                    <a:pt x="502" y="3810"/>
                    <a:pt x="477" y="1905"/>
                    <a:pt x="376" y="76"/>
                  </a:cubicBezTo>
                  <a:cubicBezTo>
                    <a:pt x="301" y="76"/>
                    <a:pt x="76" y="26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2" name="Google Shape;5402;p48"/>
            <p:cNvSpPr/>
            <p:nvPr/>
          </p:nvSpPr>
          <p:spPr>
            <a:xfrm>
              <a:off x="2689375" y="1674825"/>
              <a:ext cx="303900" cy="90275"/>
            </a:xfrm>
            <a:custGeom>
              <a:rect b="b" l="l" r="r" t="t"/>
              <a:pathLst>
                <a:path extrusionOk="0" h="3611" w="12156">
                  <a:moveTo>
                    <a:pt x="5013" y="1"/>
                  </a:moveTo>
                  <a:lnTo>
                    <a:pt x="0" y="3610"/>
                  </a:lnTo>
                  <a:lnTo>
                    <a:pt x="12156" y="3610"/>
                  </a:lnTo>
                  <a:lnTo>
                    <a:pt x="71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3" name="Google Shape;5403;p48"/>
            <p:cNvSpPr/>
            <p:nvPr/>
          </p:nvSpPr>
          <p:spPr>
            <a:xfrm>
              <a:off x="2711925" y="382675"/>
              <a:ext cx="339000" cy="24625"/>
            </a:xfrm>
            <a:custGeom>
              <a:rect b="b" l="l" r="r" t="t"/>
              <a:pathLst>
                <a:path extrusionOk="0" h="985" w="13560">
                  <a:moveTo>
                    <a:pt x="6733" y="0"/>
                  </a:moveTo>
                  <a:cubicBezTo>
                    <a:pt x="3293" y="0"/>
                    <a:pt x="51" y="333"/>
                    <a:pt x="51" y="333"/>
                  </a:cubicBezTo>
                  <a:lnTo>
                    <a:pt x="0" y="559"/>
                  </a:lnTo>
                  <a:lnTo>
                    <a:pt x="26" y="910"/>
                  </a:lnTo>
                  <a:cubicBezTo>
                    <a:pt x="2296" y="433"/>
                    <a:pt x="4509" y="272"/>
                    <a:pt x="6466" y="272"/>
                  </a:cubicBezTo>
                  <a:cubicBezTo>
                    <a:pt x="10579" y="272"/>
                    <a:pt x="13559" y="985"/>
                    <a:pt x="13559" y="985"/>
                  </a:cubicBezTo>
                  <a:lnTo>
                    <a:pt x="13559" y="860"/>
                  </a:lnTo>
                  <a:cubicBezTo>
                    <a:pt x="12049" y="191"/>
                    <a:pt x="9335" y="0"/>
                    <a:pt x="6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4" name="Google Shape;5404;p48"/>
          <p:cNvGrpSpPr/>
          <p:nvPr/>
        </p:nvGrpSpPr>
        <p:grpSpPr>
          <a:xfrm>
            <a:off x="6683483" y="3866263"/>
            <a:ext cx="667868" cy="963302"/>
            <a:chOff x="3198150" y="885350"/>
            <a:chExt cx="1162925" cy="1677350"/>
          </a:xfrm>
        </p:grpSpPr>
        <p:sp>
          <p:nvSpPr>
            <p:cNvPr id="5405" name="Google Shape;5405;p48"/>
            <p:cNvSpPr/>
            <p:nvPr/>
          </p:nvSpPr>
          <p:spPr>
            <a:xfrm>
              <a:off x="3198150" y="1005650"/>
              <a:ext cx="1162925" cy="1557050"/>
            </a:xfrm>
            <a:custGeom>
              <a:rect b="b" l="l" r="r" t="t"/>
              <a:pathLst>
                <a:path extrusionOk="0" h="62282" w="46517">
                  <a:moveTo>
                    <a:pt x="23258" y="1"/>
                  </a:moveTo>
                  <a:lnTo>
                    <a:pt x="0" y="56944"/>
                  </a:lnTo>
                  <a:cubicBezTo>
                    <a:pt x="0" y="59299"/>
                    <a:pt x="10401" y="62282"/>
                    <a:pt x="23258" y="62282"/>
                  </a:cubicBezTo>
                  <a:cubicBezTo>
                    <a:pt x="36091" y="62282"/>
                    <a:pt x="46517" y="59299"/>
                    <a:pt x="46517" y="56944"/>
                  </a:cubicBezTo>
                  <a:lnTo>
                    <a:pt x="232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6" name="Google Shape;5406;p48"/>
            <p:cNvSpPr/>
            <p:nvPr/>
          </p:nvSpPr>
          <p:spPr>
            <a:xfrm>
              <a:off x="3574700" y="1352775"/>
              <a:ext cx="409175" cy="166700"/>
            </a:xfrm>
            <a:custGeom>
              <a:rect b="b" l="l" r="r" t="t"/>
              <a:pathLst>
                <a:path extrusionOk="0" h="6668" w="16367">
                  <a:moveTo>
                    <a:pt x="8096" y="552"/>
                  </a:moveTo>
                  <a:cubicBezTo>
                    <a:pt x="8121" y="552"/>
                    <a:pt x="8146" y="552"/>
                    <a:pt x="8171" y="577"/>
                  </a:cubicBezTo>
                  <a:cubicBezTo>
                    <a:pt x="8347" y="677"/>
                    <a:pt x="8547" y="1053"/>
                    <a:pt x="8547" y="1504"/>
                  </a:cubicBezTo>
                  <a:cubicBezTo>
                    <a:pt x="8522" y="2532"/>
                    <a:pt x="8447" y="3409"/>
                    <a:pt x="8297" y="4111"/>
                  </a:cubicBezTo>
                  <a:cubicBezTo>
                    <a:pt x="7946" y="3284"/>
                    <a:pt x="7795" y="2332"/>
                    <a:pt x="7795" y="1580"/>
                  </a:cubicBezTo>
                  <a:cubicBezTo>
                    <a:pt x="7795" y="753"/>
                    <a:pt x="7996" y="577"/>
                    <a:pt x="8046" y="552"/>
                  </a:cubicBezTo>
                  <a:close/>
                  <a:moveTo>
                    <a:pt x="12833" y="602"/>
                  </a:moveTo>
                  <a:cubicBezTo>
                    <a:pt x="12983" y="602"/>
                    <a:pt x="13259" y="978"/>
                    <a:pt x="13259" y="1479"/>
                  </a:cubicBezTo>
                  <a:lnTo>
                    <a:pt x="13259" y="1655"/>
                  </a:lnTo>
                  <a:cubicBezTo>
                    <a:pt x="13259" y="2156"/>
                    <a:pt x="13284" y="3209"/>
                    <a:pt x="13059" y="4186"/>
                  </a:cubicBezTo>
                  <a:cubicBezTo>
                    <a:pt x="12733" y="3359"/>
                    <a:pt x="12557" y="2382"/>
                    <a:pt x="12557" y="1580"/>
                  </a:cubicBezTo>
                  <a:cubicBezTo>
                    <a:pt x="12557" y="1129"/>
                    <a:pt x="12608" y="903"/>
                    <a:pt x="12683" y="778"/>
                  </a:cubicBezTo>
                  <a:cubicBezTo>
                    <a:pt x="12708" y="702"/>
                    <a:pt x="12758" y="602"/>
                    <a:pt x="12833" y="602"/>
                  </a:cubicBezTo>
                  <a:close/>
                  <a:moveTo>
                    <a:pt x="3760" y="352"/>
                  </a:moveTo>
                  <a:cubicBezTo>
                    <a:pt x="3810" y="352"/>
                    <a:pt x="3936" y="427"/>
                    <a:pt x="4061" y="677"/>
                  </a:cubicBezTo>
                  <a:cubicBezTo>
                    <a:pt x="4186" y="953"/>
                    <a:pt x="4262" y="1354"/>
                    <a:pt x="4262" y="1780"/>
                  </a:cubicBezTo>
                  <a:cubicBezTo>
                    <a:pt x="4262" y="1880"/>
                    <a:pt x="4237" y="3108"/>
                    <a:pt x="3861" y="4236"/>
                  </a:cubicBezTo>
                  <a:cubicBezTo>
                    <a:pt x="3535" y="3484"/>
                    <a:pt x="3359" y="2607"/>
                    <a:pt x="3359" y="1730"/>
                  </a:cubicBezTo>
                  <a:cubicBezTo>
                    <a:pt x="3359" y="677"/>
                    <a:pt x="3635" y="352"/>
                    <a:pt x="3760" y="352"/>
                  </a:cubicBezTo>
                  <a:close/>
                  <a:moveTo>
                    <a:pt x="3760" y="1"/>
                  </a:moveTo>
                  <a:cubicBezTo>
                    <a:pt x="3610" y="1"/>
                    <a:pt x="3384" y="76"/>
                    <a:pt x="3209" y="477"/>
                  </a:cubicBezTo>
                  <a:cubicBezTo>
                    <a:pt x="3084" y="778"/>
                    <a:pt x="3008" y="1204"/>
                    <a:pt x="3008" y="1730"/>
                  </a:cubicBezTo>
                  <a:cubicBezTo>
                    <a:pt x="3008" y="2758"/>
                    <a:pt x="3259" y="3810"/>
                    <a:pt x="3710" y="4687"/>
                  </a:cubicBezTo>
                  <a:cubicBezTo>
                    <a:pt x="3309" y="5565"/>
                    <a:pt x="2683" y="6317"/>
                    <a:pt x="1580" y="6317"/>
                  </a:cubicBezTo>
                  <a:cubicBezTo>
                    <a:pt x="1003" y="6317"/>
                    <a:pt x="527" y="6141"/>
                    <a:pt x="126" y="5890"/>
                  </a:cubicBezTo>
                  <a:lnTo>
                    <a:pt x="1" y="6216"/>
                  </a:lnTo>
                  <a:cubicBezTo>
                    <a:pt x="427" y="6492"/>
                    <a:pt x="953" y="6667"/>
                    <a:pt x="1580" y="6667"/>
                  </a:cubicBezTo>
                  <a:cubicBezTo>
                    <a:pt x="2708" y="6667"/>
                    <a:pt x="3435" y="5966"/>
                    <a:pt x="3911" y="5038"/>
                  </a:cubicBezTo>
                  <a:cubicBezTo>
                    <a:pt x="4512" y="6016"/>
                    <a:pt x="5389" y="6667"/>
                    <a:pt x="6492" y="6667"/>
                  </a:cubicBezTo>
                  <a:cubicBezTo>
                    <a:pt x="7169" y="6667"/>
                    <a:pt x="7896" y="6317"/>
                    <a:pt x="8372" y="5038"/>
                  </a:cubicBezTo>
                  <a:cubicBezTo>
                    <a:pt x="8948" y="5966"/>
                    <a:pt x="9826" y="6667"/>
                    <a:pt x="11079" y="6667"/>
                  </a:cubicBezTo>
                  <a:cubicBezTo>
                    <a:pt x="11655" y="6667"/>
                    <a:pt x="12131" y="6467"/>
                    <a:pt x="12532" y="6066"/>
                  </a:cubicBezTo>
                  <a:cubicBezTo>
                    <a:pt x="12783" y="5815"/>
                    <a:pt x="12983" y="5489"/>
                    <a:pt x="13134" y="5114"/>
                  </a:cubicBezTo>
                  <a:cubicBezTo>
                    <a:pt x="13635" y="5966"/>
                    <a:pt x="14337" y="6542"/>
                    <a:pt x="15239" y="6542"/>
                  </a:cubicBezTo>
                  <a:cubicBezTo>
                    <a:pt x="15665" y="6542"/>
                    <a:pt x="16041" y="6392"/>
                    <a:pt x="16367" y="6141"/>
                  </a:cubicBezTo>
                  <a:lnTo>
                    <a:pt x="16242" y="5815"/>
                  </a:lnTo>
                  <a:cubicBezTo>
                    <a:pt x="15941" y="6066"/>
                    <a:pt x="15615" y="6216"/>
                    <a:pt x="15239" y="6216"/>
                  </a:cubicBezTo>
                  <a:cubicBezTo>
                    <a:pt x="14387" y="6216"/>
                    <a:pt x="13735" y="5565"/>
                    <a:pt x="13284" y="4687"/>
                  </a:cubicBezTo>
                  <a:cubicBezTo>
                    <a:pt x="13610" y="3585"/>
                    <a:pt x="13610" y="2306"/>
                    <a:pt x="13610" y="1630"/>
                  </a:cubicBezTo>
                  <a:lnTo>
                    <a:pt x="13610" y="1479"/>
                  </a:lnTo>
                  <a:cubicBezTo>
                    <a:pt x="13610" y="853"/>
                    <a:pt x="13234" y="276"/>
                    <a:pt x="12833" y="276"/>
                  </a:cubicBezTo>
                  <a:cubicBezTo>
                    <a:pt x="12708" y="276"/>
                    <a:pt x="12507" y="301"/>
                    <a:pt x="12357" y="627"/>
                  </a:cubicBezTo>
                  <a:cubicBezTo>
                    <a:pt x="12257" y="853"/>
                    <a:pt x="12207" y="1179"/>
                    <a:pt x="12207" y="1580"/>
                  </a:cubicBezTo>
                  <a:cubicBezTo>
                    <a:pt x="12207" y="2582"/>
                    <a:pt x="12457" y="3760"/>
                    <a:pt x="12908" y="4713"/>
                  </a:cubicBezTo>
                  <a:cubicBezTo>
                    <a:pt x="12758" y="5164"/>
                    <a:pt x="12557" y="5540"/>
                    <a:pt x="12282" y="5840"/>
                  </a:cubicBezTo>
                  <a:cubicBezTo>
                    <a:pt x="11956" y="6166"/>
                    <a:pt x="11555" y="6317"/>
                    <a:pt x="11079" y="6317"/>
                  </a:cubicBezTo>
                  <a:cubicBezTo>
                    <a:pt x="9876" y="6317"/>
                    <a:pt x="9049" y="5565"/>
                    <a:pt x="8522" y="4587"/>
                  </a:cubicBezTo>
                  <a:cubicBezTo>
                    <a:pt x="8723" y="3860"/>
                    <a:pt x="8873" y="2858"/>
                    <a:pt x="8873" y="1530"/>
                  </a:cubicBezTo>
                  <a:cubicBezTo>
                    <a:pt x="8873" y="978"/>
                    <a:pt x="8673" y="452"/>
                    <a:pt x="8347" y="276"/>
                  </a:cubicBezTo>
                  <a:cubicBezTo>
                    <a:pt x="8266" y="223"/>
                    <a:pt x="8178" y="198"/>
                    <a:pt x="8091" y="198"/>
                  </a:cubicBezTo>
                  <a:cubicBezTo>
                    <a:pt x="8016" y="198"/>
                    <a:pt x="7940" y="216"/>
                    <a:pt x="7871" y="251"/>
                  </a:cubicBezTo>
                  <a:cubicBezTo>
                    <a:pt x="7595" y="427"/>
                    <a:pt x="7445" y="878"/>
                    <a:pt x="7445" y="1580"/>
                  </a:cubicBezTo>
                  <a:cubicBezTo>
                    <a:pt x="7445" y="2507"/>
                    <a:pt x="7670" y="3660"/>
                    <a:pt x="8171" y="4637"/>
                  </a:cubicBezTo>
                  <a:cubicBezTo>
                    <a:pt x="7821" y="5740"/>
                    <a:pt x="7269" y="6317"/>
                    <a:pt x="6492" y="6317"/>
                  </a:cubicBezTo>
                  <a:cubicBezTo>
                    <a:pt x="5440" y="6317"/>
                    <a:pt x="4612" y="5640"/>
                    <a:pt x="4086" y="4662"/>
                  </a:cubicBezTo>
                  <a:cubicBezTo>
                    <a:pt x="4462" y="3735"/>
                    <a:pt x="4587" y="2632"/>
                    <a:pt x="4587" y="1780"/>
                  </a:cubicBezTo>
                  <a:cubicBezTo>
                    <a:pt x="4587" y="753"/>
                    <a:pt x="4237" y="1"/>
                    <a:pt x="37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7" name="Google Shape;5407;p48"/>
            <p:cNvSpPr/>
            <p:nvPr/>
          </p:nvSpPr>
          <p:spPr>
            <a:xfrm>
              <a:off x="3214425" y="2106550"/>
              <a:ext cx="1127225" cy="295750"/>
            </a:xfrm>
            <a:custGeom>
              <a:rect b="b" l="l" r="r" t="t"/>
              <a:pathLst>
                <a:path extrusionOk="0" h="11830" w="45089">
                  <a:moveTo>
                    <a:pt x="6617" y="351"/>
                  </a:moveTo>
                  <a:cubicBezTo>
                    <a:pt x="6793" y="351"/>
                    <a:pt x="6968" y="552"/>
                    <a:pt x="7094" y="928"/>
                  </a:cubicBezTo>
                  <a:cubicBezTo>
                    <a:pt x="7269" y="1429"/>
                    <a:pt x="7369" y="2206"/>
                    <a:pt x="7369" y="3158"/>
                  </a:cubicBezTo>
                  <a:cubicBezTo>
                    <a:pt x="7369" y="4512"/>
                    <a:pt x="6993" y="5865"/>
                    <a:pt x="6292" y="7068"/>
                  </a:cubicBezTo>
                  <a:cubicBezTo>
                    <a:pt x="5840" y="5765"/>
                    <a:pt x="5640" y="4361"/>
                    <a:pt x="5640" y="3158"/>
                  </a:cubicBezTo>
                  <a:cubicBezTo>
                    <a:pt x="5640" y="1429"/>
                    <a:pt x="6216" y="351"/>
                    <a:pt x="6617" y="351"/>
                  </a:cubicBezTo>
                  <a:close/>
                  <a:moveTo>
                    <a:pt x="38547" y="1479"/>
                  </a:moveTo>
                  <a:cubicBezTo>
                    <a:pt x="38773" y="1479"/>
                    <a:pt x="39024" y="1705"/>
                    <a:pt x="39199" y="2055"/>
                  </a:cubicBezTo>
                  <a:cubicBezTo>
                    <a:pt x="39349" y="2381"/>
                    <a:pt x="39550" y="3008"/>
                    <a:pt x="39550" y="4060"/>
                  </a:cubicBezTo>
                  <a:cubicBezTo>
                    <a:pt x="39550" y="4887"/>
                    <a:pt x="39324" y="6266"/>
                    <a:pt x="38848" y="7594"/>
                  </a:cubicBezTo>
                  <a:cubicBezTo>
                    <a:pt x="38046" y="6266"/>
                    <a:pt x="37670" y="4712"/>
                    <a:pt x="37670" y="3509"/>
                  </a:cubicBezTo>
                  <a:cubicBezTo>
                    <a:pt x="37670" y="2206"/>
                    <a:pt x="38121" y="1479"/>
                    <a:pt x="38547" y="1479"/>
                  </a:cubicBezTo>
                  <a:close/>
                  <a:moveTo>
                    <a:pt x="22758" y="1228"/>
                  </a:moveTo>
                  <a:cubicBezTo>
                    <a:pt x="22833" y="1228"/>
                    <a:pt x="22883" y="1253"/>
                    <a:pt x="22958" y="1278"/>
                  </a:cubicBezTo>
                  <a:cubicBezTo>
                    <a:pt x="23309" y="1479"/>
                    <a:pt x="23660" y="2181"/>
                    <a:pt x="23660" y="3033"/>
                  </a:cubicBezTo>
                  <a:cubicBezTo>
                    <a:pt x="23635" y="5013"/>
                    <a:pt x="23460" y="6642"/>
                    <a:pt x="23159" y="7945"/>
                  </a:cubicBezTo>
                  <a:cubicBezTo>
                    <a:pt x="22432" y="6391"/>
                    <a:pt x="22131" y="4587"/>
                    <a:pt x="22131" y="3158"/>
                  </a:cubicBezTo>
                  <a:cubicBezTo>
                    <a:pt x="22131" y="1654"/>
                    <a:pt x="22507" y="1329"/>
                    <a:pt x="22607" y="1278"/>
                  </a:cubicBezTo>
                  <a:cubicBezTo>
                    <a:pt x="22658" y="1253"/>
                    <a:pt x="22708" y="1228"/>
                    <a:pt x="22758" y="1228"/>
                  </a:cubicBezTo>
                  <a:close/>
                  <a:moveTo>
                    <a:pt x="30978" y="1329"/>
                  </a:moveTo>
                  <a:cubicBezTo>
                    <a:pt x="31329" y="1329"/>
                    <a:pt x="31856" y="2030"/>
                    <a:pt x="31856" y="2983"/>
                  </a:cubicBezTo>
                  <a:lnTo>
                    <a:pt x="31856" y="3258"/>
                  </a:lnTo>
                  <a:cubicBezTo>
                    <a:pt x="31856" y="4236"/>
                    <a:pt x="31881" y="6266"/>
                    <a:pt x="31405" y="8070"/>
                  </a:cubicBezTo>
                  <a:cubicBezTo>
                    <a:pt x="30728" y="6517"/>
                    <a:pt x="30377" y="4687"/>
                    <a:pt x="30377" y="3158"/>
                  </a:cubicBezTo>
                  <a:cubicBezTo>
                    <a:pt x="30377" y="2532"/>
                    <a:pt x="30452" y="2005"/>
                    <a:pt x="30602" y="1679"/>
                  </a:cubicBezTo>
                  <a:cubicBezTo>
                    <a:pt x="30678" y="1529"/>
                    <a:pt x="30803" y="1329"/>
                    <a:pt x="30978" y="1329"/>
                  </a:cubicBezTo>
                  <a:close/>
                  <a:moveTo>
                    <a:pt x="15239" y="877"/>
                  </a:moveTo>
                  <a:cubicBezTo>
                    <a:pt x="15440" y="877"/>
                    <a:pt x="15690" y="1128"/>
                    <a:pt x="15866" y="1529"/>
                  </a:cubicBezTo>
                  <a:cubicBezTo>
                    <a:pt x="16091" y="2030"/>
                    <a:pt x="16216" y="2732"/>
                    <a:pt x="16216" y="3509"/>
                  </a:cubicBezTo>
                  <a:cubicBezTo>
                    <a:pt x="16216" y="3684"/>
                    <a:pt x="16216" y="6015"/>
                    <a:pt x="15440" y="8096"/>
                  </a:cubicBezTo>
                  <a:cubicBezTo>
                    <a:pt x="14788" y="6717"/>
                    <a:pt x="14437" y="5038"/>
                    <a:pt x="14437" y="3409"/>
                  </a:cubicBezTo>
                  <a:cubicBezTo>
                    <a:pt x="14437" y="1679"/>
                    <a:pt x="14838" y="877"/>
                    <a:pt x="15239" y="877"/>
                  </a:cubicBezTo>
                  <a:close/>
                  <a:moveTo>
                    <a:pt x="6617" y="0"/>
                  </a:moveTo>
                  <a:cubicBezTo>
                    <a:pt x="5866" y="0"/>
                    <a:pt x="5289" y="1379"/>
                    <a:pt x="5289" y="3158"/>
                  </a:cubicBezTo>
                  <a:cubicBezTo>
                    <a:pt x="5289" y="4461"/>
                    <a:pt x="5515" y="6015"/>
                    <a:pt x="6041" y="7444"/>
                  </a:cubicBezTo>
                  <a:cubicBezTo>
                    <a:pt x="5615" y="8121"/>
                    <a:pt x="5064" y="8747"/>
                    <a:pt x="4412" y="9299"/>
                  </a:cubicBezTo>
                  <a:cubicBezTo>
                    <a:pt x="3136" y="10378"/>
                    <a:pt x="1643" y="10953"/>
                    <a:pt x="241" y="10953"/>
                  </a:cubicBezTo>
                  <a:cubicBezTo>
                    <a:pt x="211" y="10953"/>
                    <a:pt x="181" y="10953"/>
                    <a:pt x="151" y="10953"/>
                  </a:cubicBezTo>
                  <a:lnTo>
                    <a:pt x="1" y="11304"/>
                  </a:lnTo>
                  <a:cubicBezTo>
                    <a:pt x="86" y="11308"/>
                    <a:pt x="171" y="11310"/>
                    <a:pt x="256" y="11310"/>
                  </a:cubicBezTo>
                  <a:cubicBezTo>
                    <a:pt x="1755" y="11310"/>
                    <a:pt x="3286" y="10687"/>
                    <a:pt x="4637" y="9549"/>
                  </a:cubicBezTo>
                  <a:cubicBezTo>
                    <a:pt x="5239" y="9048"/>
                    <a:pt x="5765" y="8471"/>
                    <a:pt x="6216" y="7820"/>
                  </a:cubicBezTo>
                  <a:cubicBezTo>
                    <a:pt x="7119" y="10025"/>
                    <a:pt x="8773" y="11830"/>
                    <a:pt x="11455" y="11830"/>
                  </a:cubicBezTo>
                  <a:cubicBezTo>
                    <a:pt x="13510" y="11830"/>
                    <a:pt x="14763" y="10502"/>
                    <a:pt x="15490" y="8898"/>
                  </a:cubicBezTo>
                  <a:cubicBezTo>
                    <a:pt x="16517" y="10627"/>
                    <a:pt x="18046" y="11830"/>
                    <a:pt x="20001" y="11830"/>
                  </a:cubicBezTo>
                  <a:cubicBezTo>
                    <a:pt x="21154" y="11830"/>
                    <a:pt x="22432" y="11203"/>
                    <a:pt x="23234" y="8847"/>
                  </a:cubicBezTo>
                  <a:cubicBezTo>
                    <a:pt x="24211" y="10552"/>
                    <a:pt x="25740" y="11830"/>
                    <a:pt x="27946" y="11830"/>
                  </a:cubicBezTo>
                  <a:cubicBezTo>
                    <a:pt x="28898" y="11830"/>
                    <a:pt x="29725" y="11504"/>
                    <a:pt x="30377" y="10852"/>
                  </a:cubicBezTo>
                  <a:cubicBezTo>
                    <a:pt x="30853" y="10351"/>
                    <a:pt x="31229" y="9700"/>
                    <a:pt x="31480" y="8998"/>
                  </a:cubicBezTo>
                  <a:cubicBezTo>
                    <a:pt x="32207" y="10276"/>
                    <a:pt x="33359" y="11654"/>
                    <a:pt x="35139" y="11654"/>
                  </a:cubicBezTo>
                  <a:cubicBezTo>
                    <a:pt x="36968" y="11654"/>
                    <a:pt x="38197" y="10101"/>
                    <a:pt x="38948" y="8321"/>
                  </a:cubicBezTo>
                  <a:cubicBezTo>
                    <a:pt x="39249" y="8722"/>
                    <a:pt x="39575" y="9098"/>
                    <a:pt x="39976" y="9424"/>
                  </a:cubicBezTo>
                  <a:cubicBezTo>
                    <a:pt x="41179" y="10471"/>
                    <a:pt x="42678" y="11003"/>
                    <a:pt x="44422" y="11003"/>
                  </a:cubicBezTo>
                  <a:cubicBezTo>
                    <a:pt x="44640" y="11003"/>
                    <a:pt x="44863" y="10994"/>
                    <a:pt x="45089" y="10978"/>
                  </a:cubicBezTo>
                  <a:lnTo>
                    <a:pt x="44938" y="10652"/>
                  </a:lnTo>
                  <a:cubicBezTo>
                    <a:pt x="44776" y="10661"/>
                    <a:pt x="44615" y="10665"/>
                    <a:pt x="44456" y="10665"/>
                  </a:cubicBezTo>
                  <a:cubicBezTo>
                    <a:pt x="42783" y="10665"/>
                    <a:pt x="41346" y="10180"/>
                    <a:pt x="40202" y="9173"/>
                  </a:cubicBezTo>
                  <a:cubicBezTo>
                    <a:pt x="39775" y="8822"/>
                    <a:pt x="39400" y="8396"/>
                    <a:pt x="39099" y="7945"/>
                  </a:cubicBezTo>
                  <a:cubicBezTo>
                    <a:pt x="39650" y="6517"/>
                    <a:pt x="39901" y="5013"/>
                    <a:pt x="39901" y="4060"/>
                  </a:cubicBezTo>
                  <a:cubicBezTo>
                    <a:pt x="39901" y="3183"/>
                    <a:pt x="39750" y="2431"/>
                    <a:pt x="39500" y="1905"/>
                  </a:cubicBezTo>
                  <a:cubicBezTo>
                    <a:pt x="39274" y="1429"/>
                    <a:pt x="38923" y="1153"/>
                    <a:pt x="38547" y="1153"/>
                  </a:cubicBezTo>
                  <a:cubicBezTo>
                    <a:pt x="37971" y="1153"/>
                    <a:pt x="37319" y="1880"/>
                    <a:pt x="37319" y="3509"/>
                  </a:cubicBezTo>
                  <a:cubicBezTo>
                    <a:pt x="37319" y="4837"/>
                    <a:pt x="37770" y="6542"/>
                    <a:pt x="38723" y="7995"/>
                  </a:cubicBezTo>
                  <a:cubicBezTo>
                    <a:pt x="37996" y="9750"/>
                    <a:pt x="36843" y="11304"/>
                    <a:pt x="35139" y="11304"/>
                  </a:cubicBezTo>
                  <a:cubicBezTo>
                    <a:pt x="33635" y="11304"/>
                    <a:pt x="32457" y="10126"/>
                    <a:pt x="31630" y="8547"/>
                  </a:cubicBezTo>
                  <a:cubicBezTo>
                    <a:pt x="32232" y="6642"/>
                    <a:pt x="32207" y="4411"/>
                    <a:pt x="32207" y="3258"/>
                  </a:cubicBezTo>
                  <a:lnTo>
                    <a:pt x="32207" y="2983"/>
                  </a:lnTo>
                  <a:cubicBezTo>
                    <a:pt x="32207" y="1930"/>
                    <a:pt x="31605" y="1003"/>
                    <a:pt x="30978" y="1003"/>
                  </a:cubicBezTo>
                  <a:cubicBezTo>
                    <a:pt x="30803" y="1003"/>
                    <a:pt x="30502" y="1078"/>
                    <a:pt x="30277" y="1554"/>
                  </a:cubicBezTo>
                  <a:cubicBezTo>
                    <a:pt x="30126" y="1930"/>
                    <a:pt x="30026" y="2456"/>
                    <a:pt x="30026" y="3158"/>
                  </a:cubicBezTo>
                  <a:cubicBezTo>
                    <a:pt x="30026" y="4938"/>
                    <a:pt x="30502" y="6993"/>
                    <a:pt x="31254" y="8572"/>
                  </a:cubicBezTo>
                  <a:cubicBezTo>
                    <a:pt x="31003" y="9374"/>
                    <a:pt x="30653" y="10075"/>
                    <a:pt x="30126" y="10602"/>
                  </a:cubicBezTo>
                  <a:cubicBezTo>
                    <a:pt x="29550" y="11203"/>
                    <a:pt x="28798" y="11479"/>
                    <a:pt x="27946" y="11479"/>
                  </a:cubicBezTo>
                  <a:cubicBezTo>
                    <a:pt x="25765" y="11479"/>
                    <a:pt x="24287" y="10151"/>
                    <a:pt x="23384" y="8396"/>
                  </a:cubicBezTo>
                  <a:cubicBezTo>
                    <a:pt x="23735" y="7118"/>
                    <a:pt x="23986" y="5364"/>
                    <a:pt x="24011" y="3033"/>
                  </a:cubicBezTo>
                  <a:cubicBezTo>
                    <a:pt x="24011" y="2131"/>
                    <a:pt x="23660" y="1304"/>
                    <a:pt x="23134" y="1003"/>
                  </a:cubicBezTo>
                  <a:cubicBezTo>
                    <a:pt x="23016" y="924"/>
                    <a:pt x="22891" y="887"/>
                    <a:pt x="22770" y="887"/>
                  </a:cubicBezTo>
                  <a:cubicBezTo>
                    <a:pt x="22660" y="887"/>
                    <a:pt x="22553" y="918"/>
                    <a:pt x="22457" y="978"/>
                  </a:cubicBezTo>
                  <a:cubicBezTo>
                    <a:pt x="22006" y="1228"/>
                    <a:pt x="21780" y="1980"/>
                    <a:pt x="21780" y="3158"/>
                  </a:cubicBezTo>
                  <a:cubicBezTo>
                    <a:pt x="21780" y="4737"/>
                    <a:pt x="22156" y="6742"/>
                    <a:pt x="23008" y="8446"/>
                  </a:cubicBezTo>
                  <a:cubicBezTo>
                    <a:pt x="22407" y="10451"/>
                    <a:pt x="21404" y="11479"/>
                    <a:pt x="20001" y="11479"/>
                  </a:cubicBezTo>
                  <a:cubicBezTo>
                    <a:pt x="18096" y="11479"/>
                    <a:pt x="16617" y="10276"/>
                    <a:pt x="15665" y="8497"/>
                  </a:cubicBezTo>
                  <a:cubicBezTo>
                    <a:pt x="16542" y="6266"/>
                    <a:pt x="16567" y="3710"/>
                    <a:pt x="16567" y="3509"/>
                  </a:cubicBezTo>
                  <a:cubicBezTo>
                    <a:pt x="16567" y="1579"/>
                    <a:pt x="15891" y="552"/>
                    <a:pt x="15239" y="552"/>
                  </a:cubicBezTo>
                  <a:cubicBezTo>
                    <a:pt x="14688" y="552"/>
                    <a:pt x="14086" y="1304"/>
                    <a:pt x="14086" y="3409"/>
                  </a:cubicBezTo>
                  <a:cubicBezTo>
                    <a:pt x="14086" y="5188"/>
                    <a:pt x="14512" y="7018"/>
                    <a:pt x="15289" y="8522"/>
                  </a:cubicBezTo>
                  <a:cubicBezTo>
                    <a:pt x="14612" y="10126"/>
                    <a:pt x="13434" y="11479"/>
                    <a:pt x="11455" y="11479"/>
                  </a:cubicBezTo>
                  <a:cubicBezTo>
                    <a:pt x="8873" y="11479"/>
                    <a:pt x="7294" y="9674"/>
                    <a:pt x="6442" y="7469"/>
                  </a:cubicBezTo>
                  <a:cubicBezTo>
                    <a:pt x="7244" y="6166"/>
                    <a:pt x="7720" y="4662"/>
                    <a:pt x="7720" y="3158"/>
                  </a:cubicBezTo>
                  <a:cubicBezTo>
                    <a:pt x="7720" y="1153"/>
                    <a:pt x="7319" y="0"/>
                    <a:pt x="66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8" name="Google Shape;5408;p48"/>
            <p:cNvSpPr/>
            <p:nvPr/>
          </p:nvSpPr>
          <p:spPr>
            <a:xfrm>
              <a:off x="3399275" y="1703650"/>
              <a:ext cx="763175" cy="282625"/>
            </a:xfrm>
            <a:custGeom>
              <a:rect b="b" l="l" r="r" t="t"/>
              <a:pathLst>
                <a:path extrusionOk="0" h="11305" w="30527">
                  <a:moveTo>
                    <a:pt x="15364" y="703"/>
                  </a:moveTo>
                  <a:cubicBezTo>
                    <a:pt x="15439" y="703"/>
                    <a:pt x="15489" y="703"/>
                    <a:pt x="15564" y="753"/>
                  </a:cubicBezTo>
                  <a:cubicBezTo>
                    <a:pt x="15915" y="953"/>
                    <a:pt x="16266" y="1630"/>
                    <a:pt x="16266" y="2507"/>
                  </a:cubicBezTo>
                  <a:cubicBezTo>
                    <a:pt x="16241" y="4462"/>
                    <a:pt x="16066" y="6116"/>
                    <a:pt x="15765" y="7394"/>
                  </a:cubicBezTo>
                  <a:cubicBezTo>
                    <a:pt x="15038" y="5841"/>
                    <a:pt x="14737" y="4036"/>
                    <a:pt x="14737" y="2632"/>
                  </a:cubicBezTo>
                  <a:cubicBezTo>
                    <a:pt x="14737" y="1129"/>
                    <a:pt x="15113" y="803"/>
                    <a:pt x="15213" y="728"/>
                  </a:cubicBezTo>
                  <a:cubicBezTo>
                    <a:pt x="15264" y="703"/>
                    <a:pt x="15314" y="703"/>
                    <a:pt x="15364" y="703"/>
                  </a:cubicBezTo>
                  <a:close/>
                  <a:moveTo>
                    <a:pt x="23584" y="803"/>
                  </a:moveTo>
                  <a:cubicBezTo>
                    <a:pt x="23935" y="803"/>
                    <a:pt x="24462" y="1480"/>
                    <a:pt x="24462" y="2457"/>
                  </a:cubicBezTo>
                  <a:lnTo>
                    <a:pt x="24462" y="2733"/>
                  </a:lnTo>
                  <a:cubicBezTo>
                    <a:pt x="24462" y="3710"/>
                    <a:pt x="24487" y="5740"/>
                    <a:pt x="24011" y="7520"/>
                  </a:cubicBezTo>
                  <a:cubicBezTo>
                    <a:pt x="23334" y="5991"/>
                    <a:pt x="22983" y="4161"/>
                    <a:pt x="22983" y="2632"/>
                  </a:cubicBezTo>
                  <a:cubicBezTo>
                    <a:pt x="22983" y="1981"/>
                    <a:pt x="23058" y="1480"/>
                    <a:pt x="23208" y="1154"/>
                  </a:cubicBezTo>
                  <a:cubicBezTo>
                    <a:pt x="23284" y="1003"/>
                    <a:pt x="23409" y="803"/>
                    <a:pt x="23584" y="803"/>
                  </a:cubicBezTo>
                  <a:close/>
                  <a:moveTo>
                    <a:pt x="7845" y="352"/>
                  </a:moveTo>
                  <a:cubicBezTo>
                    <a:pt x="8246" y="352"/>
                    <a:pt x="8822" y="1254"/>
                    <a:pt x="8822" y="2983"/>
                  </a:cubicBezTo>
                  <a:cubicBezTo>
                    <a:pt x="8822" y="3159"/>
                    <a:pt x="8822" y="5465"/>
                    <a:pt x="8046" y="7570"/>
                  </a:cubicBezTo>
                  <a:cubicBezTo>
                    <a:pt x="7394" y="6166"/>
                    <a:pt x="7043" y="4512"/>
                    <a:pt x="7043" y="2858"/>
                  </a:cubicBezTo>
                  <a:cubicBezTo>
                    <a:pt x="7043" y="1129"/>
                    <a:pt x="7444" y="352"/>
                    <a:pt x="7845" y="352"/>
                  </a:cubicBezTo>
                  <a:close/>
                  <a:moveTo>
                    <a:pt x="7845" y="1"/>
                  </a:moveTo>
                  <a:cubicBezTo>
                    <a:pt x="7294" y="1"/>
                    <a:pt x="6692" y="753"/>
                    <a:pt x="6692" y="2858"/>
                  </a:cubicBezTo>
                  <a:cubicBezTo>
                    <a:pt x="6692" y="4663"/>
                    <a:pt x="7118" y="6492"/>
                    <a:pt x="7895" y="7996"/>
                  </a:cubicBezTo>
                  <a:cubicBezTo>
                    <a:pt x="7218" y="9600"/>
                    <a:pt x="6040" y="10953"/>
                    <a:pt x="4061" y="10953"/>
                  </a:cubicBezTo>
                  <a:cubicBezTo>
                    <a:pt x="2331" y="10953"/>
                    <a:pt x="1053" y="10151"/>
                    <a:pt x="151" y="8948"/>
                  </a:cubicBezTo>
                  <a:lnTo>
                    <a:pt x="0" y="9324"/>
                  </a:lnTo>
                  <a:cubicBezTo>
                    <a:pt x="953" y="10502"/>
                    <a:pt x="2281" y="11304"/>
                    <a:pt x="4061" y="11304"/>
                  </a:cubicBezTo>
                  <a:cubicBezTo>
                    <a:pt x="6116" y="11304"/>
                    <a:pt x="7369" y="9951"/>
                    <a:pt x="8096" y="8347"/>
                  </a:cubicBezTo>
                  <a:cubicBezTo>
                    <a:pt x="9123" y="10101"/>
                    <a:pt x="10652" y="11304"/>
                    <a:pt x="12607" y="11304"/>
                  </a:cubicBezTo>
                  <a:cubicBezTo>
                    <a:pt x="13760" y="11304"/>
                    <a:pt x="15038" y="10678"/>
                    <a:pt x="15840" y="8322"/>
                  </a:cubicBezTo>
                  <a:cubicBezTo>
                    <a:pt x="16817" y="10026"/>
                    <a:pt x="18346" y="11304"/>
                    <a:pt x="20552" y="11304"/>
                  </a:cubicBezTo>
                  <a:cubicBezTo>
                    <a:pt x="21504" y="11304"/>
                    <a:pt x="22331" y="10953"/>
                    <a:pt x="22983" y="10327"/>
                  </a:cubicBezTo>
                  <a:cubicBezTo>
                    <a:pt x="23459" y="9825"/>
                    <a:pt x="23835" y="9174"/>
                    <a:pt x="24086" y="8472"/>
                  </a:cubicBezTo>
                  <a:cubicBezTo>
                    <a:pt x="24813" y="9750"/>
                    <a:pt x="25965" y="11104"/>
                    <a:pt x="27745" y="11104"/>
                  </a:cubicBezTo>
                  <a:cubicBezTo>
                    <a:pt x="28898" y="11104"/>
                    <a:pt x="29825" y="10502"/>
                    <a:pt x="30527" y="9575"/>
                  </a:cubicBezTo>
                  <a:lnTo>
                    <a:pt x="30376" y="9199"/>
                  </a:lnTo>
                  <a:cubicBezTo>
                    <a:pt x="29700" y="10126"/>
                    <a:pt x="28848" y="10778"/>
                    <a:pt x="27745" y="10778"/>
                  </a:cubicBezTo>
                  <a:cubicBezTo>
                    <a:pt x="26241" y="10778"/>
                    <a:pt x="25063" y="9600"/>
                    <a:pt x="24236" y="8021"/>
                  </a:cubicBezTo>
                  <a:cubicBezTo>
                    <a:pt x="24813" y="6116"/>
                    <a:pt x="24813" y="3886"/>
                    <a:pt x="24813" y="2708"/>
                  </a:cubicBezTo>
                  <a:lnTo>
                    <a:pt x="24813" y="2457"/>
                  </a:lnTo>
                  <a:cubicBezTo>
                    <a:pt x="24813" y="1404"/>
                    <a:pt x="24211" y="452"/>
                    <a:pt x="23584" y="452"/>
                  </a:cubicBezTo>
                  <a:cubicBezTo>
                    <a:pt x="23409" y="452"/>
                    <a:pt x="23108" y="527"/>
                    <a:pt x="22883" y="1003"/>
                  </a:cubicBezTo>
                  <a:cubicBezTo>
                    <a:pt x="22732" y="1379"/>
                    <a:pt x="22632" y="1931"/>
                    <a:pt x="22632" y="2632"/>
                  </a:cubicBezTo>
                  <a:cubicBezTo>
                    <a:pt x="22632" y="4412"/>
                    <a:pt x="23108" y="6467"/>
                    <a:pt x="23860" y="8046"/>
                  </a:cubicBezTo>
                  <a:cubicBezTo>
                    <a:pt x="23609" y="8823"/>
                    <a:pt x="23259" y="9550"/>
                    <a:pt x="22732" y="10076"/>
                  </a:cubicBezTo>
                  <a:cubicBezTo>
                    <a:pt x="22156" y="10653"/>
                    <a:pt x="21404" y="10953"/>
                    <a:pt x="20552" y="10953"/>
                  </a:cubicBezTo>
                  <a:cubicBezTo>
                    <a:pt x="18371" y="10953"/>
                    <a:pt x="16893" y="9600"/>
                    <a:pt x="15990" y="7871"/>
                  </a:cubicBezTo>
                  <a:cubicBezTo>
                    <a:pt x="16341" y="6567"/>
                    <a:pt x="16592" y="4838"/>
                    <a:pt x="16617" y="2507"/>
                  </a:cubicBezTo>
                  <a:cubicBezTo>
                    <a:pt x="16617" y="1605"/>
                    <a:pt x="16266" y="753"/>
                    <a:pt x="15740" y="452"/>
                  </a:cubicBezTo>
                  <a:cubicBezTo>
                    <a:pt x="15616" y="383"/>
                    <a:pt x="15484" y="345"/>
                    <a:pt x="15358" y="345"/>
                  </a:cubicBezTo>
                  <a:cubicBezTo>
                    <a:pt x="15254" y="345"/>
                    <a:pt x="15153" y="370"/>
                    <a:pt x="15063" y="427"/>
                  </a:cubicBezTo>
                  <a:cubicBezTo>
                    <a:pt x="14612" y="678"/>
                    <a:pt x="14386" y="1429"/>
                    <a:pt x="14386" y="2632"/>
                  </a:cubicBezTo>
                  <a:cubicBezTo>
                    <a:pt x="14386" y="4211"/>
                    <a:pt x="14762" y="6216"/>
                    <a:pt x="15614" y="7896"/>
                  </a:cubicBezTo>
                  <a:cubicBezTo>
                    <a:pt x="15013" y="9926"/>
                    <a:pt x="14010" y="10953"/>
                    <a:pt x="12607" y="10953"/>
                  </a:cubicBezTo>
                  <a:cubicBezTo>
                    <a:pt x="10702" y="10953"/>
                    <a:pt x="9223" y="9725"/>
                    <a:pt x="8271" y="7971"/>
                  </a:cubicBezTo>
                  <a:cubicBezTo>
                    <a:pt x="9148" y="5740"/>
                    <a:pt x="9173" y="3159"/>
                    <a:pt x="9173" y="2983"/>
                  </a:cubicBezTo>
                  <a:cubicBezTo>
                    <a:pt x="9173" y="1054"/>
                    <a:pt x="8497" y="1"/>
                    <a:pt x="78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9" name="Google Shape;5409;p48"/>
            <p:cNvSpPr/>
            <p:nvPr/>
          </p:nvSpPr>
          <p:spPr>
            <a:xfrm>
              <a:off x="3662425" y="1005650"/>
              <a:ext cx="233750" cy="288725"/>
            </a:xfrm>
            <a:custGeom>
              <a:rect b="b" l="l" r="r" t="t"/>
              <a:pathLst>
                <a:path extrusionOk="0" h="11549" w="9350">
                  <a:moveTo>
                    <a:pt x="4687" y="1"/>
                  </a:moveTo>
                  <a:lnTo>
                    <a:pt x="1" y="11455"/>
                  </a:lnTo>
                  <a:cubicBezTo>
                    <a:pt x="1567" y="11517"/>
                    <a:pt x="3127" y="11549"/>
                    <a:pt x="4684" y="11549"/>
                  </a:cubicBezTo>
                  <a:cubicBezTo>
                    <a:pt x="6241" y="11549"/>
                    <a:pt x="7795" y="11517"/>
                    <a:pt x="9349" y="11455"/>
                  </a:cubicBezTo>
                  <a:lnTo>
                    <a:pt x="46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0" name="Google Shape;5410;p48"/>
            <p:cNvSpPr/>
            <p:nvPr/>
          </p:nvSpPr>
          <p:spPr>
            <a:xfrm>
              <a:off x="3531475" y="1601525"/>
              <a:ext cx="497525" cy="35125"/>
            </a:xfrm>
            <a:custGeom>
              <a:rect b="b" l="l" r="r" t="t"/>
              <a:pathLst>
                <a:path extrusionOk="0" h="1405" w="19901">
                  <a:moveTo>
                    <a:pt x="176" y="1"/>
                  </a:moveTo>
                  <a:lnTo>
                    <a:pt x="1" y="477"/>
                  </a:lnTo>
                  <a:cubicBezTo>
                    <a:pt x="2181" y="903"/>
                    <a:pt x="5790" y="1404"/>
                    <a:pt x="10251" y="1404"/>
                  </a:cubicBezTo>
                  <a:cubicBezTo>
                    <a:pt x="13159" y="1404"/>
                    <a:pt x="16417" y="1179"/>
                    <a:pt x="19900" y="577"/>
                  </a:cubicBezTo>
                  <a:lnTo>
                    <a:pt x="19700" y="101"/>
                  </a:lnTo>
                  <a:cubicBezTo>
                    <a:pt x="16290" y="687"/>
                    <a:pt x="13082" y="899"/>
                    <a:pt x="10226" y="899"/>
                  </a:cubicBezTo>
                  <a:cubicBezTo>
                    <a:pt x="5881" y="899"/>
                    <a:pt x="2354" y="409"/>
                    <a:pt x="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1" name="Google Shape;5411;p48"/>
            <p:cNvSpPr/>
            <p:nvPr/>
          </p:nvSpPr>
          <p:spPr>
            <a:xfrm>
              <a:off x="3352900" y="2034500"/>
              <a:ext cx="853425" cy="50150"/>
            </a:xfrm>
            <a:custGeom>
              <a:rect b="b" l="l" r="r" t="t"/>
              <a:pathLst>
                <a:path extrusionOk="0" h="2006" w="34137">
                  <a:moveTo>
                    <a:pt x="276" y="0"/>
                  </a:moveTo>
                  <a:lnTo>
                    <a:pt x="1" y="602"/>
                  </a:lnTo>
                  <a:cubicBezTo>
                    <a:pt x="3685" y="1228"/>
                    <a:pt x="9675" y="2005"/>
                    <a:pt x="17119" y="2005"/>
                  </a:cubicBezTo>
                  <a:cubicBezTo>
                    <a:pt x="22181" y="2005"/>
                    <a:pt x="27946" y="1629"/>
                    <a:pt x="34136" y="652"/>
                  </a:cubicBezTo>
                  <a:lnTo>
                    <a:pt x="33886" y="25"/>
                  </a:lnTo>
                  <a:cubicBezTo>
                    <a:pt x="27780" y="995"/>
                    <a:pt x="22094" y="1341"/>
                    <a:pt x="17082" y="1341"/>
                  </a:cubicBezTo>
                  <a:cubicBezTo>
                    <a:pt x="9793" y="1341"/>
                    <a:pt x="3930" y="609"/>
                    <a:pt x="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2" name="Google Shape;5412;p48"/>
            <p:cNvSpPr/>
            <p:nvPr/>
          </p:nvSpPr>
          <p:spPr>
            <a:xfrm>
              <a:off x="3201275" y="2405425"/>
              <a:ext cx="1156675" cy="109050"/>
            </a:xfrm>
            <a:custGeom>
              <a:rect b="b" l="l" r="r" t="t"/>
              <a:pathLst>
                <a:path extrusionOk="0" h="4362" w="46267">
                  <a:moveTo>
                    <a:pt x="276" y="0"/>
                  </a:moveTo>
                  <a:lnTo>
                    <a:pt x="1" y="652"/>
                  </a:lnTo>
                  <a:cubicBezTo>
                    <a:pt x="4036" y="2005"/>
                    <a:pt x="12732" y="4361"/>
                    <a:pt x="23635" y="4361"/>
                  </a:cubicBezTo>
                  <a:cubicBezTo>
                    <a:pt x="30502" y="4361"/>
                    <a:pt x="38271" y="3409"/>
                    <a:pt x="46266" y="652"/>
                  </a:cubicBezTo>
                  <a:lnTo>
                    <a:pt x="45991" y="0"/>
                  </a:lnTo>
                  <a:cubicBezTo>
                    <a:pt x="38080" y="2712"/>
                    <a:pt x="30413" y="3644"/>
                    <a:pt x="23610" y="3644"/>
                  </a:cubicBezTo>
                  <a:cubicBezTo>
                    <a:pt x="12870" y="3644"/>
                    <a:pt x="4281" y="1320"/>
                    <a:pt x="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3" name="Google Shape;5413;p48"/>
            <p:cNvSpPr/>
            <p:nvPr/>
          </p:nvSpPr>
          <p:spPr>
            <a:xfrm>
              <a:off x="3707550" y="885350"/>
              <a:ext cx="143500" cy="143525"/>
            </a:xfrm>
            <a:custGeom>
              <a:rect b="b" l="l" r="r" t="t"/>
              <a:pathLst>
                <a:path extrusionOk="0" h="5741" w="5740">
                  <a:moveTo>
                    <a:pt x="2882" y="1"/>
                  </a:moveTo>
                  <a:cubicBezTo>
                    <a:pt x="1304" y="1"/>
                    <a:pt x="0" y="1279"/>
                    <a:pt x="0" y="2858"/>
                  </a:cubicBezTo>
                  <a:cubicBezTo>
                    <a:pt x="0" y="4462"/>
                    <a:pt x="1304" y="5740"/>
                    <a:pt x="2882" y="5740"/>
                  </a:cubicBezTo>
                  <a:cubicBezTo>
                    <a:pt x="4461" y="5740"/>
                    <a:pt x="5740" y="4462"/>
                    <a:pt x="5740" y="2858"/>
                  </a:cubicBezTo>
                  <a:cubicBezTo>
                    <a:pt x="5740" y="1279"/>
                    <a:pt x="4461" y="1"/>
                    <a:pt x="28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4" name="Google Shape;5414;p48"/>
          <p:cNvGrpSpPr/>
          <p:nvPr/>
        </p:nvGrpSpPr>
        <p:grpSpPr>
          <a:xfrm>
            <a:off x="4289025" y="4248475"/>
            <a:ext cx="1441750" cy="624500"/>
            <a:chOff x="1885725" y="3799875"/>
            <a:chExt cx="1441750" cy="624500"/>
          </a:xfrm>
        </p:grpSpPr>
        <p:sp>
          <p:nvSpPr>
            <p:cNvPr id="5415" name="Google Shape;5415;p48"/>
            <p:cNvSpPr/>
            <p:nvPr/>
          </p:nvSpPr>
          <p:spPr>
            <a:xfrm>
              <a:off x="1998250" y="4042025"/>
              <a:ext cx="1211825" cy="354650"/>
            </a:xfrm>
            <a:custGeom>
              <a:rect b="b" l="l" r="r" t="t"/>
              <a:pathLst>
                <a:path extrusionOk="0" h="14186" w="48473">
                  <a:moveTo>
                    <a:pt x="1" y="0"/>
                  </a:moveTo>
                  <a:cubicBezTo>
                    <a:pt x="1" y="0"/>
                    <a:pt x="828" y="8471"/>
                    <a:pt x="2557" y="10426"/>
                  </a:cubicBezTo>
                  <a:cubicBezTo>
                    <a:pt x="4287" y="12356"/>
                    <a:pt x="24237" y="14186"/>
                    <a:pt x="24237" y="14186"/>
                  </a:cubicBezTo>
                  <a:cubicBezTo>
                    <a:pt x="24237" y="14186"/>
                    <a:pt x="44187" y="12356"/>
                    <a:pt x="45916" y="10426"/>
                  </a:cubicBezTo>
                  <a:cubicBezTo>
                    <a:pt x="46142" y="10176"/>
                    <a:pt x="46342" y="9825"/>
                    <a:pt x="46517" y="9424"/>
                  </a:cubicBezTo>
                  <a:cubicBezTo>
                    <a:pt x="47294" y="7720"/>
                    <a:pt x="47846" y="4762"/>
                    <a:pt x="48147" y="2632"/>
                  </a:cubicBezTo>
                  <a:cubicBezTo>
                    <a:pt x="48272" y="1755"/>
                    <a:pt x="48372" y="1028"/>
                    <a:pt x="48422" y="552"/>
                  </a:cubicBezTo>
                  <a:cubicBezTo>
                    <a:pt x="48447" y="201"/>
                    <a:pt x="48472" y="0"/>
                    <a:pt x="48472" y="0"/>
                  </a:cubicBezTo>
                  <a:lnTo>
                    <a:pt x="48472" y="0"/>
                  </a:lnTo>
                  <a:lnTo>
                    <a:pt x="48397" y="25"/>
                  </a:lnTo>
                  <a:lnTo>
                    <a:pt x="24237" y="33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6" name="Google Shape;5416;p48"/>
            <p:cNvSpPr/>
            <p:nvPr/>
          </p:nvSpPr>
          <p:spPr>
            <a:xfrm>
              <a:off x="1998250" y="4042025"/>
              <a:ext cx="1211825" cy="354650"/>
            </a:xfrm>
            <a:custGeom>
              <a:rect b="b" l="l" r="r" t="t"/>
              <a:pathLst>
                <a:path extrusionOk="0" h="14186" w="48473">
                  <a:moveTo>
                    <a:pt x="1" y="0"/>
                  </a:moveTo>
                  <a:cubicBezTo>
                    <a:pt x="1" y="0"/>
                    <a:pt x="828" y="8471"/>
                    <a:pt x="2557" y="10426"/>
                  </a:cubicBezTo>
                  <a:cubicBezTo>
                    <a:pt x="4287" y="12356"/>
                    <a:pt x="24237" y="14186"/>
                    <a:pt x="24237" y="14186"/>
                  </a:cubicBezTo>
                  <a:cubicBezTo>
                    <a:pt x="24237" y="14186"/>
                    <a:pt x="44187" y="12356"/>
                    <a:pt x="45916" y="10426"/>
                  </a:cubicBezTo>
                  <a:cubicBezTo>
                    <a:pt x="46142" y="10176"/>
                    <a:pt x="46342" y="9825"/>
                    <a:pt x="46517" y="9424"/>
                  </a:cubicBezTo>
                  <a:lnTo>
                    <a:pt x="46517" y="9424"/>
                  </a:lnTo>
                  <a:cubicBezTo>
                    <a:pt x="39637" y="11358"/>
                    <a:pt x="31101" y="12049"/>
                    <a:pt x="23876" y="12049"/>
                  </a:cubicBezTo>
                  <a:cubicBezTo>
                    <a:pt x="17154" y="12049"/>
                    <a:pt x="11565" y="11451"/>
                    <a:pt x="9500" y="10702"/>
                  </a:cubicBezTo>
                  <a:cubicBezTo>
                    <a:pt x="6040" y="9428"/>
                    <a:pt x="1422" y="6537"/>
                    <a:pt x="10208" y="6537"/>
                  </a:cubicBezTo>
                  <a:cubicBezTo>
                    <a:pt x="12307" y="6537"/>
                    <a:pt x="15171" y="6702"/>
                    <a:pt x="18999" y="7093"/>
                  </a:cubicBezTo>
                  <a:cubicBezTo>
                    <a:pt x="21672" y="7365"/>
                    <a:pt x="24160" y="7483"/>
                    <a:pt x="26465" y="7483"/>
                  </a:cubicBezTo>
                  <a:cubicBezTo>
                    <a:pt x="39437" y="7483"/>
                    <a:pt x="46593" y="3738"/>
                    <a:pt x="48147" y="2632"/>
                  </a:cubicBezTo>
                  <a:cubicBezTo>
                    <a:pt x="48372" y="2481"/>
                    <a:pt x="48472" y="2381"/>
                    <a:pt x="48472" y="2331"/>
                  </a:cubicBezTo>
                  <a:cubicBezTo>
                    <a:pt x="48472" y="1704"/>
                    <a:pt x="48447" y="1103"/>
                    <a:pt x="48422" y="552"/>
                  </a:cubicBezTo>
                  <a:cubicBezTo>
                    <a:pt x="48422" y="376"/>
                    <a:pt x="48397" y="176"/>
                    <a:pt x="48397" y="25"/>
                  </a:cubicBezTo>
                  <a:lnTo>
                    <a:pt x="24237" y="33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7" name="Google Shape;5417;p48"/>
            <p:cNvSpPr/>
            <p:nvPr/>
          </p:nvSpPr>
          <p:spPr>
            <a:xfrm>
              <a:off x="1952525" y="3799875"/>
              <a:ext cx="1293900" cy="326125"/>
            </a:xfrm>
            <a:custGeom>
              <a:rect b="b" l="l" r="r" t="t"/>
              <a:pathLst>
                <a:path extrusionOk="0" h="13045" w="51756">
                  <a:moveTo>
                    <a:pt x="19021" y="1"/>
                  </a:moveTo>
                  <a:cubicBezTo>
                    <a:pt x="17312" y="1"/>
                    <a:pt x="15544" y="173"/>
                    <a:pt x="14036" y="664"/>
                  </a:cubicBezTo>
                  <a:cubicBezTo>
                    <a:pt x="10376" y="1867"/>
                    <a:pt x="7820" y="3395"/>
                    <a:pt x="5840" y="4774"/>
                  </a:cubicBezTo>
                  <a:cubicBezTo>
                    <a:pt x="3233" y="6603"/>
                    <a:pt x="1705" y="8157"/>
                    <a:pt x="76" y="8333"/>
                  </a:cubicBezTo>
                  <a:lnTo>
                    <a:pt x="0" y="8333"/>
                  </a:lnTo>
                  <a:cubicBezTo>
                    <a:pt x="0" y="8333"/>
                    <a:pt x="326" y="8533"/>
                    <a:pt x="1003" y="8834"/>
                  </a:cubicBezTo>
                  <a:cubicBezTo>
                    <a:pt x="1053" y="8859"/>
                    <a:pt x="1103" y="8884"/>
                    <a:pt x="1153" y="8909"/>
                  </a:cubicBezTo>
                  <a:cubicBezTo>
                    <a:pt x="3935" y="10162"/>
                    <a:pt x="11780" y="12995"/>
                    <a:pt x="25690" y="13045"/>
                  </a:cubicBezTo>
                  <a:lnTo>
                    <a:pt x="26066" y="13045"/>
                  </a:lnTo>
                  <a:cubicBezTo>
                    <a:pt x="43860" y="12995"/>
                    <a:pt x="51755" y="8333"/>
                    <a:pt x="51755" y="8333"/>
                  </a:cubicBezTo>
                  <a:cubicBezTo>
                    <a:pt x="50753" y="8258"/>
                    <a:pt x="49750" y="7631"/>
                    <a:pt x="48522" y="6754"/>
                  </a:cubicBezTo>
                  <a:cubicBezTo>
                    <a:pt x="46166" y="5125"/>
                    <a:pt x="43033" y="2543"/>
                    <a:pt x="37720" y="964"/>
                  </a:cubicBezTo>
                  <a:cubicBezTo>
                    <a:pt x="35937" y="429"/>
                    <a:pt x="33799" y="249"/>
                    <a:pt x="31823" y="249"/>
                  </a:cubicBezTo>
                  <a:cubicBezTo>
                    <a:pt x="28994" y="249"/>
                    <a:pt x="26500" y="618"/>
                    <a:pt x="25865" y="839"/>
                  </a:cubicBezTo>
                  <a:cubicBezTo>
                    <a:pt x="25164" y="595"/>
                    <a:pt x="22197" y="1"/>
                    <a:pt x="190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8" name="Google Shape;5418;p48"/>
            <p:cNvSpPr/>
            <p:nvPr/>
          </p:nvSpPr>
          <p:spPr>
            <a:xfrm>
              <a:off x="1885725" y="3972525"/>
              <a:ext cx="1441750" cy="216950"/>
            </a:xfrm>
            <a:custGeom>
              <a:rect b="b" l="l" r="r" t="t"/>
              <a:pathLst>
                <a:path extrusionOk="0" h="8678" w="57670">
                  <a:moveTo>
                    <a:pt x="55243" y="1"/>
                  </a:moveTo>
                  <a:cubicBezTo>
                    <a:pt x="54395" y="1"/>
                    <a:pt x="53625" y="424"/>
                    <a:pt x="53625" y="424"/>
                  </a:cubicBezTo>
                  <a:cubicBezTo>
                    <a:pt x="52998" y="700"/>
                    <a:pt x="52623" y="1652"/>
                    <a:pt x="52623" y="1652"/>
                  </a:cubicBezTo>
                  <a:cubicBezTo>
                    <a:pt x="52446" y="1614"/>
                    <a:pt x="52281" y="1596"/>
                    <a:pt x="52126" y="1596"/>
                  </a:cubicBezTo>
                  <a:cubicBezTo>
                    <a:pt x="50673" y="1596"/>
                    <a:pt x="50141" y="3131"/>
                    <a:pt x="50141" y="3131"/>
                  </a:cubicBezTo>
                  <a:cubicBezTo>
                    <a:pt x="49603" y="2776"/>
                    <a:pt x="49079" y="2640"/>
                    <a:pt x="48594" y="2640"/>
                  </a:cubicBezTo>
                  <a:cubicBezTo>
                    <a:pt x="47025" y="2640"/>
                    <a:pt x="45856" y="4058"/>
                    <a:pt x="45856" y="4058"/>
                  </a:cubicBezTo>
                  <a:cubicBezTo>
                    <a:pt x="45339" y="3806"/>
                    <a:pt x="44858" y="3708"/>
                    <a:pt x="44423" y="3708"/>
                  </a:cubicBezTo>
                  <a:cubicBezTo>
                    <a:pt x="42912" y="3708"/>
                    <a:pt x="41946" y="4885"/>
                    <a:pt x="41946" y="4885"/>
                  </a:cubicBezTo>
                  <a:cubicBezTo>
                    <a:pt x="41228" y="4455"/>
                    <a:pt x="40561" y="4298"/>
                    <a:pt x="39970" y="4298"/>
                  </a:cubicBezTo>
                  <a:cubicBezTo>
                    <a:pt x="38393" y="4298"/>
                    <a:pt x="37359" y="5412"/>
                    <a:pt x="37359" y="5412"/>
                  </a:cubicBezTo>
                  <a:cubicBezTo>
                    <a:pt x="36559" y="4871"/>
                    <a:pt x="35781" y="4681"/>
                    <a:pt x="35082" y="4681"/>
                  </a:cubicBezTo>
                  <a:cubicBezTo>
                    <a:pt x="33415" y="4681"/>
                    <a:pt x="32196" y="5763"/>
                    <a:pt x="32196" y="5763"/>
                  </a:cubicBezTo>
                  <a:cubicBezTo>
                    <a:pt x="31435" y="5015"/>
                    <a:pt x="30603" y="4808"/>
                    <a:pt x="29908" y="4808"/>
                  </a:cubicBezTo>
                  <a:cubicBezTo>
                    <a:pt x="29299" y="4808"/>
                    <a:pt x="28795" y="4967"/>
                    <a:pt x="28537" y="5061"/>
                  </a:cubicBezTo>
                  <a:cubicBezTo>
                    <a:pt x="28291" y="4967"/>
                    <a:pt x="27794" y="4808"/>
                    <a:pt x="27185" y="4808"/>
                  </a:cubicBezTo>
                  <a:cubicBezTo>
                    <a:pt x="26491" y="4808"/>
                    <a:pt x="25652" y="5015"/>
                    <a:pt x="24878" y="5763"/>
                  </a:cubicBezTo>
                  <a:cubicBezTo>
                    <a:pt x="24878" y="5763"/>
                    <a:pt x="23672" y="4681"/>
                    <a:pt x="22012" y="4681"/>
                  </a:cubicBezTo>
                  <a:cubicBezTo>
                    <a:pt x="21316" y="4681"/>
                    <a:pt x="20540" y="4871"/>
                    <a:pt x="19740" y="5412"/>
                  </a:cubicBezTo>
                  <a:cubicBezTo>
                    <a:pt x="19740" y="5412"/>
                    <a:pt x="18706" y="4298"/>
                    <a:pt x="17130" y="4298"/>
                  </a:cubicBezTo>
                  <a:cubicBezTo>
                    <a:pt x="16539" y="4298"/>
                    <a:pt x="15871" y="4455"/>
                    <a:pt x="15154" y="4885"/>
                  </a:cubicBezTo>
                  <a:cubicBezTo>
                    <a:pt x="15154" y="4885"/>
                    <a:pt x="14187" y="3708"/>
                    <a:pt x="12665" y="3708"/>
                  </a:cubicBezTo>
                  <a:cubicBezTo>
                    <a:pt x="12226" y="3708"/>
                    <a:pt x="11741" y="3806"/>
                    <a:pt x="11219" y="4058"/>
                  </a:cubicBezTo>
                  <a:cubicBezTo>
                    <a:pt x="11219" y="4058"/>
                    <a:pt x="10049" y="2640"/>
                    <a:pt x="8492" y="2640"/>
                  </a:cubicBezTo>
                  <a:cubicBezTo>
                    <a:pt x="8010" y="2640"/>
                    <a:pt x="7491" y="2776"/>
                    <a:pt x="6958" y="3131"/>
                  </a:cubicBezTo>
                  <a:cubicBezTo>
                    <a:pt x="6958" y="3131"/>
                    <a:pt x="6426" y="1596"/>
                    <a:pt x="4974" y="1596"/>
                  </a:cubicBezTo>
                  <a:cubicBezTo>
                    <a:pt x="4819" y="1596"/>
                    <a:pt x="4653" y="1614"/>
                    <a:pt x="4477" y="1652"/>
                  </a:cubicBezTo>
                  <a:cubicBezTo>
                    <a:pt x="4477" y="1652"/>
                    <a:pt x="4076" y="700"/>
                    <a:pt x="3449" y="424"/>
                  </a:cubicBezTo>
                  <a:cubicBezTo>
                    <a:pt x="3449" y="424"/>
                    <a:pt x="2699" y="7"/>
                    <a:pt x="1862" y="7"/>
                  </a:cubicBezTo>
                  <a:cubicBezTo>
                    <a:pt x="1323" y="7"/>
                    <a:pt x="749" y="180"/>
                    <a:pt x="316" y="750"/>
                  </a:cubicBezTo>
                  <a:cubicBezTo>
                    <a:pt x="141" y="976"/>
                    <a:pt x="66" y="1201"/>
                    <a:pt x="41" y="1427"/>
                  </a:cubicBezTo>
                  <a:cubicBezTo>
                    <a:pt x="0" y="2234"/>
                    <a:pt x="1096" y="2781"/>
                    <a:pt x="1996" y="2781"/>
                  </a:cubicBezTo>
                  <a:cubicBezTo>
                    <a:pt x="2214" y="2781"/>
                    <a:pt x="2421" y="2748"/>
                    <a:pt x="2597" y="2680"/>
                  </a:cubicBezTo>
                  <a:cubicBezTo>
                    <a:pt x="2622" y="2680"/>
                    <a:pt x="2647" y="2680"/>
                    <a:pt x="2672" y="2655"/>
                  </a:cubicBezTo>
                  <a:cubicBezTo>
                    <a:pt x="2672" y="2655"/>
                    <a:pt x="2672" y="2680"/>
                    <a:pt x="2672" y="2730"/>
                  </a:cubicBezTo>
                  <a:cubicBezTo>
                    <a:pt x="2647" y="3006"/>
                    <a:pt x="2672" y="4159"/>
                    <a:pt x="3850" y="4535"/>
                  </a:cubicBezTo>
                  <a:cubicBezTo>
                    <a:pt x="4104" y="4619"/>
                    <a:pt x="4352" y="4654"/>
                    <a:pt x="4588" y="4654"/>
                  </a:cubicBezTo>
                  <a:cubicBezTo>
                    <a:pt x="5469" y="4654"/>
                    <a:pt x="6173" y="4172"/>
                    <a:pt x="6332" y="4033"/>
                  </a:cubicBezTo>
                  <a:cubicBezTo>
                    <a:pt x="6382" y="4033"/>
                    <a:pt x="6382" y="4008"/>
                    <a:pt x="6382" y="4008"/>
                  </a:cubicBezTo>
                  <a:cubicBezTo>
                    <a:pt x="6382" y="4008"/>
                    <a:pt x="6382" y="4033"/>
                    <a:pt x="6407" y="4058"/>
                  </a:cubicBezTo>
                  <a:cubicBezTo>
                    <a:pt x="6482" y="4334"/>
                    <a:pt x="7008" y="5738"/>
                    <a:pt x="8261" y="6013"/>
                  </a:cubicBezTo>
                  <a:cubicBezTo>
                    <a:pt x="8502" y="6065"/>
                    <a:pt x="8729" y="6086"/>
                    <a:pt x="8941" y="6086"/>
                  </a:cubicBezTo>
                  <a:cubicBezTo>
                    <a:pt x="9963" y="6086"/>
                    <a:pt x="10617" y="5587"/>
                    <a:pt x="10617" y="5587"/>
                  </a:cubicBezTo>
                  <a:cubicBezTo>
                    <a:pt x="10617" y="5587"/>
                    <a:pt x="10793" y="6840"/>
                    <a:pt x="12672" y="7141"/>
                  </a:cubicBezTo>
                  <a:cubicBezTo>
                    <a:pt x="13027" y="7203"/>
                    <a:pt x="13327" y="7227"/>
                    <a:pt x="13582" y="7227"/>
                  </a:cubicBezTo>
                  <a:cubicBezTo>
                    <a:pt x="14680" y="7227"/>
                    <a:pt x="14928" y="6765"/>
                    <a:pt x="14928" y="6765"/>
                  </a:cubicBezTo>
                  <a:cubicBezTo>
                    <a:pt x="14928" y="6765"/>
                    <a:pt x="15981" y="7943"/>
                    <a:pt x="17334" y="7943"/>
                  </a:cubicBezTo>
                  <a:cubicBezTo>
                    <a:pt x="18687" y="7943"/>
                    <a:pt x="19314" y="7241"/>
                    <a:pt x="19314" y="7241"/>
                  </a:cubicBezTo>
                  <a:cubicBezTo>
                    <a:pt x="19314" y="7241"/>
                    <a:pt x="20141" y="8469"/>
                    <a:pt x="22221" y="8645"/>
                  </a:cubicBezTo>
                  <a:cubicBezTo>
                    <a:pt x="22395" y="8659"/>
                    <a:pt x="22558" y="8666"/>
                    <a:pt x="22710" y="8666"/>
                  </a:cubicBezTo>
                  <a:cubicBezTo>
                    <a:pt x="24414" y="8666"/>
                    <a:pt x="24878" y="7843"/>
                    <a:pt x="24878" y="7843"/>
                  </a:cubicBezTo>
                  <a:cubicBezTo>
                    <a:pt x="24878" y="7843"/>
                    <a:pt x="26119" y="8678"/>
                    <a:pt x="28193" y="8678"/>
                  </a:cubicBezTo>
                  <a:cubicBezTo>
                    <a:pt x="28306" y="8678"/>
                    <a:pt x="28420" y="8675"/>
                    <a:pt x="28537" y="8670"/>
                  </a:cubicBezTo>
                  <a:cubicBezTo>
                    <a:pt x="28655" y="8675"/>
                    <a:pt x="28771" y="8678"/>
                    <a:pt x="28884" y="8678"/>
                  </a:cubicBezTo>
                  <a:cubicBezTo>
                    <a:pt x="30978" y="8678"/>
                    <a:pt x="32196" y="7843"/>
                    <a:pt x="32196" y="7843"/>
                  </a:cubicBezTo>
                  <a:cubicBezTo>
                    <a:pt x="32196" y="7843"/>
                    <a:pt x="32682" y="8666"/>
                    <a:pt x="34369" y="8666"/>
                  </a:cubicBezTo>
                  <a:cubicBezTo>
                    <a:pt x="34521" y="8666"/>
                    <a:pt x="34682" y="8659"/>
                    <a:pt x="34853" y="8645"/>
                  </a:cubicBezTo>
                  <a:cubicBezTo>
                    <a:pt x="36958" y="8469"/>
                    <a:pt x="37785" y="7241"/>
                    <a:pt x="37785" y="7241"/>
                  </a:cubicBezTo>
                  <a:cubicBezTo>
                    <a:pt x="37785" y="7241"/>
                    <a:pt x="38412" y="7943"/>
                    <a:pt x="39765" y="7943"/>
                  </a:cubicBezTo>
                  <a:cubicBezTo>
                    <a:pt x="41094" y="7943"/>
                    <a:pt x="42146" y="6765"/>
                    <a:pt x="42146" y="6765"/>
                  </a:cubicBezTo>
                  <a:cubicBezTo>
                    <a:pt x="42146" y="6765"/>
                    <a:pt x="42410" y="7227"/>
                    <a:pt x="43515" y="7227"/>
                  </a:cubicBezTo>
                  <a:cubicBezTo>
                    <a:pt x="43771" y="7227"/>
                    <a:pt x="44073" y="7203"/>
                    <a:pt x="44427" y="7141"/>
                  </a:cubicBezTo>
                  <a:cubicBezTo>
                    <a:pt x="46307" y="6840"/>
                    <a:pt x="46482" y="5587"/>
                    <a:pt x="46482" y="5587"/>
                  </a:cubicBezTo>
                  <a:cubicBezTo>
                    <a:pt x="46482" y="5587"/>
                    <a:pt x="47136" y="6086"/>
                    <a:pt x="48159" y="6086"/>
                  </a:cubicBezTo>
                  <a:cubicBezTo>
                    <a:pt x="48370" y="6086"/>
                    <a:pt x="48597" y="6065"/>
                    <a:pt x="48838" y="6013"/>
                  </a:cubicBezTo>
                  <a:cubicBezTo>
                    <a:pt x="50216" y="5713"/>
                    <a:pt x="50718" y="4008"/>
                    <a:pt x="50718" y="4008"/>
                  </a:cubicBezTo>
                  <a:cubicBezTo>
                    <a:pt x="50718" y="4008"/>
                    <a:pt x="51504" y="4644"/>
                    <a:pt x="52531" y="4644"/>
                  </a:cubicBezTo>
                  <a:cubicBezTo>
                    <a:pt x="52760" y="4644"/>
                    <a:pt x="53002" y="4612"/>
                    <a:pt x="53249" y="4535"/>
                  </a:cubicBezTo>
                  <a:cubicBezTo>
                    <a:pt x="54602" y="4109"/>
                    <a:pt x="54427" y="2655"/>
                    <a:pt x="54427" y="2655"/>
                  </a:cubicBezTo>
                  <a:lnTo>
                    <a:pt x="54427" y="2655"/>
                  </a:lnTo>
                  <a:cubicBezTo>
                    <a:pt x="54609" y="2739"/>
                    <a:pt x="54834" y="2779"/>
                    <a:pt x="55076" y="2779"/>
                  </a:cubicBezTo>
                  <a:cubicBezTo>
                    <a:pt x="56198" y="2779"/>
                    <a:pt x="57670" y="1926"/>
                    <a:pt x="56783" y="750"/>
                  </a:cubicBezTo>
                  <a:cubicBezTo>
                    <a:pt x="56758" y="725"/>
                    <a:pt x="56733" y="700"/>
                    <a:pt x="56733" y="675"/>
                  </a:cubicBezTo>
                  <a:cubicBezTo>
                    <a:pt x="56313" y="160"/>
                    <a:pt x="55764" y="1"/>
                    <a:pt x="55243" y="1"/>
                  </a:cubicBezTo>
                  <a:close/>
                </a:path>
              </a:pathLst>
            </a:custGeom>
            <a:solidFill>
              <a:srgbClr val="EFB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9" name="Google Shape;5419;p48"/>
            <p:cNvSpPr/>
            <p:nvPr/>
          </p:nvSpPr>
          <p:spPr>
            <a:xfrm>
              <a:off x="2262300" y="3837125"/>
              <a:ext cx="170200" cy="75675"/>
            </a:xfrm>
            <a:custGeom>
              <a:rect b="b" l="l" r="r" t="t"/>
              <a:pathLst>
                <a:path extrusionOk="0" h="3027" w="6808">
                  <a:moveTo>
                    <a:pt x="6807" y="1"/>
                  </a:moveTo>
                  <a:cubicBezTo>
                    <a:pt x="6807" y="1"/>
                    <a:pt x="467" y="778"/>
                    <a:pt x="66" y="2582"/>
                  </a:cubicBezTo>
                  <a:cubicBezTo>
                    <a:pt x="1" y="2896"/>
                    <a:pt x="158" y="3027"/>
                    <a:pt x="461" y="3027"/>
                  </a:cubicBezTo>
                  <a:cubicBezTo>
                    <a:pt x="1925" y="3027"/>
                    <a:pt x="6807" y="1"/>
                    <a:pt x="68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0" name="Google Shape;5420;p48"/>
            <p:cNvSpPr/>
            <p:nvPr/>
          </p:nvSpPr>
          <p:spPr>
            <a:xfrm>
              <a:off x="2389250" y="3860325"/>
              <a:ext cx="115300" cy="131375"/>
            </a:xfrm>
            <a:custGeom>
              <a:rect b="b" l="l" r="r" t="t"/>
              <a:pathLst>
                <a:path extrusionOk="0" h="5255" w="4612">
                  <a:moveTo>
                    <a:pt x="4612" y="0"/>
                  </a:moveTo>
                  <a:cubicBezTo>
                    <a:pt x="4611" y="0"/>
                    <a:pt x="0" y="4261"/>
                    <a:pt x="1178" y="5163"/>
                  </a:cubicBezTo>
                  <a:cubicBezTo>
                    <a:pt x="1261" y="5225"/>
                    <a:pt x="1350" y="5254"/>
                    <a:pt x="1442" y="5254"/>
                  </a:cubicBezTo>
                  <a:cubicBezTo>
                    <a:pt x="2679" y="5254"/>
                    <a:pt x="4612" y="0"/>
                    <a:pt x="46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1" name="Google Shape;5421;p48"/>
            <p:cNvSpPr/>
            <p:nvPr/>
          </p:nvSpPr>
          <p:spPr>
            <a:xfrm>
              <a:off x="2702525" y="3842150"/>
              <a:ext cx="170175" cy="75450"/>
            </a:xfrm>
            <a:custGeom>
              <a:rect b="b" l="l" r="r" t="t"/>
              <a:pathLst>
                <a:path extrusionOk="0" h="3018" w="6807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4897" y="3017"/>
                    <a:pt x="6353" y="3017"/>
                  </a:cubicBezTo>
                  <a:cubicBezTo>
                    <a:pt x="6653" y="3017"/>
                    <a:pt x="6807" y="2890"/>
                    <a:pt x="6742" y="2582"/>
                  </a:cubicBezTo>
                  <a:cubicBezTo>
                    <a:pt x="6341" y="752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2" name="Google Shape;5422;p48"/>
            <p:cNvSpPr/>
            <p:nvPr/>
          </p:nvSpPr>
          <p:spPr>
            <a:xfrm>
              <a:off x="2630475" y="3865325"/>
              <a:ext cx="115300" cy="130775"/>
            </a:xfrm>
            <a:custGeom>
              <a:rect b="b" l="l" r="r" t="t"/>
              <a:pathLst>
                <a:path extrusionOk="0" h="5231" w="4612">
                  <a:moveTo>
                    <a:pt x="0" y="1"/>
                  </a:moveTo>
                  <a:cubicBezTo>
                    <a:pt x="0" y="1"/>
                    <a:pt x="1932" y="5230"/>
                    <a:pt x="3169" y="5230"/>
                  </a:cubicBezTo>
                  <a:cubicBezTo>
                    <a:pt x="3262" y="5230"/>
                    <a:pt x="3350" y="5201"/>
                    <a:pt x="3434" y="5138"/>
                  </a:cubicBezTo>
                  <a:cubicBezTo>
                    <a:pt x="4612" y="426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3" name="Google Shape;5423;p48"/>
            <p:cNvSpPr/>
            <p:nvPr/>
          </p:nvSpPr>
          <p:spPr>
            <a:xfrm>
              <a:off x="2028975" y="4274475"/>
              <a:ext cx="1153525" cy="149900"/>
            </a:xfrm>
            <a:custGeom>
              <a:rect b="b" l="l" r="r" t="t"/>
              <a:pathLst>
                <a:path extrusionOk="0" h="5996" w="46141">
                  <a:moveTo>
                    <a:pt x="677" y="1"/>
                  </a:moveTo>
                  <a:cubicBezTo>
                    <a:pt x="677" y="1"/>
                    <a:pt x="0" y="627"/>
                    <a:pt x="602" y="1605"/>
                  </a:cubicBezTo>
                  <a:cubicBezTo>
                    <a:pt x="1228" y="2582"/>
                    <a:pt x="13734" y="5865"/>
                    <a:pt x="23008" y="5991"/>
                  </a:cubicBezTo>
                  <a:cubicBezTo>
                    <a:pt x="23219" y="5994"/>
                    <a:pt x="23433" y="5996"/>
                    <a:pt x="23648" y="5996"/>
                  </a:cubicBezTo>
                  <a:cubicBezTo>
                    <a:pt x="32856" y="5996"/>
                    <a:pt x="45026" y="2914"/>
                    <a:pt x="45589" y="2106"/>
                  </a:cubicBezTo>
                  <a:cubicBezTo>
                    <a:pt x="46141" y="1254"/>
                    <a:pt x="45288" y="126"/>
                    <a:pt x="45288" y="126"/>
                  </a:cubicBezTo>
                  <a:cubicBezTo>
                    <a:pt x="45288" y="126"/>
                    <a:pt x="35631" y="4132"/>
                    <a:pt x="22505" y="4132"/>
                  </a:cubicBezTo>
                  <a:cubicBezTo>
                    <a:pt x="15851" y="4132"/>
                    <a:pt x="8306" y="3103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4" name="Google Shape;5424;p48"/>
          <p:cNvGrpSpPr/>
          <p:nvPr/>
        </p:nvGrpSpPr>
        <p:grpSpPr>
          <a:xfrm>
            <a:off x="3857131" y="4178956"/>
            <a:ext cx="552610" cy="601223"/>
            <a:chOff x="5374225" y="684850"/>
            <a:chExt cx="1043250" cy="1135025"/>
          </a:xfrm>
        </p:grpSpPr>
        <p:sp>
          <p:nvSpPr>
            <p:cNvPr id="5425" name="Google Shape;5425;p48"/>
            <p:cNvSpPr/>
            <p:nvPr/>
          </p:nvSpPr>
          <p:spPr>
            <a:xfrm>
              <a:off x="5919325" y="1275075"/>
              <a:ext cx="498150" cy="443625"/>
            </a:xfrm>
            <a:custGeom>
              <a:rect b="b" l="l" r="r" t="t"/>
              <a:pathLst>
                <a:path extrusionOk="0" h="17745" w="19926">
                  <a:moveTo>
                    <a:pt x="13289" y="1"/>
                  </a:moveTo>
                  <a:cubicBezTo>
                    <a:pt x="12312" y="1"/>
                    <a:pt x="11348" y="202"/>
                    <a:pt x="10452" y="577"/>
                  </a:cubicBezTo>
                  <a:cubicBezTo>
                    <a:pt x="9475" y="1003"/>
                    <a:pt x="8648" y="1680"/>
                    <a:pt x="8171" y="2532"/>
                  </a:cubicBezTo>
                  <a:cubicBezTo>
                    <a:pt x="8146" y="2607"/>
                    <a:pt x="8171" y="2658"/>
                    <a:pt x="8221" y="2683"/>
                  </a:cubicBezTo>
                  <a:cubicBezTo>
                    <a:pt x="8719" y="2903"/>
                    <a:pt x="9257" y="2973"/>
                    <a:pt x="9804" y="2973"/>
                  </a:cubicBezTo>
                  <a:cubicBezTo>
                    <a:pt x="10690" y="2973"/>
                    <a:pt x="11601" y="2789"/>
                    <a:pt x="12407" y="2758"/>
                  </a:cubicBezTo>
                  <a:cubicBezTo>
                    <a:pt x="12520" y="2745"/>
                    <a:pt x="12626" y="2739"/>
                    <a:pt x="12733" y="2739"/>
                  </a:cubicBezTo>
                  <a:cubicBezTo>
                    <a:pt x="12839" y="2739"/>
                    <a:pt x="12946" y="2745"/>
                    <a:pt x="13059" y="2758"/>
                  </a:cubicBezTo>
                  <a:cubicBezTo>
                    <a:pt x="14011" y="2808"/>
                    <a:pt x="14888" y="3134"/>
                    <a:pt x="15465" y="3961"/>
                  </a:cubicBezTo>
                  <a:cubicBezTo>
                    <a:pt x="17119" y="6342"/>
                    <a:pt x="14888" y="9525"/>
                    <a:pt x="13184" y="11129"/>
                  </a:cubicBezTo>
                  <a:cubicBezTo>
                    <a:pt x="11680" y="12557"/>
                    <a:pt x="9700" y="13785"/>
                    <a:pt x="7545" y="14537"/>
                  </a:cubicBezTo>
                  <a:cubicBezTo>
                    <a:pt x="6467" y="14938"/>
                    <a:pt x="5364" y="15214"/>
                    <a:pt x="4211" y="15339"/>
                  </a:cubicBezTo>
                  <a:cubicBezTo>
                    <a:pt x="3033" y="15490"/>
                    <a:pt x="1755" y="15364"/>
                    <a:pt x="678" y="16041"/>
                  </a:cubicBezTo>
                  <a:cubicBezTo>
                    <a:pt x="1" y="16467"/>
                    <a:pt x="327" y="17119"/>
                    <a:pt x="1003" y="17420"/>
                  </a:cubicBezTo>
                  <a:cubicBezTo>
                    <a:pt x="1549" y="17674"/>
                    <a:pt x="2174" y="17744"/>
                    <a:pt x="2782" y="17744"/>
                  </a:cubicBezTo>
                  <a:cubicBezTo>
                    <a:pt x="3012" y="17744"/>
                    <a:pt x="3240" y="17734"/>
                    <a:pt x="3460" y="17720"/>
                  </a:cubicBezTo>
                  <a:cubicBezTo>
                    <a:pt x="4061" y="17695"/>
                    <a:pt x="4663" y="17620"/>
                    <a:pt x="5289" y="17520"/>
                  </a:cubicBezTo>
                  <a:cubicBezTo>
                    <a:pt x="11881" y="16542"/>
                    <a:pt x="18998" y="12357"/>
                    <a:pt x="19650" y="6893"/>
                  </a:cubicBezTo>
                  <a:cubicBezTo>
                    <a:pt x="19926" y="4512"/>
                    <a:pt x="19425" y="2006"/>
                    <a:pt x="16743" y="753"/>
                  </a:cubicBezTo>
                  <a:cubicBezTo>
                    <a:pt x="15866" y="327"/>
                    <a:pt x="14888" y="76"/>
                    <a:pt x="13886" y="26"/>
                  </a:cubicBezTo>
                  <a:cubicBezTo>
                    <a:pt x="13687" y="9"/>
                    <a:pt x="13487" y="1"/>
                    <a:pt x="132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6" name="Google Shape;5426;p48"/>
            <p:cNvSpPr/>
            <p:nvPr/>
          </p:nvSpPr>
          <p:spPr>
            <a:xfrm>
              <a:off x="5470700" y="684850"/>
              <a:ext cx="725600" cy="509275"/>
            </a:xfrm>
            <a:custGeom>
              <a:rect b="b" l="l" r="r" t="t"/>
              <a:pathLst>
                <a:path extrusionOk="0" h="20371" w="29024">
                  <a:moveTo>
                    <a:pt x="18197" y="1"/>
                  </a:moveTo>
                  <a:cubicBezTo>
                    <a:pt x="18372" y="1104"/>
                    <a:pt x="17720" y="2231"/>
                    <a:pt x="16693" y="2607"/>
                  </a:cubicBezTo>
                  <a:cubicBezTo>
                    <a:pt x="16066" y="2833"/>
                    <a:pt x="15364" y="2808"/>
                    <a:pt x="14688" y="2858"/>
                  </a:cubicBezTo>
                  <a:cubicBezTo>
                    <a:pt x="13986" y="2883"/>
                    <a:pt x="13284" y="3033"/>
                    <a:pt x="12833" y="3484"/>
                  </a:cubicBezTo>
                  <a:cubicBezTo>
                    <a:pt x="12633" y="3710"/>
                    <a:pt x="12507" y="4011"/>
                    <a:pt x="12482" y="4312"/>
                  </a:cubicBezTo>
                  <a:cubicBezTo>
                    <a:pt x="12156" y="4312"/>
                    <a:pt x="11831" y="4337"/>
                    <a:pt x="11505" y="4362"/>
                  </a:cubicBezTo>
                  <a:cubicBezTo>
                    <a:pt x="10628" y="4462"/>
                    <a:pt x="9775" y="4738"/>
                    <a:pt x="9324" y="5364"/>
                  </a:cubicBezTo>
                  <a:cubicBezTo>
                    <a:pt x="8923" y="5891"/>
                    <a:pt x="8898" y="6567"/>
                    <a:pt x="8948" y="7244"/>
                  </a:cubicBezTo>
                  <a:cubicBezTo>
                    <a:pt x="8297" y="6993"/>
                    <a:pt x="7620" y="6818"/>
                    <a:pt x="6943" y="6743"/>
                  </a:cubicBezTo>
                  <a:cubicBezTo>
                    <a:pt x="6764" y="6726"/>
                    <a:pt x="6584" y="6718"/>
                    <a:pt x="6405" y="6718"/>
                  </a:cubicBezTo>
                  <a:cubicBezTo>
                    <a:pt x="5210" y="6718"/>
                    <a:pt x="4063" y="7086"/>
                    <a:pt x="3409" y="7870"/>
                  </a:cubicBezTo>
                  <a:cubicBezTo>
                    <a:pt x="3309" y="8021"/>
                    <a:pt x="3209" y="8171"/>
                    <a:pt x="3109" y="8347"/>
                  </a:cubicBezTo>
                  <a:cubicBezTo>
                    <a:pt x="2933" y="8748"/>
                    <a:pt x="2858" y="9199"/>
                    <a:pt x="2933" y="9650"/>
                  </a:cubicBezTo>
                  <a:cubicBezTo>
                    <a:pt x="2106" y="9825"/>
                    <a:pt x="1379" y="10176"/>
                    <a:pt x="853" y="10728"/>
                  </a:cubicBezTo>
                  <a:cubicBezTo>
                    <a:pt x="753" y="10828"/>
                    <a:pt x="678" y="10953"/>
                    <a:pt x="602" y="11053"/>
                  </a:cubicBezTo>
                  <a:cubicBezTo>
                    <a:pt x="452" y="11254"/>
                    <a:pt x="352" y="11480"/>
                    <a:pt x="277" y="11730"/>
                  </a:cubicBezTo>
                  <a:cubicBezTo>
                    <a:pt x="1" y="12532"/>
                    <a:pt x="126" y="13510"/>
                    <a:pt x="703" y="14262"/>
                  </a:cubicBezTo>
                  <a:cubicBezTo>
                    <a:pt x="1555" y="15439"/>
                    <a:pt x="3134" y="15916"/>
                    <a:pt x="4587" y="16317"/>
                  </a:cubicBezTo>
                  <a:cubicBezTo>
                    <a:pt x="10978" y="18046"/>
                    <a:pt x="17420" y="19750"/>
                    <a:pt x="23936" y="20302"/>
                  </a:cubicBezTo>
                  <a:cubicBezTo>
                    <a:pt x="24400" y="20339"/>
                    <a:pt x="24863" y="20371"/>
                    <a:pt x="25321" y="20371"/>
                  </a:cubicBezTo>
                  <a:cubicBezTo>
                    <a:pt x="25778" y="20371"/>
                    <a:pt x="26229" y="20339"/>
                    <a:pt x="26668" y="20252"/>
                  </a:cubicBezTo>
                  <a:cubicBezTo>
                    <a:pt x="27520" y="20076"/>
                    <a:pt x="28347" y="19650"/>
                    <a:pt x="28723" y="18923"/>
                  </a:cubicBezTo>
                  <a:cubicBezTo>
                    <a:pt x="28848" y="18723"/>
                    <a:pt x="28923" y="18522"/>
                    <a:pt x="28948" y="18297"/>
                  </a:cubicBezTo>
                  <a:cubicBezTo>
                    <a:pt x="29024" y="17921"/>
                    <a:pt x="28974" y="17520"/>
                    <a:pt x="28848" y="17119"/>
                  </a:cubicBezTo>
                  <a:cubicBezTo>
                    <a:pt x="28623" y="16342"/>
                    <a:pt x="28071" y="15565"/>
                    <a:pt x="27344" y="15013"/>
                  </a:cubicBezTo>
                  <a:cubicBezTo>
                    <a:pt x="27094" y="14813"/>
                    <a:pt x="26818" y="14612"/>
                    <a:pt x="26542" y="14462"/>
                  </a:cubicBezTo>
                  <a:cubicBezTo>
                    <a:pt x="26918" y="14011"/>
                    <a:pt x="27044" y="13434"/>
                    <a:pt x="26969" y="12833"/>
                  </a:cubicBezTo>
                  <a:cubicBezTo>
                    <a:pt x="26943" y="12532"/>
                    <a:pt x="26843" y="12231"/>
                    <a:pt x="26693" y="11956"/>
                  </a:cubicBezTo>
                  <a:cubicBezTo>
                    <a:pt x="26141" y="10903"/>
                    <a:pt x="24963" y="10126"/>
                    <a:pt x="23710" y="9775"/>
                  </a:cubicBezTo>
                  <a:cubicBezTo>
                    <a:pt x="23836" y="8973"/>
                    <a:pt x="23635" y="8071"/>
                    <a:pt x="23059" y="7344"/>
                  </a:cubicBezTo>
                  <a:cubicBezTo>
                    <a:pt x="22608" y="6743"/>
                    <a:pt x="21956" y="6292"/>
                    <a:pt x="21254" y="5991"/>
                  </a:cubicBezTo>
                  <a:cubicBezTo>
                    <a:pt x="21430" y="5615"/>
                    <a:pt x="21505" y="5189"/>
                    <a:pt x="21480" y="4763"/>
                  </a:cubicBezTo>
                  <a:cubicBezTo>
                    <a:pt x="21430" y="3810"/>
                    <a:pt x="20978" y="2883"/>
                    <a:pt x="20352" y="2081"/>
                  </a:cubicBezTo>
                  <a:cubicBezTo>
                    <a:pt x="19725" y="1304"/>
                    <a:pt x="18948" y="652"/>
                    <a:pt x="181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7" name="Google Shape;5427;p48"/>
            <p:cNvSpPr/>
            <p:nvPr/>
          </p:nvSpPr>
          <p:spPr>
            <a:xfrm>
              <a:off x="5470700" y="953025"/>
              <a:ext cx="725600" cy="241100"/>
            </a:xfrm>
            <a:custGeom>
              <a:rect b="b" l="l" r="r" t="t"/>
              <a:pathLst>
                <a:path extrusionOk="0" h="9644" w="29024">
                  <a:moveTo>
                    <a:pt x="853" y="1"/>
                  </a:moveTo>
                  <a:cubicBezTo>
                    <a:pt x="753" y="101"/>
                    <a:pt x="678" y="226"/>
                    <a:pt x="602" y="326"/>
                  </a:cubicBezTo>
                  <a:cubicBezTo>
                    <a:pt x="452" y="527"/>
                    <a:pt x="352" y="753"/>
                    <a:pt x="277" y="1003"/>
                  </a:cubicBezTo>
                  <a:cubicBezTo>
                    <a:pt x="1" y="1805"/>
                    <a:pt x="126" y="2783"/>
                    <a:pt x="703" y="3535"/>
                  </a:cubicBezTo>
                  <a:cubicBezTo>
                    <a:pt x="1555" y="4712"/>
                    <a:pt x="3134" y="5189"/>
                    <a:pt x="4587" y="5590"/>
                  </a:cubicBezTo>
                  <a:cubicBezTo>
                    <a:pt x="10978" y="7319"/>
                    <a:pt x="17420" y="9023"/>
                    <a:pt x="23936" y="9575"/>
                  </a:cubicBezTo>
                  <a:cubicBezTo>
                    <a:pt x="24400" y="9612"/>
                    <a:pt x="24863" y="9644"/>
                    <a:pt x="25321" y="9644"/>
                  </a:cubicBezTo>
                  <a:cubicBezTo>
                    <a:pt x="25778" y="9644"/>
                    <a:pt x="26229" y="9612"/>
                    <a:pt x="26668" y="9525"/>
                  </a:cubicBezTo>
                  <a:cubicBezTo>
                    <a:pt x="27520" y="9349"/>
                    <a:pt x="28347" y="8923"/>
                    <a:pt x="28723" y="8196"/>
                  </a:cubicBezTo>
                  <a:cubicBezTo>
                    <a:pt x="28848" y="7996"/>
                    <a:pt x="28923" y="7795"/>
                    <a:pt x="28948" y="7570"/>
                  </a:cubicBezTo>
                  <a:cubicBezTo>
                    <a:pt x="29024" y="7194"/>
                    <a:pt x="28974" y="6793"/>
                    <a:pt x="28848" y="6392"/>
                  </a:cubicBezTo>
                  <a:cubicBezTo>
                    <a:pt x="28798" y="6417"/>
                    <a:pt x="28723" y="6442"/>
                    <a:pt x="28648" y="6442"/>
                  </a:cubicBezTo>
                  <a:cubicBezTo>
                    <a:pt x="28447" y="6517"/>
                    <a:pt x="28222" y="6567"/>
                    <a:pt x="28021" y="6592"/>
                  </a:cubicBezTo>
                  <a:cubicBezTo>
                    <a:pt x="27845" y="6619"/>
                    <a:pt x="27670" y="6632"/>
                    <a:pt x="27495" y="6632"/>
                  </a:cubicBezTo>
                  <a:cubicBezTo>
                    <a:pt x="26703" y="6632"/>
                    <a:pt x="25933" y="6374"/>
                    <a:pt x="25214" y="6066"/>
                  </a:cubicBezTo>
                  <a:cubicBezTo>
                    <a:pt x="24312" y="5665"/>
                    <a:pt x="23385" y="5364"/>
                    <a:pt x="22432" y="5038"/>
                  </a:cubicBezTo>
                  <a:cubicBezTo>
                    <a:pt x="20452" y="4362"/>
                    <a:pt x="18447" y="3785"/>
                    <a:pt x="16417" y="3259"/>
                  </a:cubicBezTo>
                  <a:cubicBezTo>
                    <a:pt x="13735" y="2607"/>
                    <a:pt x="11054" y="2081"/>
                    <a:pt x="8322" y="1705"/>
                  </a:cubicBezTo>
                  <a:cubicBezTo>
                    <a:pt x="7341" y="1565"/>
                    <a:pt x="6264" y="1329"/>
                    <a:pt x="5245" y="1329"/>
                  </a:cubicBezTo>
                  <a:cubicBezTo>
                    <a:pt x="4988" y="1329"/>
                    <a:pt x="4734" y="1344"/>
                    <a:pt x="4487" y="1379"/>
                  </a:cubicBezTo>
                  <a:cubicBezTo>
                    <a:pt x="4361" y="1398"/>
                    <a:pt x="4235" y="1407"/>
                    <a:pt x="4110" y="1407"/>
                  </a:cubicBezTo>
                  <a:cubicBezTo>
                    <a:pt x="3095" y="1407"/>
                    <a:pt x="2130" y="815"/>
                    <a:pt x="1304" y="301"/>
                  </a:cubicBezTo>
                  <a:cubicBezTo>
                    <a:pt x="1304" y="276"/>
                    <a:pt x="1279" y="276"/>
                    <a:pt x="1254" y="251"/>
                  </a:cubicBezTo>
                  <a:cubicBezTo>
                    <a:pt x="1129" y="176"/>
                    <a:pt x="978" y="10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8" name="Google Shape;5428;p48"/>
            <p:cNvSpPr/>
            <p:nvPr/>
          </p:nvSpPr>
          <p:spPr>
            <a:xfrm>
              <a:off x="5708175" y="927300"/>
              <a:ext cx="438625" cy="119100"/>
            </a:xfrm>
            <a:custGeom>
              <a:rect b="b" l="l" r="r" t="t"/>
              <a:pathLst>
                <a:path extrusionOk="0" h="4764" w="17545">
                  <a:moveTo>
                    <a:pt x="2998" y="1"/>
                  </a:moveTo>
                  <a:cubicBezTo>
                    <a:pt x="2002" y="1"/>
                    <a:pt x="1018" y="50"/>
                    <a:pt x="51" y="152"/>
                  </a:cubicBezTo>
                  <a:cubicBezTo>
                    <a:pt x="26" y="152"/>
                    <a:pt x="1" y="203"/>
                    <a:pt x="51" y="203"/>
                  </a:cubicBezTo>
                  <a:cubicBezTo>
                    <a:pt x="3585" y="729"/>
                    <a:pt x="6943" y="1230"/>
                    <a:pt x="10377" y="2208"/>
                  </a:cubicBezTo>
                  <a:cubicBezTo>
                    <a:pt x="12708" y="2859"/>
                    <a:pt x="14913" y="3761"/>
                    <a:pt x="17043" y="4764"/>
                  </a:cubicBezTo>
                  <a:cubicBezTo>
                    <a:pt x="17419" y="4313"/>
                    <a:pt x="17545" y="3736"/>
                    <a:pt x="17470" y="3135"/>
                  </a:cubicBezTo>
                  <a:cubicBezTo>
                    <a:pt x="12976" y="1179"/>
                    <a:pt x="7860" y="1"/>
                    <a:pt x="29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9" name="Google Shape;5429;p48"/>
            <p:cNvSpPr/>
            <p:nvPr/>
          </p:nvSpPr>
          <p:spPr>
            <a:xfrm>
              <a:off x="5708950" y="874600"/>
              <a:ext cx="341850" cy="50350"/>
            </a:xfrm>
            <a:custGeom>
              <a:rect b="b" l="l" r="r" t="t"/>
              <a:pathLst>
                <a:path extrusionOk="0" h="2014" w="13674">
                  <a:moveTo>
                    <a:pt x="79" y="1"/>
                  </a:moveTo>
                  <a:cubicBezTo>
                    <a:pt x="35" y="1"/>
                    <a:pt x="0" y="83"/>
                    <a:pt x="45" y="105"/>
                  </a:cubicBezTo>
                  <a:cubicBezTo>
                    <a:pt x="2047" y="1254"/>
                    <a:pt x="4178" y="1407"/>
                    <a:pt x="6342" y="1407"/>
                  </a:cubicBezTo>
                  <a:cubicBezTo>
                    <a:pt x="7123" y="1407"/>
                    <a:pt x="7909" y="1387"/>
                    <a:pt x="8695" y="1387"/>
                  </a:cubicBezTo>
                  <a:cubicBezTo>
                    <a:pt x="10337" y="1387"/>
                    <a:pt x="11979" y="1473"/>
                    <a:pt x="13579" y="2010"/>
                  </a:cubicBezTo>
                  <a:cubicBezTo>
                    <a:pt x="13587" y="2013"/>
                    <a:pt x="13595" y="2014"/>
                    <a:pt x="13602" y="2014"/>
                  </a:cubicBezTo>
                  <a:cubicBezTo>
                    <a:pt x="13659" y="2014"/>
                    <a:pt x="13674" y="1932"/>
                    <a:pt x="13629" y="1910"/>
                  </a:cubicBezTo>
                  <a:cubicBezTo>
                    <a:pt x="12252" y="911"/>
                    <a:pt x="10712" y="658"/>
                    <a:pt x="9117" y="658"/>
                  </a:cubicBezTo>
                  <a:cubicBezTo>
                    <a:pt x="7469" y="658"/>
                    <a:pt x="5763" y="928"/>
                    <a:pt x="4113" y="928"/>
                  </a:cubicBezTo>
                  <a:cubicBezTo>
                    <a:pt x="2708" y="928"/>
                    <a:pt x="1344" y="732"/>
                    <a:pt x="95" y="5"/>
                  </a:cubicBezTo>
                  <a:cubicBezTo>
                    <a:pt x="90" y="2"/>
                    <a:pt x="84" y="1"/>
                    <a:pt x="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0" name="Google Shape;5430;p48"/>
            <p:cNvSpPr/>
            <p:nvPr/>
          </p:nvSpPr>
          <p:spPr>
            <a:xfrm>
              <a:off x="5792175" y="798250"/>
              <a:ext cx="189650" cy="30825"/>
            </a:xfrm>
            <a:custGeom>
              <a:rect b="b" l="l" r="r" t="t"/>
              <a:pathLst>
                <a:path extrusionOk="0" h="1233" w="7586">
                  <a:moveTo>
                    <a:pt x="76" y="0"/>
                  </a:moveTo>
                  <a:cubicBezTo>
                    <a:pt x="25" y="0"/>
                    <a:pt x="1" y="28"/>
                    <a:pt x="49" y="76"/>
                  </a:cubicBezTo>
                  <a:cubicBezTo>
                    <a:pt x="810" y="1008"/>
                    <a:pt x="1942" y="1213"/>
                    <a:pt x="3160" y="1213"/>
                  </a:cubicBezTo>
                  <a:cubicBezTo>
                    <a:pt x="4122" y="1213"/>
                    <a:pt x="5138" y="1085"/>
                    <a:pt x="6067" y="1085"/>
                  </a:cubicBezTo>
                  <a:cubicBezTo>
                    <a:pt x="6557" y="1085"/>
                    <a:pt x="7022" y="1120"/>
                    <a:pt x="7443" y="1229"/>
                  </a:cubicBezTo>
                  <a:cubicBezTo>
                    <a:pt x="7449" y="1231"/>
                    <a:pt x="7454" y="1232"/>
                    <a:pt x="7460" y="1232"/>
                  </a:cubicBezTo>
                  <a:cubicBezTo>
                    <a:pt x="7528" y="1232"/>
                    <a:pt x="7586" y="1100"/>
                    <a:pt x="7493" y="1054"/>
                  </a:cubicBezTo>
                  <a:cubicBezTo>
                    <a:pt x="6732" y="605"/>
                    <a:pt x="6062" y="475"/>
                    <a:pt x="5259" y="475"/>
                  </a:cubicBezTo>
                  <a:cubicBezTo>
                    <a:pt x="5030" y="475"/>
                    <a:pt x="4791" y="486"/>
                    <a:pt x="4536" y="502"/>
                  </a:cubicBezTo>
                  <a:cubicBezTo>
                    <a:pt x="3965" y="530"/>
                    <a:pt x="3426" y="563"/>
                    <a:pt x="2903" y="563"/>
                  </a:cubicBezTo>
                  <a:cubicBezTo>
                    <a:pt x="1979" y="563"/>
                    <a:pt x="1103" y="458"/>
                    <a:pt x="175" y="26"/>
                  </a:cubicBezTo>
                  <a:cubicBezTo>
                    <a:pt x="139" y="8"/>
                    <a:pt x="104" y="0"/>
                    <a:pt x="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1" name="Google Shape;5431;p48"/>
            <p:cNvSpPr/>
            <p:nvPr/>
          </p:nvSpPr>
          <p:spPr>
            <a:xfrm>
              <a:off x="5542150" y="893500"/>
              <a:ext cx="129725" cy="47700"/>
            </a:xfrm>
            <a:custGeom>
              <a:rect b="b" l="l" r="r" t="t"/>
              <a:pathLst>
                <a:path extrusionOk="0" h="1908" w="5189">
                  <a:moveTo>
                    <a:pt x="251" y="1"/>
                  </a:moveTo>
                  <a:cubicBezTo>
                    <a:pt x="75" y="402"/>
                    <a:pt x="0" y="853"/>
                    <a:pt x="75" y="1304"/>
                  </a:cubicBezTo>
                  <a:cubicBezTo>
                    <a:pt x="1002" y="1644"/>
                    <a:pt x="2109" y="1907"/>
                    <a:pt x="3180" y="1907"/>
                  </a:cubicBezTo>
                  <a:cubicBezTo>
                    <a:pt x="3847" y="1907"/>
                    <a:pt x="4501" y="1805"/>
                    <a:pt x="5088" y="1555"/>
                  </a:cubicBezTo>
                  <a:cubicBezTo>
                    <a:pt x="5188" y="1530"/>
                    <a:pt x="5188" y="1404"/>
                    <a:pt x="5088" y="1379"/>
                  </a:cubicBezTo>
                  <a:cubicBezTo>
                    <a:pt x="3409" y="1053"/>
                    <a:pt x="1930" y="978"/>
                    <a:pt x="401" y="101"/>
                  </a:cubicBezTo>
                  <a:cubicBezTo>
                    <a:pt x="376" y="76"/>
                    <a:pt x="326" y="26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2" name="Google Shape;5432;p48"/>
            <p:cNvSpPr/>
            <p:nvPr/>
          </p:nvSpPr>
          <p:spPr>
            <a:xfrm>
              <a:off x="5374225" y="1018825"/>
              <a:ext cx="859675" cy="801050"/>
            </a:xfrm>
            <a:custGeom>
              <a:rect b="b" l="l" r="r" t="t"/>
              <a:pathLst>
                <a:path extrusionOk="0" h="32042" w="34387">
                  <a:moveTo>
                    <a:pt x="2983" y="0"/>
                  </a:moveTo>
                  <a:cubicBezTo>
                    <a:pt x="2256" y="0"/>
                    <a:pt x="1604" y="501"/>
                    <a:pt x="1454" y="1203"/>
                  </a:cubicBezTo>
                  <a:cubicBezTo>
                    <a:pt x="552" y="5589"/>
                    <a:pt x="0" y="10050"/>
                    <a:pt x="75" y="14487"/>
                  </a:cubicBezTo>
                  <a:cubicBezTo>
                    <a:pt x="75" y="14587"/>
                    <a:pt x="75" y="14687"/>
                    <a:pt x="75" y="14787"/>
                  </a:cubicBezTo>
                  <a:cubicBezTo>
                    <a:pt x="201" y="19324"/>
                    <a:pt x="1178" y="23409"/>
                    <a:pt x="2882" y="27444"/>
                  </a:cubicBezTo>
                  <a:cubicBezTo>
                    <a:pt x="3058" y="27845"/>
                    <a:pt x="3384" y="28146"/>
                    <a:pt x="3785" y="28271"/>
                  </a:cubicBezTo>
                  <a:cubicBezTo>
                    <a:pt x="8948" y="30076"/>
                    <a:pt x="14286" y="31329"/>
                    <a:pt x="19700" y="32030"/>
                  </a:cubicBezTo>
                  <a:cubicBezTo>
                    <a:pt x="19761" y="32038"/>
                    <a:pt x="19822" y="32041"/>
                    <a:pt x="19882" y="32041"/>
                  </a:cubicBezTo>
                  <a:cubicBezTo>
                    <a:pt x="20240" y="32041"/>
                    <a:pt x="20574" y="31916"/>
                    <a:pt x="20853" y="31680"/>
                  </a:cubicBezTo>
                  <a:cubicBezTo>
                    <a:pt x="24136" y="28948"/>
                    <a:pt x="26843" y="25840"/>
                    <a:pt x="28998" y="21955"/>
                  </a:cubicBezTo>
                  <a:cubicBezTo>
                    <a:pt x="29073" y="21830"/>
                    <a:pt x="29123" y="21705"/>
                    <a:pt x="29198" y="21579"/>
                  </a:cubicBezTo>
                  <a:cubicBezTo>
                    <a:pt x="31404" y="17544"/>
                    <a:pt x="32983" y="13183"/>
                    <a:pt x="34186" y="8722"/>
                  </a:cubicBezTo>
                  <a:cubicBezTo>
                    <a:pt x="34386" y="8020"/>
                    <a:pt x="34010" y="7268"/>
                    <a:pt x="33359" y="6943"/>
                  </a:cubicBezTo>
                  <a:cubicBezTo>
                    <a:pt x="23835" y="2632"/>
                    <a:pt x="13434" y="251"/>
                    <a:pt x="2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3" name="Google Shape;5433;p48"/>
            <p:cNvSpPr/>
            <p:nvPr/>
          </p:nvSpPr>
          <p:spPr>
            <a:xfrm>
              <a:off x="5574100" y="1167025"/>
              <a:ext cx="391000" cy="343050"/>
            </a:xfrm>
            <a:custGeom>
              <a:rect b="b" l="l" r="r" t="t"/>
              <a:pathLst>
                <a:path extrusionOk="0" h="13722" w="15640">
                  <a:moveTo>
                    <a:pt x="4368" y="0"/>
                  </a:moveTo>
                  <a:cubicBezTo>
                    <a:pt x="3109" y="0"/>
                    <a:pt x="1818" y="813"/>
                    <a:pt x="1078" y="2017"/>
                  </a:cubicBezTo>
                  <a:cubicBezTo>
                    <a:pt x="201" y="3421"/>
                    <a:pt x="0" y="5275"/>
                    <a:pt x="376" y="6879"/>
                  </a:cubicBezTo>
                  <a:cubicBezTo>
                    <a:pt x="752" y="8483"/>
                    <a:pt x="1629" y="9862"/>
                    <a:pt x="2682" y="11015"/>
                  </a:cubicBezTo>
                  <a:cubicBezTo>
                    <a:pt x="3559" y="11942"/>
                    <a:pt x="4537" y="12744"/>
                    <a:pt x="5539" y="13496"/>
                  </a:cubicBezTo>
                  <a:cubicBezTo>
                    <a:pt x="5664" y="13571"/>
                    <a:pt x="5765" y="13646"/>
                    <a:pt x="5865" y="13721"/>
                  </a:cubicBezTo>
                  <a:cubicBezTo>
                    <a:pt x="5990" y="13696"/>
                    <a:pt x="6141" y="13696"/>
                    <a:pt x="6266" y="13671"/>
                  </a:cubicBezTo>
                  <a:cubicBezTo>
                    <a:pt x="7494" y="13446"/>
                    <a:pt x="8747" y="13220"/>
                    <a:pt x="9950" y="12769"/>
                  </a:cubicBezTo>
                  <a:cubicBezTo>
                    <a:pt x="11404" y="12243"/>
                    <a:pt x="12832" y="11416"/>
                    <a:pt x="13885" y="10163"/>
                  </a:cubicBezTo>
                  <a:cubicBezTo>
                    <a:pt x="14963" y="8909"/>
                    <a:pt x="15639" y="7180"/>
                    <a:pt x="15514" y="5526"/>
                  </a:cubicBezTo>
                  <a:cubicBezTo>
                    <a:pt x="15389" y="3847"/>
                    <a:pt x="14336" y="2318"/>
                    <a:pt x="12858" y="1967"/>
                  </a:cubicBezTo>
                  <a:cubicBezTo>
                    <a:pt x="12642" y="1919"/>
                    <a:pt x="12423" y="1896"/>
                    <a:pt x="12203" y="1896"/>
                  </a:cubicBezTo>
                  <a:cubicBezTo>
                    <a:pt x="11401" y="1896"/>
                    <a:pt x="10589" y="2202"/>
                    <a:pt x="9900" y="2694"/>
                  </a:cubicBezTo>
                  <a:cubicBezTo>
                    <a:pt x="9148" y="3245"/>
                    <a:pt x="8547" y="3972"/>
                    <a:pt x="8045" y="4774"/>
                  </a:cubicBezTo>
                  <a:cubicBezTo>
                    <a:pt x="7970" y="3847"/>
                    <a:pt x="7770" y="2894"/>
                    <a:pt x="7369" y="2092"/>
                  </a:cubicBezTo>
                  <a:cubicBezTo>
                    <a:pt x="6868" y="1115"/>
                    <a:pt x="6040" y="313"/>
                    <a:pt x="5063" y="87"/>
                  </a:cubicBezTo>
                  <a:cubicBezTo>
                    <a:pt x="4835" y="28"/>
                    <a:pt x="4602" y="0"/>
                    <a:pt x="4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4" name="Google Shape;5434;p48"/>
          <p:cNvGrpSpPr/>
          <p:nvPr/>
        </p:nvGrpSpPr>
        <p:grpSpPr>
          <a:xfrm>
            <a:off x="6902879" y="3230187"/>
            <a:ext cx="583285" cy="1309077"/>
            <a:chOff x="4683125" y="2948025"/>
            <a:chExt cx="771950" cy="1732500"/>
          </a:xfrm>
        </p:grpSpPr>
        <p:sp>
          <p:nvSpPr>
            <p:cNvPr id="5435" name="Google Shape;5435;p48"/>
            <p:cNvSpPr/>
            <p:nvPr/>
          </p:nvSpPr>
          <p:spPr>
            <a:xfrm>
              <a:off x="4998275" y="4089625"/>
              <a:ext cx="104025" cy="590900"/>
            </a:xfrm>
            <a:custGeom>
              <a:rect b="b" l="l" r="r" t="t"/>
              <a:pathLst>
                <a:path extrusionOk="0" fill="none" h="23636" w="4161">
                  <a:moveTo>
                    <a:pt x="2908" y="1"/>
                  </a:moveTo>
                  <a:cubicBezTo>
                    <a:pt x="2356" y="1455"/>
                    <a:pt x="2356" y="3309"/>
                    <a:pt x="3058" y="4988"/>
                  </a:cubicBezTo>
                  <a:cubicBezTo>
                    <a:pt x="4161" y="7670"/>
                    <a:pt x="4161" y="8999"/>
                    <a:pt x="3910" y="10452"/>
                  </a:cubicBezTo>
                  <a:cubicBezTo>
                    <a:pt x="3685" y="11931"/>
                    <a:pt x="2632" y="13435"/>
                    <a:pt x="1329" y="12733"/>
                  </a:cubicBezTo>
                  <a:cubicBezTo>
                    <a:pt x="1" y="12056"/>
                    <a:pt x="978" y="10753"/>
                    <a:pt x="1880" y="11430"/>
                  </a:cubicBezTo>
                  <a:cubicBezTo>
                    <a:pt x="2783" y="12106"/>
                    <a:pt x="3560" y="14287"/>
                    <a:pt x="2908" y="16267"/>
                  </a:cubicBezTo>
                  <a:cubicBezTo>
                    <a:pt x="2281" y="18272"/>
                    <a:pt x="1930" y="20878"/>
                    <a:pt x="2833" y="23635"/>
                  </a:cubicBezTo>
                </a:path>
              </a:pathLst>
            </a:custGeom>
            <a:noFill/>
            <a:ln cap="rnd" cmpd="sng" w="7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6" name="Google Shape;5436;p48"/>
            <p:cNvSpPr/>
            <p:nvPr/>
          </p:nvSpPr>
          <p:spPr>
            <a:xfrm>
              <a:off x="5005800" y="3997525"/>
              <a:ext cx="127225" cy="122200"/>
            </a:xfrm>
            <a:custGeom>
              <a:rect b="b" l="l" r="r" t="t"/>
              <a:pathLst>
                <a:path extrusionOk="0" h="4888" w="5089">
                  <a:moveTo>
                    <a:pt x="2532" y="1"/>
                  </a:moveTo>
                  <a:cubicBezTo>
                    <a:pt x="1529" y="2081"/>
                    <a:pt x="602" y="3610"/>
                    <a:pt x="0" y="4512"/>
                  </a:cubicBezTo>
                  <a:cubicBezTo>
                    <a:pt x="752" y="4738"/>
                    <a:pt x="1604" y="4888"/>
                    <a:pt x="2532" y="4888"/>
                  </a:cubicBezTo>
                  <a:cubicBezTo>
                    <a:pt x="3459" y="4888"/>
                    <a:pt x="4336" y="4738"/>
                    <a:pt x="5088" y="4512"/>
                  </a:cubicBezTo>
                  <a:cubicBezTo>
                    <a:pt x="4462" y="3610"/>
                    <a:pt x="3534" y="2081"/>
                    <a:pt x="2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7" name="Google Shape;5437;p48"/>
            <p:cNvSpPr/>
            <p:nvPr/>
          </p:nvSpPr>
          <p:spPr>
            <a:xfrm>
              <a:off x="4683125" y="2948025"/>
              <a:ext cx="771950" cy="1055800"/>
            </a:xfrm>
            <a:custGeom>
              <a:rect b="b" l="l" r="r" t="t"/>
              <a:pathLst>
                <a:path extrusionOk="0" h="42232" w="30878">
                  <a:moveTo>
                    <a:pt x="15439" y="1"/>
                  </a:moveTo>
                  <a:cubicBezTo>
                    <a:pt x="9223" y="1"/>
                    <a:pt x="0" y="4236"/>
                    <a:pt x="0" y="16893"/>
                  </a:cubicBezTo>
                  <a:cubicBezTo>
                    <a:pt x="0" y="34637"/>
                    <a:pt x="15439" y="42231"/>
                    <a:pt x="15439" y="42231"/>
                  </a:cubicBezTo>
                  <a:cubicBezTo>
                    <a:pt x="15439" y="42231"/>
                    <a:pt x="30877" y="34637"/>
                    <a:pt x="30877" y="16893"/>
                  </a:cubicBezTo>
                  <a:cubicBezTo>
                    <a:pt x="30877" y="4236"/>
                    <a:pt x="21654" y="1"/>
                    <a:pt x="15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8" name="Google Shape;5438;p48"/>
            <p:cNvSpPr/>
            <p:nvPr/>
          </p:nvSpPr>
          <p:spPr>
            <a:xfrm>
              <a:off x="4817825" y="3767575"/>
              <a:ext cx="513175" cy="48475"/>
            </a:xfrm>
            <a:custGeom>
              <a:rect b="b" l="l" r="r" t="t"/>
              <a:pathLst>
                <a:path extrusionOk="0" h="1939" w="20527">
                  <a:moveTo>
                    <a:pt x="20527" y="1"/>
                  </a:moveTo>
                  <a:cubicBezTo>
                    <a:pt x="17181" y="810"/>
                    <a:pt x="13014" y="1494"/>
                    <a:pt x="8511" y="1494"/>
                  </a:cubicBezTo>
                  <a:cubicBezTo>
                    <a:pt x="5763" y="1494"/>
                    <a:pt x="2889" y="1239"/>
                    <a:pt x="1" y="602"/>
                  </a:cubicBezTo>
                  <a:lnTo>
                    <a:pt x="1" y="602"/>
                  </a:lnTo>
                  <a:cubicBezTo>
                    <a:pt x="126" y="778"/>
                    <a:pt x="276" y="978"/>
                    <a:pt x="402" y="1154"/>
                  </a:cubicBezTo>
                  <a:cubicBezTo>
                    <a:pt x="3157" y="1712"/>
                    <a:pt x="5895" y="1938"/>
                    <a:pt x="8519" y="1938"/>
                  </a:cubicBezTo>
                  <a:cubicBezTo>
                    <a:pt x="12840" y="1938"/>
                    <a:pt x="16851" y="1326"/>
                    <a:pt x="20126" y="577"/>
                  </a:cubicBezTo>
                  <a:cubicBezTo>
                    <a:pt x="20276" y="402"/>
                    <a:pt x="20402" y="201"/>
                    <a:pt x="20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9" name="Google Shape;5439;p48"/>
            <p:cNvSpPr/>
            <p:nvPr/>
          </p:nvSpPr>
          <p:spPr>
            <a:xfrm>
              <a:off x="4718200" y="3590250"/>
              <a:ext cx="672950" cy="88850"/>
            </a:xfrm>
            <a:custGeom>
              <a:rect b="b" l="l" r="r" t="t"/>
              <a:pathLst>
                <a:path extrusionOk="0" h="3554" w="26918">
                  <a:moveTo>
                    <a:pt x="1" y="1"/>
                  </a:moveTo>
                  <a:lnTo>
                    <a:pt x="1" y="1"/>
                  </a:lnTo>
                  <a:cubicBezTo>
                    <a:pt x="51" y="176"/>
                    <a:pt x="101" y="352"/>
                    <a:pt x="176" y="502"/>
                  </a:cubicBezTo>
                  <a:cubicBezTo>
                    <a:pt x="4768" y="1612"/>
                    <a:pt x="14177" y="3553"/>
                    <a:pt x="22827" y="3553"/>
                  </a:cubicBezTo>
                  <a:cubicBezTo>
                    <a:pt x="24140" y="3553"/>
                    <a:pt x="25435" y="3509"/>
                    <a:pt x="26692" y="3409"/>
                  </a:cubicBezTo>
                  <a:cubicBezTo>
                    <a:pt x="26768" y="3234"/>
                    <a:pt x="26843" y="3084"/>
                    <a:pt x="26918" y="2933"/>
                  </a:cubicBezTo>
                  <a:lnTo>
                    <a:pt x="26918" y="2933"/>
                  </a:lnTo>
                  <a:cubicBezTo>
                    <a:pt x="25577" y="3051"/>
                    <a:pt x="24190" y="3104"/>
                    <a:pt x="22782" y="3104"/>
                  </a:cubicBezTo>
                  <a:cubicBezTo>
                    <a:pt x="14010" y="3104"/>
                    <a:pt x="4428" y="1059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0" name="Google Shape;5440;p48"/>
            <p:cNvSpPr/>
            <p:nvPr/>
          </p:nvSpPr>
          <p:spPr>
            <a:xfrm>
              <a:off x="4695650" y="3477475"/>
              <a:ext cx="751275" cy="64500"/>
            </a:xfrm>
            <a:custGeom>
              <a:rect b="b" l="l" r="r" t="t"/>
              <a:pathLst>
                <a:path extrusionOk="0" h="2580" w="30051">
                  <a:moveTo>
                    <a:pt x="30051" y="1"/>
                  </a:moveTo>
                  <a:cubicBezTo>
                    <a:pt x="25041" y="1012"/>
                    <a:pt x="17918" y="2130"/>
                    <a:pt x="10887" y="2130"/>
                  </a:cubicBezTo>
                  <a:cubicBezTo>
                    <a:pt x="7118" y="2130"/>
                    <a:pt x="3376" y="1809"/>
                    <a:pt x="0" y="978"/>
                  </a:cubicBezTo>
                  <a:lnTo>
                    <a:pt x="0" y="978"/>
                  </a:lnTo>
                  <a:cubicBezTo>
                    <a:pt x="25" y="1154"/>
                    <a:pt x="50" y="1329"/>
                    <a:pt x="101" y="1479"/>
                  </a:cubicBezTo>
                  <a:cubicBezTo>
                    <a:pt x="3461" y="2272"/>
                    <a:pt x="7163" y="2580"/>
                    <a:pt x="10886" y="2580"/>
                  </a:cubicBezTo>
                  <a:cubicBezTo>
                    <a:pt x="17882" y="2580"/>
                    <a:pt x="24954" y="1491"/>
                    <a:pt x="29975" y="477"/>
                  </a:cubicBezTo>
                  <a:cubicBezTo>
                    <a:pt x="30000" y="326"/>
                    <a:pt x="30025" y="151"/>
                    <a:pt x="30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1" name="Google Shape;5441;p48"/>
            <p:cNvSpPr/>
            <p:nvPr/>
          </p:nvSpPr>
          <p:spPr>
            <a:xfrm>
              <a:off x="4881725" y="3859050"/>
              <a:ext cx="327100" cy="57050"/>
            </a:xfrm>
            <a:custGeom>
              <a:rect b="b" l="l" r="r" t="t"/>
              <a:pathLst>
                <a:path extrusionOk="0" h="2282" w="13084">
                  <a:moveTo>
                    <a:pt x="1" y="1"/>
                  </a:moveTo>
                  <a:lnTo>
                    <a:pt x="1" y="1"/>
                  </a:lnTo>
                  <a:cubicBezTo>
                    <a:pt x="201" y="226"/>
                    <a:pt x="402" y="427"/>
                    <a:pt x="602" y="627"/>
                  </a:cubicBezTo>
                  <a:cubicBezTo>
                    <a:pt x="3836" y="1329"/>
                    <a:pt x="7896" y="2006"/>
                    <a:pt x="12582" y="2282"/>
                  </a:cubicBezTo>
                  <a:cubicBezTo>
                    <a:pt x="12733" y="2131"/>
                    <a:pt x="12908" y="2006"/>
                    <a:pt x="13084" y="1856"/>
                  </a:cubicBezTo>
                  <a:cubicBezTo>
                    <a:pt x="7896" y="1580"/>
                    <a:pt x="3409" y="80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2" name="Google Shape;5442;p48"/>
            <p:cNvSpPr/>
            <p:nvPr/>
          </p:nvSpPr>
          <p:spPr>
            <a:xfrm>
              <a:off x="4842900" y="3011925"/>
              <a:ext cx="511925" cy="62700"/>
            </a:xfrm>
            <a:custGeom>
              <a:rect b="b" l="l" r="r" t="t"/>
              <a:pathLst>
                <a:path extrusionOk="0" h="2508" w="20477">
                  <a:moveTo>
                    <a:pt x="526" y="1"/>
                  </a:moveTo>
                  <a:cubicBezTo>
                    <a:pt x="351" y="101"/>
                    <a:pt x="175" y="227"/>
                    <a:pt x="0" y="352"/>
                  </a:cubicBezTo>
                  <a:cubicBezTo>
                    <a:pt x="4937" y="1379"/>
                    <a:pt x="12130" y="2457"/>
                    <a:pt x="20476" y="2507"/>
                  </a:cubicBezTo>
                  <a:cubicBezTo>
                    <a:pt x="20351" y="2357"/>
                    <a:pt x="20201" y="2181"/>
                    <a:pt x="20050" y="2031"/>
                  </a:cubicBezTo>
                  <a:cubicBezTo>
                    <a:pt x="12155" y="1956"/>
                    <a:pt x="5338" y="953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3" name="Google Shape;5443;p48"/>
            <p:cNvSpPr/>
            <p:nvPr/>
          </p:nvSpPr>
          <p:spPr>
            <a:xfrm>
              <a:off x="4683750" y="3341525"/>
              <a:ext cx="770700" cy="72500"/>
            </a:xfrm>
            <a:custGeom>
              <a:rect b="b" l="l" r="r" t="t"/>
              <a:pathLst>
                <a:path extrusionOk="0" h="2900" w="30828">
                  <a:moveTo>
                    <a:pt x="25" y="0"/>
                  </a:moveTo>
                  <a:cubicBezTo>
                    <a:pt x="0" y="150"/>
                    <a:pt x="0" y="301"/>
                    <a:pt x="0" y="476"/>
                  </a:cubicBezTo>
                  <a:cubicBezTo>
                    <a:pt x="4425" y="1392"/>
                    <a:pt x="13170" y="2900"/>
                    <a:pt x="22616" y="2900"/>
                  </a:cubicBezTo>
                  <a:cubicBezTo>
                    <a:pt x="25315" y="2900"/>
                    <a:pt x="28072" y="2776"/>
                    <a:pt x="30802" y="2481"/>
                  </a:cubicBezTo>
                  <a:cubicBezTo>
                    <a:pt x="30827" y="2331"/>
                    <a:pt x="30827" y="2155"/>
                    <a:pt x="30827" y="2005"/>
                  </a:cubicBezTo>
                  <a:lnTo>
                    <a:pt x="30827" y="2005"/>
                  </a:lnTo>
                  <a:cubicBezTo>
                    <a:pt x="28076" y="2308"/>
                    <a:pt x="25296" y="2434"/>
                    <a:pt x="22575" y="2434"/>
                  </a:cubicBezTo>
                  <a:cubicBezTo>
                    <a:pt x="13125" y="2434"/>
                    <a:pt x="4384" y="915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4" name="Google Shape;5444;p48"/>
            <p:cNvSpPr/>
            <p:nvPr/>
          </p:nvSpPr>
          <p:spPr>
            <a:xfrm>
              <a:off x="4713825" y="3179850"/>
              <a:ext cx="719325" cy="48300"/>
            </a:xfrm>
            <a:custGeom>
              <a:rect b="b" l="l" r="r" t="t"/>
              <a:pathLst>
                <a:path extrusionOk="0" h="1932" w="28773">
                  <a:moveTo>
                    <a:pt x="176" y="1"/>
                  </a:moveTo>
                  <a:cubicBezTo>
                    <a:pt x="125" y="126"/>
                    <a:pt x="50" y="277"/>
                    <a:pt x="0" y="427"/>
                  </a:cubicBezTo>
                  <a:cubicBezTo>
                    <a:pt x="6552" y="1545"/>
                    <a:pt x="12792" y="1931"/>
                    <a:pt x="18261" y="1931"/>
                  </a:cubicBezTo>
                  <a:cubicBezTo>
                    <a:pt x="22229" y="1931"/>
                    <a:pt x="25790" y="1728"/>
                    <a:pt x="28772" y="1454"/>
                  </a:cubicBezTo>
                  <a:cubicBezTo>
                    <a:pt x="28722" y="1304"/>
                    <a:pt x="28672" y="1154"/>
                    <a:pt x="28622" y="1003"/>
                  </a:cubicBezTo>
                  <a:cubicBezTo>
                    <a:pt x="25670" y="1267"/>
                    <a:pt x="22142" y="1464"/>
                    <a:pt x="18215" y="1464"/>
                  </a:cubicBezTo>
                  <a:cubicBezTo>
                    <a:pt x="12805" y="1464"/>
                    <a:pt x="6638" y="1090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5" name="Google Shape;5445;p48"/>
            <p:cNvSpPr/>
            <p:nvPr/>
          </p:nvSpPr>
          <p:spPr>
            <a:xfrm>
              <a:off x="5049650" y="3983750"/>
              <a:ext cx="39500" cy="39500"/>
            </a:xfrm>
            <a:custGeom>
              <a:rect b="b" l="l" r="r" t="t"/>
              <a:pathLst>
                <a:path extrusionOk="0" h="1580" w="1580">
                  <a:moveTo>
                    <a:pt x="778" y="0"/>
                  </a:moveTo>
                  <a:cubicBezTo>
                    <a:pt x="352" y="0"/>
                    <a:pt x="1" y="351"/>
                    <a:pt x="1" y="802"/>
                  </a:cubicBezTo>
                  <a:cubicBezTo>
                    <a:pt x="1" y="1228"/>
                    <a:pt x="352" y="1579"/>
                    <a:pt x="778" y="1579"/>
                  </a:cubicBezTo>
                  <a:cubicBezTo>
                    <a:pt x="1229" y="1579"/>
                    <a:pt x="1580" y="1228"/>
                    <a:pt x="1580" y="802"/>
                  </a:cubicBezTo>
                  <a:cubicBezTo>
                    <a:pt x="1580" y="351"/>
                    <a:pt x="1229" y="0"/>
                    <a:pt x="7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6" name="Google Shape;5446;p48"/>
          <p:cNvGrpSpPr/>
          <p:nvPr/>
        </p:nvGrpSpPr>
        <p:grpSpPr>
          <a:xfrm>
            <a:off x="7265056" y="3492003"/>
            <a:ext cx="534984" cy="1201593"/>
            <a:chOff x="5162450" y="3294525"/>
            <a:chExt cx="708025" cy="1590250"/>
          </a:xfrm>
        </p:grpSpPr>
        <p:sp>
          <p:nvSpPr>
            <p:cNvPr id="5447" name="Google Shape;5447;p48"/>
            <p:cNvSpPr/>
            <p:nvPr/>
          </p:nvSpPr>
          <p:spPr>
            <a:xfrm>
              <a:off x="5480100" y="4342150"/>
              <a:ext cx="95275" cy="542625"/>
            </a:xfrm>
            <a:custGeom>
              <a:rect b="b" l="l" r="r" t="t"/>
              <a:pathLst>
                <a:path extrusionOk="0" fill="none" h="21705" w="3811">
                  <a:moveTo>
                    <a:pt x="1129" y="0"/>
                  </a:moveTo>
                  <a:cubicBezTo>
                    <a:pt x="1655" y="1354"/>
                    <a:pt x="1655" y="3033"/>
                    <a:pt x="1028" y="4587"/>
                  </a:cubicBezTo>
                  <a:cubicBezTo>
                    <a:pt x="1" y="7043"/>
                    <a:pt x="1" y="8271"/>
                    <a:pt x="226" y="9599"/>
                  </a:cubicBezTo>
                  <a:cubicBezTo>
                    <a:pt x="427" y="10953"/>
                    <a:pt x="1404" y="12331"/>
                    <a:pt x="2607" y="11680"/>
                  </a:cubicBezTo>
                  <a:cubicBezTo>
                    <a:pt x="3810" y="11053"/>
                    <a:pt x="2908" y="9875"/>
                    <a:pt x="2081" y="10502"/>
                  </a:cubicBezTo>
                  <a:cubicBezTo>
                    <a:pt x="1279" y="11128"/>
                    <a:pt x="552" y="13108"/>
                    <a:pt x="1129" y="14938"/>
                  </a:cubicBezTo>
                  <a:cubicBezTo>
                    <a:pt x="1730" y="16767"/>
                    <a:pt x="2056" y="19173"/>
                    <a:pt x="1229" y="21705"/>
                  </a:cubicBezTo>
                </a:path>
              </a:pathLst>
            </a:custGeom>
            <a:noFill/>
            <a:ln cap="rnd" cmpd="sng" w="7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8" name="Google Shape;5448;p48"/>
            <p:cNvSpPr/>
            <p:nvPr/>
          </p:nvSpPr>
          <p:spPr>
            <a:xfrm>
              <a:off x="5458175" y="4257550"/>
              <a:ext cx="116575" cy="112200"/>
            </a:xfrm>
            <a:custGeom>
              <a:rect b="b" l="l" r="r" t="t"/>
              <a:pathLst>
                <a:path extrusionOk="0" h="4488" w="4663">
                  <a:moveTo>
                    <a:pt x="2332" y="1"/>
                  </a:moveTo>
                  <a:cubicBezTo>
                    <a:pt x="1429" y="1931"/>
                    <a:pt x="552" y="3309"/>
                    <a:pt x="1" y="4136"/>
                  </a:cubicBezTo>
                  <a:cubicBezTo>
                    <a:pt x="702" y="4362"/>
                    <a:pt x="1479" y="4487"/>
                    <a:pt x="2332" y="4487"/>
                  </a:cubicBezTo>
                  <a:cubicBezTo>
                    <a:pt x="3184" y="4487"/>
                    <a:pt x="3986" y="4362"/>
                    <a:pt x="4662" y="4136"/>
                  </a:cubicBezTo>
                  <a:cubicBezTo>
                    <a:pt x="4111" y="3309"/>
                    <a:pt x="3259" y="1931"/>
                    <a:pt x="2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9" name="Google Shape;5449;p48"/>
            <p:cNvSpPr/>
            <p:nvPr/>
          </p:nvSpPr>
          <p:spPr>
            <a:xfrm>
              <a:off x="5162450" y="3294525"/>
              <a:ext cx="708025" cy="968700"/>
            </a:xfrm>
            <a:custGeom>
              <a:rect b="b" l="l" r="r" t="t"/>
              <a:pathLst>
                <a:path extrusionOk="0" h="38748" w="28321">
                  <a:moveTo>
                    <a:pt x="14161" y="0"/>
                  </a:moveTo>
                  <a:cubicBezTo>
                    <a:pt x="8446" y="0"/>
                    <a:pt x="0" y="3885"/>
                    <a:pt x="0" y="15514"/>
                  </a:cubicBezTo>
                  <a:cubicBezTo>
                    <a:pt x="0" y="31780"/>
                    <a:pt x="14161" y="38747"/>
                    <a:pt x="14161" y="38747"/>
                  </a:cubicBezTo>
                  <a:cubicBezTo>
                    <a:pt x="14161" y="38747"/>
                    <a:pt x="28321" y="31780"/>
                    <a:pt x="28321" y="15514"/>
                  </a:cubicBezTo>
                  <a:cubicBezTo>
                    <a:pt x="28321" y="3885"/>
                    <a:pt x="19875" y="0"/>
                    <a:pt x="14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0" name="Google Shape;5450;p48"/>
            <p:cNvSpPr/>
            <p:nvPr/>
          </p:nvSpPr>
          <p:spPr>
            <a:xfrm>
              <a:off x="5285875" y="4047025"/>
              <a:ext cx="471200" cy="44325"/>
            </a:xfrm>
            <a:custGeom>
              <a:rect b="b" l="l" r="r" t="t"/>
              <a:pathLst>
                <a:path extrusionOk="0" h="1773" w="18848">
                  <a:moveTo>
                    <a:pt x="18848" y="1"/>
                  </a:moveTo>
                  <a:lnTo>
                    <a:pt x="18848" y="1"/>
                  </a:lnTo>
                  <a:cubicBezTo>
                    <a:pt x="15774" y="730"/>
                    <a:pt x="11960" y="1354"/>
                    <a:pt x="7841" y="1354"/>
                  </a:cubicBezTo>
                  <a:cubicBezTo>
                    <a:pt x="5309" y="1354"/>
                    <a:pt x="2662" y="1119"/>
                    <a:pt x="0" y="527"/>
                  </a:cubicBezTo>
                  <a:lnTo>
                    <a:pt x="0" y="527"/>
                  </a:lnTo>
                  <a:cubicBezTo>
                    <a:pt x="126" y="702"/>
                    <a:pt x="251" y="878"/>
                    <a:pt x="376" y="1053"/>
                  </a:cubicBezTo>
                  <a:cubicBezTo>
                    <a:pt x="2907" y="1565"/>
                    <a:pt x="5421" y="1772"/>
                    <a:pt x="7829" y="1772"/>
                  </a:cubicBezTo>
                  <a:cubicBezTo>
                    <a:pt x="11788" y="1772"/>
                    <a:pt x="15464" y="1213"/>
                    <a:pt x="18472" y="527"/>
                  </a:cubicBezTo>
                  <a:cubicBezTo>
                    <a:pt x="18597" y="352"/>
                    <a:pt x="18722" y="176"/>
                    <a:pt x="188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1" name="Google Shape;5451;p48"/>
            <p:cNvSpPr/>
            <p:nvPr/>
          </p:nvSpPr>
          <p:spPr>
            <a:xfrm>
              <a:off x="5194400" y="3884125"/>
              <a:ext cx="617825" cy="81325"/>
            </a:xfrm>
            <a:custGeom>
              <a:rect b="b" l="l" r="r" t="t"/>
              <a:pathLst>
                <a:path extrusionOk="0" h="3253" w="24713">
                  <a:moveTo>
                    <a:pt x="0" y="0"/>
                  </a:moveTo>
                  <a:lnTo>
                    <a:pt x="0" y="0"/>
                  </a:lnTo>
                  <a:cubicBezTo>
                    <a:pt x="50" y="151"/>
                    <a:pt x="100" y="301"/>
                    <a:pt x="151" y="477"/>
                  </a:cubicBezTo>
                  <a:cubicBezTo>
                    <a:pt x="4349" y="1472"/>
                    <a:pt x="12918" y="3252"/>
                    <a:pt x="20811" y="3252"/>
                  </a:cubicBezTo>
                  <a:cubicBezTo>
                    <a:pt x="22060" y="3252"/>
                    <a:pt x="23292" y="3207"/>
                    <a:pt x="24487" y="3108"/>
                  </a:cubicBezTo>
                  <a:cubicBezTo>
                    <a:pt x="24562" y="2983"/>
                    <a:pt x="24637" y="2832"/>
                    <a:pt x="24712" y="2682"/>
                  </a:cubicBezTo>
                  <a:lnTo>
                    <a:pt x="24712" y="2682"/>
                  </a:lnTo>
                  <a:cubicBezTo>
                    <a:pt x="23482" y="2790"/>
                    <a:pt x="22210" y="2838"/>
                    <a:pt x="20919" y="2838"/>
                  </a:cubicBezTo>
                  <a:cubicBezTo>
                    <a:pt x="12873" y="2838"/>
                    <a:pt x="4082" y="97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2" name="Google Shape;5452;p48"/>
            <p:cNvSpPr/>
            <p:nvPr/>
          </p:nvSpPr>
          <p:spPr>
            <a:xfrm>
              <a:off x="5173725" y="3780750"/>
              <a:ext cx="689250" cy="59200"/>
            </a:xfrm>
            <a:custGeom>
              <a:rect b="b" l="l" r="r" t="t"/>
              <a:pathLst>
                <a:path extrusionOk="0" h="2368" w="27570">
                  <a:moveTo>
                    <a:pt x="27569" y="0"/>
                  </a:moveTo>
                  <a:cubicBezTo>
                    <a:pt x="22967" y="930"/>
                    <a:pt x="16431" y="1946"/>
                    <a:pt x="9981" y="1946"/>
                  </a:cubicBezTo>
                  <a:cubicBezTo>
                    <a:pt x="6526" y="1946"/>
                    <a:pt x="3095" y="1654"/>
                    <a:pt x="0" y="902"/>
                  </a:cubicBezTo>
                  <a:lnTo>
                    <a:pt x="0" y="902"/>
                  </a:lnTo>
                  <a:cubicBezTo>
                    <a:pt x="25" y="1053"/>
                    <a:pt x="50" y="1203"/>
                    <a:pt x="100" y="1353"/>
                  </a:cubicBezTo>
                  <a:cubicBezTo>
                    <a:pt x="3168" y="2083"/>
                    <a:pt x="6555" y="2367"/>
                    <a:pt x="9966" y="2367"/>
                  </a:cubicBezTo>
                  <a:cubicBezTo>
                    <a:pt x="16392" y="2367"/>
                    <a:pt x="22902" y="1359"/>
                    <a:pt x="27519" y="426"/>
                  </a:cubicBezTo>
                  <a:cubicBezTo>
                    <a:pt x="27544" y="301"/>
                    <a:pt x="27544" y="150"/>
                    <a:pt x="27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3" name="Google Shape;5453;p48"/>
            <p:cNvSpPr/>
            <p:nvPr/>
          </p:nvSpPr>
          <p:spPr>
            <a:xfrm>
              <a:off x="5344775" y="4131000"/>
              <a:ext cx="299525" cy="52025"/>
            </a:xfrm>
            <a:custGeom>
              <a:rect b="b" l="l" r="r" t="t"/>
              <a:pathLst>
                <a:path extrusionOk="0" h="2081" w="11981">
                  <a:moveTo>
                    <a:pt x="0" y="0"/>
                  </a:moveTo>
                  <a:cubicBezTo>
                    <a:pt x="176" y="176"/>
                    <a:pt x="376" y="376"/>
                    <a:pt x="552" y="552"/>
                  </a:cubicBezTo>
                  <a:cubicBezTo>
                    <a:pt x="3509" y="1228"/>
                    <a:pt x="7243" y="1830"/>
                    <a:pt x="11529" y="2080"/>
                  </a:cubicBezTo>
                  <a:cubicBezTo>
                    <a:pt x="11680" y="1955"/>
                    <a:pt x="11830" y="1830"/>
                    <a:pt x="11980" y="1679"/>
                  </a:cubicBezTo>
                  <a:cubicBezTo>
                    <a:pt x="7218" y="1454"/>
                    <a:pt x="3133" y="7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4" name="Google Shape;5454;p48"/>
            <p:cNvSpPr/>
            <p:nvPr/>
          </p:nvSpPr>
          <p:spPr>
            <a:xfrm>
              <a:off x="5309050" y="3353425"/>
              <a:ext cx="469950" cy="57650"/>
            </a:xfrm>
            <a:custGeom>
              <a:rect b="b" l="l" r="r" t="t"/>
              <a:pathLst>
                <a:path extrusionOk="0" h="2306" w="18798">
                  <a:moveTo>
                    <a:pt x="477" y="0"/>
                  </a:moveTo>
                  <a:cubicBezTo>
                    <a:pt x="327" y="100"/>
                    <a:pt x="151" y="201"/>
                    <a:pt x="1" y="326"/>
                  </a:cubicBezTo>
                  <a:cubicBezTo>
                    <a:pt x="4537" y="1253"/>
                    <a:pt x="11129" y="2256"/>
                    <a:pt x="18798" y="2306"/>
                  </a:cubicBezTo>
                  <a:cubicBezTo>
                    <a:pt x="18647" y="2156"/>
                    <a:pt x="18522" y="2005"/>
                    <a:pt x="18397" y="1880"/>
                  </a:cubicBezTo>
                  <a:cubicBezTo>
                    <a:pt x="11154" y="1805"/>
                    <a:pt x="4888" y="877"/>
                    <a:pt x="4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5" name="Google Shape;5455;p48"/>
            <p:cNvSpPr/>
            <p:nvPr/>
          </p:nvSpPr>
          <p:spPr>
            <a:xfrm>
              <a:off x="5163075" y="3656050"/>
              <a:ext cx="706775" cy="66125"/>
            </a:xfrm>
            <a:custGeom>
              <a:rect b="b" l="l" r="r" t="t"/>
              <a:pathLst>
                <a:path extrusionOk="0" h="2645" w="28271">
                  <a:moveTo>
                    <a:pt x="0" y="1"/>
                  </a:moveTo>
                  <a:cubicBezTo>
                    <a:pt x="0" y="126"/>
                    <a:pt x="0" y="276"/>
                    <a:pt x="0" y="427"/>
                  </a:cubicBezTo>
                  <a:cubicBezTo>
                    <a:pt x="4049" y="1264"/>
                    <a:pt x="12058" y="2645"/>
                    <a:pt x="20717" y="2645"/>
                  </a:cubicBezTo>
                  <a:cubicBezTo>
                    <a:pt x="23207" y="2645"/>
                    <a:pt x="25752" y="2531"/>
                    <a:pt x="28271" y="2256"/>
                  </a:cubicBezTo>
                  <a:cubicBezTo>
                    <a:pt x="28271" y="2131"/>
                    <a:pt x="28271" y="1980"/>
                    <a:pt x="28271" y="1830"/>
                  </a:cubicBezTo>
                  <a:cubicBezTo>
                    <a:pt x="25754" y="2110"/>
                    <a:pt x="23210" y="2226"/>
                    <a:pt x="20719" y="2226"/>
                  </a:cubicBezTo>
                  <a:cubicBezTo>
                    <a:pt x="12045" y="2226"/>
                    <a:pt x="4011" y="81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6" name="Google Shape;5456;p48"/>
            <p:cNvSpPr/>
            <p:nvPr/>
          </p:nvSpPr>
          <p:spPr>
            <a:xfrm>
              <a:off x="5190625" y="3507550"/>
              <a:ext cx="659800" cy="44425"/>
            </a:xfrm>
            <a:custGeom>
              <a:rect b="b" l="l" r="r" t="t"/>
              <a:pathLst>
                <a:path extrusionOk="0" h="1777" w="26392">
                  <a:moveTo>
                    <a:pt x="151" y="1"/>
                  </a:moveTo>
                  <a:cubicBezTo>
                    <a:pt x="101" y="126"/>
                    <a:pt x="51" y="251"/>
                    <a:pt x="1" y="402"/>
                  </a:cubicBezTo>
                  <a:cubicBezTo>
                    <a:pt x="5953" y="1425"/>
                    <a:pt x="11640" y="1777"/>
                    <a:pt x="16632" y="1777"/>
                  </a:cubicBezTo>
                  <a:cubicBezTo>
                    <a:pt x="20322" y="1777"/>
                    <a:pt x="23633" y="1585"/>
                    <a:pt x="26392" y="1329"/>
                  </a:cubicBezTo>
                  <a:cubicBezTo>
                    <a:pt x="26367" y="1179"/>
                    <a:pt x="26317" y="1053"/>
                    <a:pt x="26267" y="928"/>
                  </a:cubicBezTo>
                  <a:cubicBezTo>
                    <a:pt x="23555" y="1170"/>
                    <a:pt x="20327" y="1350"/>
                    <a:pt x="16737" y="1350"/>
                  </a:cubicBezTo>
                  <a:cubicBezTo>
                    <a:pt x="11767" y="1350"/>
                    <a:pt x="6103" y="1005"/>
                    <a:pt x="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7" name="Google Shape;5457;p48"/>
            <p:cNvSpPr/>
            <p:nvPr/>
          </p:nvSpPr>
          <p:spPr>
            <a:xfrm>
              <a:off x="5498275" y="4245025"/>
              <a:ext cx="36375" cy="36375"/>
            </a:xfrm>
            <a:custGeom>
              <a:rect b="b" l="l" r="r" t="t"/>
              <a:pathLst>
                <a:path extrusionOk="0" h="1455" w="1455">
                  <a:moveTo>
                    <a:pt x="728" y="1"/>
                  </a:moveTo>
                  <a:cubicBezTo>
                    <a:pt x="327" y="1"/>
                    <a:pt x="1" y="326"/>
                    <a:pt x="1" y="727"/>
                  </a:cubicBezTo>
                  <a:cubicBezTo>
                    <a:pt x="1" y="1128"/>
                    <a:pt x="327" y="1454"/>
                    <a:pt x="728" y="1454"/>
                  </a:cubicBezTo>
                  <a:cubicBezTo>
                    <a:pt x="1129" y="1454"/>
                    <a:pt x="1454" y="1128"/>
                    <a:pt x="1454" y="727"/>
                  </a:cubicBezTo>
                  <a:cubicBezTo>
                    <a:pt x="1454" y="326"/>
                    <a:pt x="1129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1" name="Shape 5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2" name="Google Shape;5462;p49"/>
          <p:cNvSpPr/>
          <p:nvPr/>
        </p:nvSpPr>
        <p:spPr>
          <a:xfrm>
            <a:off x="1380450" y="1265375"/>
            <a:ext cx="7096500" cy="329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3" name="Google Shape;5463;p49"/>
          <p:cNvSpPr txBox="1"/>
          <p:nvPr>
            <p:ph idx="1" type="subTitle"/>
          </p:nvPr>
        </p:nvSpPr>
        <p:spPr>
          <a:xfrm>
            <a:off x="1617300" y="1366025"/>
            <a:ext cx="590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Phân tích các hàm đệ quy sau theo quy trình 4 bước rồi sau đó cài đặt lại bằng kỹ thuật không đệ quy.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64" name="Google Shape;5464;p49"/>
          <p:cNvSpPr txBox="1"/>
          <p:nvPr>
            <p:ph idx="3" type="subTitle"/>
          </p:nvPr>
        </p:nvSpPr>
        <p:spPr>
          <a:xfrm>
            <a:off x="1617300" y="203850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01.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f(int n)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if (n == 1)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return 1;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return f(n-1)*2;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5465" name="Google Shape;5465;p49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01</a:t>
            </a:r>
            <a:endParaRPr/>
          </a:p>
        </p:txBody>
      </p:sp>
      <p:cxnSp>
        <p:nvCxnSpPr>
          <p:cNvPr id="5466" name="Google Shape;5466;p49"/>
          <p:cNvCxnSpPr/>
          <p:nvPr/>
        </p:nvCxnSpPr>
        <p:spPr>
          <a:xfrm>
            <a:off x="4932663" y="1962300"/>
            <a:ext cx="0" cy="238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67" name="Google Shape;5467;p49"/>
          <p:cNvGrpSpPr/>
          <p:nvPr/>
        </p:nvGrpSpPr>
        <p:grpSpPr>
          <a:xfrm>
            <a:off x="7741209" y="3508131"/>
            <a:ext cx="1406834" cy="1585931"/>
            <a:chOff x="1728200" y="3076375"/>
            <a:chExt cx="1666075" cy="1878175"/>
          </a:xfrm>
        </p:grpSpPr>
        <p:sp>
          <p:nvSpPr>
            <p:cNvPr id="5468" name="Google Shape;5468;p49"/>
            <p:cNvSpPr/>
            <p:nvPr/>
          </p:nvSpPr>
          <p:spPr>
            <a:xfrm>
              <a:off x="1728200" y="4641650"/>
              <a:ext cx="1628500" cy="293875"/>
            </a:xfrm>
            <a:custGeom>
              <a:rect b="b" l="l" r="r" t="t"/>
              <a:pathLst>
                <a:path extrusionOk="0" h="11755" w="65140">
                  <a:moveTo>
                    <a:pt x="32557" y="0"/>
                  </a:moveTo>
                  <a:cubicBezTo>
                    <a:pt x="14587" y="0"/>
                    <a:pt x="1" y="2632"/>
                    <a:pt x="1" y="5865"/>
                  </a:cubicBezTo>
                  <a:cubicBezTo>
                    <a:pt x="1" y="9123"/>
                    <a:pt x="14587" y="11755"/>
                    <a:pt x="32557" y="11755"/>
                  </a:cubicBezTo>
                  <a:cubicBezTo>
                    <a:pt x="50553" y="11755"/>
                    <a:pt x="65139" y="9123"/>
                    <a:pt x="65139" y="5865"/>
                  </a:cubicBezTo>
                  <a:cubicBezTo>
                    <a:pt x="65139" y="2632"/>
                    <a:pt x="50553" y="0"/>
                    <a:pt x="325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9" name="Google Shape;5469;p49"/>
            <p:cNvSpPr/>
            <p:nvPr/>
          </p:nvSpPr>
          <p:spPr>
            <a:xfrm>
              <a:off x="2911175" y="4469350"/>
              <a:ext cx="445525" cy="362175"/>
            </a:xfrm>
            <a:custGeom>
              <a:rect b="b" l="l" r="r" t="t"/>
              <a:pathLst>
                <a:path extrusionOk="0" h="14487" w="17821">
                  <a:moveTo>
                    <a:pt x="2908" y="0"/>
                  </a:moveTo>
                  <a:lnTo>
                    <a:pt x="0" y="12506"/>
                  </a:lnTo>
                  <a:lnTo>
                    <a:pt x="13935" y="14486"/>
                  </a:lnTo>
                  <a:lnTo>
                    <a:pt x="17820" y="3233"/>
                  </a:lnTo>
                  <a:lnTo>
                    <a:pt x="29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0" name="Google Shape;5470;p49"/>
            <p:cNvSpPr/>
            <p:nvPr/>
          </p:nvSpPr>
          <p:spPr>
            <a:xfrm>
              <a:off x="2911175" y="4377225"/>
              <a:ext cx="483100" cy="208050"/>
            </a:xfrm>
            <a:custGeom>
              <a:rect b="b" l="l" r="r" t="t"/>
              <a:pathLst>
                <a:path extrusionOk="0" h="8322" w="19324">
                  <a:moveTo>
                    <a:pt x="2908" y="1"/>
                  </a:moveTo>
                  <a:lnTo>
                    <a:pt x="0" y="4637"/>
                  </a:lnTo>
                  <a:lnTo>
                    <a:pt x="19324" y="8322"/>
                  </a:lnTo>
                  <a:lnTo>
                    <a:pt x="18948" y="3685"/>
                  </a:lnTo>
                  <a:lnTo>
                    <a:pt x="29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1" name="Google Shape;5471;p49"/>
            <p:cNvSpPr/>
            <p:nvPr/>
          </p:nvSpPr>
          <p:spPr>
            <a:xfrm>
              <a:off x="3180600" y="4261325"/>
              <a:ext cx="179225" cy="189250"/>
            </a:xfrm>
            <a:custGeom>
              <a:rect b="b" l="l" r="r" t="t"/>
              <a:pathLst>
                <a:path extrusionOk="0" h="7570" w="7169">
                  <a:moveTo>
                    <a:pt x="5013" y="0"/>
                  </a:moveTo>
                  <a:cubicBezTo>
                    <a:pt x="2833" y="25"/>
                    <a:pt x="0" y="7569"/>
                    <a:pt x="0" y="7569"/>
                  </a:cubicBezTo>
                  <a:cubicBezTo>
                    <a:pt x="0" y="7569"/>
                    <a:pt x="7168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2" name="Google Shape;5472;p49"/>
            <p:cNvSpPr/>
            <p:nvPr/>
          </p:nvSpPr>
          <p:spPr>
            <a:xfrm>
              <a:off x="3184975" y="4329225"/>
              <a:ext cx="187375" cy="116950"/>
            </a:xfrm>
            <a:custGeom>
              <a:rect b="b" l="l" r="r" t="t"/>
              <a:pathLst>
                <a:path extrusionOk="0" h="4678" w="7495">
                  <a:moveTo>
                    <a:pt x="5987" y="1"/>
                  </a:moveTo>
                  <a:cubicBezTo>
                    <a:pt x="4382" y="1"/>
                    <a:pt x="1" y="4678"/>
                    <a:pt x="1" y="4678"/>
                  </a:cubicBezTo>
                  <a:cubicBezTo>
                    <a:pt x="1" y="4678"/>
                    <a:pt x="7495" y="1094"/>
                    <a:pt x="6342" y="116"/>
                  </a:cubicBezTo>
                  <a:cubicBezTo>
                    <a:pt x="6248" y="37"/>
                    <a:pt x="6128" y="1"/>
                    <a:pt x="5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3" name="Google Shape;5473;p49"/>
            <p:cNvSpPr/>
            <p:nvPr/>
          </p:nvSpPr>
          <p:spPr>
            <a:xfrm>
              <a:off x="3061550" y="4404800"/>
              <a:ext cx="186750" cy="407300"/>
            </a:xfrm>
            <a:custGeom>
              <a:rect b="b" l="l" r="r" t="t"/>
              <a:pathLst>
                <a:path extrusionOk="0" h="16292" w="7470">
                  <a:moveTo>
                    <a:pt x="3910" y="1"/>
                  </a:moveTo>
                  <a:lnTo>
                    <a:pt x="0" y="15941"/>
                  </a:lnTo>
                  <a:lnTo>
                    <a:pt x="2507" y="16291"/>
                  </a:lnTo>
                  <a:lnTo>
                    <a:pt x="7469" y="1003"/>
                  </a:lnTo>
                  <a:lnTo>
                    <a:pt x="39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4" name="Google Shape;5474;p49"/>
            <p:cNvSpPr/>
            <p:nvPr/>
          </p:nvSpPr>
          <p:spPr>
            <a:xfrm>
              <a:off x="2975700" y="4505050"/>
              <a:ext cx="371600" cy="151650"/>
            </a:xfrm>
            <a:custGeom>
              <a:rect b="b" l="l" r="r" t="t"/>
              <a:pathLst>
                <a:path extrusionOk="0" h="6066" w="14864">
                  <a:moveTo>
                    <a:pt x="1" y="1"/>
                  </a:moveTo>
                  <a:lnTo>
                    <a:pt x="13760" y="6066"/>
                  </a:lnTo>
                  <a:lnTo>
                    <a:pt x="14863" y="28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5" name="Google Shape;5475;p49"/>
            <p:cNvSpPr/>
            <p:nvPr/>
          </p:nvSpPr>
          <p:spPr>
            <a:xfrm>
              <a:off x="2221950" y="3076375"/>
              <a:ext cx="644750" cy="346625"/>
            </a:xfrm>
            <a:custGeom>
              <a:rect b="b" l="l" r="r" t="t"/>
              <a:pathLst>
                <a:path extrusionOk="0" h="13865" w="25790">
                  <a:moveTo>
                    <a:pt x="12220" y="1"/>
                  </a:moveTo>
                  <a:cubicBezTo>
                    <a:pt x="11943" y="1"/>
                    <a:pt x="11663" y="10"/>
                    <a:pt x="11379" y="30"/>
                  </a:cubicBezTo>
                  <a:cubicBezTo>
                    <a:pt x="2482" y="656"/>
                    <a:pt x="0" y="8977"/>
                    <a:pt x="0" y="9177"/>
                  </a:cubicBezTo>
                  <a:lnTo>
                    <a:pt x="21830" y="13864"/>
                  </a:lnTo>
                  <a:lnTo>
                    <a:pt x="21830" y="13864"/>
                  </a:lnTo>
                  <a:lnTo>
                    <a:pt x="21279" y="7248"/>
                  </a:lnTo>
                  <a:lnTo>
                    <a:pt x="21254" y="6972"/>
                  </a:lnTo>
                  <a:lnTo>
                    <a:pt x="21229" y="6721"/>
                  </a:lnTo>
                  <a:lnTo>
                    <a:pt x="21229" y="6621"/>
                  </a:lnTo>
                  <a:lnTo>
                    <a:pt x="21604" y="6771"/>
                  </a:lnTo>
                  <a:lnTo>
                    <a:pt x="25790" y="8526"/>
                  </a:lnTo>
                  <a:cubicBezTo>
                    <a:pt x="25790" y="8526"/>
                    <a:pt x="20600" y="1"/>
                    <a:pt x="12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6" name="Google Shape;5476;p49"/>
            <p:cNvSpPr/>
            <p:nvPr/>
          </p:nvSpPr>
          <p:spPr>
            <a:xfrm>
              <a:off x="2692875" y="3227925"/>
              <a:ext cx="61050" cy="29650"/>
            </a:xfrm>
            <a:custGeom>
              <a:rect b="b" l="l" r="r" t="t"/>
              <a:pathLst>
                <a:path extrusionOk="0" h="1186" w="2442">
                  <a:moveTo>
                    <a:pt x="150" y="0"/>
                  </a:moveTo>
                  <a:cubicBezTo>
                    <a:pt x="48" y="0"/>
                    <a:pt x="0" y="188"/>
                    <a:pt x="136" y="233"/>
                  </a:cubicBezTo>
                  <a:cubicBezTo>
                    <a:pt x="938" y="484"/>
                    <a:pt x="1740" y="734"/>
                    <a:pt x="2442" y="1186"/>
                  </a:cubicBezTo>
                  <a:lnTo>
                    <a:pt x="2417" y="910"/>
                  </a:lnTo>
                  <a:cubicBezTo>
                    <a:pt x="1740" y="484"/>
                    <a:pt x="963" y="233"/>
                    <a:pt x="186" y="8"/>
                  </a:cubicBezTo>
                  <a:cubicBezTo>
                    <a:pt x="174" y="3"/>
                    <a:pt x="162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7" name="Google Shape;5477;p49"/>
            <p:cNvSpPr/>
            <p:nvPr/>
          </p:nvSpPr>
          <p:spPr>
            <a:xfrm>
              <a:off x="2718150" y="3209875"/>
              <a:ext cx="43925" cy="35800"/>
            </a:xfrm>
            <a:custGeom>
              <a:rect b="b" l="l" r="r" t="t"/>
              <a:pathLst>
                <a:path extrusionOk="0" h="1432" w="1757">
                  <a:moveTo>
                    <a:pt x="158" y="1"/>
                  </a:moveTo>
                  <a:cubicBezTo>
                    <a:pt x="64" y="1"/>
                    <a:pt x="1" y="147"/>
                    <a:pt x="102" y="228"/>
                  </a:cubicBezTo>
                  <a:cubicBezTo>
                    <a:pt x="579" y="554"/>
                    <a:pt x="1005" y="955"/>
                    <a:pt x="1381" y="1381"/>
                  </a:cubicBezTo>
                  <a:lnTo>
                    <a:pt x="1381" y="1281"/>
                  </a:lnTo>
                  <a:lnTo>
                    <a:pt x="1756" y="1431"/>
                  </a:lnTo>
                  <a:cubicBezTo>
                    <a:pt x="1305" y="905"/>
                    <a:pt x="804" y="429"/>
                    <a:pt x="228" y="28"/>
                  </a:cubicBezTo>
                  <a:cubicBezTo>
                    <a:pt x="204" y="9"/>
                    <a:pt x="180" y="1"/>
                    <a:pt x="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8" name="Google Shape;5478;p49"/>
            <p:cNvSpPr/>
            <p:nvPr/>
          </p:nvSpPr>
          <p:spPr>
            <a:xfrm>
              <a:off x="2119200" y="4353425"/>
              <a:ext cx="810800" cy="388500"/>
            </a:xfrm>
            <a:custGeom>
              <a:rect b="b" l="l" r="r" t="t"/>
              <a:pathLst>
                <a:path extrusionOk="0" h="15540" w="32432">
                  <a:moveTo>
                    <a:pt x="25589" y="0"/>
                  </a:moveTo>
                  <a:lnTo>
                    <a:pt x="0" y="702"/>
                  </a:lnTo>
                  <a:lnTo>
                    <a:pt x="827" y="9224"/>
                  </a:lnTo>
                  <a:lnTo>
                    <a:pt x="13359" y="15539"/>
                  </a:lnTo>
                  <a:lnTo>
                    <a:pt x="29399" y="11529"/>
                  </a:lnTo>
                  <a:lnTo>
                    <a:pt x="32431" y="5715"/>
                  </a:lnTo>
                  <a:lnTo>
                    <a:pt x="2558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9" name="Google Shape;5479;p49"/>
            <p:cNvSpPr/>
            <p:nvPr/>
          </p:nvSpPr>
          <p:spPr>
            <a:xfrm>
              <a:off x="2204400" y="4409200"/>
              <a:ext cx="937375" cy="465000"/>
            </a:xfrm>
            <a:custGeom>
              <a:rect b="b" l="l" r="r" t="t"/>
              <a:pathLst>
                <a:path extrusionOk="0" h="18600" w="37495">
                  <a:moveTo>
                    <a:pt x="28347" y="0"/>
                  </a:moveTo>
                  <a:lnTo>
                    <a:pt x="21479" y="6416"/>
                  </a:lnTo>
                  <a:cubicBezTo>
                    <a:pt x="21479" y="6416"/>
                    <a:pt x="6943" y="6942"/>
                    <a:pt x="1" y="13308"/>
                  </a:cubicBezTo>
                  <a:lnTo>
                    <a:pt x="1279" y="16717"/>
                  </a:lnTo>
                  <a:cubicBezTo>
                    <a:pt x="1279" y="16717"/>
                    <a:pt x="8944" y="18600"/>
                    <a:pt x="16411" y="18600"/>
                  </a:cubicBezTo>
                  <a:cubicBezTo>
                    <a:pt x="19635" y="18600"/>
                    <a:pt x="22822" y="18249"/>
                    <a:pt x="25339" y="17243"/>
                  </a:cubicBezTo>
                  <a:cubicBezTo>
                    <a:pt x="33660" y="13910"/>
                    <a:pt x="37495" y="6466"/>
                    <a:pt x="28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0" name="Google Shape;5480;p49"/>
            <p:cNvSpPr/>
            <p:nvPr/>
          </p:nvSpPr>
          <p:spPr>
            <a:xfrm>
              <a:off x="1784000" y="4380575"/>
              <a:ext cx="607775" cy="437800"/>
            </a:xfrm>
            <a:custGeom>
              <a:rect b="b" l="l" r="r" t="t"/>
              <a:pathLst>
                <a:path extrusionOk="0" h="17512" w="24311">
                  <a:moveTo>
                    <a:pt x="7379" y="1"/>
                  </a:moveTo>
                  <a:cubicBezTo>
                    <a:pt x="2004" y="1"/>
                    <a:pt x="1" y="3317"/>
                    <a:pt x="601" y="7185"/>
                  </a:cubicBezTo>
                  <a:cubicBezTo>
                    <a:pt x="1227" y="11073"/>
                    <a:pt x="6315" y="17512"/>
                    <a:pt x="16133" y="17512"/>
                  </a:cubicBezTo>
                  <a:cubicBezTo>
                    <a:pt x="17327" y="17512"/>
                    <a:pt x="18591" y="17417"/>
                    <a:pt x="19924" y="17210"/>
                  </a:cubicBezTo>
                  <a:cubicBezTo>
                    <a:pt x="24310" y="16534"/>
                    <a:pt x="23558" y="13275"/>
                    <a:pt x="23558" y="13275"/>
                  </a:cubicBezTo>
                  <a:cubicBezTo>
                    <a:pt x="23558" y="13275"/>
                    <a:pt x="16666" y="1170"/>
                    <a:pt x="9599" y="168"/>
                  </a:cubicBezTo>
                  <a:cubicBezTo>
                    <a:pt x="8803" y="54"/>
                    <a:pt x="8064" y="1"/>
                    <a:pt x="7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1" name="Google Shape;5481;p49"/>
            <p:cNvSpPr/>
            <p:nvPr/>
          </p:nvSpPr>
          <p:spPr>
            <a:xfrm>
              <a:off x="2138575" y="4436550"/>
              <a:ext cx="614725" cy="312050"/>
            </a:xfrm>
            <a:custGeom>
              <a:rect b="b" l="l" r="r" t="t"/>
              <a:pathLst>
                <a:path extrusionOk="0" h="12482" w="24589">
                  <a:moveTo>
                    <a:pt x="175" y="1"/>
                  </a:moveTo>
                  <a:cubicBezTo>
                    <a:pt x="86" y="1"/>
                    <a:pt x="0" y="107"/>
                    <a:pt x="77" y="184"/>
                  </a:cubicBezTo>
                  <a:cubicBezTo>
                    <a:pt x="2984" y="2791"/>
                    <a:pt x="5967" y="5673"/>
                    <a:pt x="6393" y="9758"/>
                  </a:cubicBezTo>
                  <a:cubicBezTo>
                    <a:pt x="5040" y="10510"/>
                    <a:pt x="3711" y="11337"/>
                    <a:pt x="2458" y="12239"/>
                  </a:cubicBezTo>
                  <a:cubicBezTo>
                    <a:pt x="2352" y="12324"/>
                    <a:pt x="2426" y="12481"/>
                    <a:pt x="2527" y="12481"/>
                  </a:cubicBezTo>
                  <a:cubicBezTo>
                    <a:pt x="2545" y="12481"/>
                    <a:pt x="2564" y="12476"/>
                    <a:pt x="2583" y="12465"/>
                  </a:cubicBezTo>
                  <a:cubicBezTo>
                    <a:pt x="3837" y="11538"/>
                    <a:pt x="5165" y="10711"/>
                    <a:pt x="6543" y="9959"/>
                  </a:cubicBezTo>
                  <a:cubicBezTo>
                    <a:pt x="6568" y="9959"/>
                    <a:pt x="6594" y="9934"/>
                    <a:pt x="6619" y="9909"/>
                  </a:cubicBezTo>
                  <a:cubicBezTo>
                    <a:pt x="12057" y="6926"/>
                    <a:pt x="18173" y="5297"/>
                    <a:pt x="24438" y="5222"/>
                  </a:cubicBezTo>
                  <a:cubicBezTo>
                    <a:pt x="24589" y="5222"/>
                    <a:pt x="24589" y="4971"/>
                    <a:pt x="24438" y="4971"/>
                  </a:cubicBezTo>
                  <a:cubicBezTo>
                    <a:pt x="18173" y="5071"/>
                    <a:pt x="12057" y="6675"/>
                    <a:pt x="6619" y="9633"/>
                  </a:cubicBezTo>
                  <a:cubicBezTo>
                    <a:pt x="6142" y="5548"/>
                    <a:pt x="3185" y="2665"/>
                    <a:pt x="253" y="34"/>
                  </a:cubicBezTo>
                  <a:cubicBezTo>
                    <a:pt x="229" y="11"/>
                    <a:pt x="202" y="1"/>
                    <a:pt x="175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2" name="Google Shape;5482;p49"/>
            <p:cNvSpPr/>
            <p:nvPr/>
          </p:nvSpPr>
          <p:spPr>
            <a:xfrm>
              <a:off x="1874125" y="4540725"/>
              <a:ext cx="18350" cy="20150"/>
            </a:xfrm>
            <a:custGeom>
              <a:rect b="b" l="l" r="r" t="t"/>
              <a:pathLst>
                <a:path extrusionOk="0" h="806" w="734">
                  <a:moveTo>
                    <a:pt x="155" y="0"/>
                  </a:moveTo>
                  <a:cubicBezTo>
                    <a:pt x="73" y="0"/>
                    <a:pt x="0" y="89"/>
                    <a:pt x="54" y="178"/>
                  </a:cubicBezTo>
                  <a:cubicBezTo>
                    <a:pt x="204" y="353"/>
                    <a:pt x="329" y="554"/>
                    <a:pt x="480" y="754"/>
                  </a:cubicBezTo>
                  <a:cubicBezTo>
                    <a:pt x="502" y="791"/>
                    <a:pt x="534" y="806"/>
                    <a:pt x="568" y="806"/>
                  </a:cubicBezTo>
                  <a:cubicBezTo>
                    <a:pt x="649" y="806"/>
                    <a:pt x="733" y="717"/>
                    <a:pt x="680" y="629"/>
                  </a:cubicBezTo>
                  <a:cubicBezTo>
                    <a:pt x="530" y="453"/>
                    <a:pt x="379" y="253"/>
                    <a:pt x="254" y="52"/>
                  </a:cubicBezTo>
                  <a:cubicBezTo>
                    <a:pt x="225" y="16"/>
                    <a:pt x="189" y="0"/>
                    <a:pt x="155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3" name="Google Shape;5483;p49"/>
            <p:cNvSpPr/>
            <p:nvPr/>
          </p:nvSpPr>
          <p:spPr>
            <a:xfrm>
              <a:off x="1895900" y="4519925"/>
              <a:ext cx="18050" cy="26550"/>
            </a:xfrm>
            <a:custGeom>
              <a:rect b="b" l="l" r="r" t="t"/>
              <a:pathLst>
                <a:path extrusionOk="0" h="1062" w="722">
                  <a:moveTo>
                    <a:pt x="155" y="0"/>
                  </a:moveTo>
                  <a:cubicBezTo>
                    <a:pt x="83" y="0"/>
                    <a:pt x="1" y="80"/>
                    <a:pt x="35" y="183"/>
                  </a:cubicBezTo>
                  <a:cubicBezTo>
                    <a:pt x="185" y="458"/>
                    <a:pt x="336" y="734"/>
                    <a:pt x="486" y="1010"/>
                  </a:cubicBezTo>
                  <a:cubicBezTo>
                    <a:pt x="501" y="1046"/>
                    <a:pt x="528" y="1062"/>
                    <a:pt x="559" y="1062"/>
                  </a:cubicBezTo>
                  <a:cubicBezTo>
                    <a:pt x="632" y="1062"/>
                    <a:pt x="722" y="973"/>
                    <a:pt x="686" y="884"/>
                  </a:cubicBezTo>
                  <a:cubicBezTo>
                    <a:pt x="536" y="609"/>
                    <a:pt x="386" y="333"/>
                    <a:pt x="235" y="57"/>
                  </a:cubicBezTo>
                  <a:cubicBezTo>
                    <a:pt x="219" y="18"/>
                    <a:pt x="188" y="0"/>
                    <a:pt x="155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4" name="Google Shape;5484;p49"/>
            <p:cNvSpPr/>
            <p:nvPr/>
          </p:nvSpPr>
          <p:spPr>
            <a:xfrm>
              <a:off x="2135425" y="4595225"/>
              <a:ext cx="20200" cy="22075"/>
            </a:xfrm>
            <a:custGeom>
              <a:rect b="b" l="l" r="r" t="t"/>
              <a:pathLst>
                <a:path extrusionOk="0" h="883" w="808">
                  <a:moveTo>
                    <a:pt x="163" y="0"/>
                  </a:moveTo>
                  <a:cubicBezTo>
                    <a:pt x="83" y="0"/>
                    <a:pt x="0" y="83"/>
                    <a:pt x="53" y="153"/>
                  </a:cubicBezTo>
                  <a:cubicBezTo>
                    <a:pt x="228" y="379"/>
                    <a:pt x="404" y="604"/>
                    <a:pt x="554" y="830"/>
                  </a:cubicBezTo>
                  <a:cubicBezTo>
                    <a:pt x="584" y="867"/>
                    <a:pt x="621" y="882"/>
                    <a:pt x="656" y="882"/>
                  </a:cubicBezTo>
                  <a:cubicBezTo>
                    <a:pt x="737" y="882"/>
                    <a:pt x="807" y="800"/>
                    <a:pt x="755" y="729"/>
                  </a:cubicBezTo>
                  <a:cubicBezTo>
                    <a:pt x="579" y="504"/>
                    <a:pt x="429" y="278"/>
                    <a:pt x="253" y="53"/>
                  </a:cubicBezTo>
                  <a:cubicBezTo>
                    <a:pt x="231" y="15"/>
                    <a:pt x="197" y="0"/>
                    <a:pt x="163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5" name="Google Shape;5485;p49"/>
            <p:cNvSpPr/>
            <p:nvPr/>
          </p:nvSpPr>
          <p:spPr>
            <a:xfrm>
              <a:off x="2176825" y="4595450"/>
              <a:ext cx="17200" cy="21825"/>
            </a:xfrm>
            <a:custGeom>
              <a:rect b="b" l="l" r="r" t="t"/>
              <a:pathLst>
                <a:path extrusionOk="0" h="873" w="688">
                  <a:moveTo>
                    <a:pt x="169" y="0"/>
                  </a:moveTo>
                  <a:cubicBezTo>
                    <a:pt x="82" y="0"/>
                    <a:pt x="0" y="119"/>
                    <a:pt x="76" y="194"/>
                  </a:cubicBezTo>
                  <a:cubicBezTo>
                    <a:pt x="226" y="395"/>
                    <a:pt x="352" y="595"/>
                    <a:pt x="452" y="821"/>
                  </a:cubicBezTo>
                  <a:cubicBezTo>
                    <a:pt x="467" y="857"/>
                    <a:pt x="494" y="873"/>
                    <a:pt x="525" y="873"/>
                  </a:cubicBezTo>
                  <a:cubicBezTo>
                    <a:pt x="598" y="873"/>
                    <a:pt x="688" y="784"/>
                    <a:pt x="652" y="695"/>
                  </a:cubicBezTo>
                  <a:cubicBezTo>
                    <a:pt x="527" y="445"/>
                    <a:pt x="402" y="244"/>
                    <a:pt x="251" y="44"/>
                  </a:cubicBezTo>
                  <a:cubicBezTo>
                    <a:pt x="227" y="13"/>
                    <a:pt x="198" y="0"/>
                    <a:pt x="169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6" name="Google Shape;5486;p49"/>
            <p:cNvSpPr/>
            <p:nvPr/>
          </p:nvSpPr>
          <p:spPr>
            <a:xfrm>
              <a:off x="2152325" y="4538825"/>
              <a:ext cx="20175" cy="24075"/>
            </a:xfrm>
            <a:custGeom>
              <a:rect b="b" l="l" r="r" t="t"/>
              <a:pathLst>
                <a:path extrusionOk="0" h="963" w="807">
                  <a:moveTo>
                    <a:pt x="153" y="1"/>
                  </a:moveTo>
                  <a:cubicBezTo>
                    <a:pt x="71" y="1"/>
                    <a:pt x="1" y="83"/>
                    <a:pt x="54" y="153"/>
                  </a:cubicBezTo>
                  <a:cubicBezTo>
                    <a:pt x="229" y="404"/>
                    <a:pt x="379" y="655"/>
                    <a:pt x="555" y="905"/>
                  </a:cubicBezTo>
                  <a:cubicBezTo>
                    <a:pt x="579" y="946"/>
                    <a:pt x="617" y="963"/>
                    <a:pt x="654" y="963"/>
                  </a:cubicBezTo>
                  <a:cubicBezTo>
                    <a:pt x="731" y="963"/>
                    <a:pt x="806" y="890"/>
                    <a:pt x="755" y="805"/>
                  </a:cubicBezTo>
                  <a:cubicBezTo>
                    <a:pt x="580" y="554"/>
                    <a:pt x="404" y="304"/>
                    <a:pt x="254" y="53"/>
                  </a:cubicBezTo>
                  <a:cubicBezTo>
                    <a:pt x="224" y="16"/>
                    <a:pt x="187" y="1"/>
                    <a:pt x="153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7" name="Google Shape;5487;p49"/>
            <p:cNvSpPr/>
            <p:nvPr/>
          </p:nvSpPr>
          <p:spPr>
            <a:xfrm>
              <a:off x="2533550" y="4772550"/>
              <a:ext cx="34100" cy="11400"/>
            </a:xfrm>
            <a:custGeom>
              <a:rect b="b" l="l" r="r" t="t"/>
              <a:pathLst>
                <a:path extrusionOk="0" h="456" w="1364">
                  <a:moveTo>
                    <a:pt x="1193" y="0"/>
                  </a:moveTo>
                  <a:cubicBezTo>
                    <a:pt x="1186" y="0"/>
                    <a:pt x="1178" y="1"/>
                    <a:pt x="1171" y="2"/>
                  </a:cubicBezTo>
                  <a:cubicBezTo>
                    <a:pt x="820" y="103"/>
                    <a:pt x="494" y="178"/>
                    <a:pt x="143" y="228"/>
                  </a:cubicBezTo>
                  <a:cubicBezTo>
                    <a:pt x="0" y="252"/>
                    <a:pt x="38" y="456"/>
                    <a:pt x="170" y="456"/>
                  </a:cubicBezTo>
                  <a:cubicBezTo>
                    <a:pt x="178" y="456"/>
                    <a:pt x="185" y="455"/>
                    <a:pt x="193" y="454"/>
                  </a:cubicBezTo>
                  <a:cubicBezTo>
                    <a:pt x="544" y="403"/>
                    <a:pt x="895" y="328"/>
                    <a:pt x="1221" y="253"/>
                  </a:cubicBezTo>
                  <a:cubicBezTo>
                    <a:pt x="1363" y="206"/>
                    <a:pt x="1326" y="0"/>
                    <a:pt x="1193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8" name="Google Shape;5488;p49"/>
            <p:cNvSpPr/>
            <p:nvPr/>
          </p:nvSpPr>
          <p:spPr>
            <a:xfrm>
              <a:off x="2551100" y="4786325"/>
              <a:ext cx="32200" cy="8900"/>
            </a:xfrm>
            <a:custGeom>
              <a:rect b="b" l="l" r="r" t="t"/>
              <a:pathLst>
                <a:path extrusionOk="0" h="356" w="1288">
                  <a:moveTo>
                    <a:pt x="1118" y="1"/>
                  </a:moveTo>
                  <a:cubicBezTo>
                    <a:pt x="1111" y="1"/>
                    <a:pt x="1103" y="1"/>
                    <a:pt x="1095" y="3"/>
                  </a:cubicBezTo>
                  <a:cubicBezTo>
                    <a:pt x="769" y="28"/>
                    <a:pt x="469" y="78"/>
                    <a:pt x="143" y="128"/>
                  </a:cubicBezTo>
                  <a:cubicBezTo>
                    <a:pt x="0" y="152"/>
                    <a:pt x="60" y="356"/>
                    <a:pt x="195" y="356"/>
                  </a:cubicBezTo>
                  <a:cubicBezTo>
                    <a:pt x="202" y="356"/>
                    <a:pt x="210" y="355"/>
                    <a:pt x="218" y="354"/>
                  </a:cubicBezTo>
                  <a:cubicBezTo>
                    <a:pt x="519" y="304"/>
                    <a:pt x="844" y="279"/>
                    <a:pt x="1145" y="228"/>
                  </a:cubicBezTo>
                  <a:cubicBezTo>
                    <a:pt x="1288" y="205"/>
                    <a:pt x="1250" y="1"/>
                    <a:pt x="1118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9" name="Google Shape;5489;p49"/>
            <p:cNvSpPr/>
            <p:nvPr/>
          </p:nvSpPr>
          <p:spPr>
            <a:xfrm>
              <a:off x="2726050" y="4609025"/>
              <a:ext cx="35200" cy="15275"/>
            </a:xfrm>
            <a:custGeom>
              <a:rect b="b" l="l" r="r" t="t"/>
              <a:pathLst>
                <a:path extrusionOk="0" h="611" w="1408">
                  <a:moveTo>
                    <a:pt x="1238" y="0"/>
                  </a:moveTo>
                  <a:cubicBezTo>
                    <a:pt x="1230" y="0"/>
                    <a:pt x="1223" y="1"/>
                    <a:pt x="1215" y="2"/>
                  </a:cubicBezTo>
                  <a:lnTo>
                    <a:pt x="137" y="353"/>
                  </a:lnTo>
                  <a:cubicBezTo>
                    <a:pt x="0" y="399"/>
                    <a:pt x="50" y="610"/>
                    <a:pt x="174" y="610"/>
                  </a:cubicBezTo>
                  <a:cubicBezTo>
                    <a:pt x="186" y="610"/>
                    <a:pt x="199" y="608"/>
                    <a:pt x="212" y="604"/>
                  </a:cubicBezTo>
                  <a:lnTo>
                    <a:pt x="1265" y="253"/>
                  </a:lnTo>
                  <a:cubicBezTo>
                    <a:pt x="1408" y="205"/>
                    <a:pt x="1370" y="0"/>
                    <a:pt x="1238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0" name="Google Shape;5490;p49"/>
            <p:cNvSpPr/>
            <p:nvPr/>
          </p:nvSpPr>
          <p:spPr>
            <a:xfrm>
              <a:off x="2750350" y="4621175"/>
              <a:ext cx="24400" cy="11775"/>
            </a:xfrm>
            <a:custGeom>
              <a:rect b="b" l="l" r="r" t="t"/>
              <a:pathLst>
                <a:path extrusionOk="0" h="471" w="976">
                  <a:moveTo>
                    <a:pt x="801" y="1"/>
                  </a:moveTo>
                  <a:cubicBezTo>
                    <a:pt x="783" y="1"/>
                    <a:pt x="763" y="6"/>
                    <a:pt x="744" y="17"/>
                  </a:cubicBezTo>
                  <a:cubicBezTo>
                    <a:pt x="544" y="118"/>
                    <a:pt x="368" y="193"/>
                    <a:pt x="143" y="243"/>
                  </a:cubicBezTo>
                  <a:cubicBezTo>
                    <a:pt x="0" y="267"/>
                    <a:pt x="60" y="470"/>
                    <a:pt x="195" y="470"/>
                  </a:cubicBezTo>
                  <a:cubicBezTo>
                    <a:pt x="202" y="470"/>
                    <a:pt x="210" y="470"/>
                    <a:pt x="218" y="468"/>
                  </a:cubicBezTo>
                  <a:cubicBezTo>
                    <a:pt x="443" y="418"/>
                    <a:pt x="669" y="343"/>
                    <a:pt x="869" y="218"/>
                  </a:cubicBezTo>
                  <a:cubicBezTo>
                    <a:pt x="976" y="154"/>
                    <a:pt x="902" y="1"/>
                    <a:pt x="801" y="1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1" name="Google Shape;5491;p49"/>
            <p:cNvSpPr/>
            <p:nvPr/>
          </p:nvSpPr>
          <p:spPr>
            <a:xfrm>
              <a:off x="2773000" y="4643350"/>
              <a:ext cx="29425" cy="14800"/>
            </a:xfrm>
            <a:custGeom>
              <a:rect b="b" l="l" r="r" t="t"/>
              <a:pathLst>
                <a:path extrusionOk="0" h="592" w="1177">
                  <a:moveTo>
                    <a:pt x="1008" y="0"/>
                  </a:moveTo>
                  <a:cubicBezTo>
                    <a:pt x="995" y="0"/>
                    <a:pt x="981" y="3"/>
                    <a:pt x="966" y="7"/>
                  </a:cubicBezTo>
                  <a:cubicBezTo>
                    <a:pt x="690" y="133"/>
                    <a:pt x="415" y="233"/>
                    <a:pt x="114" y="333"/>
                  </a:cubicBezTo>
                  <a:cubicBezTo>
                    <a:pt x="1" y="401"/>
                    <a:pt x="31" y="591"/>
                    <a:pt x="148" y="591"/>
                  </a:cubicBezTo>
                  <a:cubicBezTo>
                    <a:pt x="160" y="591"/>
                    <a:pt x="174" y="589"/>
                    <a:pt x="189" y="584"/>
                  </a:cubicBezTo>
                  <a:cubicBezTo>
                    <a:pt x="465" y="459"/>
                    <a:pt x="765" y="358"/>
                    <a:pt x="1041" y="233"/>
                  </a:cubicBezTo>
                  <a:cubicBezTo>
                    <a:pt x="1177" y="188"/>
                    <a:pt x="1129" y="0"/>
                    <a:pt x="1008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2" name="Google Shape;5492;p49"/>
            <p:cNvSpPr/>
            <p:nvPr/>
          </p:nvSpPr>
          <p:spPr>
            <a:xfrm>
              <a:off x="2926100" y="4546275"/>
              <a:ext cx="22025" cy="17200"/>
            </a:xfrm>
            <a:custGeom>
              <a:rect b="b" l="l" r="r" t="t"/>
              <a:pathLst>
                <a:path extrusionOk="0" h="688" w="881">
                  <a:moveTo>
                    <a:pt x="701" y="1"/>
                  </a:moveTo>
                  <a:cubicBezTo>
                    <a:pt x="677" y="1"/>
                    <a:pt x="653" y="10"/>
                    <a:pt x="632" y="31"/>
                  </a:cubicBezTo>
                  <a:cubicBezTo>
                    <a:pt x="456" y="181"/>
                    <a:pt x="281" y="332"/>
                    <a:pt x="80" y="482"/>
                  </a:cubicBezTo>
                  <a:cubicBezTo>
                    <a:pt x="1" y="561"/>
                    <a:pt x="94" y="687"/>
                    <a:pt x="186" y="687"/>
                  </a:cubicBezTo>
                  <a:cubicBezTo>
                    <a:pt x="210" y="687"/>
                    <a:pt x="235" y="678"/>
                    <a:pt x="256" y="657"/>
                  </a:cubicBezTo>
                  <a:lnTo>
                    <a:pt x="782" y="206"/>
                  </a:lnTo>
                  <a:cubicBezTo>
                    <a:pt x="881" y="127"/>
                    <a:pt x="792" y="1"/>
                    <a:pt x="70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3" name="Google Shape;5493;p49"/>
            <p:cNvSpPr/>
            <p:nvPr/>
          </p:nvSpPr>
          <p:spPr>
            <a:xfrm>
              <a:off x="2936825" y="4566450"/>
              <a:ext cx="21450" cy="16375"/>
            </a:xfrm>
            <a:custGeom>
              <a:rect b="b" l="l" r="r" t="t"/>
              <a:pathLst>
                <a:path extrusionOk="0" h="655" w="858">
                  <a:moveTo>
                    <a:pt x="694" y="1"/>
                  </a:moveTo>
                  <a:cubicBezTo>
                    <a:pt x="673" y="1"/>
                    <a:pt x="651" y="8"/>
                    <a:pt x="629" y="26"/>
                  </a:cubicBezTo>
                  <a:cubicBezTo>
                    <a:pt x="453" y="151"/>
                    <a:pt x="278" y="302"/>
                    <a:pt x="102" y="427"/>
                  </a:cubicBezTo>
                  <a:cubicBezTo>
                    <a:pt x="1" y="508"/>
                    <a:pt x="64" y="655"/>
                    <a:pt x="158" y="655"/>
                  </a:cubicBezTo>
                  <a:cubicBezTo>
                    <a:pt x="180" y="655"/>
                    <a:pt x="204" y="646"/>
                    <a:pt x="228" y="627"/>
                  </a:cubicBezTo>
                  <a:lnTo>
                    <a:pt x="754" y="226"/>
                  </a:lnTo>
                  <a:cubicBezTo>
                    <a:pt x="857" y="164"/>
                    <a:pt x="790" y="1"/>
                    <a:pt x="694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4" name="Google Shape;5494;p49"/>
            <p:cNvSpPr/>
            <p:nvPr/>
          </p:nvSpPr>
          <p:spPr>
            <a:xfrm>
              <a:off x="2687050" y="4746225"/>
              <a:ext cx="28450" cy="11400"/>
            </a:xfrm>
            <a:custGeom>
              <a:rect b="b" l="l" r="r" t="t"/>
              <a:pathLst>
                <a:path extrusionOk="0" h="456" w="1138">
                  <a:moveTo>
                    <a:pt x="968" y="1"/>
                  </a:moveTo>
                  <a:cubicBezTo>
                    <a:pt x="961" y="1"/>
                    <a:pt x="953" y="1"/>
                    <a:pt x="945" y="3"/>
                  </a:cubicBezTo>
                  <a:cubicBezTo>
                    <a:pt x="670" y="78"/>
                    <a:pt x="419" y="153"/>
                    <a:pt x="143" y="228"/>
                  </a:cubicBezTo>
                  <a:cubicBezTo>
                    <a:pt x="1" y="252"/>
                    <a:pt x="61" y="456"/>
                    <a:pt x="195" y="456"/>
                  </a:cubicBezTo>
                  <a:cubicBezTo>
                    <a:pt x="203" y="456"/>
                    <a:pt x="211" y="455"/>
                    <a:pt x="219" y="454"/>
                  </a:cubicBezTo>
                  <a:cubicBezTo>
                    <a:pt x="469" y="379"/>
                    <a:pt x="745" y="304"/>
                    <a:pt x="995" y="253"/>
                  </a:cubicBezTo>
                  <a:cubicBezTo>
                    <a:pt x="1138" y="206"/>
                    <a:pt x="1100" y="1"/>
                    <a:pt x="968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5" name="Google Shape;5495;p49"/>
            <p:cNvSpPr/>
            <p:nvPr/>
          </p:nvSpPr>
          <p:spPr>
            <a:xfrm>
              <a:off x="2688475" y="4758650"/>
              <a:ext cx="39425" cy="16650"/>
            </a:xfrm>
            <a:custGeom>
              <a:rect b="b" l="l" r="r" t="t"/>
              <a:pathLst>
                <a:path extrusionOk="0" h="666" w="1577">
                  <a:moveTo>
                    <a:pt x="1403" y="0"/>
                  </a:moveTo>
                  <a:cubicBezTo>
                    <a:pt x="1391" y="0"/>
                    <a:pt x="1378" y="3"/>
                    <a:pt x="1365" y="7"/>
                  </a:cubicBezTo>
                  <a:cubicBezTo>
                    <a:pt x="964" y="157"/>
                    <a:pt x="537" y="283"/>
                    <a:pt x="136" y="433"/>
                  </a:cubicBezTo>
                  <a:cubicBezTo>
                    <a:pt x="1" y="478"/>
                    <a:pt x="28" y="666"/>
                    <a:pt x="145" y="666"/>
                  </a:cubicBezTo>
                  <a:cubicBezTo>
                    <a:pt x="158" y="666"/>
                    <a:pt x="172" y="664"/>
                    <a:pt x="187" y="659"/>
                  </a:cubicBezTo>
                  <a:lnTo>
                    <a:pt x="1440" y="258"/>
                  </a:lnTo>
                  <a:cubicBezTo>
                    <a:pt x="1577" y="212"/>
                    <a:pt x="1527" y="0"/>
                    <a:pt x="1403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6" name="Google Shape;5496;p49"/>
            <p:cNvSpPr/>
            <p:nvPr/>
          </p:nvSpPr>
          <p:spPr>
            <a:xfrm>
              <a:off x="2792125" y="3751450"/>
              <a:ext cx="360300" cy="633325"/>
            </a:xfrm>
            <a:custGeom>
              <a:rect b="b" l="l" r="r" t="t"/>
              <a:pathLst>
                <a:path extrusionOk="0" h="25333" w="14412">
                  <a:moveTo>
                    <a:pt x="1279" y="1"/>
                  </a:moveTo>
                  <a:cubicBezTo>
                    <a:pt x="1251" y="1"/>
                    <a:pt x="1234" y="7"/>
                    <a:pt x="1229" y="19"/>
                  </a:cubicBezTo>
                  <a:cubicBezTo>
                    <a:pt x="0" y="2350"/>
                    <a:pt x="3509" y="8165"/>
                    <a:pt x="4737" y="11548"/>
                  </a:cubicBezTo>
                  <a:cubicBezTo>
                    <a:pt x="5940" y="14932"/>
                    <a:pt x="3735" y="18716"/>
                    <a:pt x="3735" y="18716"/>
                  </a:cubicBezTo>
                  <a:lnTo>
                    <a:pt x="9374" y="25333"/>
                  </a:lnTo>
                  <a:cubicBezTo>
                    <a:pt x="9775" y="25207"/>
                    <a:pt x="10151" y="25057"/>
                    <a:pt x="10527" y="24856"/>
                  </a:cubicBezTo>
                  <a:cubicBezTo>
                    <a:pt x="13710" y="23302"/>
                    <a:pt x="14412" y="19869"/>
                    <a:pt x="13885" y="16636"/>
                  </a:cubicBezTo>
                  <a:cubicBezTo>
                    <a:pt x="13184" y="12275"/>
                    <a:pt x="11730" y="8240"/>
                    <a:pt x="8848" y="4831"/>
                  </a:cubicBezTo>
                  <a:cubicBezTo>
                    <a:pt x="7494" y="3227"/>
                    <a:pt x="5715" y="1999"/>
                    <a:pt x="3835" y="1047"/>
                  </a:cubicBezTo>
                  <a:cubicBezTo>
                    <a:pt x="3719" y="977"/>
                    <a:pt x="1638" y="1"/>
                    <a:pt x="1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7" name="Google Shape;5497;p49"/>
            <p:cNvSpPr/>
            <p:nvPr/>
          </p:nvSpPr>
          <p:spPr>
            <a:xfrm>
              <a:off x="2085350" y="3803925"/>
              <a:ext cx="884750" cy="725600"/>
            </a:xfrm>
            <a:custGeom>
              <a:rect b="b" l="l" r="r" t="t"/>
              <a:pathLst>
                <a:path extrusionOk="0" h="29024" w="35390">
                  <a:moveTo>
                    <a:pt x="1605" y="0"/>
                  </a:moveTo>
                  <a:lnTo>
                    <a:pt x="1" y="10978"/>
                  </a:lnTo>
                  <a:lnTo>
                    <a:pt x="2181" y="24612"/>
                  </a:lnTo>
                  <a:cubicBezTo>
                    <a:pt x="2181" y="24612"/>
                    <a:pt x="5264" y="28898"/>
                    <a:pt x="15790" y="29023"/>
                  </a:cubicBezTo>
                  <a:lnTo>
                    <a:pt x="16843" y="29023"/>
                  </a:lnTo>
                  <a:cubicBezTo>
                    <a:pt x="28221" y="28848"/>
                    <a:pt x="32231" y="25890"/>
                    <a:pt x="33810" y="23234"/>
                  </a:cubicBezTo>
                  <a:cubicBezTo>
                    <a:pt x="35364" y="20552"/>
                    <a:pt x="35389" y="11705"/>
                    <a:pt x="35389" y="11705"/>
                  </a:cubicBezTo>
                  <a:lnTo>
                    <a:pt x="30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8" name="Google Shape;5498;p49"/>
            <p:cNvSpPr/>
            <p:nvPr/>
          </p:nvSpPr>
          <p:spPr>
            <a:xfrm>
              <a:off x="2480100" y="3994700"/>
              <a:ext cx="60800" cy="534825"/>
            </a:xfrm>
            <a:custGeom>
              <a:rect b="b" l="l" r="r" t="t"/>
              <a:pathLst>
                <a:path extrusionOk="0" h="21393" w="2432">
                  <a:moveTo>
                    <a:pt x="1783" y="1"/>
                  </a:moveTo>
                  <a:cubicBezTo>
                    <a:pt x="1723" y="1"/>
                    <a:pt x="1667" y="39"/>
                    <a:pt x="1679" y="114"/>
                  </a:cubicBezTo>
                  <a:cubicBezTo>
                    <a:pt x="1980" y="4274"/>
                    <a:pt x="2080" y="8560"/>
                    <a:pt x="1855" y="12745"/>
                  </a:cubicBezTo>
                  <a:cubicBezTo>
                    <a:pt x="1704" y="15577"/>
                    <a:pt x="953" y="18560"/>
                    <a:pt x="0" y="21392"/>
                  </a:cubicBezTo>
                  <a:lnTo>
                    <a:pt x="251" y="21392"/>
                  </a:lnTo>
                  <a:cubicBezTo>
                    <a:pt x="1128" y="18760"/>
                    <a:pt x="1830" y="15979"/>
                    <a:pt x="2055" y="13322"/>
                  </a:cubicBezTo>
                  <a:cubicBezTo>
                    <a:pt x="2431" y="8986"/>
                    <a:pt x="2231" y="4450"/>
                    <a:pt x="1905" y="114"/>
                  </a:cubicBezTo>
                  <a:cubicBezTo>
                    <a:pt x="1905" y="39"/>
                    <a:pt x="1842" y="1"/>
                    <a:pt x="17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9" name="Google Shape;5499;p49"/>
            <p:cNvSpPr/>
            <p:nvPr/>
          </p:nvSpPr>
          <p:spPr>
            <a:xfrm>
              <a:off x="1981350" y="3963150"/>
              <a:ext cx="380975" cy="485125"/>
            </a:xfrm>
            <a:custGeom>
              <a:rect b="b" l="l" r="r" t="t"/>
              <a:pathLst>
                <a:path extrusionOk="0" h="19405" w="15239">
                  <a:moveTo>
                    <a:pt x="9093" y="0"/>
                  </a:moveTo>
                  <a:cubicBezTo>
                    <a:pt x="8956" y="0"/>
                    <a:pt x="8822" y="56"/>
                    <a:pt x="8722" y="123"/>
                  </a:cubicBezTo>
                  <a:cubicBezTo>
                    <a:pt x="8346" y="373"/>
                    <a:pt x="8096" y="749"/>
                    <a:pt x="7870" y="1125"/>
                  </a:cubicBezTo>
                  <a:cubicBezTo>
                    <a:pt x="7669" y="1501"/>
                    <a:pt x="7469" y="1877"/>
                    <a:pt x="7394" y="2278"/>
                  </a:cubicBezTo>
                  <a:cubicBezTo>
                    <a:pt x="7168" y="3331"/>
                    <a:pt x="7695" y="4408"/>
                    <a:pt x="8246" y="5311"/>
                  </a:cubicBezTo>
                  <a:cubicBezTo>
                    <a:pt x="8246" y="5311"/>
                    <a:pt x="8020" y="5411"/>
                    <a:pt x="7644" y="5586"/>
                  </a:cubicBezTo>
                  <a:cubicBezTo>
                    <a:pt x="6040" y="6413"/>
                    <a:pt x="1780" y="8819"/>
                    <a:pt x="351" y="12303"/>
                  </a:cubicBezTo>
                  <a:cubicBezTo>
                    <a:pt x="351" y="12303"/>
                    <a:pt x="0" y="19145"/>
                    <a:pt x="3208" y="19371"/>
                  </a:cubicBezTo>
                  <a:cubicBezTo>
                    <a:pt x="3537" y="19394"/>
                    <a:pt x="3856" y="19405"/>
                    <a:pt x="4167" y="19405"/>
                  </a:cubicBezTo>
                  <a:cubicBezTo>
                    <a:pt x="14055" y="19405"/>
                    <a:pt x="15138" y="8168"/>
                    <a:pt x="15138" y="8168"/>
                  </a:cubicBezTo>
                  <a:cubicBezTo>
                    <a:pt x="15138" y="8168"/>
                    <a:pt x="15138" y="8143"/>
                    <a:pt x="15138" y="8118"/>
                  </a:cubicBezTo>
                  <a:cubicBezTo>
                    <a:pt x="15238" y="6915"/>
                    <a:pt x="14888" y="5687"/>
                    <a:pt x="14136" y="4709"/>
                  </a:cubicBezTo>
                  <a:cubicBezTo>
                    <a:pt x="13785" y="4233"/>
                    <a:pt x="13359" y="3832"/>
                    <a:pt x="13008" y="3356"/>
                  </a:cubicBezTo>
                  <a:cubicBezTo>
                    <a:pt x="12657" y="2905"/>
                    <a:pt x="12356" y="2353"/>
                    <a:pt x="12356" y="1752"/>
                  </a:cubicBezTo>
                  <a:cubicBezTo>
                    <a:pt x="12356" y="1376"/>
                    <a:pt x="12456" y="900"/>
                    <a:pt x="12156" y="674"/>
                  </a:cubicBezTo>
                  <a:cubicBezTo>
                    <a:pt x="12081" y="624"/>
                    <a:pt x="12005" y="574"/>
                    <a:pt x="11905" y="549"/>
                  </a:cubicBezTo>
                  <a:cubicBezTo>
                    <a:pt x="11837" y="533"/>
                    <a:pt x="11766" y="525"/>
                    <a:pt x="11695" y="525"/>
                  </a:cubicBezTo>
                  <a:cubicBezTo>
                    <a:pt x="11325" y="525"/>
                    <a:pt x="10941" y="734"/>
                    <a:pt x="10752" y="1050"/>
                  </a:cubicBezTo>
                  <a:cubicBezTo>
                    <a:pt x="10802" y="699"/>
                    <a:pt x="10577" y="323"/>
                    <a:pt x="10251" y="198"/>
                  </a:cubicBezTo>
                  <a:cubicBezTo>
                    <a:pt x="10170" y="169"/>
                    <a:pt x="10086" y="154"/>
                    <a:pt x="10001" y="154"/>
                  </a:cubicBezTo>
                  <a:cubicBezTo>
                    <a:pt x="9796" y="154"/>
                    <a:pt x="9591" y="239"/>
                    <a:pt x="9449" y="398"/>
                  </a:cubicBezTo>
                  <a:cubicBezTo>
                    <a:pt x="9474" y="273"/>
                    <a:pt x="9399" y="123"/>
                    <a:pt x="9299" y="47"/>
                  </a:cubicBezTo>
                  <a:cubicBezTo>
                    <a:pt x="9232" y="14"/>
                    <a:pt x="9162" y="0"/>
                    <a:pt x="9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0" name="Google Shape;5500;p49"/>
            <p:cNvSpPr/>
            <p:nvPr/>
          </p:nvSpPr>
          <p:spPr>
            <a:xfrm>
              <a:off x="2460050" y="4142275"/>
              <a:ext cx="54525" cy="57650"/>
            </a:xfrm>
            <a:custGeom>
              <a:rect b="b" l="l" r="r" t="t"/>
              <a:pathLst>
                <a:path extrusionOk="0" h="2306" w="2181">
                  <a:moveTo>
                    <a:pt x="928" y="0"/>
                  </a:moveTo>
                  <a:cubicBezTo>
                    <a:pt x="627" y="25"/>
                    <a:pt x="351" y="251"/>
                    <a:pt x="226" y="627"/>
                  </a:cubicBezTo>
                  <a:cubicBezTo>
                    <a:pt x="0" y="1178"/>
                    <a:pt x="201" y="1805"/>
                    <a:pt x="702" y="2131"/>
                  </a:cubicBezTo>
                  <a:cubicBezTo>
                    <a:pt x="853" y="2236"/>
                    <a:pt x="1050" y="2306"/>
                    <a:pt x="1248" y="2306"/>
                  </a:cubicBezTo>
                  <a:cubicBezTo>
                    <a:pt x="1378" y="2306"/>
                    <a:pt x="1510" y="2276"/>
                    <a:pt x="1629" y="2206"/>
                  </a:cubicBezTo>
                  <a:cubicBezTo>
                    <a:pt x="1905" y="2030"/>
                    <a:pt x="2080" y="1654"/>
                    <a:pt x="2131" y="1329"/>
                  </a:cubicBezTo>
                  <a:cubicBezTo>
                    <a:pt x="2181" y="727"/>
                    <a:pt x="1805" y="176"/>
                    <a:pt x="1228" y="50"/>
                  </a:cubicBezTo>
                  <a:cubicBezTo>
                    <a:pt x="1153" y="25"/>
                    <a:pt x="1078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1" name="Google Shape;5501;p49"/>
            <p:cNvSpPr/>
            <p:nvPr/>
          </p:nvSpPr>
          <p:spPr>
            <a:xfrm>
              <a:off x="2452525" y="4298275"/>
              <a:ext cx="44500" cy="56550"/>
            </a:xfrm>
            <a:custGeom>
              <a:rect b="b" l="l" r="r" t="t"/>
              <a:pathLst>
                <a:path extrusionOk="0" h="2262" w="1780">
                  <a:moveTo>
                    <a:pt x="928" y="1"/>
                  </a:moveTo>
                  <a:cubicBezTo>
                    <a:pt x="828" y="1"/>
                    <a:pt x="727" y="1"/>
                    <a:pt x="602" y="51"/>
                  </a:cubicBezTo>
                  <a:cubicBezTo>
                    <a:pt x="276" y="151"/>
                    <a:pt x="76" y="427"/>
                    <a:pt x="26" y="753"/>
                  </a:cubicBezTo>
                  <a:cubicBezTo>
                    <a:pt x="0" y="928"/>
                    <a:pt x="0" y="1079"/>
                    <a:pt x="51" y="1254"/>
                  </a:cubicBezTo>
                  <a:cubicBezTo>
                    <a:pt x="51" y="1480"/>
                    <a:pt x="101" y="1705"/>
                    <a:pt x="251" y="1856"/>
                  </a:cubicBezTo>
                  <a:cubicBezTo>
                    <a:pt x="326" y="2031"/>
                    <a:pt x="452" y="2181"/>
                    <a:pt x="652" y="2231"/>
                  </a:cubicBezTo>
                  <a:cubicBezTo>
                    <a:pt x="722" y="2252"/>
                    <a:pt x="791" y="2262"/>
                    <a:pt x="858" y="2262"/>
                  </a:cubicBezTo>
                  <a:cubicBezTo>
                    <a:pt x="1364" y="2262"/>
                    <a:pt x="1758" y="1716"/>
                    <a:pt x="1780" y="1229"/>
                  </a:cubicBezTo>
                  <a:cubicBezTo>
                    <a:pt x="1780" y="778"/>
                    <a:pt x="1454" y="1"/>
                    <a:pt x="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2" name="Google Shape;5502;p49"/>
            <p:cNvSpPr/>
            <p:nvPr/>
          </p:nvSpPr>
          <p:spPr>
            <a:xfrm>
              <a:off x="1806525" y="3751100"/>
              <a:ext cx="562925" cy="697725"/>
            </a:xfrm>
            <a:custGeom>
              <a:rect b="b" l="l" r="r" t="t"/>
              <a:pathLst>
                <a:path extrusionOk="0" h="27909" w="22517">
                  <a:moveTo>
                    <a:pt x="14108" y="1"/>
                  </a:moveTo>
                  <a:cubicBezTo>
                    <a:pt x="13586" y="1"/>
                    <a:pt x="10676" y="1348"/>
                    <a:pt x="10377" y="1487"/>
                  </a:cubicBezTo>
                  <a:cubicBezTo>
                    <a:pt x="7921" y="2665"/>
                    <a:pt x="5890" y="4244"/>
                    <a:pt x="4286" y="6449"/>
                  </a:cubicBezTo>
                  <a:cubicBezTo>
                    <a:pt x="3008" y="8254"/>
                    <a:pt x="2006" y="10284"/>
                    <a:pt x="1354" y="12389"/>
                  </a:cubicBezTo>
                  <a:cubicBezTo>
                    <a:pt x="126" y="16349"/>
                    <a:pt x="1" y="21186"/>
                    <a:pt x="2883" y="24494"/>
                  </a:cubicBezTo>
                  <a:cubicBezTo>
                    <a:pt x="3484" y="25171"/>
                    <a:pt x="4211" y="25748"/>
                    <a:pt x="4963" y="26224"/>
                  </a:cubicBezTo>
                  <a:cubicBezTo>
                    <a:pt x="6818" y="27377"/>
                    <a:pt x="9023" y="27803"/>
                    <a:pt x="11154" y="27903"/>
                  </a:cubicBezTo>
                  <a:cubicBezTo>
                    <a:pt x="11250" y="27907"/>
                    <a:pt x="11344" y="27909"/>
                    <a:pt x="11437" y="27909"/>
                  </a:cubicBezTo>
                  <a:cubicBezTo>
                    <a:pt x="22517" y="27909"/>
                    <a:pt x="14186" y="83"/>
                    <a:pt x="14186" y="33"/>
                  </a:cubicBezTo>
                  <a:cubicBezTo>
                    <a:pt x="14180" y="11"/>
                    <a:pt x="14153" y="1"/>
                    <a:pt x="14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3" name="Google Shape;5503;p49"/>
            <p:cNvSpPr/>
            <p:nvPr/>
          </p:nvSpPr>
          <p:spPr>
            <a:xfrm>
              <a:off x="1961275" y="4071150"/>
              <a:ext cx="173900" cy="190025"/>
            </a:xfrm>
            <a:custGeom>
              <a:rect b="b" l="l" r="r" t="t"/>
              <a:pathLst>
                <a:path extrusionOk="0" h="7601" w="6956">
                  <a:moveTo>
                    <a:pt x="2667" y="1"/>
                  </a:moveTo>
                  <a:cubicBezTo>
                    <a:pt x="2608" y="1"/>
                    <a:pt x="2545" y="38"/>
                    <a:pt x="2533" y="113"/>
                  </a:cubicBezTo>
                  <a:cubicBezTo>
                    <a:pt x="2508" y="489"/>
                    <a:pt x="2533" y="890"/>
                    <a:pt x="2583" y="1266"/>
                  </a:cubicBezTo>
                  <a:cubicBezTo>
                    <a:pt x="2533" y="1316"/>
                    <a:pt x="2558" y="1392"/>
                    <a:pt x="2608" y="1442"/>
                  </a:cubicBezTo>
                  <a:cubicBezTo>
                    <a:pt x="2758" y="2319"/>
                    <a:pt x="3159" y="3121"/>
                    <a:pt x="3736" y="3848"/>
                  </a:cubicBezTo>
                  <a:cubicBezTo>
                    <a:pt x="2282" y="4750"/>
                    <a:pt x="954" y="5878"/>
                    <a:pt x="51" y="7432"/>
                  </a:cubicBezTo>
                  <a:cubicBezTo>
                    <a:pt x="1" y="7516"/>
                    <a:pt x="75" y="7601"/>
                    <a:pt x="152" y="7601"/>
                  </a:cubicBezTo>
                  <a:cubicBezTo>
                    <a:pt x="190" y="7601"/>
                    <a:pt x="227" y="7581"/>
                    <a:pt x="252" y="7532"/>
                  </a:cubicBezTo>
                  <a:cubicBezTo>
                    <a:pt x="1154" y="6003"/>
                    <a:pt x="2457" y="4900"/>
                    <a:pt x="3911" y="3998"/>
                  </a:cubicBezTo>
                  <a:cubicBezTo>
                    <a:pt x="3961" y="3998"/>
                    <a:pt x="4011" y="3973"/>
                    <a:pt x="4036" y="3948"/>
                  </a:cubicBezTo>
                  <a:cubicBezTo>
                    <a:pt x="4939" y="3397"/>
                    <a:pt x="5891" y="2895"/>
                    <a:pt x="6843" y="2444"/>
                  </a:cubicBezTo>
                  <a:cubicBezTo>
                    <a:pt x="6955" y="2377"/>
                    <a:pt x="6868" y="2211"/>
                    <a:pt x="6759" y="2211"/>
                  </a:cubicBezTo>
                  <a:cubicBezTo>
                    <a:pt x="6745" y="2211"/>
                    <a:pt x="6732" y="2213"/>
                    <a:pt x="6718" y="2219"/>
                  </a:cubicBezTo>
                  <a:cubicBezTo>
                    <a:pt x="5766" y="2695"/>
                    <a:pt x="4838" y="3171"/>
                    <a:pt x="3936" y="3722"/>
                  </a:cubicBezTo>
                  <a:cubicBezTo>
                    <a:pt x="3360" y="3021"/>
                    <a:pt x="2984" y="2219"/>
                    <a:pt x="2833" y="1367"/>
                  </a:cubicBezTo>
                  <a:cubicBezTo>
                    <a:pt x="3084" y="1141"/>
                    <a:pt x="3335" y="940"/>
                    <a:pt x="3585" y="740"/>
                  </a:cubicBezTo>
                  <a:cubicBezTo>
                    <a:pt x="3684" y="661"/>
                    <a:pt x="3595" y="535"/>
                    <a:pt x="3492" y="535"/>
                  </a:cubicBezTo>
                  <a:cubicBezTo>
                    <a:pt x="3465" y="535"/>
                    <a:pt x="3436" y="544"/>
                    <a:pt x="3410" y="565"/>
                  </a:cubicBezTo>
                  <a:cubicBezTo>
                    <a:pt x="3209" y="740"/>
                    <a:pt x="3009" y="915"/>
                    <a:pt x="2808" y="1091"/>
                  </a:cubicBezTo>
                  <a:cubicBezTo>
                    <a:pt x="2758" y="765"/>
                    <a:pt x="2758" y="439"/>
                    <a:pt x="2783" y="113"/>
                  </a:cubicBezTo>
                  <a:cubicBezTo>
                    <a:pt x="2783" y="38"/>
                    <a:pt x="2727" y="1"/>
                    <a:pt x="2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4" name="Google Shape;5504;p49"/>
            <p:cNvSpPr/>
            <p:nvPr/>
          </p:nvSpPr>
          <p:spPr>
            <a:xfrm>
              <a:off x="2149450" y="4196475"/>
              <a:ext cx="196900" cy="248500"/>
            </a:xfrm>
            <a:custGeom>
              <a:rect b="b" l="l" r="r" t="t"/>
              <a:pathLst>
                <a:path extrusionOk="0" h="9940" w="7876">
                  <a:moveTo>
                    <a:pt x="7759" y="0"/>
                  </a:moveTo>
                  <a:cubicBezTo>
                    <a:pt x="7700" y="0"/>
                    <a:pt x="7637" y="38"/>
                    <a:pt x="7637" y="113"/>
                  </a:cubicBezTo>
                  <a:cubicBezTo>
                    <a:pt x="7211" y="4123"/>
                    <a:pt x="4204" y="8710"/>
                    <a:pt x="143" y="9712"/>
                  </a:cubicBezTo>
                  <a:cubicBezTo>
                    <a:pt x="1" y="9736"/>
                    <a:pt x="61" y="9940"/>
                    <a:pt x="196" y="9940"/>
                  </a:cubicBezTo>
                  <a:cubicBezTo>
                    <a:pt x="203" y="9940"/>
                    <a:pt x="211" y="9939"/>
                    <a:pt x="219" y="9938"/>
                  </a:cubicBezTo>
                  <a:cubicBezTo>
                    <a:pt x="4404" y="8910"/>
                    <a:pt x="7437" y="4248"/>
                    <a:pt x="7863" y="113"/>
                  </a:cubicBezTo>
                  <a:cubicBezTo>
                    <a:pt x="7875" y="38"/>
                    <a:pt x="7819" y="0"/>
                    <a:pt x="77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5" name="Google Shape;5505;p49"/>
            <p:cNvSpPr/>
            <p:nvPr/>
          </p:nvSpPr>
          <p:spPr>
            <a:xfrm>
              <a:off x="2859775" y="3844800"/>
              <a:ext cx="112825" cy="359575"/>
            </a:xfrm>
            <a:custGeom>
              <a:rect b="b" l="l" r="r" t="t"/>
              <a:pathLst>
                <a:path extrusionOk="0" h="14383" w="4513">
                  <a:moveTo>
                    <a:pt x="152" y="1"/>
                  </a:moveTo>
                  <a:cubicBezTo>
                    <a:pt x="75" y="1"/>
                    <a:pt x="1" y="85"/>
                    <a:pt x="51" y="170"/>
                  </a:cubicBezTo>
                  <a:cubicBezTo>
                    <a:pt x="2658" y="4004"/>
                    <a:pt x="4262" y="9869"/>
                    <a:pt x="1981" y="14205"/>
                  </a:cubicBezTo>
                  <a:cubicBezTo>
                    <a:pt x="1928" y="14294"/>
                    <a:pt x="2013" y="14382"/>
                    <a:pt x="2094" y="14382"/>
                  </a:cubicBezTo>
                  <a:cubicBezTo>
                    <a:pt x="2127" y="14382"/>
                    <a:pt x="2160" y="14367"/>
                    <a:pt x="2182" y="14330"/>
                  </a:cubicBezTo>
                  <a:cubicBezTo>
                    <a:pt x="4513" y="9894"/>
                    <a:pt x="2934" y="3954"/>
                    <a:pt x="252" y="70"/>
                  </a:cubicBezTo>
                  <a:cubicBezTo>
                    <a:pt x="227" y="21"/>
                    <a:pt x="190" y="1"/>
                    <a:pt x="1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6" name="Google Shape;5506;p49"/>
            <p:cNvSpPr/>
            <p:nvPr/>
          </p:nvSpPr>
          <p:spPr>
            <a:xfrm>
              <a:off x="1946525" y="3928450"/>
              <a:ext cx="11425" cy="35650"/>
            </a:xfrm>
            <a:custGeom>
              <a:rect b="b" l="l" r="r" t="t"/>
              <a:pathLst>
                <a:path extrusionOk="0" h="1426" w="457">
                  <a:moveTo>
                    <a:pt x="307" y="0"/>
                  </a:moveTo>
                  <a:cubicBezTo>
                    <a:pt x="264" y="0"/>
                    <a:pt x="225" y="25"/>
                    <a:pt x="215" y="82"/>
                  </a:cubicBezTo>
                  <a:cubicBezTo>
                    <a:pt x="140" y="483"/>
                    <a:pt x="65" y="884"/>
                    <a:pt x="15" y="1285"/>
                  </a:cubicBezTo>
                  <a:cubicBezTo>
                    <a:pt x="0" y="1372"/>
                    <a:pt x="70" y="1426"/>
                    <a:pt x="136" y="1426"/>
                  </a:cubicBezTo>
                  <a:cubicBezTo>
                    <a:pt x="184" y="1426"/>
                    <a:pt x="230" y="1398"/>
                    <a:pt x="240" y="1335"/>
                  </a:cubicBezTo>
                  <a:lnTo>
                    <a:pt x="441" y="157"/>
                  </a:lnTo>
                  <a:cubicBezTo>
                    <a:pt x="456" y="64"/>
                    <a:pt x="376" y="0"/>
                    <a:pt x="3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7" name="Google Shape;5507;p49"/>
            <p:cNvSpPr/>
            <p:nvPr/>
          </p:nvSpPr>
          <p:spPr>
            <a:xfrm>
              <a:off x="1959025" y="3942625"/>
              <a:ext cx="10800" cy="26275"/>
            </a:xfrm>
            <a:custGeom>
              <a:rect b="b" l="l" r="r" t="t"/>
              <a:pathLst>
                <a:path extrusionOk="0" h="1051" w="432">
                  <a:moveTo>
                    <a:pt x="295" y="1"/>
                  </a:moveTo>
                  <a:cubicBezTo>
                    <a:pt x="248" y="1"/>
                    <a:pt x="202" y="28"/>
                    <a:pt x="191" y="91"/>
                  </a:cubicBezTo>
                  <a:cubicBezTo>
                    <a:pt x="141" y="367"/>
                    <a:pt x="66" y="618"/>
                    <a:pt x="16" y="893"/>
                  </a:cubicBezTo>
                  <a:cubicBezTo>
                    <a:pt x="1" y="986"/>
                    <a:pt x="81" y="1051"/>
                    <a:pt x="150" y="1051"/>
                  </a:cubicBezTo>
                  <a:cubicBezTo>
                    <a:pt x="193" y="1051"/>
                    <a:pt x="232" y="1026"/>
                    <a:pt x="242" y="969"/>
                  </a:cubicBezTo>
                  <a:cubicBezTo>
                    <a:pt x="317" y="693"/>
                    <a:pt x="367" y="417"/>
                    <a:pt x="417" y="142"/>
                  </a:cubicBezTo>
                  <a:cubicBezTo>
                    <a:pt x="432" y="54"/>
                    <a:pt x="362" y="1"/>
                    <a:pt x="2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8" name="Google Shape;5508;p49"/>
            <p:cNvSpPr/>
            <p:nvPr/>
          </p:nvSpPr>
          <p:spPr>
            <a:xfrm>
              <a:off x="1975075" y="3903375"/>
              <a:ext cx="10050" cy="31075"/>
            </a:xfrm>
            <a:custGeom>
              <a:rect b="b" l="l" r="r" t="t"/>
              <a:pathLst>
                <a:path extrusionOk="0" h="1243" w="402">
                  <a:moveTo>
                    <a:pt x="244" y="1"/>
                  </a:moveTo>
                  <a:cubicBezTo>
                    <a:pt x="199" y="1"/>
                    <a:pt x="161" y="25"/>
                    <a:pt x="151" y="83"/>
                  </a:cubicBezTo>
                  <a:cubicBezTo>
                    <a:pt x="101" y="408"/>
                    <a:pt x="51" y="759"/>
                    <a:pt x="1" y="1085"/>
                  </a:cubicBezTo>
                  <a:cubicBezTo>
                    <a:pt x="1" y="1178"/>
                    <a:pt x="87" y="1242"/>
                    <a:pt x="159" y="1242"/>
                  </a:cubicBezTo>
                  <a:cubicBezTo>
                    <a:pt x="203" y="1242"/>
                    <a:pt x="242" y="1218"/>
                    <a:pt x="251" y="1160"/>
                  </a:cubicBezTo>
                  <a:cubicBezTo>
                    <a:pt x="301" y="809"/>
                    <a:pt x="351" y="484"/>
                    <a:pt x="402" y="158"/>
                  </a:cubicBezTo>
                  <a:cubicBezTo>
                    <a:pt x="402" y="65"/>
                    <a:pt x="315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9" name="Google Shape;5509;p49"/>
            <p:cNvSpPr/>
            <p:nvPr/>
          </p:nvSpPr>
          <p:spPr>
            <a:xfrm>
              <a:off x="2126475" y="4299150"/>
              <a:ext cx="23000" cy="22500"/>
            </a:xfrm>
            <a:custGeom>
              <a:rect b="b" l="l" r="r" t="t"/>
              <a:pathLst>
                <a:path extrusionOk="0" h="900" w="920">
                  <a:moveTo>
                    <a:pt x="738" y="1"/>
                  </a:moveTo>
                  <a:cubicBezTo>
                    <a:pt x="722" y="1"/>
                    <a:pt x="704" y="6"/>
                    <a:pt x="687" y="16"/>
                  </a:cubicBezTo>
                  <a:cubicBezTo>
                    <a:pt x="411" y="191"/>
                    <a:pt x="185" y="417"/>
                    <a:pt x="35" y="718"/>
                  </a:cubicBezTo>
                  <a:cubicBezTo>
                    <a:pt x="1" y="821"/>
                    <a:pt x="83" y="900"/>
                    <a:pt x="163" y="900"/>
                  </a:cubicBezTo>
                  <a:cubicBezTo>
                    <a:pt x="200" y="900"/>
                    <a:pt x="237" y="883"/>
                    <a:pt x="260" y="843"/>
                  </a:cubicBezTo>
                  <a:cubicBezTo>
                    <a:pt x="361" y="567"/>
                    <a:pt x="561" y="367"/>
                    <a:pt x="812" y="242"/>
                  </a:cubicBezTo>
                  <a:cubicBezTo>
                    <a:pt x="920" y="177"/>
                    <a:pt x="842" y="1"/>
                    <a:pt x="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0" name="Google Shape;5510;p49"/>
            <p:cNvSpPr/>
            <p:nvPr/>
          </p:nvSpPr>
          <p:spPr>
            <a:xfrm>
              <a:off x="2133625" y="4304975"/>
              <a:ext cx="26225" cy="24150"/>
            </a:xfrm>
            <a:custGeom>
              <a:rect b="b" l="l" r="r" t="t"/>
              <a:pathLst>
                <a:path extrusionOk="0" h="966" w="1049">
                  <a:moveTo>
                    <a:pt x="878" y="1"/>
                  </a:moveTo>
                  <a:cubicBezTo>
                    <a:pt x="851" y="1"/>
                    <a:pt x="824" y="11"/>
                    <a:pt x="802" y="34"/>
                  </a:cubicBezTo>
                  <a:cubicBezTo>
                    <a:pt x="551" y="284"/>
                    <a:pt x="325" y="510"/>
                    <a:pt x="100" y="760"/>
                  </a:cubicBezTo>
                  <a:cubicBezTo>
                    <a:pt x="1" y="840"/>
                    <a:pt x="89" y="966"/>
                    <a:pt x="181" y="966"/>
                  </a:cubicBezTo>
                  <a:cubicBezTo>
                    <a:pt x="205" y="966"/>
                    <a:pt x="229" y="957"/>
                    <a:pt x="250" y="936"/>
                  </a:cubicBezTo>
                  <a:cubicBezTo>
                    <a:pt x="501" y="685"/>
                    <a:pt x="726" y="435"/>
                    <a:pt x="952" y="209"/>
                  </a:cubicBezTo>
                  <a:cubicBezTo>
                    <a:pt x="1049" y="112"/>
                    <a:pt x="966" y="1"/>
                    <a:pt x="8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1" name="Google Shape;5511;p49"/>
            <p:cNvSpPr/>
            <p:nvPr/>
          </p:nvSpPr>
          <p:spPr>
            <a:xfrm>
              <a:off x="1872325" y="4120650"/>
              <a:ext cx="6275" cy="26975"/>
            </a:xfrm>
            <a:custGeom>
              <a:rect b="b" l="l" r="r" t="t"/>
              <a:pathLst>
                <a:path extrusionOk="0" h="1079" w="251">
                  <a:moveTo>
                    <a:pt x="126" y="1"/>
                  </a:moveTo>
                  <a:cubicBezTo>
                    <a:pt x="63" y="1"/>
                    <a:pt x="0" y="38"/>
                    <a:pt x="0" y="113"/>
                  </a:cubicBezTo>
                  <a:lnTo>
                    <a:pt x="0" y="966"/>
                  </a:lnTo>
                  <a:cubicBezTo>
                    <a:pt x="0" y="1041"/>
                    <a:pt x="63" y="1078"/>
                    <a:pt x="126" y="1078"/>
                  </a:cubicBezTo>
                  <a:cubicBezTo>
                    <a:pt x="188" y="1078"/>
                    <a:pt x="251" y="1041"/>
                    <a:pt x="251" y="966"/>
                  </a:cubicBezTo>
                  <a:lnTo>
                    <a:pt x="251" y="113"/>
                  </a:lnTo>
                  <a:cubicBezTo>
                    <a:pt x="251" y="38"/>
                    <a:pt x="188" y="1"/>
                    <a:pt x="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2" name="Google Shape;5512;p49"/>
            <p:cNvSpPr/>
            <p:nvPr/>
          </p:nvSpPr>
          <p:spPr>
            <a:xfrm>
              <a:off x="1892375" y="4123925"/>
              <a:ext cx="7300" cy="27450"/>
            </a:xfrm>
            <a:custGeom>
              <a:rect b="b" l="l" r="r" t="t"/>
              <a:pathLst>
                <a:path extrusionOk="0" h="1098" w="292">
                  <a:moveTo>
                    <a:pt x="142" y="1"/>
                  </a:moveTo>
                  <a:cubicBezTo>
                    <a:pt x="99" y="1"/>
                    <a:pt x="60" y="25"/>
                    <a:pt x="50" y="83"/>
                  </a:cubicBezTo>
                  <a:cubicBezTo>
                    <a:pt x="25" y="383"/>
                    <a:pt x="0" y="684"/>
                    <a:pt x="25" y="985"/>
                  </a:cubicBezTo>
                  <a:cubicBezTo>
                    <a:pt x="25" y="1060"/>
                    <a:pt x="88" y="1098"/>
                    <a:pt x="148" y="1098"/>
                  </a:cubicBezTo>
                  <a:cubicBezTo>
                    <a:pt x="207" y="1098"/>
                    <a:pt x="263" y="1060"/>
                    <a:pt x="251" y="985"/>
                  </a:cubicBezTo>
                  <a:cubicBezTo>
                    <a:pt x="251" y="709"/>
                    <a:pt x="251" y="434"/>
                    <a:pt x="276" y="158"/>
                  </a:cubicBezTo>
                  <a:cubicBezTo>
                    <a:pt x="292" y="65"/>
                    <a:pt x="211" y="1"/>
                    <a:pt x="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3" name="Google Shape;5513;p49"/>
            <p:cNvSpPr/>
            <p:nvPr/>
          </p:nvSpPr>
          <p:spPr>
            <a:xfrm>
              <a:off x="2349375" y="4362500"/>
              <a:ext cx="7925" cy="23700"/>
            </a:xfrm>
            <a:custGeom>
              <a:rect b="b" l="l" r="r" t="t"/>
              <a:pathLst>
                <a:path extrusionOk="0" h="948" w="317">
                  <a:moveTo>
                    <a:pt x="170" y="1"/>
                  </a:moveTo>
                  <a:cubicBezTo>
                    <a:pt x="110" y="1"/>
                    <a:pt x="54" y="38"/>
                    <a:pt x="66" y="114"/>
                  </a:cubicBezTo>
                  <a:cubicBezTo>
                    <a:pt x="66" y="339"/>
                    <a:pt x="66" y="565"/>
                    <a:pt x="16" y="790"/>
                  </a:cubicBezTo>
                  <a:cubicBezTo>
                    <a:pt x="1" y="883"/>
                    <a:pt x="81" y="947"/>
                    <a:pt x="150" y="947"/>
                  </a:cubicBezTo>
                  <a:cubicBezTo>
                    <a:pt x="193" y="947"/>
                    <a:pt x="232" y="923"/>
                    <a:pt x="242" y="865"/>
                  </a:cubicBezTo>
                  <a:cubicBezTo>
                    <a:pt x="292" y="615"/>
                    <a:pt x="317" y="364"/>
                    <a:pt x="292" y="114"/>
                  </a:cubicBezTo>
                  <a:cubicBezTo>
                    <a:pt x="292" y="38"/>
                    <a:pt x="229" y="1"/>
                    <a:pt x="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4" name="Google Shape;5514;p49"/>
            <p:cNvSpPr/>
            <p:nvPr/>
          </p:nvSpPr>
          <p:spPr>
            <a:xfrm>
              <a:off x="2366050" y="4367525"/>
              <a:ext cx="6300" cy="21175"/>
            </a:xfrm>
            <a:custGeom>
              <a:rect b="b" l="l" r="r" t="t"/>
              <a:pathLst>
                <a:path extrusionOk="0" h="847" w="252">
                  <a:moveTo>
                    <a:pt x="126" y="0"/>
                  </a:moveTo>
                  <a:cubicBezTo>
                    <a:pt x="63" y="0"/>
                    <a:pt x="1" y="38"/>
                    <a:pt x="1" y="113"/>
                  </a:cubicBezTo>
                  <a:lnTo>
                    <a:pt x="1" y="715"/>
                  </a:lnTo>
                  <a:cubicBezTo>
                    <a:pt x="1" y="802"/>
                    <a:pt x="63" y="846"/>
                    <a:pt x="126" y="846"/>
                  </a:cubicBezTo>
                  <a:cubicBezTo>
                    <a:pt x="189" y="846"/>
                    <a:pt x="251" y="802"/>
                    <a:pt x="251" y="715"/>
                  </a:cubicBezTo>
                  <a:lnTo>
                    <a:pt x="251" y="113"/>
                  </a:lnTo>
                  <a:cubicBezTo>
                    <a:pt x="251" y="38"/>
                    <a:pt x="189" y="0"/>
                    <a:pt x="1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5" name="Google Shape;5515;p49"/>
            <p:cNvSpPr/>
            <p:nvPr/>
          </p:nvSpPr>
          <p:spPr>
            <a:xfrm>
              <a:off x="2375450" y="4319425"/>
              <a:ext cx="7875" cy="34325"/>
            </a:xfrm>
            <a:custGeom>
              <a:rect b="b" l="l" r="r" t="t"/>
              <a:pathLst>
                <a:path extrusionOk="0" h="1373" w="315">
                  <a:moveTo>
                    <a:pt x="198" y="1"/>
                  </a:moveTo>
                  <a:cubicBezTo>
                    <a:pt x="139" y="1"/>
                    <a:pt x="76" y="45"/>
                    <a:pt x="76" y="132"/>
                  </a:cubicBezTo>
                  <a:cubicBezTo>
                    <a:pt x="51" y="508"/>
                    <a:pt x="26" y="884"/>
                    <a:pt x="1" y="1260"/>
                  </a:cubicBezTo>
                  <a:cubicBezTo>
                    <a:pt x="1" y="1335"/>
                    <a:pt x="63" y="1373"/>
                    <a:pt x="126" y="1373"/>
                  </a:cubicBezTo>
                  <a:cubicBezTo>
                    <a:pt x="189" y="1373"/>
                    <a:pt x="251" y="1335"/>
                    <a:pt x="251" y="1260"/>
                  </a:cubicBezTo>
                  <a:cubicBezTo>
                    <a:pt x="276" y="884"/>
                    <a:pt x="301" y="508"/>
                    <a:pt x="301" y="132"/>
                  </a:cubicBezTo>
                  <a:cubicBezTo>
                    <a:pt x="314" y="45"/>
                    <a:pt x="258" y="1"/>
                    <a:pt x="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6" name="Google Shape;5516;p49"/>
            <p:cNvSpPr/>
            <p:nvPr/>
          </p:nvSpPr>
          <p:spPr>
            <a:xfrm>
              <a:off x="2834100" y="4037950"/>
              <a:ext cx="5675" cy="23825"/>
            </a:xfrm>
            <a:custGeom>
              <a:rect b="b" l="l" r="r" t="t"/>
              <a:pathLst>
                <a:path extrusionOk="0" h="953" w="227">
                  <a:moveTo>
                    <a:pt x="113" y="0"/>
                  </a:moveTo>
                  <a:cubicBezTo>
                    <a:pt x="57" y="0"/>
                    <a:pt x="1" y="38"/>
                    <a:pt x="1" y="113"/>
                  </a:cubicBezTo>
                  <a:lnTo>
                    <a:pt x="1" y="840"/>
                  </a:lnTo>
                  <a:cubicBezTo>
                    <a:pt x="1" y="915"/>
                    <a:pt x="57" y="953"/>
                    <a:pt x="113" y="953"/>
                  </a:cubicBezTo>
                  <a:cubicBezTo>
                    <a:pt x="170" y="953"/>
                    <a:pt x="226" y="915"/>
                    <a:pt x="226" y="840"/>
                  </a:cubicBezTo>
                  <a:lnTo>
                    <a:pt x="226" y="113"/>
                  </a:lnTo>
                  <a:cubicBezTo>
                    <a:pt x="226" y="38"/>
                    <a:pt x="170" y="0"/>
                    <a:pt x="1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7" name="Google Shape;5517;p49"/>
            <p:cNvSpPr/>
            <p:nvPr/>
          </p:nvSpPr>
          <p:spPr>
            <a:xfrm>
              <a:off x="2852275" y="4042950"/>
              <a:ext cx="8275" cy="20150"/>
            </a:xfrm>
            <a:custGeom>
              <a:rect b="b" l="l" r="r" t="t"/>
              <a:pathLst>
                <a:path extrusionOk="0" h="806" w="331">
                  <a:moveTo>
                    <a:pt x="160" y="1"/>
                  </a:moveTo>
                  <a:cubicBezTo>
                    <a:pt x="101" y="1"/>
                    <a:pt x="38" y="38"/>
                    <a:pt x="26" y="114"/>
                  </a:cubicBezTo>
                  <a:cubicBezTo>
                    <a:pt x="1" y="314"/>
                    <a:pt x="26" y="515"/>
                    <a:pt x="76" y="715"/>
                  </a:cubicBezTo>
                  <a:cubicBezTo>
                    <a:pt x="86" y="778"/>
                    <a:pt x="136" y="806"/>
                    <a:pt x="187" y="806"/>
                  </a:cubicBezTo>
                  <a:cubicBezTo>
                    <a:pt x="258" y="806"/>
                    <a:pt x="330" y="752"/>
                    <a:pt x="301" y="665"/>
                  </a:cubicBezTo>
                  <a:cubicBezTo>
                    <a:pt x="251" y="464"/>
                    <a:pt x="251" y="289"/>
                    <a:pt x="276" y="114"/>
                  </a:cubicBezTo>
                  <a:cubicBezTo>
                    <a:pt x="276" y="38"/>
                    <a:pt x="220" y="1"/>
                    <a:pt x="1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8" name="Google Shape;5518;p49"/>
            <p:cNvSpPr/>
            <p:nvPr/>
          </p:nvSpPr>
          <p:spPr>
            <a:xfrm>
              <a:off x="2854150" y="3995350"/>
              <a:ext cx="5675" cy="25700"/>
            </a:xfrm>
            <a:custGeom>
              <a:rect b="b" l="l" r="r" t="t"/>
              <a:pathLst>
                <a:path extrusionOk="0" h="1028" w="227">
                  <a:moveTo>
                    <a:pt x="113" y="0"/>
                  </a:moveTo>
                  <a:cubicBezTo>
                    <a:pt x="57" y="0"/>
                    <a:pt x="1" y="38"/>
                    <a:pt x="1" y="113"/>
                  </a:cubicBezTo>
                  <a:lnTo>
                    <a:pt x="1" y="915"/>
                  </a:lnTo>
                  <a:cubicBezTo>
                    <a:pt x="1" y="990"/>
                    <a:pt x="57" y="1028"/>
                    <a:pt x="113" y="1028"/>
                  </a:cubicBezTo>
                  <a:cubicBezTo>
                    <a:pt x="170" y="1028"/>
                    <a:pt x="226" y="990"/>
                    <a:pt x="226" y="915"/>
                  </a:cubicBezTo>
                  <a:lnTo>
                    <a:pt x="226" y="113"/>
                  </a:lnTo>
                  <a:cubicBezTo>
                    <a:pt x="226" y="38"/>
                    <a:pt x="170" y="0"/>
                    <a:pt x="1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9" name="Google Shape;5519;p49"/>
            <p:cNvSpPr/>
            <p:nvPr/>
          </p:nvSpPr>
          <p:spPr>
            <a:xfrm>
              <a:off x="3063750" y="4089475"/>
              <a:ext cx="10750" cy="26200"/>
            </a:xfrm>
            <a:custGeom>
              <a:rect b="b" l="l" r="r" t="t"/>
              <a:pathLst>
                <a:path extrusionOk="0" h="1048" w="430">
                  <a:moveTo>
                    <a:pt x="274" y="0"/>
                  </a:moveTo>
                  <a:cubicBezTo>
                    <a:pt x="227" y="0"/>
                    <a:pt x="182" y="25"/>
                    <a:pt x="163" y="82"/>
                  </a:cubicBezTo>
                  <a:cubicBezTo>
                    <a:pt x="88" y="358"/>
                    <a:pt x="38" y="634"/>
                    <a:pt x="13" y="934"/>
                  </a:cubicBezTo>
                  <a:cubicBezTo>
                    <a:pt x="0" y="1009"/>
                    <a:pt x="57" y="1047"/>
                    <a:pt x="116" y="1047"/>
                  </a:cubicBezTo>
                  <a:cubicBezTo>
                    <a:pt x="176" y="1047"/>
                    <a:pt x="238" y="1009"/>
                    <a:pt x="238" y="934"/>
                  </a:cubicBezTo>
                  <a:cubicBezTo>
                    <a:pt x="263" y="659"/>
                    <a:pt x="314" y="408"/>
                    <a:pt x="414" y="157"/>
                  </a:cubicBezTo>
                  <a:cubicBezTo>
                    <a:pt x="429" y="64"/>
                    <a:pt x="349" y="0"/>
                    <a:pt x="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0" name="Google Shape;5520;p49"/>
            <p:cNvSpPr/>
            <p:nvPr/>
          </p:nvSpPr>
          <p:spPr>
            <a:xfrm>
              <a:off x="3081225" y="4094325"/>
              <a:ext cx="9175" cy="24950"/>
            </a:xfrm>
            <a:custGeom>
              <a:rect b="b" l="l" r="r" t="t"/>
              <a:pathLst>
                <a:path extrusionOk="0" h="998" w="367">
                  <a:moveTo>
                    <a:pt x="250" y="1"/>
                  </a:moveTo>
                  <a:cubicBezTo>
                    <a:pt x="191" y="1"/>
                    <a:pt x="128" y="39"/>
                    <a:pt x="116" y="114"/>
                  </a:cubicBezTo>
                  <a:cubicBezTo>
                    <a:pt x="116" y="364"/>
                    <a:pt x="91" y="590"/>
                    <a:pt x="16" y="841"/>
                  </a:cubicBezTo>
                  <a:cubicBezTo>
                    <a:pt x="0" y="933"/>
                    <a:pt x="80" y="998"/>
                    <a:pt x="156" y="998"/>
                  </a:cubicBezTo>
                  <a:cubicBezTo>
                    <a:pt x="202" y="998"/>
                    <a:pt x="247" y="973"/>
                    <a:pt x="266" y="916"/>
                  </a:cubicBezTo>
                  <a:cubicBezTo>
                    <a:pt x="316" y="640"/>
                    <a:pt x="366" y="389"/>
                    <a:pt x="366" y="114"/>
                  </a:cubicBezTo>
                  <a:cubicBezTo>
                    <a:pt x="366" y="39"/>
                    <a:pt x="310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1" name="Google Shape;5521;p49"/>
            <p:cNvSpPr/>
            <p:nvPr/>
          </p:nvSpPr>
          <p:spPr>
            <a:xfrm>
              <a:off x="3090375" y="4045475"/>
              <a:ext cx="7550" cy="28200"/>
            </a:xfrm>
            <a:custGeom>
              <a:rect b="b" l="l" r="r" t="t"/>
              <a:pathLst>
                <a:path extrusionOk="0" h="1128" w="302">
                  <a:moveTo>
                    <a:pt x="176" y="0"/>
                  </a:moveTo>
                  <a:cubicBezTo>
                    <a:pt x="113" y="0"/>
                    <a:pt x="51" y="38"/>
                    <a:pt x="51" y="113"/>
                  </a:cubicBezTo>
                  <a:cubicBezTo>
                    <a:pt x="25" y="414"/>
                    <a:pt x="25" y="714"/>
                    <a:pt x="0" y="1015"/>
                  </a:cubicBezTo>
                  <a:cubicBezTo>
                    <a:pt x="0" y="1090"/>
                    <a:pt x="57" y="1128"/>
                    <a:pt x="116" y="1128"/>
                  </a:cubicBezTo>
                  <a:cubicBezTo>
                    <a:pt x="176" y="1128"/>
                    <a:pt x="238" y="1090"/>
                    <a:pt x="251" y="1015"/>
                  </a:cubicBezTo>
                  <a:cubicBezTo>
                    <a:pt x="251" y="714"/>
                    <a:pt x="276" y="414"/>
                    <a:pt x="301" y="113"/>
                  </a:cubicBezTo>
                  <a:cubicBezTo>
                    <a:pt x="301" y="38"/>
                    <a:pt x="238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2" name="Google Shape;5522;p49"/>
            <p:cNvSpPr/>
            <p:nvPr/>
          </p:nvSpPr>
          <p:spPr>
            <a:xfrm>
              <a:off x="2106025" y="3210500"/>
              <a:ext cx="703050" cy="328400"/>
            </a:xfrm>
            <a:custGeom>
              <a:rect b="b" l="l" r="r" t="t"/>
              <a:pathLst>
                <a:path extrusionOk="0" h="13136" w="28122">
                  <a:moveTo>
                    <a:pt x="13403" y="0"/>
                  </a:moveTo>
                  <a:cubicBezTo>
                    <a:pt x="11399" y="0"/>
                    <a:pt x="9285" y="364"/>
                    <a:pt x="7144" y="1206"/>
                  </a:cubicBezTo>
                  <a:cubicBezTo>
                    <a:pt x="1" y="4013"/>
                    <a:pt x="2708" y="10229"/>
                    <a:pt x="2708" y="10229"/>
                  </a:cubicBezTo>
                  <a:lnTo>
                    <a:pt x="27043" y="13136"/>
                  </a:lnTo>
                  <a:lnTo>
                    <a:pt x="28121" y="11181"/>
                  </a:lnTo>
                  <a:cubicBezTo>
                    <a:pt x="28121" y="11181"/>
                    <a:pt x="28071" y="8148"/>
                    <a:pt x="24587" y="4514"/>
                  </a:cubicBezTo>
                  <a:cubicBezTo>
                    <a:pt x="22165" y="1987"/>
                    <a:pt x="18084" y="0"/>
                    <a:pt x="134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3" name="Google Shape;5523;p49"/>
            <p:cNvSpPr/>
            <p:nvPr/>
          </p:nvSpPr>
          <p:spPr>
            <a:xfrm>
              <a:off x="2256400" y="3259750"/>
              <a:ext cx="5675" cy="18200"/>
            </a:xfrm>
            <a:custGeom>
              <a:rect b="b" l="l" r="r" t="t"/>
              <a:pathLst>
                <a:path extrusionOk="0" h="728" w="227">
                  <a:moveTo>
                    <a:pt x="114" y="0"/>
                  </a:moveTo>
                  <a:cubicBezTo>
                    <a:pt x="57" y="0"/>
                    <a:pt x="1" y="38"/>
                    <a:pt x="1" y="113"/>
                  </a:cubicBezTo>
                  <a:lnTo>
                    <a:pt x="1" y="614"/>
                  </a:lnTo>
                  <a:cubicBezTo>
                    <a:pt x="1" y="690"/>
                    <a:pt x="57" y="727"/>
                    <a:pt x="114" y="727"/>
                  </a:cubicBezTo>
                  <a:cubicBezTo>
                    <a:pt x="170" y="727"/>
                    <a:pt x="226" y="690"/>
                    <a:pt x="226" y="614"/>
                  </a:cubicBezTo>
                  <a:lnTo>
                    <a:pt x="226" y="113"/>
                  </a:lnTo>
                  <a:cubicBezTo>
                    <a:pt x="226" y="38"/>
                    <a:pt x="170" y="0"/>
                    <a:pt x="1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4" name="Google Shape;5524;p49"/>
            <p:cNvSpPr/>
            <p:nvPr/>
          </p:nvSpPr>
          <p:spPr>
            <a:xfrm>
              <a:off x="2270825" y="3261625"/>
              <a:ext cx="6275" cy="22575"/>
            </a:xfrm>
            <a:custGeom>
              <a:rect b="b" l="l" r="r" t="t"/>
              <a:pathLst>
                <a:path extrusionOk="0" h="903" w="251">
                  <a:moveTo>
                    <a:pt x="126" y="1"/>
                  </a:moveTo>
                  <a:cubicBezTo>
                    <a:pt x="63" y="1"/>
                    <a:pt x="0" y="38"/>
                    <a:pt x="0" y="113"/>
                  </a:cubicBezTo>
                  <a:lnTo>
                    <a:pt x="0" y="790"/>
                  </a:lnTo>
                  <a:cubicBezTo>
                    <a:pt x="0" y="865"/>
                    <a:pt x="63" y="903"/>
                    <a:pt x="126" y="903"/>
                  </a:cubicBezTo>
                  <a:cubicBezTo>
                    <a:pt x="188" y="903"/>
                    <a:pt x="251" y="865"/>
                    <a:pt x="251" y="790"/>
                  </a:cubicBezTo>
                  <a:lnTo>
                    <a:pt x="251" y="113"/>
                  </a:lnTo>
                  <a:cubicBezTo>
                    <a:pt x="251" y="38"/>
                    <a:pt x="188" y="1"/>
                    <a:pt x="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5" name="Google Shape;5525;p49"/>
            <p:cNvSpPr/>
            <p:nvPr/>
          </p:nvSpPr>
          <p:spPr>
            <a:xfrm>
              <a:off x="2504525" y="3224025"/>
              <a:ext cx="9125" cy="34500"/>
            </a:xfrm>
            <a:custGeom>
              <a:rect b="b" l="l" r="r" t="t"/>
              <a:pathLst>
                <a:path extrusionOk="0" h="1380" w="365">
                  <a:moveTo>
                    <a:pt x="248" y="1"/>
                  </a:moveTo>
                  <a:cubicBezTo>
                    <a:pt x="189" y="1"/>
                    <a:pt x="126" y="38"/>
                    <a:pt x="126" y="114"/>
                  </a:cubicBezTo>
                  <a:cubicBezTo>
                    <a:pt x="76" y="489"/>
                    <a:pt x="51" y="890"/>
                    <a:pt x="1" y="1266"/>
                  </a:cubicBezTo>
                  <a:cubicBezTo>
                    <a:pt x="1" y="1342"/>
                    <a:pt x="57" y="1379"/>
                    <a:pt x="117" y="1379"/>
                  </a:cubicBezTo>
                  <a:cubicBezTo>
                    <a:pt x="176" y="1379"/>
                    <a:pt x="239" y="1342"/>
                    <a:pt x="251" y="1266"/>
                  </a:cubicBezTo>
                  <a:cubicBezTo>
                    <a:pt x="276" y="890"/>
                    <a:pt x="326" y="489"/>
                    <a:pt x="352" y="114"/>
                  </a:cubicBezTo>
                  <a:cubicBezTo>
                    <a:pt x="364" y="38"/>
                    <a:pt x="308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6" name="Google Shape;5526;p49"/>
            <p:cNvSpPr/>
            <p:nvPr/>
          </p:nvSpPr>
          <p:spPr>
            <a:xfrm>
              <a:off x="2515450" y="3242200"/>
              <a:ext cx="7900" cy="26425"/>
            </a:xfrm>
            <a:custGeom>
              <a:rect b="b" l="l" r="r" t="t"/>
              <a:pathLst>
                <a:path extrusionOk="0" h="1057" w="316">
                  <a:moveTo>
                    <a:pt x="165" y="1"/>
                  </a:moveTo>
                  <a:cubicBezTo>
                    <a:pt x="103" y="1"/>
                    <a:pt x="40" y="38"/>
                    <a:pt x="40" y="113"/>
                  </a:cubicBezTo>
                  <a:cubicBezTo>
                    <a:pt x="65" y="389"/>
                    <a:pt x="65" y="640"/>
                    <a:pt x="15" y="915"/>
                  </a:cubicBezTo>
                  <a:cubicBezTo>
                    <a:pt x="0" y="1003"/>
                    <a:pt x="70" y="1056"/>
                    <a:pt x="137" y="1056"/>
                  </a:cubicBezTo>
                  <a:cubicBezTo>
                    <a:pt x="184" y="1056"/>
                    <a:pt x="230" y="1028"/>
                    <a:pt x="240" y="965"/>
                  </a:cubicBezTo>
                  <a:cubicBezTo>
                    <a:pt x="290" y="690"/>
                    <a:pt x="316" y="389"/>
                    <a:pt x="290" y="113"/>
                  </a:cubicBezTo>
                  <a:cubicBezTo>
                    <a:pt x="290" y="38"/>
                    <a:pt x="228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7" name="Google Shape;5527;p49"/>
            <p:cNvSpPr/>
            <p:nvPr/>
          </p:nvSpPr>
          <p:spPr>
            <a:xfrm>
              <a:off x="2677625" y="3336825"/>
              <a:ext cx="10525" cy="27650"/>
            </a:xfrm>
            <a:custGeom>
              <a:rect b="b" l="l" r="r" t="t"/>
              <a:pathLst>
                <a:path extrusionOk="0" h="1106" w="421">
                  <a:moveTo>
                    <a:pt x="260" y="0"/>
                  </a:moveTo>
                  <a:cubicBezTo>
                    <a:pt x="201" y="0"/>
                    <a:pt x="144" y="38"/>
                    <a:pt x="144" y="113"/>
                  </a:cubicBezTo>
                  <a:cubicBezTo>
                    <a:pt x="169" y="414"/>
                    <a:pt x="144" y="689"/>
                    <a:pt x="44" y="965"/>
                  </a:cubicBezTo>
                  <a:cubicBezTo>
                    <a:pt x="0" y="1052"/>
                    <a:pt x="67" y="1106"/>
                    <a:pt x="140" y="1106"/>
                  </a:cubicBezTo>
                  <a:cubicBezTo>
                    <a:pt x="193" y="1106"/>
                    <a:pt x="249" y="1078"/>
                    <a:pt x="270" y="1015"/>
                  </a:cubicBezTo>
                  <a:cubicBezTo>
                    <a:pt x="370" y="739"/>
                    <a:pt x="420" y="439"/>
                    <a:pt x="395" y="113"/>
                  </a:cubicBezTo>
                  <a:cubicBezTo>
                    <a:pt x="382" y="38"/>
                    <a:pt x="320" y="0"/>
                    <a:pt x="2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8" name="Google Shape;5528;p49"/>
            <p:cNvSpPr/>
            <p:nvPr/>
          </p:nvSpPr>
          <p:spPr>
            <a:xfrm>
              <a:off x="2686125" y="3355525"/>
              <a:ext cx="12150" cy="21500"/>
            </a:xfrm>
            <a:custGeom>
              <a:rect b="b" l="l" r="r" t="t"/>
              <a:pathLst>
                <a:path extrusionOk="0" h="860" w="486">
                  <a:moveTo>
                    <a:pt x="353" y="1"/>
                  </a:moveTo>
                  <a:cubicBezTo>
                    <a:pt x="303" y="1"/>
                    <a:pt x="251" y="29"/>
                    <a:pt x="230" y="92"/>
                  </a:cubicBezTo>
                  <a:lnTo>
                    <a:pt x="30" y="718"/>
                  </a:lnTo>
                  <a:cubicBezTo>
                    <a:pt x="1" y="806"/>
                    <a:pt x="65" y="859"/>
                    <a:pt x="133" y="859"/>
                  </a:cubicBezTo>
                  <a:cubicBezTo>
                    <a:pt x="183" y="859"/>
                    <a:pt x="235" y="831"/>
                    <a:pt x="256" y="768"/>
                  </a:cubicBezTo>
                  <a:cubicBezTo>
                    <a:pt x="331" y="568"/>
                    <a:pt x="381" y="367"/>
                    <a:pt x="456" y="142"/>
                  </a:cubicBezTo>
                  <a:cubicBezTo>
                    <a:pt x="485" y="54"/>
                    <a:pt x="421" y="1"/>
                    <a:pt x="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9" name="Google Shape;5529;p49"/>
            <p:cNvSpPr/>
            <p:nvPr/>
          </p:nvSpPr>
          <p:spPr>
            <a:xfrm>
              <a:off x="2674875" y="3275550"/>
              <a:ext cx="17800" cy="29700"/>
            </a:xfrm>
            <a:custGeom>
              <a:rect b="b" l="l" r="r" t="t"/>
              <a:pathLst>
                <a:path extrusionOk="0" h="1188" w="712">
                  <a:moveTo>
                    <a:pt x="553" y="1"/>
                  </a:moveTo>
                  <a:cubicBezTo>
                    <a:pt x="507" y="1"/>
                    <a:pt x="464" y="25"/>
                    <a:pt x="455" y="83"/>
                  </a:cubicBezTo>
                  <a:cubicBezTo>
                    <a:pt x="355" y="408"/>
                    <a:pt x="229" y="709"/>
                    <a:pt x="54" y="1010"/>
                  </a:cubicBezTo>
                  <a:cubicBezTo>
                    <a:pt x="1" y="1099"/>
                    <a:pt x="85" y="1187"/>
                    <a:pt x="166" y="1187"/>
                  </a:cubicBezTo>
                  <a:cubicBezTo>
                    <a:pt x="200" y="1187"/>
                    <a:pt x="232" y="1172"/>
                    <a:pt x="254" y="1135"/>
                  </a:cubicBezTo>
                  <a:cubicBezTo>
                    <a:pt x="455" y="809"/>
                    <a:pt x="580" y="484"/>
                    <a:pt x="680" y="158"/>
                  </a:cubicBezTo>
                  <a:cubicBezTo>
                    <a:pt x="711" y="65"/>
                    <a:pt x="628" y="1"/>
                    <a:pt x="5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0" name="Google Shape;5530;p49"/>
            <p:cNvSpPr/>
            <p:nvPr/>
          </p:nvSpPr>
          <p:spPr>
            <a:xfrm>
              <a:off x="2687450" y="3285850"/>
              <a:ext cx="15875" cy="24525"/>
            </a:xfrm>
            <a:custGeom>
              <a:rect b="b" l="l" r="r" t="t"/>
              <a:pathLst>
                <a:path extrusionOk="0" h="981" w="635">
                  <a:moveTo>
                    <a:pt x="490" y="1"/>
                  </a:moveTo>
                  <a:cubicBezTo>
                    <a:pt x="444" y="1"/>
                    <a:pt x="397" y="23"/>
                    <a:pt x="378" y="72"/>
                  </a:cubicBezTo>
                  <a:cubicBezTo>
                    <a:pt x="303" y="347"/>
                    <a:pt x="203" y="573"/>
                    <a:pt x="52" y="798"/>
                  </a:cubicBezTo>
                  <a:cubicBezTo>
                    <a:pt x="1" y="901"/>
                    <a:pt x="90" y="981"/>
                    <a:pt x="175" y="981"/>
                  </a:cubicBezTo>
                  <a:cubicBezTo>
                    <a:pt x="215" y="981"/>
                    <a:pt x="254" y="963"/>
                    <a:pt x="278" y="924"/>
                  </a:cubicBezTo>
                  <a:cubicBezTo>
                    <a:pt x="403" y="673"/>
                    <a:pt x="528" y="422"/>
                    <a:pt x="604" y="147"/>
                  </a:cubicBezTo>
                  <a:cubicBezTo>
                    <a:pt x="634" y="55"/>
                    <a:pt x="562" y="1"/>
                    <a:pt x="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1" name="Google Shape;5531;p49"/>
            <p:cNvSpPr/>
            <p:nvPr/>
          </p:nvSpPr>
          <p:spPr>
            <a:xfrm>
              <a:off x="2320550" y="3209775"/>
              <a:ext cx="9200" cy="26800"/>
            </a:xfrm>
            <a:custGeom>
              <a:rect b="b" l="l" r="r" t="t"/>
              <a:pathLst>
                <a:path extrusionOk="0" h="1072" w="368">
                  <a:moveTo>
                    <a:pt x="156" y="0"/>
                  </a:moveTo>
                  <a:cubicBezTo>
                    <a:pt x="81" y="0"/>
                    <a:pt x="1" y="64"/>
                    <a:pt x="16" y="157"/>
                  </a:cubicBezTo>
                  <a:cubicBezTo>
                    <a:pt x="91" y="408"/>
                    <a:pt x="117" y="684"/>
                    <a:pt x="117" y="959"/>
                  </a:cubicBezTo>
                  <a:cubicBezTo>
                    <a:pt x="129" y="1034"/>
                    <a:pt x="192" y="1072"/>
                    <a:pt x="251" y="1072"/>
                  </a:cubicBezTo>
                  <a:cubicBezTo>
                    <a:pt x="311" y="1072"/>
                    <a:pt x="367" y="1034"/>
                    <a:pt x="367" y="959"/>
                  </a:cubicBezTo>
                  <a:cubicBezTo>
                    <a:pt x="342" y="658"/>
                    <a:pt x="317" y="358"/>
                    <a:pt x="267" y="82"/>
                  </a:cubicBezTo>
                  <a:cubicBezTo>
                    <a:pt x="248" y="25"/>
                    <a:pt x="203" y="0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2" name="Google Shape;5532;p49"/>
            <p:cNvSpPr/>
            <p:nvPr/>
          </p:nvSpPr>
          <p:spPr>
            <a:xfrm>
              <a:off x="2341000" y="3209625"/>
              <a:ext cx="8950" cy="26825"/>
            </a:xfrm>
            <a:custGeom>
              <a:rect b="b" l="l" r="r" t="t"/>
              <a:pathLst>
                <a:path extrusionOk="0" h="1073" w="358">
                  <a:moveTo>
                    <a:pt x="169" y="0"/>
                  </a:moveTo>
                  <a:cubicBezTo>
                    <a:pt x="107" y="0"/>
                    <a:pt x="38" y="38"/>
                    <a:pt x="25" y="113"/>
                  </a:cubicBezTo>
                  <a:cubicBezTo>
                    <a:pt x="0" y="414"/>
                    <a:pt x="25" y="715"/>
                    <a:pt x="101" y="990"/>
                  </a:cubicBezTo>
                  <a:cubicBezTo>
                    <a:pt x="120" y="1048"/>
                    <a:pt x="164" y="1072"/>
                    <a:pt x="210" y="1072"/>
                  </a:cubicBezTo>
                  <a:cubicBezTo>
                    <a:pt x="283" y="1072"/>
                    <a:pt x="357" y="1008"/>
                    <a:pt x="326" y="915"/>
                  </a:cubicBezTo>
                  <a:cubicBezTo>
                    <a:pt x="251" y="664"/>
                    <a:pt x="251" y="389"/>
                    <a:pt x="276" y="113"/>
                  </a:cubicBezTo>
                  <a:cubicBezTo>
                    <a:pt x="289" y="38"/>
                    <a:pt x="232" y="0"/>
                    <a:pt x="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3" name="Google Shape;5533;p49"/>
            <p:cNvSpPr/>
            <p:nvPr/>
          </p:nvSpPr>
          <p:spPr>
            <a:xfrm>
              <a:off x="2168050" y="3289625"/>
              <a:ext cx="587750" cy="499275"/>
            </a:xfrm>
            <a:custGeom>
              <a:rect b="b" l="l" r="r" t="t"/>
              <a:pathLst>
                <a:path extrusionOk="0" h="19971" w="23510">
                  <a:moveTo>
                    <a:pt x="10559" y="1"/>
                  </a:moveTo>
                  <a:cubicBezTo>
                    <a:pt x="10334" y="1"/>
                    <a:pt x="10106" y="7"/>
                    <a:pt x="9876" y="21"/>
                  </a:cubicBezTo>
                  <a:cubicBezTo>
                    <a:pt x="7695" y="146"/>
                    <a:pt x="5314" y="898"/>
                    <a:pt x="2783" y="2602"/>
                  </a:cubicBezTo>
                  <a:cubicBezTo>
                    <a:pt x="2783" y="2602"/>
                    <a:pt x="1" y="7264"/>
                    <a:pt x="2507" y="12653"/>
                  </a:cubicBezTo>
                  <a:cubicBezTo>
                    <a:pt x="5014" y="18041"/>
                    <a:pt x="13234" y="19971"/>
                    <a:pt x="13234" y="19971"/>
                  </a:cubicBezTo>
                  <a:cubicBezTo>
                    <a:pt x="13234" y="19971"/>
                    <a:pt x="21956" y="16487"/>
                    <a:pt x="23284" y="10472"/>
                  </a:cubicBezTo>
                  <a:cubicBezTo>
                    <a:pt x="23485" y="9645"/>
                    <a:pt x="23510" y="8768"/>
                    <a:pt x="23385" y="7840"/>
                  </a:cubicBezTo>
                  <a:cubicBezTo>
                    <a:pt x="23385" y="7840"/>
                    <a:pt x="20928" y="4031"/>
                    <a:pt x="16818" y="1725"/>
                  </a:cubicBezTo>
                  <a:cubicBezTo>
                    <a:pt x="16442" y="1525"/>
                    <a:pt x="16066" y="1349"/>
                    <a:pt x="15690" y="1174"/>
                  </a:cubicBezTo>
                  <a:cubicBezTo>
                    <a:pt x="14168" y="457"/>
                    <a:pt x="12446" y="1"/>
                    <a:pt x="10559" y="1"/>
                  </a:cubicBezTo>
                  <a:close/>
                </a:path>
              </a:pathLst>
            </a:custGeom>
            <a:solidFill>
              <a:srgbClr val="F9B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4" name="Google Shape;5534;p49"/>
            <p:cNvSpPr/>
            <p:nvPr/>
          </p:nvSpPr>
          <p:spPr>
            <a:xfrm>
              <a:off x="2391750" y="3289625"/>
              <a:ext cx="168575" cy="168575"/>
            </a:xfrm>
            <a:custGeom>
              <a:rect b="b" l="l" r="r" t="t"/>
              <a:pathLst>
                <a:path extrusionOk="0" h="6743" w="6743">
                  <a:moveTo>
                    <a:pt x="1611" y="1"/>
                  </a:moveTo>
                  <a:cubicBezTo>
                    <a:pt x="1386" y="1"/>
                    <a:pt x="1158" y="7"/>
                    <a:pt x="928" y="21"/>
                  </a:cubicBezTo>
                  <a:cubicBezTo>
                    <a:pt x="452" y="622"/>
                    <a:pt x="151" y="1349"/>
                    <a:pt x="76" y="2101"/>
                  </a:cubicBezTo>
                  <a:cubicBezTo>
                    <a:pt x="0" y="3053"/>
                    <a:pt x="276" y="4056"/>
                    <a:pt x="878" y="4833"/>
                  </a:cubicBezTo>
                  <a:cubicBezTo>
                    <a:pt x="1203" y="5284"/>
                    <a:pt x="1629" y="5660"/>
                    <a:pt x="2081" y="5961"/>
                  </a:cubicBezTo>
                  <a:cubicBezTo>
                    <a:pt x="2761" y="6407"/>
                    <a:pt x="3551" y="6742"/>
                    <a:pt x="4348" y="6742"/>
                  </a:cubicBezTo>
                  <a:cubicBezTo>
                    <a:pt x="4403" y="6742"/>
                    <a:pt x="4457" y="6741"/>
                    <a:pt x="4512" y="6738"/>
                  </a:cubicBezTo>
                  <a:cubicBezTo>
                    <a:pt x="4637" y="6713"/>
                    <a:pt x="4787" y="6713"/>
                    <a:pt x="4888" y="6637"/>
                  </a:cubicBezTo>
                  <a:cubicBezTo>
                    <a:pt x="5163" y="6437"/>
                    <a:pt x="5063" y="5961"/>
                    <a:pt x="4837" y="5685"/>
                  </a:cubicBezTo>
                  <a:cubicBezTo>
                    <a:pt x="4612" y="5409"/>
                    <a:pt x="4286" y="5159"/>
                    <a:pt x="4261" y="4808"/>
                  </a:cubicBezTo>
                  <a:cubicBezTo>
                    <a:pt x="4186" y="4307"/>
                    <a:pt x="4687" y="3931"/>
                    <a:pt x="5138" y="3655"/>
                  </a:cubicBezTo>
                  <a:cubicBezTo>
                    <a:pt x="5890" y="3129"/>
                    <a:pt x="6667" y="2427"/>
                    <a:pt x="6742" y="1500"/>
                  </a:cubicBezTo>
                  <a:cubicBezTo>
                    <a:pt x="6742" y="1374"/>
                    <a:pt x="6742" y="1274"/>
                    <a:pt x="6742" y="1174"/>
                  </a:cubicBezTo>
                  <a:cubicBezTo>
                    <a:pt x="5220" y="457"/>
                    <a:pt x="3498" y="1"/>
                    <a:pt x="1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5" name="Google Shape;5535;p49"/>
            <p:cNvSpPr/>
            <p:nvPr/>
          </p:nvSpPr>
          <p:spPr>
            <a:xfrm>
              <a:off x="2587875" y="3332750"/>
              <a:ext cx="167925" cy="218700"/>
            </a:xfrm>
            <a:custGeom>
              <a:rect b="b" l="l" r="r" t="t"/>
              <a:pathLst>
                <a:path extrusionOk="0" h="8748" w="6717">
                  <a:moveTo>
                    <a:pt x="25" y="0"/>
                  </a:moveTo>
                  <a:lnTo>
                    <a:pt x="25" y="0"/>
                  </a:lnTo>
                  <a:cubicBezTo>
                    <a:pt x="0" y="1003"/>
                    <a:pt x="326" y="2306"/>
                    <a:pt x="2055" y="2632"/>
                  </a:cubicBezTo>
                  <a:cubicBezTo>
                    <a:pt x="2055" y="2632"/>
                    <a:pt x="1404" y="7770"/>
                    <a:pt x="6491" y="8747"/>
                  </a:cubicBezTo>
                  <a:cubicBezTo>
                    <a:pt x="6692" y="7920"/>
                    <a:pt x="6717" y="7043"/>
                    <a:pt x="6592" y="6115"/>
                  </a:cubicBezTo>
                  <a:cubicBezTo>
                    <a:pt x="6592" y="6115"/>
                    <a:pt x="4135" y="2306"/>
                    <a:pt x="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6" name="Google Shape;5536;p49"/>
            <p:cNvSpPr/>
            <p:nvPr/>
          </p:nvSpPr>
          <p:spPr>
            <a:xfrm>
              <a:off x="2059675" y="3423250"/>
              <a:ext cx="144750" cy="123800"/>
            </a:xfrm>
            <a:custGeom>
              <a:rect b="b" l="l" r="r" t="t"/>
              <a:pathLst>
                <a:path extrusionOk="0" h="4952" w="5790">
                  <a:moveTo>
                    <a:pt x="5790" y="1518"/>
                  </a:moveTo>
                  <a:lnTo>
                    <a:pt x="5756" y="1653"/>
                  </a:lnTo>
                  <a:lnTo>
                    <a:pt x="5756" y="1653"/>
                  </a:lnTo>
                  <a:cubicBezTo>
                    <a:pt x="5778" y="1679"/>
                    <a:pt x="5790" y="1693"/>
                    <a:pt x="5790" y="1693"/>
                  </a:cubicBezTo>
                  <a:lnTo>
                    <a:pt x="5790" y="1518"/>
                  </a:lnTo>
                  <a:close/>
                  <a:moveTo>
                    <a:pt x="2900" y="0"/>
                  </a:moveTo>
                  <a:cubicBezTo>
                    <a:pt x="2562" y="0"/>
                    <a:pt x="2218" y="84"/>
                    <a:pt x="1880" y="290"/>
                  </a:cubicBezTo>
                  <a:cubicBezTo>
                    <a:pt x="0" y="1393"/>
                    <a:pt x="1955" y="4601"/>
                    <a:pt x="4937" y="4952"/>
                  </a:cubicBezTo>
                  <a:lnTo>
                    <a:pt x="5756" y="1653"/>
                  </a:lnTo>
                  <a:lnTo>
                    <a:pt x="5756" y="1653"/>
                  </a:lnTo>
                  <a:cubicBezTo>
                    <a:pt x="5537" y="1398"/>
                    <a:pt x="4276" y="0"/>
                    <a:pt x="2900" y="0"/>
                  </a:cubicBezTo>
                  <a:close/>
                </a:path>
              </a:pathLst>
            </a:custGeom>
            <a:solidFill>
              <a:srgbClr val="EA9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7" name="Google Shape;5537;p49"/>
            <p:cNvSpPr/>
            <p:nvPr/>
          </p:nvSpPr>
          <p:spPr>
            <a:xfrm>
              <a:off x="2752650" y="3470050"/>
              <a:ext cx="125975" cy="125250"/>
            </a:xfrm>
            <a:custGeom>
              <a:rect b="b" l="l" r="r" t="t"/>
              <a:pathLst>
                <a:path extrusionOk="0" h="5010" w="5039">
                  <a:moveTo>
                    <a:pt x="1922" y="1"/>
                  </a:moveTo>
                  <a:cubicBezTo>
                    <a:pt x="912" y="1"/>
                    <a:pt x="1" y="623"/>
                    <a:pt x="1" y="623"/>
                  </a:cubicBezTo>
                  <a:lnTo>
                    <a:pt x="727" y="5009"/>
                  </a:lnTo>
                  <a:cubicBezTo>
                    <a:pt x="727" y="5009"/>
                    <a:pt x="5038" y="3305"/>
                    <a:pt x="3835" y="1200"/>
                  </a:cubicBezTo>
                  <a:cubicBezTo>
                    <a:pt x="3314" y="278"/>
                    <a:pt x="2596" y="1"/>
                    <a:pt x="1922" y="1"/>
                  </a:cubicBezTo>
                  <a:close/>
                </a:path>
              </a:pathLst>
            </a:custGeom>
            <a:solidFill>
              <a:srgbClr val="EA9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8" name="Google Shape;5538;p49"/>
            <p:cNvSpPr/>
            <p:nvPr/>
          </p:nvSpPr>
          <p:spPr>
            <a:xfrm>
              <a:off x="2768950" y="3492525"/>
              <a:ext cx="55150" cy="67675"/>
            </a:xfrm>
            <a:custGeom>
              <a:rect b="b" l="l" r="r" t="t"/>
              <a:pathLst>
                <a:path extrusionOk="0" h="2707" w="2206">
                  <a:moveTo>
                    <a:pt x="2206" y="0"/>
                  </a:moveTo>
                  <a:lnTo>
                    <a:pt x="2206" y="0"/>
                  </a:lnTo>
                  <a:cubicBezTo>
                    <a:pt x="1579" y="125"/>
                    <a:pt x="1028" y="476"/>
                    <a:pt x="602" y="953"/>
                  </a:cubicBezTo>
                  <a:cubicBezTo>
                    <a:pt x="401" y="1178"/>
                    <a:pt x="226" y="1454"/>
                    <a:pt x="125" y="1780"/>
                  </a:cubicBezTo>
                  <a:cubicBezTo>
                    <a:pt x="25" y="2080"/>
                    <a:pt x="0" y="2406"/>
                    <a:pt x="125" y="2707"/>
                  </a:cubicBezTo>
                  <a:cubicBezTo>
                    <a:pt x="125" y="2406"/>
                    <a:pt x="226" y="2130"/>
                    <a:pt x="351" y="1855"/>
                  </a:cubicBezTo>
                  <a:cubicBezTo>
                    <a:pt x="501" y="1604"/>
                    <a:pt x="652" y="1379"/>
                    <a:pt x="852" y="1153"/>
                  </a:cubicBezTo>
                  <a:cubicBezTo>
                    <a:pt x="1228" y="727"/>
                    <a:pt x="1704" y="351"/>
                    <a:pt x="2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9" name="Google Shape;5539;p49"/>
            <p:cNvSpPr/>
            <p:nvPr/>
          </p:nvSpPr>
          <p:spPr>
            <a:xfrm>
              <a:off x="2114800" y="3448650"/>
              <a:ext cx="66450" cy="84625"/>
            </a:xfrm>
            <a:custGeom>
              <a:rect b="b" l="l" r="r" t="t"/>
              <a:pathLst>
                <a:path extrusionOk="0" h="3385" w="2658">
                  <a:moveTo>
                    <a:pt x="1" y="1"/>
                  </a:moveTo>
                  <a:lnTo>
                    <a:pt x="1" y="1"/>
                  </a:lnTo>
                  <a:cubicBezTo>
                    <a:pt x="326" y="201"/>
                    <a:pt x="677" y="377"/>
                    <a:pt x="953" y="577"/>
                  </a:cubicBezTo>
                  <a:cubicBezTo>
                    <a:pt x="1254" y="803"/>
                    <a:pt x="1479" y="1078"/>
                    <a:pt x="1655" y="1379"/>
                  </a:cubicBezTo>
                  <a:cubicBezTo>
                    <a:pt x="1855" y="1680"/>
                    <a:pt x="2031" y="2031"/>
                    <a:pt x="2206" y="2357"/>
                  </a:cubicBezTo>
                  <a:cubicBezTo>
                    <a:pt x="2357" y="2682"/>
                    <a:pt x="2507" y="3008"/>
                    <a:pt x="2632" y="3384"/>
                  </a:cubicBezTo>
                  <a:cubicBezTo>
                    <a:pt x="2657" y="2983"/>
                    <a:pt x="2557" y="2607"/>
                    <a:pt x="2432" y="2256"/>
                  </a:cubicBezTo>
                  <a:cubicBezTo>
                    <a:pt x="2306" y="1880"/>
                    <a:pt x="2131" y="1555"/>
                    <a:pt x="1930" y="1204"/>
                  </a:cubicBezTo>
                  <a:cubicBezTo>
                    <a:pt x="1730" y="878"/>
                    <a:pt x="1429" y="577"/>
                    <a:pt x="1078" y="377"/>
                  </a:cubicBezTo>
                  <a:cubicBezTo>
                    <a:pt x="753" y="176"/>
                    <a:pt x="377" y="7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0" name="Google Shape;5540;p49"/>
            <p:cNvSpPr/>
            <p:nvPr/>
          </p:nvSpPr>
          <p:spPr>
            <a:xfrm>
              <a:off x="2359175" y="3532000"/>
              <a:ext cx="20700" cy="32600"/>
            </a:xfrm>
            <a:custGeom>
              <a:rect b="b" l="l" r="r" t="t"/>
              <a:pathLst>
                <a:path extrusionOk="0" h="1304" w="828">
                  <a:moveTo>
                    <a:pt x="401" y="0"/>
                  </a:moveTo>
                  <a:cubicBezTo>
                    <a:pt x="176" y="0"/>
                    <a:pt x="0" y="276"/>
                    <a:pt x="0" y="652"/>
                  </a:cubicBezTo>
                  <a:cubicBezTo>
                    <a:pt x="0" y="1003"/>
                    <a:pt x="176" y="1303"/>
                    <a:pt x="401" y="1303"/>
                  </a:cubicBezTo>
                  <a:cubicBezTo>
                    <a:pt x="652" y="1303"/>
                    <a:pt x="827" y="1003"/>
                    <a:pt x="827" y="652"/>
                  </a:cubicBezTo>
                  <a:cubicBezTo>
                    <a:pt x="827" y="276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2D26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1" name="Google Shape;5541;p49"/>
            <p:cNvSpPr/>
            <p:nvPr/>
          </p:nvSpPr>
          <p:spPr>
            <a:xfrm>
              <a:off x="2573450" y="3535125"/>
              <a:ext cx="20700" cy="32600"/>
            </a:xfrm>
            <a:custGeom>
              <a:rect b="b" l="l" r="r" t="t"/>
              <a:pathLst>
                <a:path extrusionOk="0" h="1304" w="828">
                  <a:moveTo>
                    <a:pt x="402" y="0"/>
                  </a:moveTo>
                  <a:cubicBezTo>
                    <a:pt x="176" y="0"/>
                    <a:pt x="1" y="301"/>
                    <a:pt x="1" y="652"/>
                  </a:cubicBezTo>
                  <a:cubicBezTo>
                    <a:pt x="1" y="1028"/>
                    <a:pt x="176" y="1304"/>
                    <a:pt x="402" y="1304"/>
                  </a:cubicBezTo>
                  <a:cubicBezTo>
                    <a:pt x="652" y="1304"/>
                    <a:pt x="828" y="1028"/>
                    <a:pt x="828" y="652"/>
                  </a:cubicBezTo>
                  <a:cubicBezTo>
                    <a:pt x="828" y="3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2D26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2" name="Google Shape;5542;p49"/>
            <p:cNvSpPr/>
            <p:nvPr/>
          </p:nvSpPr>
          <p:spPr>
            <a:xfrm>
              <a:off x="2328475" y="3478300"/>
              <a:ext cx="65175" cy="36950"/>
            </a:xfrm>
            <a:custGeom>
              <a:rect b="b" l="l" r="r" t="t"/>
              <a:pathLst>
                <a:path extrusionOk="0" h="1478" w="2607">
                  <a:moveTo>
                    <a:pt x="1558" y="0"/>
                  </a:moveTo>
                  <a:cubicBezTo>
                    <a:pt x="1318" y="0"/>
                    <a:pt x="1091" y="91"/>
                    <a:pt x="852" y="193"/>
                  </a:cubicBezTo>
                  <a:cubicBezTo>
                    <a:pt x="576" y="293"/>
                    <a:pt x="326" y="469"/>
                    <a:pt x="150" y="720"/>
                  </a:cubicBezTo>
                  <a:cubicBezTo>
                    <a:pt x="75" y="820"/>
                    <a:pt x="0" y="970"/>
                    <a:pt x="25" y="1121"/>
                  </a:cubicBezTo>
                  <a:cubicBezTo>
                    <a:pt x="50" y="1296"/>
                    <a:pt x="226" y="1446"/>
                    <a:pt x="401" y="1471"/>
                  </a:cubicBezTo>
                  <a:cubicBezTo>
                    <a:pt x="431" y="1476"/>
                    <a:pt x="462" y="1478"/>
                    <a:pt x="493" y="1478"/>
                  </a:cubicBezTo>
                  <a:cubicBezTo>
                    <a:pt x="644" y="1478"/>
                    <a:pt x="803" y="1429"/>
                    <a:pt x="927" y="1346"/>
                  </a:cubicBezTo>
                  <a:cubicBezTo>
                    <a:pt x="1028" y="1271"/>
                    <a:pt x="1128" y="1196"/>
                    <a:pt x="1228" y="1146"/>
                  </a:cubicBezTo>
                  <a:cubicBezTo>
                    <a:pt x="1333" y="1100"/>
                    <a:pt x="1448" y="1091"/>
                    <a:pt x="1566" y="1091"/>
                  </a:cubicBezTo>
                  <a:cubicBezTo>
                    <a:pt x="1644" y="1091"/>
                    <a:pt x="1724" y="1095"/>
                    <a:pt x="1805" y="1095"/>
                  </a:cubicBezTo>
                  <a:cubicBezTo>
                    <a:pt x="2005" y="1070"/>
                    <a:pt x="2206" y="1020"/>
                    <a:pt x="2331" y="870"/>
                  </a:cubicBezTo>
                  <a:cubicBezTo>
                    <a:pt x="2607" y="519"/>
                    <a:pt x="2206" y="193"/>
                    <a:pt x="1905" y="68"/>
                  </a:cubicBezTo>
                  <a:cubicBezTo>
                    <a:pt x="1785" y="20"/>
                    <a:pt x="1670" y="0"/>
                    <a:pt x="15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3" name="Google Shape;5543;p49"/>
            <p:cNvSpPr/>
            <p:nvPr/>
          </p:nvSpPr>
          <p:spPr>
            <a:xfrm>
              <a:off x="2575950" y="3485075"/>
              <a:ext cx="58925" cy="42950"/>
            </a:xfrm>
            <a:custGeom>
              <a:rect b="b" l="l" r="r" t="t"/>
              <a:pathLst>
                <a:path extrusionOk="0" h="1718" w="2357">
                  <a:moveTo>
                    <a:pt x="799" y="0"/>
                  </a:moveTo>
                  <a:cubicBezTo>
                    <a:pt x="708" y="0"/>
                    <a:pt x="618" y="14"/>
                    <a:pt x="527" y="48"/>
                  </a:cubicBezTo>
                  <a:cubicBezTo>
                    <a:pt x="302" y="148"/>
                    <a:pt x="1" y="499"/>
                    <a:pt x="201" y="749"/>
                  </a:cubicBezTo>
                  <a:cubicBezTo>
                    <a:pt x="251" y="799"/>
                    <a:pt x="327" y="850"/>
                    <a:pt x="402" y="900"/>
                  </a:cubicBezTo>
                  <a:cubicBezTo>
                    <a:pt x="627" y="1025"/>
                    <a:pt x="853" y="1200"/>
                    <a:pt x="1028" y="1376"/>
                  </a:cubicBezTo>
                  <a:cubicBezTo>
                    <a:pt x="1199" y="1547"/>
                    <a:pt x="1352" y="1718"/>
                    <a:pt x="1580" y="1718"/>
                  </a:cubicBezTo>
                  <a:cubicBezTo>
                    <a:pt x="1619" y="1718"/>
                    <a:pt x="1661" y="1713"/>
                    <a:pt x="1705" y="1702"/>
                  </a:cubicBezTo>
                  <a:cubicBezTo>
                    <a:pt x="2357" y="1526"/>
                    <a:pt x="2006" y="724"/>
                    <a:pt x="1680" y="398"/>
                  </a:cubicBezTo>
                  <a:cubicBezTo>
                    <a:pt x="1555" y="248"/>
                    <a:pt x="1354" y="123"/>
                    <a:pt x="1129" y="48"/>
                  </a:cubicBezTo>
                  <a:cubicBezTo>
                    <a:pt x="1019" y="20"/>
                    <a:pt x="909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4" name="Google Shape;5544;p49"/>
            <p:cNvSpPr/>
            <p:nvPr/>
          </p:nvSpPr>
          <p:spPr>
            <a:xfrm>
              <a:off x="2597250" y="3570825"/>
              <a:ext cx="48900" cy="48900"/>
            </a:xfrm>
            <a:custGeom>
              <a:rect b="b" l="l" r="r" t="t"/>
              <a:pathLst>
                <a:path extrusionOk="0" h="1956" w="1956">
                  <a:moveTo>
                    <a:pt x="978" y="1"/>
                  </a:moveTo>
                  <a:cubicBezTo>
                    <a:pt x="427" y="1"/>
                    <a:pt x="1" y="427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5" y="1956"/>
                    <a:pt x="1956" y="1505"/>
                    <a:pt x="1956" y="978"/>
                  </a:cubicBezTo>
                  <a:cubicBezTo>
                    <a:pt x="1956" y="427"/>
                    <a:pt x="1505" y="1"/>
                    <a:pt x="978" y="1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5" name="Google Shape;5545;p49"/>
            <p:cNvSpPr/>
            <p:nvPr/>
          </p:nvSpPr>
          <p:spPr>
            <a:xfrm>
              <a:off x="2310925" y="3570200"/>
              <a:ext cx="50150" cy="50150"/>
            </a:xfrm>
            <a:custGeom>
              <a:rect b="b" l="l" r="r" t="t"/>
              <a:pathLst>
                <a:path extrusionOk="0" h="2006" w="2006">
                  <a:moveTo>
                    <a:pt x="1003" y="1"/>
                  </a:moveTo>
                  <a:cubicBezTo>
                    <a:pt x="451" y="1"/>
                    <a:pt x="0" y="452"/>
                    <a:pt x="0" y="1003"/>
                  </a:cubicBezTo>
                  <a:cubicBezTo>
                    <a:pt x="0" y="1555"/>
                    <a:pt x="451" y="2006"/>
                    <a:pt x="1003" y="2006"/>
                  </a:cubicBezTo>
                  <a:cubicBezTo>
                    <a:pt x="1554" y="2006"/>
                    <a:pt x="2005" y="1555"/>
                    <a:pt x="2005" y="1003"/>
                  </a:cubicBezTo>
                  <a:cubicBezTo>
                    <a:pt x="2005" y="452"/>
                    <a:pt x="1554" y="1"/>
                    <a:pt x="1003" y="1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6" name="Google Shape;5546;p49"/>
            <p:cNvSpPr/>
            <p:nvPr/>
          </p:nvSpPr>
          <p:spPr>
            <a:xfrm>
              <a:off x="2774875" y="3224900"/>
              <a:ext cx="235950" cy="188250"/>
            </a:xfrm>
            <a:custGeom>
              <a:rect b="b" l="l" r="r" t="t"/>
              <a:pathLst>
                <a:path extrusionOk="0" h="7530" w="9438">
                  <a:moveTo>
                    <a:pt x="3731" y="1"/>
                  </a:moveTo>
                  <a:cubicBezTo>
                    <a:pt x="3720" y="1"/>
                    <a:pt x="3709" y="2"/>
                    <a:pt x="3698" y="3"/>
                  </a:cubicBezTo>
                  <a:cubicBezTo>
                    <a:pt x="2996" y="79"/>
                    <a:pt x="4074" y="3136"/>
                    <a:pt x="4074" y="3136"/>
                  </a:cubicBezTo>
                  <a:cubicBezTo>
                    <a:pt x="4074" y="3136"/>
                    <a:pt x="2364" y="857"/>
                    <a:pt x="1485" y="857"/>
                  </a:cubicBezTo>
                  <a:cubicBezTo>
                    <a:pt x="1372" y="857"/>
                    <a:pt x="1272" y="895"/>
                    <a:pt x="1192" y="981"/>
                  </a:cubicBezTo>
                  <a:cubicBezTo>
                    <a:pt x="465" y="1708"/>
                    <a:pt x="3523" y="3362"/>
                    <a:pt x="3523" y="3362"/>
                  </a:cubicBezTo>
                  <a:cubicBezTo>
                    <a:pt x="3523" y="3362"/>
                    <a:pt x="2430" y="3155"/>
                    <a:pt x="1472" y="3155"/>
                  </a:cubicBezTo>
                  <a:cubicBezTo>
                    <a:pt x="763" y="3155"/>
                    <a:pt x="128" y="3268"/>
                    <a:pt x="64" y="3663"/>
                  </a:cubicBezTo>
                  <a:cubicBezTo>
                    <a:pt x="0" y="4065"/>
                    <a:pt x="580" y="4181"/>
                    <a:pt x="1272" y="4181"/>
                  </a:cubicBezTo>
                  <a:cubicBezTo>
                    <a:pt x="2218" y="4181"/>
                    <a:pt x="3372" y="3963"/>
                    <a:pt x="3372" y="3963"/>
                  </a:cubicBezTo>
                  <a:lnTo>
                    <a:pt x="3372" y="3963"/>
                  </a:lnTo>
                  <a:cubicBezTo>
                    <a:pt x="3372" y="3963"/>
                    <a:pt x="941" y="5442"/>
                    <a:pt x="1668" y="6119"/>
                  </a:cubicBezTo>
                  <a:cubicBezTo>
                    <a:pt x="1763" y="6210"/>
                    <a:pt x="1875" y="6250"/>
                    <a:pt x="1998" y="6250"/>
                  </a:cubicBezTo>
                  <a:cubicBezTo>
                    <a:pt x="2782" y="6250"/>
                    <a:pt x="3999" y="4640"/>
                    <a:pt x="3999" y="4640"/>
                  </a:cubicBezTo>
                  <a:lnTo>
                    <a:pt x="3999" y="4640"/>
                  </a:lnTo>
                  <a:cubicBezTo>
                    <a:pt x="3999" y="4640"/>
                    <a:pt x="2921" y="7347"/>
                    <a:pt x="4174" y="7397"/>
                  </a:cubicBezTo>
                  <a:cubicBezTo>
                    <a:pt x="4191" y="7398"/>
                    <a:pt x="4208" y="7398"/>
                    <a:pt x="4224" y="7398"/>
                  </a:cubicBezTo>
                  <a:cubicBezTo>
                    <a:pt x="5379" y="7398"/>
                    <a:pt x="4575" y="4816"/>
                    <a:pt x="4575" y="4815"/>
                  </a:cubicBezTo>
                  <a:lnTo>
                    <a:pt x="4575" y="4815"/>
                  </a:lnTo>
                  <a:cubicBezTo>
                    <a:pt x="4575" y="4816"/>
                    <a:pt x="5776" y="7529"/>
                    <a:pt x="6628" y="7529"/>
                  </a:cubicBezTo>
                  <a:cubicBezTo>
                    <a:pt x="6680" y="7529"/>
                    <a:pt x="6731" y="7519"/>
                    <a:pt x="6781" y="7497"/>
                  </a:cubicBezTo>
                  <a:cubicBezTo>
                    <a:pt x="7658" y="7121"/>
                    <a:pt x="5653" y="4766"/>
                    <a:pt x="5653" y="4765"/>
                  </a:cubicBezTo>
                  <a:lnTo>
                    <a:pt x="5653" y="4765"/>
                  </a:lnTo>
                  <a:cubicBezTo>
                    <a:pt x="5653" y="4765"/>
                    <a:pt x="7402" y="6139"/>
                    <a:pt x="8300" y="6139"/>
                  </a:cubicBezTo>
                  <a:cubicBezTo>
                    <a:pt x="8513" y="6139"/>
                    <a:pt x="8679" y="6061"/>
                    <a:pt x="8761" y="5868"/>
                  </a:cubicBezTo>
                  <a:cubicBezTo>
                    <a:pt x="9212" y="4866"/>
                    <a:pt x="6204" y="4465"/>
                    <a:pt x="6204" y="4465"/>
                  </a:cubicBezTo>
                  <a:cubicBezTo>
                    <a:pt x="6204" y="4465"/>
                    <a:pt x="9437" y="3988"/>
                    <a:pt x="9362" y="3362"/>
                  </a:cubicBezTo>
                  <a:cubicBezTo>
                    <a:pt x="9337" y="3204"/>
                    <a:pt x="9120" y="3144"/>
                    <a:pt x="8809" y="3144"/>
                  </a:cubicBezTo>
                  <a:cubicBezTo>
                    <a:pt x="7891" y="3144"/>
                    <a:pt x="6154" y="3663"/>
                    <a:pt x="6154" y="3663"/>
                  </a:cubicBezTo>
                  <a:cubicBezTo>
                    <a:pt x="6154" y="3663"/>
                    <a:pt x="8259" y="805"/>
                    <a:pt x="7357" y="354"/>
                  </a:cubicBezTo>
                  <a:cubicBezTo>
                    <a:pt x="7294" y="322"/>
                    <a:pt x="7227" y="307"/>
                    <a:pt x="7158" y="307"/>
                  </a:cubicBezTo>
                  <a:cubicBezTo>
                    <a:pt x="6206" y="307"/>
                    <a:pt x="4726" y="3136"/>
                    <a:pt x="4726" y="3136"/>
                  </a:cubicBezTo>
                  <a:cubicBezTo>
                    <a:pt x="4726" y="3038"/>
                    <a:pt x="4410" y="1"/>
                    <a:pt x="3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7" name="Google Shape;5547;p49"/>
            <p:cNvSpPr/>
            <p:nvPr/>
          </p:nvSpPr>
          <p:spPr>
            <a:xfrm>
              <a:off x="2455025" y="3531775"/>
              <a:ext cx="44525" cy="66025"/>
            </a:xfrm>
            <a:custGeom>
              <a:rect b="b" l="l" r="r" t="t"/>
              <a:pathLst>
                <a:path extrusionOk="0" h="2641" w="1781">
                  <a:moveTo>
                    <a:pt x="1091" y="1"/>
                  </a:moveTo>
                  <a:cubicBezTo>
                    <a:pt x="1045" y="1"/>
                    <a:pt x="998" y="25"/>
                    <a:pt x="978" y="84"/>
                  </a:cubicBezTo>
                  <a:lnTo>
                    <a:pt x="26" y="2490"/>
                  </a:lnTo>
                  <a:cubicBezTo>
                    <a:pt x="1" y="2566"/>
                    <a:pt x="76" y="2641"/>
                    <a:pt x="151" y="2641"/>
                  </a:cubicBezTo>
                  <a:lnTo>
                    <a:pt x="1630" y="2641"/>
                  </a:lnTo>
                  <a:cubicBezTo>
                    <a:pt x="1780" y="2641"/>
                    <a:pt x="1780" y="2390"/>
                    <a:pt x="1630" y="2390"/>
                  </a:cubicBezTo>
                  <a:lnTo>
                    <a:pt x="311" y="2390"/>
                  </a:lnTo>
                  <a:lnTo>
                    <a:pt x="1204" y="134"/>
                  </a:lnTo>
                  <a:cubicBezTo>
                    <a:pt x="1234" y="58"/>
                    <a:pt x="1163" y="1"/>
                    <a:pt x="1091" y="1"/>
                  </a:cubicBezTo>
                  <a:close/>
                </a:path>
              </a:pathLst>
            </a:custGeom>
            <a:solidFill>
              <a:srgbClr val="2D26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8" name="Google Shape;5548;p49"/>
            <p:cNvSpPr/>
            <p:nvPr/>
          </p:nvSpPr>
          <p:spPr>
            <a:xfrm>
              <a:off x="2190625" y="3298900"/>
              <a:ext cx="168575" cy="183000"/>
            </a:xfrm>
            <a:custGeom>
              <a:rect b="b" l="l" r="r" t="t"/>
              <a:pathLst>
                <a:path extrusionOk="0" h="7320" w="6743">
                  <a:moveTo>
                    <a:pt x="6742" y="1"/>
                  </a:moveTo>
                  <a:lnTo>
                    <a:pt x="6742" y="1"/>
                  </a:lnTo>
                  <a:cubicBezTo>
                    <a:pt x="4461" y="276"/>
                    <a:pt x="1830" y="2281"/>
                    <a:pt x="1830" y="2281"/>
                  </a:cubicBezTo>
                  <a:cubicBezTo>
                    <a:pt x="351" y="4537"/>
                    <a:pt x="0" y="7319"/>
                    <a:pt x="0" y="7319"/>
                  </a:cubicBezTo>
                  <a:cubicBezTo>
                    <a:pt x="4812" y="4738"/>
                    <a:pt x="6742" y="1"/>
                    <a:pt x="6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9" name="Google Shape;5549;p49"/>
            <p:cNvSpPr/>
            <p:nvPr/>
          </p:nvSpPr>
          <p:spPr>
            <a:xfrm>
              <a:off x="2624825" y="4221375"/>
              <a:ext cx="203675" cy="195150"/>
            </a:xfrm>
            <a:custGeom>
              <a:rect b="b" l="l" r="r" t="t"/>
              <a:pathLst>
                <a:path extrusionOk="0" h="7806" w="8147">
                  <a:moveTo>
                    <a:pt x="3903" y="0"/>
                  </a:moveTo>
                  <a:cubicBezTo>
                    <a:pt x="3581" y="0"/>
                    <a:pt x="3255" y="47"/>
                    <a:pt x="2933" y="145"/>
                  </a:cubicBezTo>
                  <a:cubicBezTo>
                    <a:pt x="1028" y="696"/>
                    <a:pt x="1" y="2851"/>
                    <a:pt x="627" y="4932"/>
                  </a:cubicBezTo>
                  <a:cubicBezTo>
                    <a:pt x="1170" y="6664"/>
                    <a:pt x="2669" y="7806"/>
                    <a:pt x="4256" y="7806"/>
                  </a:cubicBezTo>
                  <a:cubicBezTo>
                    <a:pt x="4574" y="7806"/>
                    <a:pt x="4896" y="7760"/>
                    <a:pt x="5214" y="7663"/>
                  </a:cubicBezTo>
                  <a:cubicBezTo>
                    <a:pt x="7119" y="7087"/>
                    <a:pt x="8146" y="4932"/>
                    <a:pt x="7495" y="2851"/>
                  </a:cubicBezTo>
                  <a:cubicBezTo>
                    <a:pt x="6974" y="1123"/>
                    <a:pt x="5485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0" name="Google Shape;5550;p49"/>
            <p:cNvSpPr/>
            <p:nvPr/>
          </p:nvSpPr>
          <p:spPr>
            <a:xfrm>
              <a:off x="2662475" y="4296400"/>
              <a:ext cx="12650" cy="8600"/>
            </a:xfrm>
            <a:custGeom>
              <a:rect b="b" l="l" r="r" t="t"/>
              <a:pathLst>
                <a:path extrusionOk="0" h="344" w="506">
                  <a:moveTo>
                    <a:pt x="173" y="1"/>
                  </a:moveTo>
                  <a:cubicBezTo>
                    <a:pt x="63" y="1"/>
                    <a:pt x="0" y="164"/>
                    <a:pt x="124" y="226"/>
                  </a:cubicBezTo>
                  <a:lnTo>
                    <a:pt x="274" y="327"/>
                  </a:lnTo>
                  <a:cubicBezTo>
                    <a:pt x="297" y="338"/>
                    <a:pt x="319" y="343"/>
                    <a:pt x="339" y="343"/>
                  </a:cubicBezTo>
                  <a:cubicBezTo>
                    <a:pt x="450" y="343"/>
                    <a:pt x="506" y="186"/>
                    <a:pt x="400" y="101"/>
                  </a:cubicBezTo>
                  <a:lnTo>
                    <a:pt x="249" y="26"/>
                  </a:lnTo>
                  <a:cubicBezTo>
                    <a:pt x="223" y="8"/>
                    <a:pt x="197" y="1"/>
                    <a:pt x="173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1" name="Google Shape;5551;p49"/>
            <p:cNvSpPr/>
            <p:nvPr/>
          </p:nvSpPr>
          <p:spPr>
            <a:xfrm>
              <a:off x="2689575" y="4249375"/>
              <a:ext cx="17175" cy="7625"/>
            </a:xfrm>
            <a:custGeom>
              <a:rect b="b" l="l" r="r" t="t"/>
              <a:pathLst>
                <a:path extrusionOk="0" h="305" w="687">
                  <a:moveTo>
                    <a:pt x="516" y="0"/>
                  </a:moveTo>
                  <a:cubicBezTo>
                    <a:pt x="509" y="0"/>
                    <a:pt x="501" y="1"/>
                    <a:pt x="493" y="2"/>
                  </a:cubicBezTo>
                  <a:cubicBezTo>
                    <a:pt x="368" y="27"/>
                    <a:pt x="268" y="52"/>
                    <a:pt x="143" y="77"/>
                  </a:cubicBezTo>
                  <a:cubicBezTo>
                    <a:pt x="0" y="101"/>
                    <a:pt x="60" y="305"/>
                    <a:pt x="195" y="305"/>
                  </a:cubicBezTo>
                  <a:cubicBezTo>
                    <a:pt x="202" y="305"/>
                    <a:pt x="210" y="304"/>
                    <a:pt x="218" y="303"/>
                  </a:cubicBezTo>
                  <a:cubicBezTo>
                    <a:pt x="318" y="278"/>
                    <a:pt x="443" y="253"/>
                    <a:pt x="544" y="253"/>
                  </a:cubicBezTo>
                  <a:cubicBezTo>
                    <a:pt x="686" y="205"/>
                    <a:pt x="649" y="0"/>
                    <a:pt x="516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2" name="Google Shape;5552;p49"/>
            <p:cNvSpPr/>
            <p:nvPr/>
          </p:nvSpPr>
          <p:spPr>
            <a:xfrm>
              <a:off x="2705650" y="4311625"/>
              <a:ext cx="14500" cy="10275"/>
            </a:xfrm>
            <a:custGeom>
              <a:rect b="b" l="l" r="r" t="t"/>
              <a:pathLst>
                <a:path extrusionOk="0" h="411" w="580">
                  <a:moveTo>
                    <a:pt x="170" y="0"/>
                  </a:moveTo>
                  <a:cubicBezTo>
                    <a:pt x="82" y="0"/>
                    <a:pt x="0" y="124"/>
                    <a:pt x="76" y="219"/>
                  </a:cubicBezTo>
                  <a:cubicBezTo>
                    <a:pt x="151" y="294"/>
                    <a:pt x="226" y="369"/>
                    <a:pt x="327" y="394"/>
                  </a:cubicBezTo>
                  <a:cubicBezTo>
                    <a:pt x="350" y="406"/>
                    <a:pt x="372" y="411"/>
                    <a:pt x="393" y="411"/>
                  </a:cubicBezTo>
                  <a:cubicBezTo>
                    <a:pt x="509" y="411"/>
                    <a:pt x="579" y="257"/>
                    <a:pt x="452" y="194"/>
                  </a:cubicBezTo>
                  <a:cubicBezTo>
                    <a:pt x="377" y="169"/>
                    <a:pt x="302" y="119"/>
                    <a:pt x="251" y="43"/>
                  </a:cubicBezTo>
                  <a:cubicBezTo>
                    <a:pt x="227" y="13"/>
                    <a:pt x="198" y="0"/>
                    <a:pt x="170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3" name="Google Shape;5553;p49"/>
            <p:cNvSpPr/>
            <p:nvPr/>
          </p:nvSpPr>
          <p:spPr>
            <a:xfrm>
              <a:off x="2762675" y="4276350"/>
              <a:ext cx="20500" cy="6350"/>
            </a:xfrm>
            <a:custGeom>
              <a:rect b="b" l="l" r="r" t="t"/>
              <a:pathLst>
                <a:path extrusionOk="0" h="254" w="820">
                  <a:moveTo>
                    <a:pt x="151" y="1"/>
                  </a:moveTo>
                  <a:cubicBezTo>
                    <a:pt x="1" y="26"/>
                    <a:pt x="1" y="251"/>
                    <a:pt x="151" y="251"/>
                  </a:cubicBezTo>
                  <a:cubicBezTo>
                    <a:pt x="226" y="239"/>
                    <a:pt x="308" y="233"/>
                    <a:pt x="389" y="233"/>
                  </a:cubicBezTo>
                  <a:cubicBezTo>
                    <a:pt x="470" y="233"/>
                    <a:pt x="552" y="239"/>
                    <a:pt x="627" y="251"/>
                  </a:cubicBezTo>
                  <a:cubicBezTo>
                    <a:pt x="635" y="253"/>
                    <a:pt x="643" y="253"/>
                    <a:pt x="650" y="253"/>
                  </a:cubicBezTo>
                  <a:cubicBezTo>
                    <a:pt x="782" y="253"/>
                    <a:pt x="820" y="50"/>
                    <a:pt x="677" y="26"/>
                  </a:cubicBezTo>
                  <a:cubicBezTo>
                    <a:pt x="502" y="1"/>
                    <a:pt x="326" y="1"/>
                    <a:pt x="1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4" name="Google Shape;5554;p49"/>
            <p:cNvSpPr/>
            <p:nvPr/>
          </p:nvSpPr>
          <p:spPr>
            <a:xfrm>
              <a:off x="2723200" y="4363750"/>
              <a:ext cx="6300" cy="15700"/>
            </a:xfrm>
            <a:custGeom>
              <a:rect b="b" l="l" r="r" t="t"/>
              <a:pathLst>
                <a:path extrusionOk="0" h="628" w="252">
                  <a:moveTo>
                    <a:pt x="126" y="1"/>
                  </a:moveTo>
                  <a:cubicBezTo>
                    <a:pt x="63" y="1"/>
                    <a:pt x="1" y="39"/>
                    <a:pt x="1" y="114"/>
                  </a:cubicBezTo>
                  <a:lnTo>
                    <a:pt x="1" y="515"/>
                  </a:lnTo>
                  <a:cubicBezTo>
                    <a:pt x="1" y="590"/>
                    <a:pt x="63" y="628"/>
                    <a:pt x="126" y="628"/>
                  </a:cubicBezTo>
                  <a:cubicBezTo>
                    <a:pt x="189" y="628"/>
                    <a:pt x="251" y="590"/>
                    <a:pt x="251" y="515"/>
                  </a:cubicBezTo>
                  <a:lnTo>
                    <a:pt x="251" y="114"/>
                  </a:lnTo>
                  <a:cubicBezTo>
                    <a:pt x="251" y="39"/>
                    <a:pt x="189" y="1"/>
                    <a:pt x="126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5" name="Google Shape;5555;p49"/>
            <p:cNvSpPr/>
            <p:nvPr/>
          </p:nvSpPr>
          <p:spPr>
            <a:xfrm>
              <a:off x="2725025" y="4273425"/>
              <a:ext cx="15800" cy="9000"/>
            </a:xfrm>
            <a:custGeom>
              <a:rect b="b" l="l" r="r" t="t"/>
              <a:pathLst>
                <a:path extrusionOk="0" h="360" w="632">
                  <a:moveTo>
                    <a:pt x="445" y="1"/>
                  </a:moveTo>
                  <a:cubicBezTo>
                    <a:pt x="424" y="1"/>
                    <a:pt x="402" y="6"/>
                    <a:pt x="379" y="17"/>
                  </a:cubicBezTo>
                  <a:lnTo>
                    <a:pt x="128" y="143"/>
                  </a:lnTo>
                  <a:cubicBezTo>
                    <a:pt x="1" y="206"/>
                    <a:pt x="71" y="360"/>
                    <a:pt x="172" y="360"/>
                  </a:cubicBezTo>
                  <a:cubicBezTo>
                    <a:pt x="190" y="360"/>
                    <a:pt x="209" y="355"/>
                    <a:pt x="228" y="343"/>
                  </a:cubicBezTo>
                  <a:lnTo>
                    <a:pt x="504" y="218"/>
                  </a:lnTo>
                  <a:cubicBezTo>
                    <a:pt x="631" y="154"/>
                    <a:pt x="561" y="1"/>
                    <a:pt x="445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6" name="Google Shape;5556;p49"/>
            <p:cNvSpPr/>
            <p:nvPr/>
          </p:nvSpPr>
          <p:spPr>
            <a:xfrm>
              <a:off x="2767250" y="4335825"/>
              <a:ext cx="14675" cy="7025"/>
            </a:xfrm>
            <a:custGeom>
              <a:rect b="b" l="l" r="r" t="t"/>
              <a:pathLst>
                <a:path extrusionOk="0" h="281" w="587">
                  <a:moveTo>
                    <a:pt x="392" y="1"/>
                  </a:moveTo>
                  <a:cubicBezTo>
                    <a:pt x="385" y="1"/>
                    <a:pt x="377" y="1"/>
                    <a:pt x="369" y="3"/>
                  </a:cubicBezTo>
                  <a:cubicBezTo>
                    <a:pt x="294" y="3"/>
                    <a:pt x="219" y="28"/>
                    <a:pt x="143" y="28"/>
                  </a:cubicBezTo>
                  <a:cubicBezTo>
                    <a:pt x="0" y="52"/>
                    <a:pt x="39" y="280"/>
                    <a:pt x="173" y="280"/>
                  </a:cubicBezTo>
                  <a:cubicBezTo>
                    <a:pt x="179" y="280"/>
                    <a:pt x="186" y="280"/>
                    <a:pt x="193" y="278"/>
                  </a:cubicBezTo>
                  <a:cubicBezTo>
                    <a:pt x="269" y="253"/>
                    <a:pt x="344" y="253"/>
                    <a:pt x="444" y="228"/>
                  </a:cubicBezTo>
                  <a:cubicBezTo>
                    <a:pt x="587" y="204"/>
                    <a:pt x="527" y="1"/>
                    <a:pt x="392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7" name="Google Shape;5557;p49"/>
            <p:cNvSpPr/>
            <p:nvPr/>
          </p:nvSpPr>
          <p:spPr>
            <a:xfrm>
              <a:off x="2666175" y="4357800"/>
              <a:ext cx="28225" cy="7550"/>
            </a:xfrm>
            <a:custGeom>
              <a:rect b="b" l="l" r="r" t="t"/>
              <a:pathLst>
                <a:path extrusionOk="0" h="302" w="1129">
                  <a:moveTo>
                    <a:pt x="978" y="1"/>
                  </a:moveTo>
                  <a:lnTo>
                    <a:pt x="151" y="76"/>
                  </a:lnTo>
                  <a:cubicBezTo>
                    <a:pt x="1" y="76"/>
                    <a:pt x="1" y="302"/>
                    <a:pt x="151" y="302"/>
                  </a:cubicBezTo>
                  <a:lnTo>
                    <a:pt x="978" y="251"/>
                  </a:lnTo>
                  <a:cubicBezTo>
                    <a:pt x="1129" y="226"/>
                    <a:pt x="1129" y="1"/>
                    <a:pt x="978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8" name="Google Shape;5558;p49"/>
            <p:cNvSpPr/>
            <p:nvPr/>
          </p:nvSpPr>
          <p:spPr>
            <a:xfrm>
              <a:off x="2702525" y="4174225"/>
              <a:ext cx="338375" cy="235775"/>
            </a:xfrm>
            <a:custGeom>
              <a:rect b="b" l="l" r="r" t="t"/>
              <a:pathLst>
                <a:path extrusionOk="0" h="9431" w="13535">
                  <a:moveTo>
                    <a:pt x="8196" y="0"/>
                  </a:moveTo>
                  <a:lnTo>
                    <a:pt x="7695" y="1304"/>
                  </a:lnTo>
                  <a:cubicBezTo>
                    <a:pt x="6958" y="1082"/>
                    <a:pt x="6187" y="973"/>
                    <a:pt x="5413" y="973"/>
                  </a:cubicBezTo>
                  <a:cubicBezTo>
                    <a:pt x="4002" y="973"/>
                    <a:pt x="2584" y="1335"/>
                    <a:pt x="1354" y="2031"/>
                  </a:cubicBezTo>
                  <a:cubicBezTo>
                    <a:pt x="978" y="2256"/>
                    <a:pt x="602" y="2507"/>
                    <a:pt x="351" y="2883"/>
                  </a:cubicBezTo>
                  <a:cubicBezTo>
                    <a:pt x="101" y="3234"/>
                    <a:pt x="1" y="3735"/>
                    <a:pt x="201" y="4136"/>
                  </a:cubicBezTo>
                  <a:cubicBezTo>
                    <a:pt x="347" y="4427"/>
                    <a:pt x="665" y="4626"/>
                    <a:pt x="972" y="4626"/>
                  </a:cubicBezTo>
                  <a:cubicBezTo>
                    <a:pt x="1021" y="4626"/>
                    <a:pt x="1070" y="4621"/>
                    <a:pt x="1118" y="4611"/>
                  </a:cubicBezTo>
                  <a:lnTo>
                    <a:pt x="1118" y="4611"/>
                  </a:lnTo>
                  <a:cubicBezTo>
                    <a:pt x="876" y="4782"/>
                    <a:pt x="789" y="5198"/>
                    <a:pt x="953" y="5464"/>
                  </a:cubicBezTo>
                  <a:cubicBezTo>
                    <a:pt x="1137" y="5787"/>
                    <a:pt x="1492" y="5940"/>
                    <a:pt x="1859" y="5982"/>
                  </a:cubicBezTo>
                  <a:lnTo>
                    <a:pt x="1859" y="5982"/>
                  </a:lnTo>
                  <a:cubicBezTo>
                    <a:pt x="1557" y="5994"/>
                    <a:pt x="1341" y="6372"/>
                    <a:pt x="1454" y="6667"/>
                  </a:cubicBezTo>
                  <a:cubicBezTo>
                    <a:pt x="1579" y="6993"/>
                    <a:pt x="1930" y="7143"/>
                    <a:pt x="2256" y="7193"/>
                  </a:cubicBezTo>
                  <a:cubicBezTo>
                    <a:pt x="2326" y="7198"/>
                    <a:pt x="2396" y="7201"/>
                    <a:pt x="2464" y="7201"/>
                  </a:cubicBezTo>
                  <a:cubicBezTo>
                    <a:pt x="2738" y="7201"/>
                    <a:pt x="3003" y="7168"/>
                    <a:pt x="3284" y="7168"/>
                  </a:cubicBezTo>
                  <a:cubicBezTo>
                    <a:pt x="4863" y="7219"/>
                    <a:pt x="5991" y="8798"/>
                    <a:pt x="7494" y="9274"/>
                  </a:cubicBezTo>
                  <a:cubicBezTo>
                    <a:pt x="7870" y="9386"/>
                    <a:pt x="8265" y="9430"/>
                    <a:pt x="8663" y="9430"/>
                  </a:cubicBezTo>
                  <a:cubicBezTo>
                    <a:pt x="9061" y="9430"/>
                    <a:pt x="9462" y="9386"/>
                    <a:pt x="9850" y="9324"/>
                  </a:cubicBezTo>
                  <a:cubicBezTo>
                    <a:pt x="10577" y="9199"/>
                    <a:pt x="11354" y="8973"/>
                    <a:pt x="11830" y="8422"/>
                  </a:cubicBezTo>
                  <a:lnTo>
                    <a:pt x="13409" y="9073"/>
                  </a:lnTo>
                  <a:cubicBezTo>
                    <a:pt x="13534" y="2933"/>
                    <a:pt x="8196" y="0"/>
                    <a:pt x="8196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9" name="Google Shape;5559;p49"/>
            <p:cNvSpPr/>
            <p:nvPr/>
          </p:nvSpPr>
          <p:spPr>
            <a:xfrm>
              <a:off x="2744075" y="4309300"/>
              <a:ext cx="115100" cy="17875"/>
            </a:xfrm>
            <a:custGeom>
              <a:rect b="b" l="l" r="r" t="t"/>
              <a:pathLst>
                <a:path extrusionOk="0" h="715" w="4604">
                  <a:moveTo>
                    <a:pt x="3269" y="0"/>
                  </a:moveTo>
                  <a:cubicBezTo>
                    <a:pt x="2207" y="0"/>
                    <a:pt x="1168" y="151"/>
                    <a:pt x="143" y="462"/>
                  </a:cubicBezTo>
                  <a:cubicBezTo>
                    <a:pt x="1" y="510"/>
                    <a:pt x="38" y="715"/>
                    <a:pt x="170" y="715"/>
                  </a:cubicBezTo>
                  <a:cubicBezTo>
                    <a:pt x="178" y="715"/>
                    <a:pt x="185" y="714"/>
                    <a:pt x="193" y="713"/>
                  </a:cubicBezTo>
                  <a:cubicBezTo>
                    <a:pt x="1242" y="394"/>
                    <a:pt x="2291" y="230"/>
                    <a:pt x="3361" y="230"/>
                  </a:cubicBezTo>
                  <a:cubicBezTo>
                    <a:pt x="3722" y="230"/>
                    <a:pt x="4087" y="249"/>
                    <a:pt x="4454" y="287"/>
                  </a:cubicBezTo>
                  <a:cubicBezTo>
                    <a:pt x="4462" y="288"/>
                    <a:pt x="4469" y="289"/>
                    <a:pt x="4476" y="289"/>
                  </a:cubicBezTo>
                  <a:cubicBezTo>
                    <a:pt x="4604" y="289"/>
                    <a:pt x="4596" y="85"/>
                    <a:pt x="4454" y="61"/>
                  </a:cubicBezTo>
                  <a:cubicBezTo>
                    <a:pt x="4055" y="21"/>
                    <a:pt x="3661" y="0"/>
                    <a:pt x="3269" y="0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0" name="Google Shape;5560;p49"/>
            <p:cNvSpPr/>
            <p:nvPr/>
          </p:nvSpPr>
          <p:spPr>
            <a:xfrm>
              <a:off x="2727950" y="4269900"/>
              <a:ext cx="116825" cy="21075"/>
            </a:xfrm>
            <a:custGeom>
              <a:rect b="b" l="l" r="r" t="t"/>
              <a:pathLst>
                <a:path extrusionOk="0" h="843" w="4673">
                  <a:moveTo>
                    <a:pt x="4073" y="1"/>
                  </a:moveTo>
                  <a:cubicBezTo>
                    <a:pt x="2728" y="1"/>
                    <a:pt x="1422" y="204"/>
                    <a:pt x="136" y="610"/>
                  </a:cubicBezTo>
                  <a:cubicBezTo>
                    <a:pt x="1" y="655"/>
                    <a:pt x="49" y="842"/>
                    <a:pt x="169" y="842"/>
                  </a:cubicBezTo>
                  <a:cubicBezTo>
                    <a:pt x="183" y="842"/>
                    <a:pt x="197" y="840"/>
                    <a:pt x="212" y="835"/>
                  </a:cubicBezTo>
                  <a:cubicBezTo>
                    <a:pt x="1474" y="452"/>
                    <a:pt x="2757" y="251"/>
                    <a:pt x="4078" y="251"/>
                  </a:cubicBezTo>
                  <a:cubicBezTo>
                    <a:pt x="4226" y="251"/>
                    <a:pt x="4374" y="254"/>
                    <a:pt x="4522" y="259"/>
                  </a:cubicBezTo>
                  <a:cubicBezTo>
                    <a:pt x="4673" y="259"/>
                    <a:pt x="4673" y="33"/>
                    <a:pt x="4522" y="8"/>
                  </a:cubicBezTo>
                  <a:cubicBezTo>
                    <a:pt x="4372" y="3"/>
                    <a:pt x="4222" y="1"/>
                    <a:pt x="4073" y="1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1" name="Google Shape;5561;p49"/>
            <p:cNvSpPr/>
            <p:nvPr/>
          </p:nvSpPr>
          <p:spPr>
            <a:xfrm>
              <a:off x="2893475" y="4205825"/>
              <a:ext cx="49275" cy="46275"/>
            </a:xfrm>
            <a:custGeom>
              <a:rect b="b" l="l" r="r" t="t"/>
              <a:pathLst>
                <a:path extrusionOk="0" h="1851" w="1971">
                  <a:moveTo>
                    <a:pt x="137" y="1"/>
                  </a:moveTo>
                  <a:cubicBezTo>
                    <a:pt x="41" y="1"/>
                    <a:pt x="1" y="197"/>
                    <a:pt x="132" y="240"/>
                  </a:cubicBezTo>
                  <a:cubicBezTo>
                    <a:pt x="859" y="516"/>
                    <a:pt x="1410" y="1067"/>
                    <a:pt x="1736" y="1794"/>
                  </a:cubicBezTo>
                  <a:cubicBezTo>
                    <a:pt x="1752" y="1834"/>
                    <a:pt x="1783" y="1851"/>
                    <a:pt x="1816" y="1851"/>
                  </a:cubicBezTo>
                  <a:cubicBezTo>
                    <a:pt x="1888" y="1851"/>
                    <a:pt x="1971" y="1772"/>
                    <a:pt x="1937" y="1669"/>
                  </a:cubicBezTo>
                  <a:cubicBezTo>
                    <a:pt x="1586" y="892"/>
                    <a:pt x="984" y="315"/>
                    <a:pt x="182" y="15"/>
                  </a:cubicBezTo>
                  <a:cubicBezTo>
                    <a:pt x="166" y="5"/>
                    <a:pt x="151" y="1"/>
                    <a:pt x="137" y="1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2" name="Google Shape;5562;p49"/>
            <p:cNvSpPr/>
            <p:nvPr/>
          </p:nvSpPr>
          <p:spPr>
            <a:xfrm>
              <a:off x="2002650" y="3439250"/>
              <a:ext cx="937375" cy="677450"/>
            </a:xfrm>
            <a:custGeom>
              <a:rect b="b" l="l" r="r" t="t"/>
              <a:pathLst>
                <a:path extrusionOk="0" h="27098" w="37495">
                  <a:moveTo>
                    <a:pt x="8246" y="1"/>
                  </a:moveTo>
                  <a:lnTo>
                    <a:pt x="8246" y="1"/>
                  </a:lnTo>
                  <a:cubicBezTo>
                    <a:pt x="8246" y="2"/>
                    <a:pt x="0" y="18422"/>
                    <a:pt x="4888" y="22031"/>
                  </a:cubicBezTo>
                  <a:cubicBezTo>
                    <a:pt x="5704" y="22635"/>
                    <a:pt x="6426" y="22887"/>
                    <a:pt x="7056" y="22887"/>
                  </a:cubicBezTo>
                  <a:cubicBezTo>
                    <a:pt x="8126" y="22887"/>
                    <a:pt x="8929" y="22160"/>
                    <a:pt x="9472" y="21190"/>
                  </a:cubicBezTo>
                  <a:lnTo>
                    <a:pt x="9472" y="21190"/>
                  </a:lnTo>
                  <a:cubicBezTo>
                    <a:pt x="10170" y="23301"/>
                    <a:pt x="11577" y="25345"/>
                    <a:pt x="13835" y="25565"/>
                  </a:cubicBezTo>
                  <a:cubicBezTo>
                    <a:pt x="14036" y="25583"/>
                    <a:pt x="14229" y="25592"/>
                    <a:pt x="14416" y="25592"/>
                  </a:cubicBezTo>
                  <a:cubicBezTo>
                    <a:pt x="16209" y="25592"/>
                    <a:pt x="17368" y="24774"/>
                    <a:pt x="18017" y="23796"/>
                  </a:cubicBezTo>
                  <a:lnTo>
                    <a:pt x="18017" y="23796"/>
                  </a:lnTo>
                  <a:cubicBezTo>
                    <a:pt x="18635" y="25442"/>
                    <a:pt x="19798" y="27098"/>
                    <a:pt x="21320" y="27098"/>
                  </a:cubicBezTo>
                  <a:cubicBezTo>
                    <a:pt x="21365" y="27098"/>
                    <a:pt x="21409" y="27097"/>
                    <a:pt x="21454" y="27094"/>
                  </a:cubicBezTo>
                  <a:cubicBezTo>
                    <a:pt x="22678" y="27015"/>
                    <a:pt x="23512" y="26030"/>
                    <a:pt x="23968" y="24856"/>
                  </a:cubicBezTo>
                  <a:lnTo>
                    <a:pt x="23968" y="24856"/>
                  </a:lnTo>
                  <a:cubicBezTo>
                    <a:pt x="24572" y="25832"/>
                    <a:pt x="25322" y="26595"/>
                    <a:pt x="25998" y="26595"/>
                  </a:cubicBezTo>
                  <a:cubicBezTo>
                    <a:pt x="26072" y="26595"/>
                    <a:pt x="26144" y="26586"/>
                    <a:pt x="26216" y="26567"/>
                  </a:cubicBezTo>
                  <a:cubicBezTo>
                    <a:pt x="27257" y="26300"/>
                    <a:pt x="27934" y="25235"/>
                    <a:pt x="28267" y="24023"/>
                  </a:cubicBezTo>
                  <a:lnTo>
                    <a:pt x="28267" y="24023"/>
                  </a:lnTo>
                  <a:cubicBezTo>
                    <a:pt x="28726" y="24402"/>
                    <a:pt x="29248" y="24646"/>
                    <a:pt x="29799" y="24646"/>
                  </a:cubicBezTo>
                  <a:cubicBezTo>
                    <a:pt x="29980" y="24646"/>
                    <a:pt x="30165" y="24619"/>
                    <a:pt x="30351" y="24562"/>
                  </a:cubicBezTo>
                  <a:cubicBezTo>
                    <a:pt x="32193" y="23983"/>
                    <a:pt x="32818" y="22485"/>
                    <a:pt x="32808" y="21040"/>
                  </a:cubicBezTo>
                  <a:lnTo>
                    <a:pt x="32808" y="21040"/>
                  </a:lnTo>
                  <a:cubicBezTo>
                    <a:pt x="33072" y="21039"/>
                    <a:pt x="33356" y="21004"/>
                    <a:pt x="33660" y="20928"/>
                  </a:cubicBezTo>
                  <a:cubicBezTo>
                    <a:pt x="37494" y="20001"/>
                    <a:pt x="33008" y="5866"/>
                    <a:pt x="29750" y="1530"/>
                  </a:cubicBezTo>
                  <a:cubicBezTo>
                    <a:pt x="29750" y="1530"/>
                    <a:pt x="27758" y="7700"/>
                    <a:pt x="25472" y="7700"/>
                  </a:cubicBezTo>
                  <a:cubicBezTo>
                    <a:pt x="25436" y="7700"/>
                    <a:pt x="25400" y="7698"/>
                    <a:pt x="25364" y="7695"/>
                  </a:cubicBezTo>
                  <a:cubicBezTo>
                    <a:pt x="23789" y="7558"/>
                    <a:pt x="22413" y="6252"/>
                    <a:pt x="20174" y="6252"/>
                  </a:cubicBezTo>
                  <a:cubicBezTo>
                    <a:pt x="19135" y="6252"/>
                    <a:pt x="17909" y="6534"/>
                    <a:pt x="16391" y="7344"/>
                  </a:cubicBezTo>
                  <a:cubicBezTo>
                    <a:pt x="15527" y="7804"/>
                    <a:pt x="14699" y="8009"/>
                    <a:pt x="13924" y="8009"/>
                  </a:cubicBezTo>
                  <a:cubicBezTo>
                    <a:pt x="10431" y="8009"/>
                    <a:pt x="8020" y="3837"/>
                    <a:pt x="8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3" name="Google Shape;5563;p49"/>
            <p:cNvSpPr/>
            <p:nvPr/>
          </p:nvSpPr>
          <p:spPr>
            <a:xfrm>
              <a:off x="2443750" y="3609900"/>
              <a:ext cx="117825" cy="69350"/>
            </a:xfrm>
            <a:custGeom>
              <a:rect b="b" l="l" r="r" t="t"/>
              <a:pathLst>
                <a:path extrusionOk="0" h="2774" w="4713">
                  <a:moveTo>
                    <a:pt x="3844" y="0"/>
                  </a:moveTo>
                  <a:cubicBezTo>
                    <a:pt x="3298" y="0"/>
                    <a:pt x="2915" y="603"/>
                    <a:pt x="2407" y="794"/>
                  </a:cubicBezTo>
                  <a:cubicBezTo>
                    <a:pt x="2282" y="833"/>
                    <a:pt x="2161" y="847"/>
                    <a:pt x="2041" y="847"/>
                  </a:cubicBezTo>
                  <a:cubicBezTo>
                    <a:pt x="1773" y="847"/>
                    <a:pt x="1513" y="778"/>
                    <a:pt x="1240" y="778"/>
                  </a:cubicBezTo>
                  <a:cubicBezTo>
                    <a:pt x="1170" y="778"/>
                    <a:pt x="1100" y="783"/>
                    <a:pt x="1028" y="794"/>
                  </a:cubicBezTo>
                  <a:cubicBezTo>
                    <a:pt x="702" y="844"/>
                    <a:pt x="377" y="1019"/>
                    <a:pt x="226" y="1345"/>
                  </a:cubicBezTo>
                  <a:cubicBezTo>
                    <a:pt x="1" y="1922"/>
                    <a:pt x="627" y="2749"/>
                    <a:pt x="2031" y="2774"/>
                  </a:cubicBezTo>
                  <a:cubicBezTo>
                    <a:pt x="2306" y="2774"/>
                    <a:pt x="2582" y="2749"/>
                    <a:pt x="2883" y="2699"/>
                  </a:cubicBezTo>
                  <a:cubicBezTo>
                    <a:pt x="2883" y="2699"/>
                    <a:pt x="3835" y="2573"/>
                    <a:pt x="4336" y="1872"/>
                  </a:cubicBezTo>
                  <a:cubicBezTo>
                    <a:pt x="4437" y="1721"/>
                    <a:pt x="4537" y="1521"/>
                    <a:pt x="4587" y="1320"/>
                  </a:cubicBezTo>
                  <a:cubicBezTo>
                    <a:pt x="4712" y="844"/>
                    <a:pt x="4687" y="268"/>
                    <a:pt x="4161" y="67"/>
                  </a:cubicBezTo>
                  <a:cubicBezTo>
                    <a:pt x="4049" y="21"/>
                    <a:pt x="3944" y="0"/>
                    <a:pt x="3844" y="0"/>
                  </a:cubicBezTo>
                  <a:close/>
                </a:path>
              </a:pathLst>
            </a:custGeom>
            <a:solidFill>
              <a:srgbClr val="2D26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4" name="Google Shape;5564;p49"/>
            <p:cNvSpPr/>
            <p:nvPr/>
          </p:nvSpPr>
          <p:spPr>
            <a:xfrm>
              <a:off x="2494500" y="3655100"/>
              <a:ext cx="57675" cy="24150"/>
            </a:xfrm>
            <a:custGeom>
              <a:rect b="b" l="l" r="r" t="t"/>
              <a:pathLst>
                <a:path extrusionOk="0" h="966" w="2307">
                  <a:moveTo>
                    <a:pt x="1780" y="0"/>
                  </a:moveTo>
                  <a:cubicBezTo>
                    <a:pt x="813" y="0"/>
                    <a:pt x="215" y="666"/>
                    <a:pt x="1" y="966"/>
                  </a:cubicBezTo>
                  <a:cubicBezTo>
                    <a:pt x="276" y="966"/>
                    <a:pt x="552" y="941"/>
                    <a:pt x="853" y="891"/>
                  </a:cubicBezTo>
                  <a:cubicBezTo>
                    <a:pt x="853" y="891"/>
                    <a:pt x="1805" y="765"/>
                    <a:pt x="2306" y="64"/>
                  </a:cubicBezTo>
                  <a:cubicBezTo>
                    <a:pt x="2120" y="20"/>
                    <a:pt x="1945" y="0"/>
                    <a:pt x="1780" y="0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5" name="Google Shape;5565;p49"/>
            <p:cNvSpPr/>
            <p:nvPr/>
          </p:nvSpPr>
          <p:spPr>
            <a:xfrm>
              <a:off x="2413675" y="3329475"/>
              <a:ext cx="18175" cy="39750"/>
            </a:xfrm>
            <a:custGeom>
              <a:rect b="b" l="l" r="r" t="t"/>
              <a:pathLst>
                <a:path extrusionOk="0" h="1590" w="727">
                  <a:moveTo>
                    <a:pt x="471" y="1"/>
                  </a:moveTo>
                  <a:cubicBezTo>
                    <a:pt x="447" y="1"/>
                    <a:pt x="423" y="10"/>
                    <a:pt x="402" y="31"/>
                  </a:cubicBezTo>
                  <a:cubicBezTo>
                    <a:pt x="1" y="407"/>
                    <a:pt x="51" y="1234"/>
                    <a:pt x="477" y="1560"/>
                  </a:cubicBezTo>
                  <a:cubicBezTo>
                    <a:pt x="498" y="1581"/>
                    <a:pt x="522" y="1590"/>
                    <a:pt x="546" y="1590"/>
                  </a:cubicBezTo>
                  <a:cubicBezTo>
                    <a:pt x="637" y="1590"/>
                    <a:pt x="726" y="1463"/>
                    <a:pt x="627" y="1384"/>
                  </a:cubicBezTo>
                  <a:cubicBezTo>
                    <a:pt x="326" y="1134"/>
                    <a:pt x="251" y="482"/>
                    <a:pt x="552" y="206"/>
                  </a:cubicBezTo>
                  <a:cubicBezTo>
                    <a:pt x="651" y="127"/>
                    <a:pt x="562" y="1"/>
                    <a:pt x="471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6" name="Google Shape;5566;p49"/>
            <p:cNvSpPr/>
            <p:nvPr/>
          </p:nvSpPr>
          <p:spPr>
            <a:xfrm>
              <a:off x="2431850" y="3345725"/>
              <a:ext cx="22000" cy="24425"/>
            </a:xfrm>
            <a:custGeom>
              <a:rect b="b" l="l" r="r" t="t"/>
              <a:pathLst>
                <a:path extrusionOk="0" h="977" w="880">
                  <a:moveTo>
                    <a:pt x="211" y="1"/>
                  </a:moveTo>
                  <a:cubicBezTo>
                    <a:pt x="165" y="1"/>
                    <a:pt x="120" y="25"/>
                    <a:pt x="101" y="83"/>
                  </a:cubicBezTo>
                  <a:cubicBezTo>
                    <a:pt x="0" y="484"/>
                    <a:pt x="326" y="759"/>
                    <a:pt x="652" y="960"/>
                  </a:cubicBezTo>
                  <a:cubicBezTo>
                    <a:pt x="671" y="971"/>
                    <a:pt x="690" y="976"/>
                    <a:pt x="709" y="976"/>
                  </a:cubicBezTo>
                  <a:cubicBezTo>
                    <a:pt x="809" y="976"/>
                    <a:pt x="880" y="823"/>
                    <a:pt x="752" y="759"/>
                  </a:cubicBezTo>
                  <a:cubicBezTo>
                    <a:pt x="552" y="609"/>
                    <a:pt x="251" y="434"/>
                    <a:pt x="351" y="158"/>
                  </a:cubicBezTo>
                  <a:cubicBezTo>
                    <a:pt x="367" y="65"/>
                    <a:pt x="287" y="1"/>
                    <a:pt x="211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7" name="Google Shape;5567;p49"/>
            <p:cNvSpPr/>
            <p:nvPr/>
          </p:nvSpPr>
          <p:spPr>
            <a:xfrm>
              <a:off x="2671825" y="3446475"/>
              <a:ext cx="17575" cy="32125"/>
            </a:xfrm>
            <a:custGeom>
              <a:rect b="b" l="l" r="r" t="t"/>
              <a:pathLst>
                <a:path extrusionOk="0" h="1285" w="703">
                  <a:moveTo>
                    <a:pt x="126" y="0"/>
                  </a:moveTo>
                  <a:cubicBezTo>
                    <a:pt x="63" y="0"/>
                    <a:pt x="0" y="38"/>
                    <a:pt x="0" y="113"/>
                  </a:cubicBezTo>
                  <a:cubicBezTo>
                    <a:pt x="26" y="539"/>
                    <a:pt x="176" y="915"/>
                    <a:pt x="452" y="1241"/>
                  </a:cubicBezTo>
                  <a:cubicBezTo>
                    <a:pt x="476" y="1271"/>
                    <a:pt x="506" y="1284"/>
                    <a:pt x="534" y="1284"/>
                  </a:cubicBezTo>
                  <a:cubicBezTo>
                    <a:pt x="622" y="1284"/>
                    <a:pt x="703" y="1166"/>
                    <a:pt x="627" y="1090"/>
                  </a:cubicBezTo>
                  <a:cubicBezTo>
                    <a:pt x="401" y="815"/>
                    <a:pt x="276" y="464"/>
                    <a:pt x="251" y="113"/>
                  </a:cubicBezTo>
                  <a:cubicBezTo>
                    <a:pt x="251" y="38"/>
                    <a:pt x="188" y="0"/>
                    <a:pt x="126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8" name="Google Shape;5568;p49"/>
            <p:cNvSpPr/>
            <p:nvPr/>
          </p:nvSpPr>
          <p:spPr>
            <a:xfrm>
              <a:off x="2686850" y="3457125"/>
              <a:ext cx="17725" cy="28075"/>
            </a:xfrm>
            <a:custGeom>
              <a:rect b="b" l="l" r="r" t="t"/>
              <a:pathLst>
                <a:path extrusionOk="0" h="1123" w="709">
                  <a:moveTo>
                    <a:pt x="126" y="0"/>
                  </a:moveTo>
                  <a:cubicBezTo>
                    <a:pt x="64" y="0"/>
                    <a:pt x="1" y="38"/>
                    <a:pt x="1" y="113"/>
                  </a:cubicBezTo>
                  <a:cubicBezTo>
                    <a:pt x="26" y="489"/>
                    <a:pt x="327" y="714"/>
                    <a:pt x="452" y="1040"/>
                  </a:cubicBezTo>
                  <a:cubicBezTo>
                    <a:pt x="471" y="1098"/>
                    <a:pt x="516" y="1122"/>
                    <a:pt x="561" y="1122"/>
                  </a:cubicBezTo>
                  <a:cubicBezTo>
                    <a:pt x="634" y="1122"/>
                    <a:pt x="709" y="1058"/>
                    <a:pt x="678" y="965"/>
                  </a:cubicBezTo>
                  <a:cubicBezTo>
                    <a:pt x="577" y="689"/>
                    <a:pt x="277" y="439"/>
                    <a:pt x="252" y="113"/>
                  </a:cubicBezTo>
                  <a:cubicBezTo>
                    <a:pt x="252" y="38"/>
                    <a:pt x="189" y="0"/>
                    <a:pt x="126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9" name="Google Shape;5569;p49"/>
            <p:cNvSpPr/>
            <p:nvPr/>
          </p:nvSpPr>
          <p:spPr>
            <a:xfrm>
              <a:off x="2249525" y="3706450"/>
              <a:ext cx="12050" cy="29350"/>
            </a:xfrm>
            <a:custGeom>
              <a:rect b="b" l="l" r="r" t="t"/>
              <a:pathLst>
                <a:path extrusionOk="0" h="1174" w="482">
                  <a:moveTo>
                    <a:pt x="343" y="1"/>
                  </a:moveTo>
                  <a:cubicBezTo>
                    <a:pt x="295" y="1"/>
                    <a:pt x="246" y="29"/>
                    <a:pt x="226" y="90"/>
                  </a:cubicBezTo>
                  <a:cubicBezTo>
                    <a:pt x="125" y="391"/>
                    <a:pt x="50" y="716"/>
                    <a:pt x="0" y="1042"/>
                  </a:cubicBezTo>
                  <a:cubicBezTo>
                    <a:pt x="0" y="1130"/>
                    <a:pt x="63" y="1174"/>
                    <a:pt x="129" y="1174"/>
                  </a:cubicBezTo>
                  <a:cubicBezTo>
                    <a:pt x="194" y="1174"/>
                    <a:pt x="263" y="1130"/>
                    <a:pt x="276" y="1042"/>
                  </a:cubicBezTo>
                  <a:cubicBezTo>
                    <a:pt x="301" y="741"/>
                    <a:pt x="376" y="441"/>
                    <a:pt x="451" y="165"/>
                  </a:cubicBezTo>
                  <a:cubicBezTo>
                    <a:pt x="481" y="61"/>
                    <a:pt x="414" y="1"/>
                    <a:pt x="343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0" name="Google Shape;5570;p49"/>
            <p:cNvSpPr/>
            <p:nvPr/>
          </p:nvSpPr>
          <p:spPr>
            <a:xfrm>
              <a:off x="2261725" y="3716675"/>
              <a:ext cx="8500" cy="25550"/>
            </a:xfrm>
            <a:custGeom>
              <a:rect b="b" l="l" r="r" t="t"/>
              <a:pathLst>
                <a:path extrusionOk="0" h="1022" w="340">
                  <a:moveTo>
                    <a:pt x="223" y="0"/>
                  </a:moveTo>
                  <a:cubicBezTo>
                    <a:pt x="164" y="0"/>
                    <a:pt x="101" y="44"/>
                    <a:pt x="89" y="132"/>
                  </a:cubicBezTo>
                  <a:lnTo>
                    <a:pt x="13" y="909"/>
                  </a:lnTo>
                  <a:cubicBezTo>
                    <a:pt x="1" y="984"/>
                    <a:pt x="57" y="1022"/>
                    <a:pt x="120" y="1022"/>
                  </a:cubicBezTo>
                  <a:cubicBezTo>
                    <a:pt x="183" y="1022"/>
                    <a:pt x="251" y="984"/>
                    <a:pt x="264" y="909"/>
                  </a:cubicBezTo>
                  <a:lnTo>
                    <a:pt x="339" y="132"/>
                  </a:lnTo>
                  <a:cubicBezTo>
                    <a:pt x="339" y="44"/>
                    <a:pt x="283" y="0"/>
                    <a:pt x="223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1" name="Google Shape;5571;p49"/>
            <p:cNvSpPr/>
            <p:nvPr/>
          </p:nvSpPr>
          <p:spPr>
            <a:xfrm>
              <a:off x="2489125" y="3747850"/>
              <a:ext cx="8850" cy="23275"/>
            </a:xfrm>
            <a:custGeom>
              <a:rect b="b" l="l" r="r" t="t"/>
              <a:pathLst>
                <a:path extrusionOk="0" h="931" w="354">
                  <a:moveTo>
                    <a:pt x="238" y="0"/>
                  </a:moveTo>
                  <a:cubicBezTo>
                    <a:pt x="178" y="0"/>
                    <a:pt x="115" y="38"/>
                    <a:pt x="115" y="113"/>
                  </a:cubicBezTo>
                  <a:cubicBezTo>
                    <a:pt x="90" y="339"/>
                    <a:pt x="65" y="564"/>
                    <a:pt x="15" y="790"/>
                  </a:cubicBezTo>
                  <a:cubicBezTo>
                    <a:pt x="1" y="877"/>
                    <a:pt x="79" y="931"/>
                    <a:pt x="152" y="931"/>
                  </a:cubicBezTo>
                  <a:cubicBezTo>
                    <a:pt x="205" y="931"/>
                    <a:pt x="255" y="903"/>
                    <a:pt x="266" y="840"/>
                  </a:cubicBezTo>
                  <a:cubicBezTo>
                    <a:pt x="291" y="614"/>
                    <a:pt x="341" y="364"/>
                    <a:pt x="341" y="113"/>
                  </a:cubicBezTo>
                  <a:cubicBezTo>
                    <a:pt x="354" y="38"/>
                    <a:pt x="297" y="0"/>
                    <a:pt x="238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2" name="Google Shape;5572;p49"/>
            <p:cNvSpPr/>
            <p:nvPr/>
          </p:nvSpPr>
          <p:spPr>
            <a:xfrm>
              <a:off x="2502025" y="3759125"/>
              <a:ext cx="6925" cy="23200"/>
            </a:xfrm>
            <a:custGeom>
              <a:rect b="b" l="l" r="r" t="t"/>
              <a:pathLst>
                <a:path extrusionOk="0" h="928" w="277">
                  <a:moveTo>
                    <a:pt x="160" y="0"/>
                  </a:moveTo>
                  <a:cubicBezTo>
                    <a:pt x="101" y="0"/>
                    <a:pt x="38" y="38"/>
                    <a:pt x="25" y="113"/>
                  </a:cubicBezTo>
                  <a:cubicBezTo>
                    <a:pt x="0" y="339"/>
                    <a:pt x="0" y="564"/>
                    <a:pt x="25" y="815"/>
                  </a:cubicBezTo>
                  <a:cubicBezTo>
                    <a:pt x="25" y="890"/>
                    <a:pt x="88" y="928"/>
                    <a:pt x="148" y="928"/>
                  </a:cubicBezTo>
                  <a:cubicBezTo>
                    <a:pt x="207" y="928"/>
                    <a:pt x="264" y="890"/>
                    <a:pt x="251" y="815"/>
                  </a:cubicBezTo>
                  <a:cubicBezTo>
                    <a:pt x="251" y="564"/>
                    <a:pt x="251" y="339"/>
                    <a:pt x="276" y="113"/>
                  </a:cubicBezTo>
                  <a:cubicBezTo>
                    <a:pt x="276" y="38"/>
                    <a:pt x="220" y="0"/>
                    <a:pt x="160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3" name="Google Shape;5573;p49"/>
            <p:cNvSpPr/>
            <p:nvPr/>
          </p:nvSpPr>
          <p:spPr>
            <a:xfrm>
              <a:off x="2508300" y="3720900"/>
              <a:ext cx="8475" cy="21950"/>
            </a:xfrm>
            <a:custGeom>
              <a:rect b="b" l="l" r="r" t="t"/>
              <a:pathLst>
                <a:path extrusionOk="0" h="878" w="339">
                  <a:moveTo>
                    <a:pt x="219" y="1"/>
                  </a:moveTo>
                  <a:cubicBezTo>
                    <a:pt x="157" y="1"/>
                    <a:pt x="88" y="38"/>
                    <a:pt x="75" y="113"/>
                  </a:cubicBezTo>
                  <a:cubicBezTo>
                    <a:pt x="50" y="339"/>
                    <a:pt x="25" y="539"/>
                    <a:pt x="0" y="765"/>
                  </a:cubicBezTo>
                  <a:cubicBezTo>
                    <a:pt x="0" y="840"/>
                    <a:pt x="56" y="878"/>
                    <a:pt x="116" y="878"/>
                  </a:cubicBezTo>
                  <a:cubicBezTo>
                    <a:pt x="175" y="878"/>
                    <a:pt x="238" y="840"/>
                    <a:pt x="251" y="765"/>
                  </a:cubicBezTo>
                  <a:cubicBezTo>
                    <a:pt x="276" y="539"/>
                    <a:pt x="301" y="339"/>
                    <a:pt x="326" y="113"/>
                  </a:cubicBezTo>
                  <a:cubicBezTo>
                    <a:pt x="338" y="38"/>
                    <a:pt x="282" y="1"/>
                    <a:pt x="219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4" name="Google Shape;5574;p49"/>
            <p:cNvSpPr/>
            <p:nvPr/>
          </p:nvSpPr>
          <p:spPr>
            <a:xfrm>
              <a:off x="2743500" y="3674050"/>
              <a:ext cx="9575" cy="19175"/>
            </a:xfrm>
            <a:custGeom>
              <a:rect b="b" l="l" r="r" t="t"/>
              <a:pathLst>
                <a:path extrusionOk="0" h="767" w="383">
                  <a:moveTo>
                    <a:pt x="150" y="1"/>
                  </a:moveTo>
                  <a:cubicBezTo>
                    <a:pt x="80" y="1"/>
                    <a:pt x="0" y="65"/>
                    <a:pt x="16" y="158"/>
                  </a:cubicBezTo>
                  <a:cubicBezTo>
                    <a:pt x="66" y="333"/>
                    <a:pt x="91" y="509"/>
                    <a:pt x="141" y="684"/>
                  </a:cubicBezTo>
                  <a:cubicBezTo>
                    <a:pt x="151" y="741"/>
                    <a:pt x="189" y="766"/>
                    <a:pt x="232" y="766"/>
                  </a:cubicBezTo>
                  <a:cubicBezTo>
                    <a:pt x="302" y="766"/>
                    <a:pt x="382" y="702"/>
                    <a:pt x="367" y="609"/>
                  </a:cubicBezTo>
                  <a:cubicBezTo>
                    <a:pt x="316" y="433"/>
                    <a:pt x="291" y="258"/>
                    <a:pt x="241" y="83"/>
                  </a:cubicBezTo>
                  <a:cubicBezTo>
                    <a:pt x="232" y="25"/>
                    <a:pt x="193" y="1"/>
                    <a:pt x="150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5" name="Google Shape;5575;p49"/>
            <p:cNvSpPr/>
            <p:nvPr/>
          </p:nvSpPr>
          <p:spPr>
            <a:xfrm>
              <a:off x="2761050" y="3683850"/>
              <a:ext cx="15500" cy="26150"/>
            </a:xfrm>
            <a:custGeom>
              <a:rect b="b" l="l" r="r" t="t"/>
              <a:pathLst>
                <a:path extrusionOk="0" h="1046" w="620">
                  <a:moveTo>
                    <a:pt x="137" y="1"/>
                  </a:moveTo>
                  <a:cubicBezTo>
                    <a:pt x="71" y="1"/>
                    <a:pt x="1" y="54"/>
                    <a:pt x="15" y="142"/>
                  </a:cubicBezTo>
                  <a:cubicBezTo>
                    <a:pt x="91" y="442"/>
                    <a:pt x="216" y="718"/>
                    <a:pt x="341" y="994"/>
                  </a:cubicBezTo>
                  <a:cubicBezTo>
                    <a:pt x="363" y="1031"/>
                    <a:pt x="398" y="1046"/>
                    <a:pt x="435" y="1046"/>
                  </a:cubicBezTo>
                  <a:cubicBezTo>
                    <a:pt x="523" y="1046"/>
                    <a:pt x="620" y="957"/>
                    <a:pt x="567" y="868"/>
                  </a:cubicBezTo>
                  <a:cubicBezTo>
                    <a:pt x="416" y="618"/>
                    <a:pt x="316" y="342"/>
                    <a:pt x="241" y="92"/>
                  </a:cubicBezTo>
                  <a:cubicBezTo>
                    <a:pt x="230" y="29"/>
                    <a:pt x="185" y="1"/>
                    <a:pt x="137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6" name="Google Shape;5576;p49"/>
            <p:cNvSpPr/>
            <p:nvPr/>
          </p:nvSpPr>
          <p:spPr>
            <a:xfrm>
              <a:off x="2768625" y="3651975"/>
              <a:ext cx="11150" cy="24950"/>
            </a:xfrm>
            <a:custGeom>
              <a:rect b="b" l="l" r="r" t="t"/>
              <a:pathLst>
                <a:path extrusionOk="0" h="998" w="446">
                  <a:moveTo>
                    <a:pt x="120" y="1"/>
                  </a:moveTo>
                  <a:cubicBezTo>
                    <a:pt x="57" y="1"/>
                    <a:pt x="1" y="38"/>
                    <a:pt x="13" y="113"/>
                  </a:cubicBezTo>
                  <a:cubicBezTo>
                    <a:pt x="38" y="389"/>
                    <a:pt x="113" y="665"/>
                    <a:pt x="189" y="915"/>
                  </a:cubicBezTo>
                  <a:cubicBezTo>
                    <a:pt x="208" y="973"/>
                    <a:pt x="253" y="997"/>
                    <a:pt x="298" y="997"/>
                  </a:cubicBezTo>
                  <a:cubicBezTo>
                    <a:pt x="371" y="997"/>
                    <a:pt x="445" y="933"/>
                    <a:pt x="414" y="840"/>
                  </a:cubicBezTo>
                  <a:cubicBezTo>
                    <a:pt x="339" y="615"/>
                    <a:pt x="289" y="364"/>
                    <a:pt x="264" y="113"/>
                  </a:cubicBezTo>
                  <a:cubicBezTo>
                    <a:pt x="251" y="38"/>
                    <a:pt x="182" y="1"/>
                    <a:pt x="120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7" name="Google Shape;5577;p49"/>
            <p:cNvSpPr/>
            <p:nvPr/>
          </p:nvSpPr>
          <p:spPr>
            <a:xfrm>
              <a:off x="2585975" y="3908175"/>
              <a:ext cx="10325" cy="25525"/>
            </a:xfrm>
            <a:custGeom>
              <a:rect b="b" l="l" r="r" t="t"/>
              <a:pathLst>
                <a:path extrusionOk="0" h="1021" w="413">
                  <a:moveTo>
                    <a:pt x="175" y="0"/>
                  </a:moveTo>
                  <a:cubicBezTo>
                    <a:pt x="124" y="0"/>
                    <a:pt x="72" y="28"/>
                    <a:pt x="51" y="91"/>
                  </a:cubicBezTo>
                  <a:cubicBezTo>
                    <a:pt x="1" y="392"/>
                    <a:pt x="51" y="667"/>
                    <a:pt x="176" y="968"/>
                  </a:cubicBezTo>
                  <a:cubicBezTo>
                    <a:pt x="191" y="1005"/>
                    <a:pt x="219" y="1020"/>
                    <a:pt x="249" y="1020"/>
                  </a:cubicBezTo>
                  <a:cubicBezTo>
                    <a:pt x="322" y="1020"/>
                    <a:pt x="412" y="932"/>
                    <a:pt x="377" y="843"/>
                  </a:cubicBezTo>
                  <a:cubicBezTo>
                    <a:pt x="277" y="617"/>
                    <a:pt x="251" y="367"/>
                    <a:pt x="302" y="141"/>
                  </a:cubicBezTo>
                  <a:cubicBezTo>
                    <a:pt x="316" y="54"/>
                    <a:pt x="246" y="0"/>
                    <a:pt x="175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8" name="Google Shape;5578;p49"/>
            <p:cNvSpPr/>
            <p:nvPr/>
          </p:nvSpPr>
          <p:spPr>
            <a:xfrm>
              <a:off x="2600075" y="3915125"/>
              <a:ext cx="8175" cy="16575"/>
            </a:xfrm>
            <a:custGeom>
              <a:rect b="b" l="l" r="r" t="t"/>
              <a:pathLst>
                <a:path extrusionOk="0" h="663" w="327">
                  <a:moveTo>
                    <a:pt x="120" y="1"/>
                  </a:moveTo>
                  <a:cubicBezTo>
                    <a:pt x="57" y="1"/>
                    <a:pt x="1" y="39"/>
                    <a:pt x="13" y="114"/>
                  </a:cubicBezTo>
                  <a:cubicBezTo>
                    <a:pt x="38" y="264"/>
                    <a:pt x="63" y="415"/>
                    <a:pt x="63" y="540"/>
                  </a:cubicBezTo>
                  <a:cubicBezTo>
                    <a:pt x="76" y="618"/>
                    <a:pt x="150" y="662"/>
                    <a:pt x="215" y="662"/>
                  </a:cubicBezTo>
                  <a:cubicBezTo>
                    <a:pt x="274" y="662"/>
                    <a:pt x="326" y="624"/>
                    <a:pt x="314" y="540"/>
                  </a:cubicBezTo>
                  <a:lnTo>
                    <a:pt x="264" y="114"/>
                  </a:lnTo>
                  <a:cubicBezTo>
                    <a:pt x="251" y="39"/>
                    <a:pt x="182" y="1"/>
                    <a:pt x="120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9" name="Google Shape;5579;p49"/>
            <p:cNvSpPr/>
            <p:nvPr/>
          </p:nvSpPr>
          <p:spPr>
            <a:xfrm>
              <a:off x="2611350" y="3885700"/>
              <a:ext cx="7550" cy="15675"/>
            </a:xfrm>
            <a:custGeom>
              <a:rect b="b" l="l" r="r" t="t"/>
              <a:pathLst>
                <a:path extrusionOk="0" h="627" w="302">
                  <a:moveTo>
                    <a:pt x="120" y="0"/>
                  </a:moveTo>
                  <a:cubicBezTo>
                    <a:pt x="57" y="0"/>
                    <a:pt x="1" y="38"/>
                    <a:pt x="13" y="113"/>
                  </a:cubicBezTo>
                  <a:cubicBezTo>
                    <a:pt x="38" y="238"/>
                    <a:pt x="38" y="363"/>
                    <a:pt x="64" y="514"/>
                  </a:cubicBezTo>
                  <a:cubicBezTo>
                    <a:pt x="64" y="589"/>
                    <a:pt x="126" y="627"/>
                    <a:pt x="186" y="627"/>
                  </a:cubicBezTo>
                  <a:cubicBezTo>
                    <a:pt x="245" y="627"/>
                    <a:pt x="302" y="589"/>
                    <a:pt x="289" y="514"/>
                  </a:cubicBezTo>
                  <a:cubicBezTo>
                    <a:pt x="289" y="363"/>
                    <a:pt x="264" y="238"/>
                    <a:pt x="264" y="113"/>
                  </a:cubicBezTo>
                  <a:cubicBezTo>
                    <a:pt x="252" y="38"/>
                    <a:pt x="183" y="0"/>
                    <a:pt x="120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0" name="Google Shape;5580;p49"/>
            <p:cNvSpPr/>
            <p:nvPr/>
          </p:nvSpPr>
          <p:spPr>
            <a:xfrm>
              <a:off x="2088475" y="3693725"/>
              <a:ext cx="794525" cy="426050"/>
            </a:xfrm>
            <a:custGeom>
              <a:rect b="b" l="l" r="r" t="t"/>
              <a:pathLst>
                <a:path extrusionOk="0" h="17042" w="31781">
                  <a:moveTo>
                    <a:pt x="6267" y="6213"/>
                  </a:moveTo>
                  <a:cubicBezTo>
                    <a:pt x="6267" y="6238"/>
                    <a:pt x="6292" y="6238"/>
                    <a:pt x="6317" y="6263"/>
                  </a:cubicBezTo>
                  <a:cubicBezTo>
                    <a:pt x="6392" y="6313"/>
                    <a:pt x="6442" y="6438"/>
                    <a:pt x="6467" y="6564"/>
                  </a:cubicBezTo>
                  <a:cubicBezTo>
                    <a:pt x="6517" y="6689"/>
                    <a:pt x="6542" y="6814"/>
                    <a:pt x="6592" y="6965"/>
                  </a:cubicBezTo>
                  <a:cubicBezTo>
                    <a:pt x="6768" y="8017"/>
                    <a:pt x="6718" y="9120"/>
                    <a:pt x="6467" y="10173"/>
                  </a:cubicBezTo>
                  <a:cubicBezTo>
                    <a:pt x="6426" y="10318"/>
                    <a:pt x="6381" y="10461"/>
                    <a:pt x="6330" y="10601"/>
                  </a:cubicBezTo>
                  <a:lnTo>
                    <a:pt x="6330" y="10601"/>
                  </a:lnTo>
                  <a:cubicBezTo>
                    <a:pt x="6156" y="9868"/>
                    <a:pt x="6043" y="9118"/>
                    <a:pt x="5991" y="8368"/>
                  </a:cubicBezTo>
                  <a:cubicBezTo>
                    <a:pt x="5966" y="7817"/>
                    <a:pt x="5966" y="7291"/>
                    <a:pt x="6041" y="6739"/>
                  </a:cubicBezTo>
                  <a:cubicBezTo>
                    <a:pt x="6066" y="6614"/>
                    <a:pt x="6091" y="6489"/>
                    <a:pt x="6141" y="6363"/>
                  </a:cubicBezTo>
                  <a:cubicBezTo>
                    <a:pt x="6166" y="6313"/>
                    <a:pt x="6191" y="6263"/>
                    <a:pt x="6217" y="6238"/>
                  </a:cubicBezTo>
                  <a:cubicBezTo>
                    <a:pt x="6242" y="6213"/>
                    <a:pt x="6242" y="6213"/>
                    <a:pt x="6267" y="6213"/>
                  </a:cubicBezTo>
                  <a:close/>
                  <a:moveTo>
                    <a:pt x="27655" y="7660"/>
                  </a:moveTo>
                  <a:cubicBezTo>
                    <a:pt x="27817" y="7660"/>
                    <a:pt x="27984" y="7786"/>
                    <a:pt x="28121" y="7942"/>
                  </a:cubicBezTo>
                  <a:cubicBezTo>
                    <a:pt x="28447" y="8318"/>
                    <a:pt x="28648" y="8844"/>
                    <a:pt x="28798" y="9346"/>
                  </a:cubicBezTo>
                  <a:cubicBezTo>
                    <a:pt x="28937" y="9830"/>
                    <a:pt x="29011" y="10314"/>
                    <a:pt x="29022" y="10818"/>
                  </a:cubicBezTo>
                  <a:lnTo>
                    <a:pt x="29022" y="10818"/>
                  </a:lnTo>
                  <a:cubicBezTo>
                    <a:pt x="28887" y="10811"/>
                    <a:pt x="28753" y="10788"/>
                    <a:pt x="28623" y="10749"/>
                  </a:cubicBezTo>
                  <a:cubicBezTo>
                    <a:pt x="28096" y="10624"/>
                    <a:pt x="27695" y="10248"/>
                    <a:pt x="27445" y="9797"/>
                  </a:cubicBezTo>
                  <a:cubicBezTo>
                    <a:pt x="27194" y="9346"/>
                    <a:pt x="27069" y="8794"/>
                    <a:pt x="27144" y="8268"/>
                  </a:cubicBezTo>
                  <a:cubicBezTo>
                    <a:pt x="27194" y="8017"/>
                    <a:pt x="27294" y="7792"/>
                    <a:pt x="27520" y="7692"/>
                  </a:cubicBezTo>
                  <a:cubicBezTo>
                    <a:pt x="27564" y="7670"/>
                    <a:pt x="27609" y="7660"/>
                    <a:pt x="27655" y="7660"/>
                  </a:cubicBezTo>
                  <a:close/>
                  <a:moveTo>
                    <a:pt x="14562" y="10499"/>
                  </a:moveTo>
                  <a:cubicBezTo>
                    <a:pt x="14663" y="10499"/>
                    <a:pt x="14788" y="10524"/>
                    <a:pt x="14863" y="10599"/>
                  </a:cubicBezTo>
                  <a:cubicBezTo>
                    <a:pt x="15039" y="10749"/>
                    <a:pt x="15114" y="11000"/>
                    <a:pt x="15164" y="11250"/>
                  </a:cubicBezTo>
                  <a:cubicBezTo>
                    <a:pt x="15214" y="11752"/>
                    <a:pt x="15114" y="12303"/>
                    <a:pt x="14913" y="12779"/>
                  </a:cubicBezTo>
                  <a:cubicBezTo>
                    <a:pt x="14843" y="12954"/>
                    <a:pt x="14764" y="13123"/>
                    <a:pt x="14675" y="13285"/>
                  </a:cubicBezTo>
                  <a:lnTo>
                    <a:pt x="14675" y="13285"/>
                  </a:lnTo>
                  <a:cubicBezTo>
                    <a:pt x="14528" y="12909"/>
                    <a:pt x="14406" y="12522"/>
                    <a:pt x="14312" y="12128"/>
                  </a:cubicBezTo>
                  <a:cubicBezTo>
                    <a:pt x="14262" y="11877"/>
                    <a:pt x="14212" y="11626"/>
                    <a:pt x="14187" y="11351"/>
                  </a:cubicBezTo>
                  <a:cubicBezTo>
                    <a:pt x="14187" y="11100"/>
                    <a:pt x="14187" y="10824"/>
                    <a:pt x="14312" y="10624"/>
                  </a:cubicBezTo>
                  <a:cubicBezTo>
                    <a:pt x="14387" y="10549"/>
                    <a:pt x="14462" y="10499"/>
                    <a:pt x="14562" y="10499"/>
                  </a:cubicBezTo>
                  <a:close/>
                  <a:moveTo>
                    <a:pt x="23906" y="9683"/>
                  </a:moveTo>
                  <a:cubicBezTo>
                    <a:pt x="23979" y="9683"/>
                    <a:pt x="24050" y="9703"/>
                    <a:pt x="24111" y="9747"/>
                  </a:cubicBezTo>
                  <a:cubicBezTo>
                    <a:pt x="24287" y="9847"/>
                    <a:pt x="24412" y="10098"/>
                    <a:pt x="24512" y="10323"/>
                  </a:cubicBezTo>
                  <a:cubicBezTo>
                    <a:pt x="24663" y="10824"/>
                    <a:pt x="24738" y="11376"/>
                    <a:pt x="24738" y="11902"/>
                  </a:cubicBezTo>
                  <a:cubicBezTo>
                    <a:pt x="24738" y="12428"/>
                    <a:pt x="24713" y="12980"/>
                    <a:pt x="24613" y="13506"/>
                  </a:cubicBezTo>
                  <a:cubicBezTo>
                    <a:pt x="24604" y="13553"/>
                    <a:pt x="24594" y="13600"/>
                    <a:pt x="24585" y="13648"/>
                  </a:cubicBezTo>
                  <a:lnTo>
                    <a:pt x="24585" y="13648"/>
                  </a:lnTo>
                  <a:cubicBezTo>
                    <a:pt x="23906" y="13072"/>
                    <a:pt x="23460" y="12205"/>
                    <a:pt x="23309" y="11301"/>
                  </a:cubicBezTo>
                  <a:cubicBezTo>
                    <a:pt x="23259" y="11050"/>
                    <a:pt x="23234" y="10774"/>
                    <a:pt x="23259" y="10524"/>
                  </a:cubicBezTo>
                  <a:cubicBezTo>
                    <a:pt x="23309" y="10273"/>
                    <a:pt x="23385" y="10022"/>
                    <a:pt x="23535" y="9847"/>
                  </a:cubicBezTo>
                  <a:cubicBezTo>
                    <a:pt x="23633" y="9749"/>
                    <a:pt x="23772" y="9683"/>
                    <a:pt x="23906" y="9683"/>
                  </a:cubicBezTo>
                  <a:close/>
                  <a:moveTo>
                    <a:pt x="19992" y="10694"/>
                  </a:moveTo>
                  <a:cubicBezTo>
                    <a:pt x="20020" y="10694"/>
                    <a:pt x="20048" y="10696"/>
                    <a:pt x="20076" y="10699"/>
                  </a:cubicBezTo>
                  <a:cubicBezTo>
                    <a:pt x="20302" y="10699"/>
                    <a:pt x="20502" y="10849"/>
                    <a:pt x="20628" y="11050"/>
                  </a:cubicBezTo>
                  <a:cubicBezTo>
                    <a:pt x="20753" y="11250"/>
                    <a:pt x="20828" y="11501"/>
                    <a:pt x="20853" y="11752"/>
                  </a:cubicBezTo>
                  <a:cubicBezTo>
                    <a:pt x="20953" y="12278"/>
                    <a:pt x="20903" y="12804"/>
                    <a:pt x="20828" y="13331"/>
                  </a:cubicBezTo>
                  <a:cubicBezTo>
                    <a:pt x="20763" y="13672"/>
                    <a:pt x="20677" y="14003"/>
                    <a:pt x="20563" y="14330"/>
                  </a:cubicBezTo>
                  <a:lnTo>
                    <a:pt x="20563" y="14330"/>
                  </a:lnTo>
                  <a:cubicBezTo>
                    <a:pt x="20287" y="13949"/>
                    <a:pt x="20049" y="13546"/>
                    <a:pt x="19851" y="13105"/>
                  </a:cubicBezTo>
                  <a:cubicBezTo>
                    <a:pt x="19625" y="12629"/>
                    <a:pt x="19450" y="12128"/>
                    <a:pt x="19400" y="11601"/>
                  </a:cubicBezTo>
                  <a:cubicBezTo>
                    <a:pt x="19375" y="11351"/>
                    <a:pt x="19400" y="11100"/>
                    <a:pt x="19500" y="10925"/>
                  </a:cubicBezTo>
                  <a:cubicBezTo>
                    <a:pt x="19609" y="10771"/>
                    <a:pt x="19796" y="10694"/>
                    <a:pt x="19992" y="10694"/>
                  </a:cubicBezTo>
                  <a:close/>
                  <a:moveTo>
                    <a:pt x="30311" y="0"/>
                  </a:moveTo>
                  <a:cubicBezTo>
                    <a:pt x="30295" y="0"/>
                    <a:pt x="30414" y="533"/>
                    <a:pt x="30678" y="1601"/>
                  </a:cubicBezTo>
                  <a:cubicBezTo>
                    <a:pt x="30928" y="2654"/>
                    <a:pt x="31154" y="3732"/>
                    <a:pt x="31329" y="4784"/>
                  </a:cubicBezTo>
                  <a:cubicBezTo>
                    <a:pt x="31505" y="5862"/>
                    <a:pt x="31630" y="6965"/>
                    <a:pt x="31605" y="8042"/>
                  </a:cubicBezTo>
                  <a:cubicBezTo>
                    <a:pt x="31580" y="8569"/>
                    <a:pt x="31505" y="9120"/>
                    <a:pt x="31304" y="9621"/>
                  </a:cubicBezTo>
                  <a:cubicBezTo>
                    <a:pt x="31204" y="9847"/>
                    <a:pt x="31054" y="10073"/>
                    <a:pt x="30853" y="10223"/>
                  </a:cubicBezTo>
                  <a:cubicBezTo>
                    <a:pt x="30653" y="10373"/>
                    <a:pt x="30402" y="10499"/>
                    <a:pt x="30152" y="10599"/>
                  </a:cubicBezTo>
                  <a:cubicBezTo>
                    <a:pt x="29867" y="10719"/>
                    <a:pt x="29555" y="10803"/>
                    <a:pt x="29243" y="10819"/>
                  </a:cubicBezTo>
                  <a:lnTo>
                    <a:pt x="29243" y="10819"/>
                  </a:lnTo>
                  <a:cubicBezTo>
                    <a:pt x="29212" y="10290"/>
                    <a:pt x="29138" y="9782"/>
                    <a:pt x="28999" y="9296"/>
                  </a:cubicBezTo>
                  <a:cubicBezTo>
                    <a:pt x="28848" y="8769"/>
                    <a:pt x="28648" y="8243"/>
                    <a:pt x="28272" y="7792"/>
                  </a:cubicBezTo>
                  <a:cubicBezTo>
                    <a:pt x="28172" y="7692"/>
                    <a:pt x="28046" y="7591"/>
                    <a:pt x="27921" y="7516"/>
                  </a:cubicBezTo>
                  <a:cubicBezTo>
                    <a:pt x="27838" y="7489"/>
                    <a:pt x="27741" y="7469"/>
                    <a:pt x="27649" y="7469"/>
                  </a:cubicBezTo>
                  <a:cubicBezTo>
                    <a:pt x="27573" y="7469"/>
                    <a:pt x="27501" y="7482"/>
                    <a:pt x="27445" y="7516"/>
                  </a:cubicBezTo>
                  <a:cubicBezTo>
                    <a:pt x="27119" y="7641"/>
                    <a:pt x="26994" y="7967"/>
                    <a:pt x="26943" y="8243"/>
                  </a:cubicBezTo>
                  <a:cubicBezTo>
                    <a:pt x="26868" y="8819"/>
                    <a:pt x="27019" y="9396"/>
                    <a:pt x="27269" y="9872"/>
                  </a:cubicBezTo>
                  <a:cubicBezTo>
                    <a:pt x="27545" y="10373"/>
                    <a:pt x="27996" y="10799"/>
                    <a:pt x="28573" y="10925"/>
                  </a:cubicBezTo>
                  <a:cubicBezTo>
                    <a:pt x="28722" y="10965"/>
                    <a:pt x="28872" y="10988"/>
                    <a:pt x="29024" y="10994"/>
                  </a:cubicBezTo>
                  <a:lnTo>
                    <a:pt x="29024" y="10994"/>
                  </a:lnTo>
                  <a:cubicBezTo>
                    <a:pt x="29021" y="11507"/>
                    <a:pt x="28969" y="12042"/>
                    <a:pt x="28798" y="12529"/>
                  </a:cubicBezTo>
                  <a:cubicBezTo>
                    <a:pt x="28623" y="13005"/>
                    <a:pt x="28347" y="13481"/>
                    <a:pt x="27921" y="13782"/>
                  </a:cubicBezTo>
                  <a:cubicBezTo>
                    <a:pt x="27495" y="14108"/>
                    <a:pt x="26969" y="14233"/>
                    <a:pt x="26442" y="14283"/>
                  </a:cubicBezTo>
                  <a:cubicBezTo>
                    <a:pt x="26192" y="14283"/>
                    <a:pt x="25916" y="14258"/>
                    <a:pt x="25665" y="14208"/>
                  </a:cubicBezTo>
                  <a:cubicBezTo>
                    <a:pt x="25415" y="14133"/>
                    <a:pt x="25164" y="14032"/>
                    <a:pt x="24938" y="13907"/>
                  </a:cubicBezTo>
                  <a:cubicBezTo>
                    <a:pt x="24903" y="13885"/>
                    <a:pt x="24868" y="13862"/>
                    <a:pt x="24834" y="13838"/>
                  </a:cubicBezTo>
                  <a:lnTo>
                    <a:pt x="24834" y="13838"/>
                  </a:lnTo>
                  <a:cubicBezTo>
                    <a:pt x="24853" y="13745"/>
                    <a:pt x="24871" y="13651"/>
                    <a:pt x="24888" y="13556"/>
                  </a:cubicBezTo>
                  <a:cubicBezTo>
                    <a:pt x="24989" y="13005"/>
                    <a:pt x="25014" y="12454"/>
                    <a:pt x="25014" y="11902"/>
                  </a:cubicBezTo>
                  <a:cubicBezTo>
                    <a:pt x="24989" y="11351"/>
                    <a:pt x="24938" y="10774"/>
                    <a:pt x="24763" y="10248"/>
                  </a:cubicBezTo>
                  <a:cubicBezTo>
                    <a:pt x="24638" y="9972"/>
                    <a:pt x="24537" y="9697"/>
                    <a:pt x="24237" y="9521"/>
                  </a:cubicBezTo>
                  <a:cubicBezTo>
                    <a:pt x="24153" y="9454"/>
                    <a:pt x="24036" y="9421"/>
                    <a:pt x="23923" y="9421"/>
                  </a:cubicBezTo>
                  <a:cubicBezTo>
                    <a:pt x="23866" y="9421"/>
                    <a:pt x="23811" y="9429"/>
                    <a:pt x="23761" y="9446"/>
                  </a:cubicBezTo>
                  <a:cubicBezTo>
                    <a:pt x="23585" y="9471"/>
                    <a:pt x="23460" y="9571"/>
                    <a:pt x="23334" y="9672"/>
                  </a:cubicBezTo>
                  <a:cubicBezTo>
                    <a:pt x="23134" y="9922"/>
                    <a:pt x="23059" y="10223"/>
                    <a:pt x="23009" y="10499"/>
                  </a:cubicBezTo>
                  <a:cubicBezTo>
                    <a:pt x="22984" y="10799"/>
                    <a:pt x="23009" y="11075"/>
                    <a:pt x="23059" y="11351"/>
                  </a:cubicBezTo>
                  <a:cubicBezTo>
                    <a:pt x="23159" y="11902"/>
                    <a:pt x="23360" y="12428"/>
                    <a:pt x="23635" y="12905"/>
                  </a:cubicBezTo>
                  <a:cubicBezTo>
                    <a:pt x="23872" y="13279"/>
                    <a:pt x="24170" y="13638"/>
                    <a:pt x="24530" y="13908"/>
                  </a:cubicBezTo>
                  <a:lnTo>
                    <a:pt x="24530" y="13908"/>
                  </a:lnTo>
                  <a:cubicBezTo>
                    <a:pt x="24442" y="14298"/>
                    <a:pt x="24330" y="14680"/>
                    <a:pt x="24162" y="15035"/>
                  </a:cubicBezTo>
                  <a:cubicBezTo>
                    <a:pt x="23936" y="15486"/>
                    <a:pt x="23610" y="15962"/>
                    <a:pt x="23134" y="16088"/>
                  </a:cubicBezTo>
                  <a:cubicBezTo>
                    <a:pt x="23046" y="16117"/>
                    <a:pt x="22956" y="16130"/>
                    <a:pt x="22864" y="16130"/>
                  </a:cubicBezTo>
                  <a:cubicBezTo>
                    <a:pt x="22483" y="16130"/>
                    <a:pt x="22079" y="15904"/>
                    <a:pt x="21755" y="15662"/>
                  </a:cubicBezTo>
                  <a:cubicBezTo>
                    <a:pt x="21396" y="15370"/>
                    <a:pt x="21057" y="15017"/>
                    <a:pt x="20774" y="14623"/>
                  </a:cubicBezTo>
                  <a:lnTo>
                    <a:pt x="20774" y="14623"/>
                  </a:lnTo>
                  <a:cubicBezTo>
                    <a:pt x="20928" y="14216"/>
                    <a:pt x="21046" y="13806"/>
                    <a:pt x="21104" y="13381"/>
                  </a:cubicBezTo>
                  <a:cubicBezTo>
                    <a:pt x="21204" y="12829"/>
                    <a:pt x="21254" y="12278"/>
                    <a:pt x="21179" y="11702"/>
                  </a:cubicBezTo>
                  <a:cubicBezTo>
                    <a:pt x="21129" y="11426"/>
                    <a:pt x="21029" y="11150"/>
                    <a:pt x="20878" y="10875"/>
                  </a:cubicBezTo>
                  <a:cubicBezTo>
                    <a:pt x="20803" y="10749"/>
                    <a:pt x="20678" y="10624"/>
                    <a:pt x="20552" y="10549"/>
                  </a:cubicBezTo>
                  <a:cubicBezTo>
                    <a:pt x="20477" y="10499"/>
                    <a:pt x="20427" y="10448"/>
                    <a:pt x="20352" y="10423"/>
                  </a:cubicBezTo>
                  <a:cubicBezTo>
                    <a:pt x="20252" y="10423"/>
                    <a:pt x="20177" y="10373"/>
                    <a:pt x="20101" y="10373"/>
                  </a:cubicBezTo>
                  <a:cubicBezTo>
                    <a:pt x="19951" y="10373"/>
                    <a:pt x="19801" y="10373"/>
                    <a:pt x="19625" y="10423"/>
                  </a:cubicBezTo>
                  <a:cubicBezTo>
                    <a:pt x="19475" y="10474"/>
                    <a:pt x="19324" y="10599"/>
                    <a:pt x="19249" y="10749"/>
                  </a:cubicBezTo>
                  <a:cubicBezTo>
                    <a:pt x="19074" y="11025"/>
                    <a:pt x="19049" y="11351"/>
                    <a:pt x="19074" y="11626"/>
                  </a:cubicBezTo>
                  <a:cubicBezTo>
                    <a:pt x="19099" y="11927"/>
                    <a:pt x="19174" y="12203"/>
                    <a:pt x="19249" y="12479"/>
                  </a:cubicBezTo>
                  <a:cubicBezTo>
                    <a:pt x="19349" y="12729"/>
                    <a:pt x="19450" y="13005"/>
                    <a:pt x="19575" y="13256"/>
                  </a:cubicBezTo>
                  <a:cubicBezTo>
                    <a:pt x="19801" y="13757"/>
                    <a:pt x="20101" y="14233"/>
                    <a:pt x="20427" y="14684"/>
                  </a:cubicBezTo>
                  <a:cubicBezTo>
                    <a:pt x="20427" y="14684"/>
                    <a:pt x="20427" y="14685"/>
                    <a:pt x="20428" y="14685"/>
                  </a:cubicBezTo>
                  <a:lnTo>
                    <a:pt x="20428" y="14685"/>
                  </a:lnTo>
                  <a:cubicBezTo>
                    <a:pt x="20403" y="14743"/>
                    <a:pt x="20378" y="14801"/>
                    <a:pt x="20352" y="14860"/>
                  </a:cubicBezTo>
                  <a:cubicBezTo>
                    <a:pt x="20126" y="15336"/>
                    <a:pt x="19851" y="15812"/>
                    <a:pt x="19475" y="16163"/>
                  </a:cubicBezTo>
                  <a:cubicBezTo>
                    <a:pt x="19099" y="16514"/>
                    <a:pt x="18623" y="16764"/>
                    <a:pt x="18121" y="16764"/>
                  </a:cubicBezTo>
                  <a:cubicBezTo>
                    <a:pt x="17871" y="16764"/>
                    <a:pt x="17620" y="16714"/>
                    <a:pt x="17369" y="16614"/>
                  </a:cubicBezTo>
                  <a:cubicBezTo>
                    <a:pt x="17119" y="16514"/>
                    <a:pt x="16893" y="16388"/>
                    <a:pt x="16693" y="16238"/>
                  </a:cubicBezTo>
                  <a:cubicBezTo>
                    <a:pt x="16267" y="15912"/>
                    <a:pt x="15916" y="15511"/>
                    <a:pt x="15615" y="15060"/>
                  </a:cubicBezTo>
                  <a:cubicBezTo>
                    <a:pt x="15293" y="14591"/>
                    <a:pt x="15014" y="14085"/>
                    <a:pt x="14786" y="13555"/>
                  </a:cubicBezTo>
                  <a:lnTo>
                    <a:pt x="14786" y="13555"/>
                  </a:lnTo>
                  <a:cubicBezTo>
                    <a:pt x="14921" y="13343"/>
                    <a:pt x="15037" y="13117"/>
                    <a:pt x="15139" y="12880"/>
                  </a:cubicBezTo>
                  <a:cubicBezTo>
                    <a:pt x="15339" y="12353"/>
                    <a:pt x="15465" y="11802"/>
                    <a:pt x="15390" y="11225"/>
                  </a:cubicBezTo>
                  <a:cubicBezTo>
                    <a:pt x="15339" y="10925"/>
                    <a:pt x="15264" y="10624"/>
                    <a:pt x="15014" y="10423"/>
                  </a:cubicBezTo>
                  <a:cubicBezTo>
                    <a:pt x="14888" y="10298"/>
                    <a:pt x="14713" y="10248"/>
                    <a:pt x="14562" y="10248"/>
                  </a:cubicBezTo>
                  <a:cubicBezTo>
                    <a:pt x="14387" y="10248"/>
                    <a:pt x="14187" y="10348"/>
                    <a:pt x="14111" y="10499"/>
                  </a:cubicBezTo>
                  <a:cubicBezTo>
                    <a:pt x="13936" y="10774"/>
                    <a:pt x="13936" y="11075"/>
                    <a:pt x="13936" y="11376"/>
                  </a:cubicBezTo>
                  <a:cubicBezTo>
                    <a:pt x="13961" y="11652"/>
                    <a:pt x="14011" y="11927"/>
                    <a:pt x="14061" y="12203"/>
                  </a:cubicBezTo>
                  <a:cubicBezTo>
                    <a:pt x="14171" y="12663"/>
                    <a:pt x="14318" y="13122"/>
                    <a:pt x="14504" y="13565"/>
                  </a:cubicBezTo>
                  <a:lnTo>
                    <a:pt x="14504" y="13565"/>
                  </a:lnTo>
                  <a:cubicBezTo>
                    <a:pt x="14375" y="13759"/>
                    <a:pt x="14228" y="13941"/>
                    <a:pt x="14061" y="14108"/>
                  </a:cubicBezTo>
                  <a:cubicBezTo>
                    <a:pt x="13309" y="14885"/>
                    <a:pt x="12257" y="15286"/>
                    <a:pt x="11179" y="15311"/>
                  </a:cubicBezTo>
                  <a:cubicBezTo>
                    <a:pt x="10653" y="15311"/>
                    <a:pt x="10101" y="15261"/>
                    <a:pt x="9600" y="15110"/>
                  </a:cubicBezTo>
                  <a:cubicBezTo>
                    <a:pt x="9099" y="14935"/>
                    <a:pt x="8648" y="14634"/>
                    <a:pt x="8247" y="14283"/>
                  </a:cubicBezTo>
                  <a:cubicBezTo>
                    <a:pt x="7470" y="13556"/>
                    <a:pt x="6943" y="12554"/>
                    <a:pt x="6592" y="11551"/>
                  </a:cubicBezTo>
                  <a:cubicBezTo>
                    <a:pt x="6512" y="11297"/>
                    <a:pt x="6439" y="11040"/>
                    <a:pt x="6374" y="10781"/>
                  </a:cubicBezTo>
                  <a:lnTo>
                    <a:pt x="6374" y="10781"/>
                  </a:lnTo>
                  <a:cubicBezTo>
                    <a:pt x="6449" y="10589"/>
                    <a:pt x="6512" y="10393"/>
                    <a:pt x="6567" y="10198"/>
                  </a:cubicBezTo>
                  <a:cubicBezTo>
                    <a:pt x="6843" y="9145"/>
                    <a:pt x="6918" y="8017"/>
                    <a:pt x="6743" y="6915"/>
                  </a:cubicBezTo>
                  <a:cubicBezTo>
                    <a:pt x="6718" y="6789"/>
                    <a:pt x="6668" y="6664"/>
                    <a:pt x="6643" y="6514"/>
                  </a:cubicBezTo>
                  <a:cubicBezTo>
                    <a:pt x="6592" y="6388"/>
                    <a:pt x="6542" y="6238"/>
                    <a:pt x="6417" y="6138"/>
                  </a:cubicBezTo>
                  <a:cubicBezTo>
                    <a:pt x="6392" y="6088"/>
                    <a:pt x="6342" y="6088"/>
                    <a:pt x="6292" y="6062"/>
                  </a:cubicBezTo>
                  <a:cubicBezTo>
                    <a:pt x="6278" y="6056"/>
                    <a:pt x="6263" y="6053"/>
                    <a:pt x="6247" y="6053"/>
                  </a:cubicBezTo>
                  <a:cubicBezTo>
                    <a:pt x="6203" y="6053"/>
                    <a:pt x="6153" y="6076"/>
                    <a:pt x="6116" y="6113"/>
                  </a:cubicBezTo>
                  <a:cubicBezTo>
                    <a:pt x="6041" y="6163"/>
                    <a:pt x="6016" y="6238"/>
                    <a:pt x="5991" y="6313"/>
                  </a:cubicBezTo>
                  <a:cubicBezTo>
                    <a:pt x="5941" y="6438"/>
                    <a:pt x="5916" y="6589"/>
                    <a:pt x="5891" y="6714"/>
                  </a:cubicBezTo>
                  <a:cubicBezTo>
                    <a:pt x="5816" y="7266"/>
                    <a:pt x="5816" y="7817"/>
                    <a:pt x="5841" y="8368"/>
                  </a:cubicBezTo>
                  <a:cubicBezTo>
                    <a:pt x="5879" y="9221"/>
                    <a:pt x="6008" y="10073"/>
                    <a:pt x="6215" y="10891"/>
                  </a:cubicBezTo>
                  <a:lnTo>
                    <a:pt x="6215" y="10891"/>
                  </a:lnTo>
                  <a:cubicBezTo>
                    <a:pt x="6101" y="11153"/>
                    <a:pt x="5964" y="11400"/>
                    <a:pt x="5790" y="11626"/>
                  </a:cubicBezTo>
                  <a:cubicBezTo>
                    <a:pt x="5490" y="12078"/>
                    <a:pt x="5039" y="12403"/>
                    <a:pt x="4512" y="12529"/>
                  </a:cubicBezTo>
                  <a:cubicBezTo>
                    <a:pt x="4387" y="12579"/>
                    <a:pt x="4237" y="12579"/>
                    <a:pt x="4111" y="12604"/>
                  </a:cubicBezTo>
                  <a:lnTo>
                    <a:pt x="3710" y="12604"/>
                  </a:lnTo>
                  <a:cubicBezTo>
                    <a:pt x="3674" y="12611"/>
                    <a:pt x="3635" y="12614"/>
                    <a:pt x="3595" y="12614"/>
                  </a:cubicBezTo>
                  <a:cubicBezTo>
                    <a:pt x="3499" y="12614"/>
                    <a:pt x="3398" y="12597"/>
                    <a:pt x="3309" y="12579"/>
                  </a:cubicBezTo>
                  <a:cubicBezTo>
                    <a:pt x="3184" y="12554"/>
                    <a:pt x="3034" y="12554"/>
                    <a:pt x="2908" y="12504"/>
                  </a:cubicBezTo>
                  <a:cubicBezTo>
                    <a:pt x="2382" y="12353"/>
                    <a:pt x="1931" y="12053"/>
                    <a:pt x="1530" y="11677"/>
                  </a:cubicBezTo>
                  <a:cubicBezTo>
                    <a:pt x="753" y="10925"/>
                    <a:pt x="277" y="9897"/>
                    <a:pt x="1" y="8844"/>
                  </a:cubicBezTo>
                  <a:lnTo>
                    <a:pt x="1" y="8844"/>
                  </a:lnTo>
                  <a:cubicBezTo>
                    <a:pt x="252" y="9897"/>
                    <a:pt x="728" y="10925"/>
                    <a:pt x="1505" y="11702"/>
                  </a:cubicBezTo>
                  <a:cubicBezTo>
                    <a:pt x="1906" y="12078"/>
                    <a:pt x="2357" y="12403"/>
                    <a:pt x="2908" y="12554"/>
                  </a:cubicBezTo>
                  <a:cubicBezTo>
                    <a:pt x="3034" y="12604"/>
                    <a:pt x="3159" y="12604"/>
                    <a:pt x="3309" y="12654"/>
                  </a:cubicBezTo>
                  <a:cubicBezTo>
                    <a:pt x="3398" y="12672"/>
                    <a:pt x="3486" y="12689"/>
                    <a:pt x="3584" y="12689"/>
                  </a:cubicBezTo>
                  <a:cubicBezTo>
                    <a:pt x="3624" y="12689"/>
                    <a:pt x="3666" y="12686"/>
                    <a:pt x="3710" y="12679"/>
                  </a:cubicBezTo>
                  <a:lnTo>
                    <a:pt x="4111" y="12679"/>
                  </a:lnTo>
                  <a:cubicBezTo>
                    <a:pt x="4262" y="12654"/>
                    <a:pt x="4387" y="12654"/>
                    <a:pt x="4537" y="12604"/>
                  </a:cubicBezTo>
                  <a:cubicBezTo>
                    <a:pt x="5064" y="12479"/>
                    <a:pt x="5540" y="12128"/>
                    <a:pt x="5866" y="11702"/>
                  </a:cubicBezTo>
                  <a:cubicBezTo>
                    <a:pt x="6024" y="11499"/>
                    <a:pt x="6151" y="11280"/>
                    <a:pt x="6257" y="11054"/>
                  </a:cubicBezTo>
                  <a:lnTo>
                    <a:pt x="6257" y="11054"/>
                  </a:lnTo>
                  <a:cubicBezTo>
                    <a:pt x="6307" y="11238"/>
                    <a:pt x="6360" y="11421"/>
                    <a:pt x="6417" y="11601"/>
                  </a:cubicBezTo>
                  <a:cubicBezTo>
                    <a:pt x="6768" y="12654"/>
                    <a:pt x="7294" y="13657"/>
                    <a:pt x="8121" y="14433"/>
                  </a:cubicBezTo>
                  <a:cubicBezTo>
                    <a:pt x="8522" y="14809"/>
                    <a:pt x="8999" y="15110"/>
                    <a:pt x="9525" y="15286"/>
                  </a:cubicBezTo>
                  <a:cubicBezTo>
                    <a:pt x="10076" y="15486"/>
                    <a:pt x="10628" y="15511"/>
                    <a:pt x="11179" y="15511"/>
                  </a:cubicBezTo>
                  <a:cubicBezTo>
                    <a:pt x="12307" y="15486"/>
                    <a:pt x="13435" y="15085"/>
                    <a:pt x="14212" y="14258"/>
                  </a:cubicBezTo>
                  <a:cubicBezTo>
                    <a:pt x="14357" y="14121"/>
                    <a:pt x="14490" y="13971"/>
                    <a:pt x="14611" y="13810"/>
                  </a:cubicBezTo>
                  <a:lnTo>
                    <a:pt x="14611" y="13810"/>
                  </a:lnTo>
                  <a:cubicBezTo>
                    <a:pt x="14832" y="14315"/>
                    <a:pt x="15099" y="14775"/>
                    <a:pt x="15390" y="15210"/>
                  </a:cubicBezTo>
                  <a:cubicBezTo>
                    <a:pt x="15715" y="15662"/>
                    <a:pt x="16091" y="16088"/>
                    <a:pt x="16542" y="16438"/>
                  </a:cubicBezTo>
                  <a:cubicBezTo>
                    <a:pt x="16743" y="16614"/>
                    <a:pt x="16994" y="16764"/>
                    <a:pt x="17269" y="16865"/>
                  </a:cubicBezTo>
                  <a:cubicBezTo>
                    <a:pt x="17545" y="16990"/>
                    <a:pt x="17821" y="17040"/>
                    <a:pt x="18121" y="17040"/>
                  </a:cubicBezTo>
                  <a:cubicBezTo>
                    <a:pt x="18144" y="17041"/>
                    <a:pt x="18166" y="17041"/>
                    <a:pt x="18189" y="17041"/>
                  </a:cubicBezTo>
                  <a:cubicBezTo>
                    <a:pt x="18743" y="17041"/>
                    <a:pt x="19290" y="16749"/>
                    <a:pt x="19675" y="16363"/>
                  </a:cubicBezTo>
                  <a:cubicBezTo>
                    <a:pt x="20101" y="15962"/>
                    <a:pt x="20377" y="15486"/>
                    <a:pt x="20628" y="14985"/>
                  </a:cubicBezTo>
                  <a:cubicBezTo>
                    <a:pt x="20632" y="14975"/>
                    <a:pt x="20637" y="14964"/>
                    <a:pt x="20641" y="14954"/>
                  </a:cubicBezTo>
                  <a:lnTo>
                    <a:pt x="20641" y="14954"/>
                  </a:lnTo>
                  <a:cubicBezTo>
                    <a:pt x="20915" y="15287"/>
                    <a:pt x="21224" y="15610"/>
                    <a:pt x="21580" y="15887"/>
                  </a:cubicBezTo>
                  <a:cubicBezTo>
                    <a:pt x="21806" y="16063"/>
                    <a:pt x="22056" y="16213"/>
                    <a:pt x="22332" y="16313"/>
                  </a:cubicBezTo>
                  <a:cubicBezTo>
                    <a:pt x="22487" y="16375"/>
                    <a:pt x="22670" y="16418"/>
                    <a:pt x="22859" y="16418"/>
                  </a:cubicBezTo>
                  <a:cubicBezTo>
                    <a:pt x="22976" y="16418"/>
                    <a:pt x="23094" y="16402"/>
                    <a:pt x="23209" y="16363"/>
                  </a:cubicBezTo>
                  <a:cubicBezTo>
                    <a:pt x="23510" y="16288"/>
                    <a:pt x="23761" y="16088"/>
                    <a:pt x="23961" y="15887"/>
                  </a:cubicBezTo>
                  <a:cubicBezTo>
                    <a:pt x="24136" y="15662"/>
                    <a:pt x="24287" y="15411"/>
                    <a:pt x="24412" y="15160"/>
                  </a:cubicBezTo>
                  <a:cubicBezTo>
                    <a:pt x="24583" y="14801"/>
                    <a:pt x="24696" y="14443"/>
                    <a:pt x="24782" y="14076"/>
                  </a:cubicBezTo>
                  <a:lnTo>
                    <a:pt x="24782" y="14076"/>
                  </a:lnTo>
                  <a:cubicBezTo>
                    <a:pt x="24800" y="14087"/>
                    <a:pt x="24819" y="14097"/>
                    <a:pt x="24838" y="14108"/>
                  </a:cubicBezTo>
                  <a:cubicBezTo>
                    <a:pt x="25275" y="14384"/>
                    <a:pt x="25796" y="14512"/>
                    <a:pt x="26324" y="14512"/>
                  </a:cubicBezTo>
                  <a:cubicBezTo>
                    <a:pt x="26372" y="14512"/>
                    <a:pt x="26420" y="14511"/>
                    <a:pt x="26467" y="14509"/>
                  </a:cubicBezTo>
                  <a:cubicBezTo>
                    <a:pt x="27019" y="14459"/>
                    <a:pt x="27595" y="14308"/>
                    <a:pt x="28046" y="13957"/>
                  </a:cubicBezTo>
                  <a:cubicBezTo>
                    <a:pt x="28522" y="13631"/>
                    <a:pt x="28823" y="13105"/>
                    <a:pt x="28999" y="12579"/>
                  </a:cubicBezTo>
                  <a:cubicBezTo>
                    <a:pt x="29194" y="12066"/>
                    <a:pt x="29247" y="11530"/>
                    <a:pt x="29249" y="10992"/>
                  </a:cubicBezTo>
                  <a:lnTo>
                    <a:pt x="29249" y="10992"/>
                  </a:lnTo>
                  <a:cubicBezTo>
                    <a:pt x="29582" y="10973"/>
                    <a:pt x="29913" y="10884"/>
                    <a:pt x="30227" y="10749"/>
                  </a:cubicBezTo>
                  <a:cubicBezTo>
                    <a:pt x="30477" y="10649"/>
                    <a:pt x="30728" y="10524"/>
                    <a:pt x="30954" y="10373"/>
                  </a:cubicBezTo>
                  <a:cubicBezTo>
                    <a:pt x="31204" y="10173"/>
                    <a:pt x="31355" y="9922"/>
                    <a:pt x="31455" y="9672"/>
                  </a:cubicBezTo>
                  <a:cubicBezTo>
                    <a:pt x="31680" y="9145"/>
                    <a:pt x="31730" y="8594"/>
                    <a:pt x="31756" y="8042"/>
                  </a:cubicBezTo>
                  <a:cubicBezTo>
                    <a:pt x="31781" y="6940"/>
                    <a:pt x="31630" y="5862"/>
                    <a:pt x="31455" y="4784"/>
                  </a:cubicBezTo>
                  <a:cubicBezTo>
                    <a:pt x="31254" y="3707"/>
                    <a:pt x="31004" y="2629"/>
                    <a:pt x="30753" y="1576"/>
                  </a:cubicBezTo>
                  <a:cubicBezTo>
                    <a:pt x="30478" y="527"/>
                    <a:pt x="30328" y="0"/>
                    <a:pt x="303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1" name="Google Shape;5581;p49"/>
            <p:cNvSpPr/>
            <p:nvPr/>
          </p:nvSpPr>
          <p:spPr>
            <a:xfrm>
              <a:off x="2206900" y="3884050"/>
              <a:ext cx="203675" cy="195425"/>
            </a:xfrm>
            <a:custGeom>
              <a:rect b="b" l="l" r="r" t="t"/>
              <a:pathLst>
                <a:path extrusionOk="0" h="7817" w="8147">
                  <a:moveTo>
                    <a:pt x="3893" y="0"/>
                  </a:moveTo>
                  <a:cubicBezTo>
                    <a:pt x="3576" y="0"/>
                    <a:pt x="3255" y="51"/>
                    <a:pt x="2933" y="154"/>
                  </a:cubicBezTo>
                  <a:cubicBezTo>
                    <a:pt x="1028" y="730"/>
                    <a:pt x="1" y="2861"/>
                    <a:pt x="652" y="4941"/>
                  </a:cubicBezTo>
                  <a:cubicBezTo>
                    <a:pt x="1173" y="6690"/>
                    <a:pt x="2663" y="7817"/>
                    <a:pt x="4245" y="7817"/>
                  </a:cubicBezTo>
                  <a:cubicBezTo>
                    <a:pt x="4566" y="7817"/>
                    <a:pt x="4892" y="7770"/>
                    <a:pt x="5214" y="7673"/>
                  </a:cubicBezTo>
                  <a:cubicBezTo>
                    <a:pt x="7119" y="7096"/>
                    <a:pt x="8146" y="4966"/>
                    <a:pt x="7520" y="2886"/>
                  </a:cubicBezTo>
                  <a:cubicBezTo>
                    <a:pt x="7344" y="2309"/>
                    <a:pt x="7069" y="1808"/>
                    <a:pt x="6718" y="1382"/>
                  </a:cubicBezTo>
                  <a:cubicBezTo>
                    <a:pt x="6671" y="1872"/>
                    <a:pt x="6494" y="2623"/>
                    <a:pt x="5984" y="2623"/>
                  </a:cubicBezTo>
                  <a:cubicBezTo>
                    <a:pt x="5947" y="2623"/>
                    <a:pt x="5907" y="2619"/>
                    <a:pt x="5866" y="2610"/>
                  </a:cubicBezTo>
                  <a:cubicBezTo>
                    <a:pt x="5013" y="2434"/>
                    <a:pt x="5314" y="956"/>
                    <a:pt x="5314" y="956"/>
                  </a:cubicBezTo>
                  <a:lnTo>
                    <a:pt x="5314" y="956"/>
                  </a:lnTo>
                  <a:cubicBezTo>
                    <a:pt x="5314" y="956"/>
                    <a:pt x="4880" y="1301"/>
                    <a:pt x="4516" y="1301"/>
                  </a:cubicBezTo>
                  <a:cubicBezTo>
                    <a:pt x="4334" y="1301"/>
                    <a:pt x="4170" y="1215"/>
                    <a:pt x="4086" y="956"/>
                  </a:cubicBezTo>
                  <a:cubicBezTo>
                    <a:pt x="3936" y="555"/>
                    <a:pt x="4236" y="254"/>
                    <a:pt x="4562" y="79"/>
                  </a:cubicBezTo>
                  <a:cubicBezTo>
                    <a:pt x="4343" y="26"/>
                    <a:pt x="4119" y="0"/>
                    <a:pt x="3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2" name="Google Shape;5582;p49"/>
            <p:cNvSpPr/>
            <p:nvPr/>
          </p:nvSpPr>
          <p:spPr>
            <a:xfrm>
              <a:off x="2276400" y="3926950"/>
              <a:ext cx="21200" cy="9875"/>
            </a:xfrm>
            <a:custGeom>
              <a:rect b="b" l="l" r="r" t="t"/>
              <a:pathLst>
                <a:path extrusionOk="0" h="395" w="848">
                  <a:moveTo>
                    <a:pt x="187" y="0"/>
                  </a:moveTo>
                  <a:cubicBezTo>
                    <a:pt x="71" y="0"/>
                    <a:pt x="1" y="154"/>
                    <a:pt x="128" y="217"/>
                  </a:cubicBezTo>
                  <a:cubicBezTo>
                    <a:pt x="279" y="292"/>
                    <a:pt x="454" y="343"/>
                    <a:pt x="654" y="393"/>
                  </a:cubicBezTo>
                  <a:cubicBezTo>
                    <a:pt x="662" y="394"/>
                    <a:pt x="670" y="395"/>
                    <a:pt x="677" y="395"/>
                  </a:cubicBezTo>
                  <a:cubicBezTo>
                    <a:pt x="810" y="395"/>
                    <a:pt x="847" y="190"/>
                    <a:pt x="705" y="142"/>
                  </a:cubicBezTo>
                  <a:cubicBezTo>
                    <a:pt x="554" y="117"/>
                    <a:pt x="379" y="67"/>
                    <a:pt x="253" y="17"/>
                  </a:cubicBezTo>
                  <a:cubicBezTo>
                    <a:pt x="230" y="5"/>
                    <a:pt x="208" y="0"/>
                    <a:pt x="187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3" name="Google Shape;5583;p49"/>
            <p:cNvSpPr/>
            <p:nvPr/>
          </p:nvSpPr>
          <p:spPr>
            <a:xfrm>
              <a:off x="2314050" y="3965575"/>
              <a:ext cx="10050" cy="5675"/>
            </a:xfrm>
            <a:custGeom>
              <a:rect b="b" l="l" r="r" t="t"/>
              <a:pathLst>
                <a:path extrusionOk="0" h="227" w="402">
                  <a:moveTo>
                    <a:pt x="151" y="1"/>
                  </a:moveTo>
                  <a:cubicBezTo>
                    <a:pt x="1" y="1"/>
                    <a:pt x="1" y="226"/>
                    <a:pt x="151" y="226"/>
                  </a:cubicBezTo>
                  <a:lnTo>
                    <a:pt x="251" y="226"/>
                  </a:lnTo>
                  <a:cubicBezTo>
                    <a:pt x="402" y="226"/>
                    <a:pt x="402" y="1"/>
                    <a:pt x="2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4" name="Google Shape;5584;p49"/>
            <p:cNvSpPr/>
            <p:nvPr/>
          </p:nvSpPr>
          <p:spPr>
            <a:xfrm>
              <a:off x="2326575" y="4003800"/>
              <a:ext cx="12575" cy="6275"/>
            </a:xfrm>
            <a:custGeom>
              <a:rect b="b" l="l" r="r" t="t"/>
              <a:pathLst>
                <a:path extrusionOk="0" h="251" w="503">
                  <a:moveTo>
                    <a:pt x="151" y="0"/>
                  </a:moveTo>
                  <a:cubicBezTo>
                    <a:pt x="1" y="0"/>
                    <a:pt x="1" y="251"/>
                    <a:pt x="151" y="251"/>
                  </a:cubicBezTo>
                  <a:lnTo>
                    <a:pt x="352" y="251"/>
                  </a:lnTo>
                  <a:cubicBezTo>
                    <a:pt x="502" y="251"/>
                    <a:pt x="502" y="0"/>
                    <a:pt x="352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5" name="Google Shape;5585;p49"/>
            <p:cNvSpPr/>
            <p:nvPr/>
          </p:nvSpPr>
          <p:spPr>
            <a:xfrm>
              <a:off x="2359025" y="3973675"/>
              <a:ext cx="13400" cy="11125"/>
            </a:xfrm>
            <a:custGeom>
              <a:rect b="b" l="l" r="r" t="t"/>
              <a:pathLst>
                <a:path extrusionOk="0" h="445" w="536">
                  <a:moveTo>
                    <a:pt x="361" y="1"/>
                  </a:moveTo>
                  <a:cubicBezTo>
                    <a:pt x="324" y="1"/>
                    <a:pt x="286" y="16"/>
                    <a:pt x="257" y="52"/>
                  </a:cubicBezTo>
                  <a:cubicBezTo>
                    <a:pt x="232" y="128"/>
                    <a:pt x="182" y="178"/>
                    <a:pt x="106" y="203"/>
                  </a:cubicBezTo>
                  <a:cubicBezTo>
                    <a:pt x="0" y="288"/>
                    <a:pt x="74" y="445"/>
                    <a:pt x="175" y="445"/>
                  </a:cubicBezTo>
                  <a:cubicBezTo>
                    <a:pt x="194" y="445"/>
                    <a:pt x="213" y="440"/>
                    <a:pt x="232" y="428"/>
                  </a:cubicBezTo>
                  <a:cubicBezTo>
                    <a:pt x="332" y="353"/>
                    <a:pt x="407" y="278"/>
                    <a:pt x="482" y="178"/>
                  </a:cubicBezTo>
                  <a:cubicBezTo>
                    <a:pt x="535" y="89"/>
                    <a:pt x="451" y="1"/>
                    <a:pt x="36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6" name="Google Shape;5586;p49"/>
            <p:cNvSpPr/>
            <p:nvPr/>
          </p:nvSpPr>
          <p:spPr>
            <a:xfrm>
              <a:off x="2250275" y="3947275"/>
              <a:ext cx="12525" cy="10025"/>
            </a:xfrm>
            <a:custGeom>
              <a:rect b="b" l="l" r="r" t="t"/>
              <a:pathLst>
                <a:path extrusionOk="0" h="401" w="501">
                  <a:moveTo>
                    <a:pt x="325" y="1"/>
                  </a:moveTo>
                  <a:cubicBezTo>
                    <a:pt x="300" y="1"/>
                    <a:pt x="272" y="10"/>
                    <a:pt x="246" y="31"/>
                  </a:cubicBezTo>
                  <a:lnTo>
                    <a:pt x="95" y="206"/>
                  </a:lnTo>
                  <a:cubicBezTo>
                    <a:pt x="1" y="282"/>
                    <a:pt x="77" y="400"/>
                    <a:pt x="164" y="400"/>
                  </a:cubicBezTo>
                  <a:cubicBezTo>
                    <a:pt x="192" y="400"/>
                    <a:pt x="221" y="387"/>
                    <a:pt x="246" y="357"/>
                  </a:cubicBezTo>
                  <a:lnTo>
                    <a:pt x="421" y="206"/>
                  </a:lnTo>
                  <a:cubicBezTo>
                    <a:pt x="500" y="127"/>
                    <a:pt x="423" y="1"/>
                    <a:pt x="325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7" name="Google Shape;5587;p49"/>
            <p:cNvSpPr/>
            <p:nvPr/>
          </p:nvSpPr>
          <p:spPr>
            <a:xfrm>
              <a:off x="2256375" y="3907525"/>
              <a:ext cx="11475" cy="8625"/>
            </a:xfrm>
            <a:custGeom>
              <a:rect b="b" l="l" r="r" t="t"/>
              <a:pathLst>
                <a:path extrusionOk="0" h="345" w="459">
                  <a:moveTo>
                    <a:pt x="284" y="0"/>
                  </a:moveTo>
                  <a:cubicBezTo>
                    <a:pt x="266" y="0"/>
                    <a:pt x="246" y="5"/>
                    <a:pt x="227" y="17"/>
                  </a:cubicBezTo>
                  <a:cubicBezTo>
                    <a:pt x="177" y="67"/>
                    <a:pt x="152" y="92"/>
                    <a:pt x="102" y="117"/>
                  </a:cubicBezTo>
                  <a:cubicBezTo>
                    <a:pt x="1" y="198"/>
                    <a:pt x="63" y="345"/>
                    <a:pt x="157" y="345"/>
                  </a:cubicBezTo>
                  <a:cubicBezTo>
                    <a:pt x="180" y="345"/>
                    <a:pt x="203" y="337"/>
                    <a:pt x="227" y="318"/>
                  </a:cubicBezTo>
                  <a:cubicBezTo>
                    <a:pt x="252" y="292"/>
                    <a:pt x="303" y="267"/>
                    <a:pt x="353" y="242"/>
                  </a:cubicBezTo>
                  <a:cubicBezTo>
                    <a:pt x="459" y="157"/>
                    <a:pt x="385" y="0"/>
                    <a:pt x="284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8" name="Google Shape;5588;p49"/>
            <p:cNvSpPr/>
            <p:nvPr/>
          </p:nvSpPr>
          <p:spPr>
            <a:xfrm>
              <a:off x="2355375" y="4036950"/>
              <a:ext cx="15750" cy="12050"/>
            </a:xfrm>
            <a:custGeom>
              <a:rect b="b" l="l" r="r" t="t"/>
              <a:pathLst>
                <a:path extrusionOk="0" h="482" w="630">
                  <a:moveTo>
                    <a:pt x="495" y="0"/>
                  </a:moveTo>
                  <a:cubicBezTo>
                    <a:pt x="475" y="0"/>
                    <a:pt x="452" y="9"/>
                    <a:pt x="428" y="28"/>
                  </a:cubicBezTo>
                  <a:lnTo>
                    <a:pt x="102" y="253"/>
                  </a:lnTo>
                  <a:cubicBezTo>
                    <a:pt x="1" y="334"/>
                    <a:pt x="63" y="481"/>
                    <a:pt x="157" y="481"/>
                  </a:cubicBezTo>
                  <a:cubicBezTo>
                    <a:pt x="179" y="481"/>
                    <a:pt x="203" y="473"/>
                    <a:pt x="227" y="454"/>
                  </a:cubicBezTo>
                  <a:cubicBezTo>
                    <a:pt x="328" y="379"/>
                    <a:pt x="428" y="303"/>
                    <a:pt x="528" y="228"/>
                  </a:cubicBezTo>
                  <a:cubicBezTo>
                    <a:pt x="629" y="147"/>
                    <a:pt x="583" y="0"/>
                    <a:pt x="495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9" name="Google Shape;5589;p49"/>
            <p:cNvSpPr/>
            <p:nvPr/>
          </p:nvSpPr>
          <p:spPr>
            <a:xfrm>
              <a:off x="2119200" y="3963775"/>
              <a:ext cx="241250" cy="244250"/>
            </a:xfrm>
            <a:custGeom>
              <a:rect b="b" l="l" r="r" t="t"/>
              <a:pathLst>
                <a:path extrusionOk="0" h="9770" w="9650">
                  <a:moveTo>
                    <a:pt x="3579" y="0"/>
                  </a:moveTo>
                  <a:cubicBezTo>
                    <a:pt x="3442" y="0"/>
                    <a:pt x="3308" y="56"/>
                    <a:pt x="3208" y="123"/>
                  </a:cubicBezTo>
                  <a:cubicBezTo>
                    <a:pt x="2832" y="373"/>
                    <a:pt x="2582" y="749"/>
                    <a:pt x="2356" y="1125"/>
                  </a:cubicBezTo>
                  <a:cubicBezTo>
                    <a:pt x="2155" y="1501"/>
                    <a:pt x="1955" y="1877"/>
                    <a:pt x="1880" y="2278"/>
                  </a:cubicBezTo>
                  <a:cubicBezTo>
                    <a:pt x="1654" y="3331"/>
                    <a:pt x="2181" y="4383"/>
                    <a:pt x="2732" y="5311"/>
                  </a:cubicBezTo>
                  <a:lnTo>
                    <a:pt x="0" y="6113"/>
                  </a:lnTo>
                  <a:cubicBezTo>
                    <a:pt x="0" y="6113"/>
                    <a:pt x="2517" y="9770"/>
                    <a:pt x="8228" y="9770"/>
                  </a:cubicBezTo>
                  <a:cubicBezTo>
                    <a:pt x="8681" y="9770"/>
                    <a:pt x="9155" y="9746"/>
                    <a:pt x="9649" y="9697"/>
                  </a:cubicBezTo>
                  <a:cubicBezTo>
                    <a:pt x="9649" y="9697"/>
                    <a:pt x="9624" y="7015"/>
                    <a:pt x="9474" y="6464"/>
                  </a:cubicBezTo>
                  <a:cubicBezTo>
                    <a:pt x="9298" y="5812"/>
                    <a:pt x="9023" y="5210"/>
                    <a:pt x="8622" y="4684"/>
                  </a:cubicBezTo>
                  <a:cubicBezTo>
                    <a:pt x="8271" y="4233"/>
                    <a:pt x="7845" y="3807"/>
                    <a:pt x="7494" y="3356"/>
                  </a:cubicBezTo>
                  <a:cubicBezTo>
                    <a:pt x="7143" y="2880"/>
                    <a:pt x="6842" y="2328"/>
                    <a:pt x="6842" y="1752"/>
                  </a:cubicBezTo>
                  <a:cubicBezTo>
                    <a:pt x="6842" y="1376"/>
                    <a:pt x="6942" y="900"/>
                    <a:pt x="6642" y="674"/>
                  </a:cubicBezTo>
                  <a:cubicBezTo>
                    <a:pt x="6567" y="599"/>
                    <a:pt x="6491" y="574"/>
                    <a:pt x="6391" y="549"/>
                  </a:cubicBezTo>
                  <a:cubicBezTo>
                    <a:pt x="6318" y="532"/>
                    <a:pt x="6243" y="523"/>
                    <a:pt x="6167" y="523"/>
                  </a:cubicBezTo>
                  <a:cubicBezTo>
                    <a:pt x="5801" y="523"/>
                    <a:pt x="5425" y="718"/>
                    <a:pt x="5238" y="1050"/>
                  </a:cubicBezTo>
                  <a:cubicBezTo>
                    <a:pt x="5288" y="699"/>
                    <a:pt x="5063" y="323"/>
                    <a:pt x="4737" y="198"/>
                  </a:cubicBezTo>
                  <a:cubicBezTo>
                    <a:pt x="4655" y="168"/>
                    <a:pt x="4568" y="154"/>
                    <a:pt x="4481" y="154"/>
                  </a:cubicBezTo>
                  <a:cubicBezTo>
                    <a:pt x="4278" y="154"/>
                    <a:pt x="4076" y="233"/>
                    <a:pt x="3935" y="373"/>
                  </a:cubicBezTo>
                  <a:cubicBezTo>
                    <a:pt x="3960" y="273"/>
                    <a:pt x="3885" y="98"/>
                    <a:pt x="3785" y="47"/>
                  </a:cubicBezTo>
                  <a:cubicBezTo>
                    <a:pt x="3718" y="14"/>
                    <a:pt x="3648" y="0"/>
                    <a:pt x="3579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0" name="Google Shape;5590;p49"/>
            <p:cNvSpPr/>
            <p:nvPr/>
          </p:nvSpPr>
          <p:spPr>
            <a:xfrm>
              <a:off x="2226950" y="3985800"/>
              <a:ext cx="43750" cy="74250"/>
            </a:xfrm>
            <a:custGeom>
              <a:rect b="b" l="l" r="r" t="t"/>
              <a:pathLst>
                <a:path extrusionOk="0" h="2970" w="1750">
                  <a:moveTo>
                    <a:pt x="932" y="0"/>
                  </a:moveTo>
                  <a:cubicBezTo>
                    <a:pt x="905" y="0"/>
                    <a:pt x="878" y="13"/>
                    <a:pt x="853" y="44"/>
                  </a:cubicBezTo>
                  <a:cubicBezTo>
                    <a:pt x="1" y="1021"/>
                    <a:pt x="803" y="2149"/>
                    <a:pt x="1505" y="2926"/>
                  </a:cubicBezTo>
                  <a:cubicBezTo>
                    <a:pt x="1529" y="2956"/>
                    <a:pt x="1558" y="2969"/>
                    <a:pt x="1586" y="2969"/>
                  </a:cubicBezTo>
                  <a:cubicBezTo>
                    <a:pt x="1672" y="2969"/>
                    <a:pt x="1750" y="2845"/>
                    <a:pt x="1655" y="2750"/>
                  </a:cubicBezTo>
                  <a:cubicBezTo>
                    <a:pt x="1079" y="2099"/>
                    <a:pt x="277" y="1071"/>
                    <a:pt x="1003" y="194"/>
                  </a:cubicBezTo>
                  <a:cubicBezTo>
                    <a:pt x="1079" y="118"/>
                    <a:pt x="1012" y="0"/>
                    <a:pt x="932" y="0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1" name="Google Shape;5591;p49"/>
            <p:cNvSpPr/>
            <p:nvPr/>
          </p:nvSpPr>
          <p:spPr>
            <a:xfrm>
              <a:off x="2188100" y="3972125"/>
              <a:ext cx="31500" cy="82625"/>
            </a:xfrm>
            <a:custGeom>
              <a:rect b="b" l="l" r="r" t="t"/>
              <a:pathLst>
                <a:path extrusionOk="0" h="3305" w="1260">
                  <a:moveTo>
                    <a:pt x="1124" y="0"/>
                  </a:moveTo>
                  <a:cubicBezTo>
                    <a:pt x="1110" y="0"/>
                    <a:pt x="1095" y="5"/>
                    <a:pt x="1079" y="14"/>
                  </a:cubicBezTo>
                  <a:cubicBezTo>
                    <a:pt x="452" y="265"/>
                    <a:pt x="101" y="791"/>
                    <a:pt x="51" y="1443"/>
                  </a:cubicBezTo>
                  <a:cubicBezTo>
                    <a:pt x="1" y="1844"/>
                    <a:pt x="101" y="3147"/>
                    <a:pt x="552" y="3297"/>
                  </a:cubicBezTo>
                  <a:cubicBezTo>
                    <a:pt x="566" y="3302"/>
                    <a:pt x="579" y="3304"/>
                    <a:pt x="591" y="3304"/>
                  </a:cubicBezTo>
                  <a:cubicBezTo>
                    <a:pt x="714" y="3304"/>
                    <a:pt x="764" y="3095"/>
                    <a:pt x="628" y="3072"/>
                  </a:cubicBezTo>
                  <a:cubicBezTo>
                    <a:pt x="552" y="3047"/>
                    <a:pt x="427" y="2521"/>
                    <a:pt x="402" y="2470"/>
                  </a:cubicBezTo>
                  <a:cubicBezTo>
                    <a:pt x="327" y="2195"/>
                    <a:pt x="277" y="1919"/>
                    <a:pt x="277" y="1668"/>
                  </a:cubicBezTo>
                  <a:cubicBezTo>
                    <a:pt x="277" y="1042"/>
                    <a:pt x="552" y="465"/>
                    <a:pt x="1129" y="240"/>
                  </a:cubicBezTo>
                  <a:cubicBezTo>
                    <a:pt x="1260" y="196"/>
                    <a:pt x="1220" y="0"/>
                    <a:pt x="1124" y="0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2" name="Google Shape;5592;p49"/>
            <p:cNvSpPr/>
            <p:nvPr/>
          </p:nvSpPr>
          <p:spPr>
            <a:xfrm>
              <a:off x="2184250" y="4092400"/>
              <a:ext cx="85975" cy="16275"/>
            </a:xfrm>
            <a:custGeom>
              <a:rect b="b" l="l" r="r" t="t"/>
              <a:pathLst>
                <a:path extrusionOk="0" h="651" w="3439">
                  <a:moveTo>
                    <a:pt x="194" y="0"/>
                  </a:moveTo>
                  <a:cubicBezTo>
                    <a:pt x="75" y="0"/>
                    <a:pt x="1" y="173"/>
                    <a:pt x="130" y="216"/>
                  </a:cubicBezTo>
                  <a:cubicBezTo>
                    <a:pt x="941" y="581"/>
                    <a:pt x="1802" y="651"/>
                    <a:pt x="2672" y="651"/>
                  </a:cubicBezTo>
                  <a:cubicBezTo>
                    <a:pt x="2877" y="651"/>
                    <a:pt x="3082" y="647"/>
                    <a:pt x="3288" y="642"/>
                  </a:cubicBezTo>
                  <a:cubicBezTo>
                    <a:pt x="3438" y="642"/>
                    <a:pt x="3438" y="416"/>
                    <a:pt x="3288" y="416"/>
                  </a:cubicBezTo>
                  <a:cubicBezTo>
                    <a:pt x="3087" y="421"/>
                    <a:pt x="2886" y="425"/>
                    <a:pt x="2684" y="425"/>
                  </a:cubicBezTo>
                  <a:cubicBezTo>
                    <a:pt x="1853" y="425"/>
                    <a:pt x="1022" y="358"/>
                    <a:pt x="255" y="15"/>
                  </a:cubicBezTo>
                  <a:cubicBezTo>
                    <a:pt x="234" y="5"/>
                    <a:pt x="213" y="0"/>
                    <a:pt x="194" y="0"/>
                  </a:cubicBezTo>
                  <a:close/>
                </a:path>
              </a:pathLst>
            </a:custGeom>
            <a:solidFill>
              <a:srgbClr val="6B5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3" name="Google Shape;5593;p49"/>
            <p:cNvSpPr/>
            <p:nvPr/>
          </p:nvSpPr>
          <p:spPr>
            <a:xfrm>
              <a:off x="2128600" y="4641650"/>
              <a:ext cx="239350" cy="312900"/>
            </a:xfrm>
            <a:custGeom>
              <a:rect b="b" l="l" r="r" t="t"/>
              <a:pathLst>
                <a:path extrusionOk="0" h="12516" w="9574">
                  <a:moveTo>
                    <a:pt x="8697" y="0"/>
                  </a:moveTo>
                  <a:lnTo>
                    <a:pt x="2732" y="4010"/>
                  </a:lnTo>
                  <a:cubicBezTo>
                    <a:pt x="2732" y="4010"/>
                    <a:pt x="0" y="11755"/>
                    <a:pt x="1855" y="12457"/>
                  </a:cubicBezTo>
                  <a:cubicBezTo>
                    <a:pt x="1963" y="12497"/>
                    <a:pt x="2069" y="12516"/>
                    <a:pt x="2172" y="12516"/>
                  </a:cubicBezTo>
                  <a:cubicBezTo>
                    <a:pt x="3484" y="12516"/>
                    <a:pt x="4414" y="9470"/>
                    <a:pt x="4762" y="8146"/>
                  </a:cubicBezTo>
                  <a:lnTo>
                    <a:pt x="9574" y="8847"/>
                  </a:lnTo>
                  <a:lnTo>
                    <a:pt x="8697" y="0"/>
                  </a:ln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4" name="Google Shape;5594;p49"/>
            <p:cNvSpPr/>
            <p:nvPr/>
          </p:nvSpPr>
          <p:spPr>
            <a:xfrm>
              <a:off x="2153025" y="4409200"/>
              <a:ext cx="768200" cy="145450"/>
            </a:xfrm>
            <a:custGeom>
              <a:rect b="b" l="l" r="r" t="t"/>
              <a:pathLst>
                <a:path extrusionOk="0" h="5818" w="30728">
                  <a:moveTo>
                    <a:pt x="30402" y="0"/>
                  </a:moveTo>
                  <a:cubicBezTo>
                    <a:pt x="30402" y="0"/>
                    <a:pt x="25113" y="3860"/>
                    <a:pt x="17168" y="4687"/>
                  </a:cubicBezTo>
                  <a:cubicBezTo>
                    <a:pt x="16128" y="4796"/>
                    <a:pt x="15052" y="4861"/>
                    <a:pt x="13940" y="4861"/>
                  </a:cubicBezTo>
                  <a:cubicBezTo>
                    <a:pt x="9933" y="4861"/>
                    <a:pt x="5448" y="4016"/>
                    <a:pt x="427" y="1328"/>
                  </a:cubicBezTo>
                  <a:lnTo>
                    <a:pt x="0" y="1429"/>
                  </a:lnTo>
                  <a:cubicBezTo>
                    <a:pt x="0" y="1429"/>
                    <a:pt x="3731" y="5817"/>
                    <a:pt x="13668" y="5817"/>
                  </a:cubicBezTo>
                  <a:cubicBezTo>
                    <a:pt x="13806" y="5817"/>
                    <a:pt x="13945" y="5816"/>
                    <a:pt x="14086" y="5815"/>
                  </a:cubicBezTo>
                  <a:cubicBezTo>
                    <a:pt x="24311" y="5664"/>
                    <a:pt x="30727" y="226"/>
                    <a:pt x="30727" y="226"/>
                  </a:cubicBezTo>
                  <a:lnTo>
                    <a:pt x="30402" y="0"/>
                  </a:lnTo>
                  <a:close/>
                </a:path>
              </a:pathLst>
            </a:custGeom>
            <a:solidFill>
              <a:srgbClr val="2D26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5" name="Google Shape;5595;p49"/>
            <p:cNvSpPr/>
            <p:nvPr/>
          </p:nvSpPr>
          <p:spPr>
            <a:xfrm>
              <a:off x="2362300" y="4471850"/>
              <a:ext cx="180475" cy="109675"/>
            </a:xfrm>
            <a:custGeom>
              <a:rect b="b" l="l" r="r" t="t"/>
              <a:pathLst>
                <a:path extrusionOk="0" h="4387" w="7219">
                  <a:moveTo>
                    <a:pt x="1479" y="1028"/>
                  </a:moveTo>
                  <a:lnTo>
                    <a:pt x="5715" y="1228"/>
                  </a:lnTo>
                  <a:lnTo>
                    <a:pt x="5715" y="3309"/>
                  </a:lnTo>
                  <a:lnTo>
                    <a:pt x="1304" y="3008"/>
                  </a:lnTo>
                  <a:lnTo>
                    <a:pt x="1479" y="1028"/>
                  </a:lnTo>
                  <a:close/>
                  <a:moveTo>
                    <a:pt x="502" y="0"/>
                  </a:moveTo>
                  <a:lnTo>
                    <a:pt x="0" y="3735"/>
                  </a:lnTo>
                  <a:lnTo>
                    <a:pt x="6993" y="4386"/>
                  </a:lnTo>
                  <a:lnTo>
                    <a:pt x="7219" y="301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6" name="Google Shape;5596;p49"/>
            <p:cNvSpPr/>
            <p:nvPr/>
          </p:nvSpPr>
          <p:spPr>
            <a:xfrm>
              <a:off x="2249525" y="4813000"/>
              <a:ext cx="9100" cy="40775"/>
            </a:xfrm>
            <a:custGeom>
              <a:rect b="b" l="l" r="r" t="t"/>
              <a:pathLst>
                <a:path extrusionOk="0" h="1631" w="364">
                  <a:moveTo>
                    <a:pt x="116" y="1"/>
                  </a:moveTo>
                  <a:cubicBezTo>
                    <a:pt x="57" y="1"/>
                    <a:pt x="0" y="39"/>
                    <a:pt x="0" y="114"/>
                  </a:cubicBezTo>
                  <a:lnTo>
                    <a:pt x="125" y="1517"/>
                  </a:lnTo>
                  <a:cubicBezTo>
                    <a:pt x="125" y="1592"/>
                    <a:pt x="188" y="1630"/>
                    <a:pt x="248" y="1630"/>
                  </a:cubicBezTo>
                  <a:cubicBezTo>
                    <a:pt x="307" y="1630"/>
                    <a:pt x="364" y="1592"/>
                    <a:pt x="351" y="1517"/>
                  </a:cubicBezTo>
                  <a:lnTo>
                    <a:pt x="251" y="114"/>
                  </a:lnTo>
                  <a:cubicBezTo>
                    <a:pt x="238" y="39"/>
                    <a:pt x="176" y="1"/>
                    <a:pt x="1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7" name="Google Shape;5597;p49"/>
            <p:cNvSpPr/>
            <p:nvPr/>
          </p:nvSpPr>
          <p:spPr>
            <a:xfrm>
              <a:off x="2271975" y="4810025"/>
              <a:ext cx="9525" cy="46950"/>
            </a:xfrm>
            <a:custGeom>
              <a:rect b="b" l="l" r="r" t="t"/>
              <a:pathLst>
                <a:path extrusionOk="0" h="1878" w="381">
                  <a:moveTo>
                    <a:pt x="200" y="0"/>
                  </a:moveTo>
                  <a:cubicBezTo>
                    <a:pt x="129" y="0"/>
                    <a:pt x="39" y="65"/>
                    <a:pt x="55" y="158"/>
                  </a:cubicBezTo>
                  <a:cubicBezTo>
                    <a:pt x="130" y="684"/>
                    <a:pt x="130" y="1210"/>
                    <a:pt x="29" y="1737"/>
                  </a:cubicBezTo>
                  <a:cubicBezTo>
                    <a:pt x="0" y="1824"/>
                    <a:pt x="73" y="1877"/>
                    <a:pt x="143" y="1877"/>
                  </a:cubicBezTo>
                  <a:cubicBezTo>
                    <a:pt x="194" y="1877"/>
                    <a:pt x="245" y="1850"/>
                    <a:pt x="255" y="1787"/>
                  </a:cubicBezTo>
                  <a:cubicBezTo>
                    <a:pt x="355" y="1210"/>
                    <a:pt x="380" y="659"/>
                    <a:pt x="280" y="82"/>
                  </a:cubicBezTo>
                  <a:cubicBezTo>
                    <a:pt x="280" y="25"/>
                    <a:pt x="244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98" name="Google Shape;5598;p49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9" name="Google Shape;5599;p49">
            <a:hlinkClick action="ppaction://hlinkshowjump?jump=previous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0" name="Google Shape;5600;p49">
            <a:hlinkClick action="ppaction://hlinkshowjump?jump=next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01" name="Google Shape;5601;p49"/>
          <p:cNvGrpSpPr/>
          <p:nvPr/>
        </p:nvGrpSpPr>
        <p:grpSpPr>
          <a:xfrm flipH="1" rot="-398936">
            <a:off x="878211" y="3593288"/>
            <a:ext cx="1044359" cy="1028224"/>
            <a:chOff x="3113300" y="3279250"/>
            <a:chExt cx="553925" cy="543250"/>
          </a:xfrm>
        </p:grpSpPr>
        <p:sp>
          <p:nvSpPr>
            <p:cNvPr id="5602" name="Google Shape;5602;p49"/>
            <p:cNvSpPr/>
            <p:nvPr/>
          </p:nvSpPr>
          <p:spPr>
            <a:xfrm>
              <a:off x="3491125" y="3284275"/>
              <a:ext cx="176100" cy="435475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3" name="Google Shape;5603;p49"/>
            <p:cNvSpPr/>
            <p:nvPr/>
          </p:nvSpPr>
          <p:spPr>
            <a:xfrm>
              <a:off x="3518075" y="3279250"/>
              <a:ext cx="60800" cy="432350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4" name="Google Shape;5604;p49"/>
            <p:cNvSpPr/>
            <p:nvPr/>
          </p:nvSpPr>
          <p:spPr>
            <a:xfrm>
              <a:off x="3113300" y="3629500"/>
              <a:ext cx="427350" cy="193000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5" name="Google Shape;5605;p49"/>
            <p:cNvSpPr/>
            <p:nvPr/>
          </p:nvSpPr>
          <p:spPr>
            <a:xfrm>
              <a:off x="3514300" y="3708725"/>
              <a:ext cx="95900" cy="90975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6" name="Google Shape;5606;p49"/>
            <p:cNvSpPr/>
            <p:nvPr/>
          </p:nvSpPr>
          <p:spPr>
            <a:xfrm>
              <a:off x="3545000" y="3648425"/>
              <a:ext cx="96525" cy="90500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7" name="Google Shape;5607;p49"/>
            <p:cNvSpPr/>
            <p:nvPr/>
          </p:nvSpPr>
          <p:spPr>
            <a:xfrm>
              <a:off x="3613300" y="3706800"/>
              <a:ext cx="28850" cy="29025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8" name="Google Shape;5608;p49"/>
            <p:cNvSpPr/>
            <p:nvPr/>
          </p:nvSpPr>
          <p:spPr>
            <a:xfrm>
              <a:off x="3612675" y="3710950"/>
              <a:ext cx="34500" cy="8800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9" name="Google Shape;5609;p49"/>
            <p:cNvSpPr/>
            <p:nvPr/>
          </p:nvSpPr>
          <p:spPr>
            <a:xfrm>
              <a:off x="3580100" y="3777325"/>
              <a:ext cx="18200" cy="28450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0" name="Google Shape;5610;p49"/>
            <p:cNvSpPr/>
            <p:nvPr/>
          </p:nvSpPr>
          <p:spPr>
            <a:xfrm>
              <a:off x="3574450" y="3767725"/>
              <a:ext cx="36375" cy="24525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1" name="Google Shape;5611;p49"/>
            <p:cNvSpPr/>
            <p:nvPr/>
          </p:nvSpPr>
          <p:spPr>
            <a:xfrm>
              <a:off x="3133975" y="3706725"/>
              <a:ext cx="406050" cy="94600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2" name="Google Shape;5612;p49"/>
          <p:cNvGrpSpPr/>
          <p:nvPr/>
        </p:nvGrpSpPr>
        <p:grpSpPr>
          <a:xfrm flipH="1">
            <a:off x="7345676" y="1047111"/>
            <a:ext cx="832920" cy="745490"/>
            <a:chOff x="277366" y="299012"/>
            <a:chExt cx="703301" cy="629424"/>
          </a:xfrm>
        </p:grpSpPr>
        <p:sp>
          <p:nvSpPr>
            <p:cNvPr id="5613" name="Google Shape;5613;p49"/>
            <p:cNvSpPr/>
            <p:nvPr/>
          </p:nvSpPr>
          <p:spPr>
            <a:xfrm rot="1649405">
              <a:off x="618986" y="526398"/>
              <a:ext cx="56401" cy="96501"/>
            </a:xfrm>
            <a:custGeom>
              <a:rect b="b" l="l" r="r" t="t"/>
              <a:pathLst>
                <a:path extrusionOk="0" fill="none" h="3860" w="2256">
                  <a:moveTo>
                    <a:pt x="2256" y="386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4" name="Google Shape;5614;p49"/>
            <p:cNvSpPr/>
            <p:nvPr/>
          </p:nvSpPr>
          <p:spPr>
            <a:xfrm>
              <a:off x="830737" y="814662"/>
              <a:ext cx="91991" cy="8635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5" name="Google Shape;5615;p49"/>
            <p:cNvSpPr/>
            <p:nvPr/>
          </p:nvSpPr>
          <p:spPr>
            <a:xfrm>
              <a:off x="888643" y="720973"/>
              <a:ext cx="92025" cy="86961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6" name="Google Shape;5616;p49"/>
            <p:cNvSpPr/>
            <p:nvPr/>
          </p:nvSpPr>
          <p:spPr>
            <a:xfrm>
              <a:off x="605874" y="299012"/>
              <a:ext cx="329630" cy="398615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7" name="Google Shape;5617;p49"/>
            <p:cNvSpPr/>
            <p:nvPr/>
          </p:nvSpPr>
          <p:spPr>
            <a:xfrm>
              <a:off x="280526" y="626060"/>
              <a:ext cx="482110" cy="302376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8" name="Google Shape;5618;p49"/>
            <p:cNvSpPr/>
            <p:nvPr/>
          </p:nvSpPr>
          <p:spPr>
            <a:xfrm>
              <a:off x="404868" y="741022"/>
              <a:ext cx="301561" cy="57091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9" name="Google Shape;5619;p49"/>
            <p:cNvSpPr/>
            <p:nvPr/>
          </p:nvSpPr>
          <p:spPr>
            <a:xfrm>
              <a:off x="691884" y="376492"/>
              <a:ext cx="188263" cy="258947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0" name="Google Shape;5620;p49"/>
            <p:cNvSpPr/>
            <p:nvPr/>
          </p:nvSpPr>
          <p:spPr>
            <a:xfrm rot="1649405">
              <a:off x="360454" y="578828"/>
              <a:ext cx="535131" cy="101526"/>
            </a:xfrm>
            <a:custGeom>
              <a:rect b="b" l="l" r="r" t="t"/>
              <a:pathLst>
                <a:path extrusionOk="0" fill="none" h="4061" w="21405">
                  <a:moveTo>
                    <a:pt x="21404" y="4060"/>
                  </a:moveTo>
                  <a:cubicBezTo>
                    <a:pt x="21404" y="4060"/>
                    <a:pt x="10502" y="0"/>
                    <a:pt x="0" y="1178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1" name="Google Shape;5621;p49"/>
            <p:cNvSpPr/>
            <p:nvPr/>
          </p:nvSpPr>
          <p:spPr>
            <a:xfrm rot="1649405">
              <a:off x="786105" y="654162"/>
              <a:ext cx="31975" cy="94001"/>
            </a:xfrm>
            <a:custGeom>
              <a:rect b="b" l="l" r="r" t="t"/>
              <a:pathLst>
                <a:path extrusionOk="0" fill="none" h="3760" w="1279">
                  <a:moveTo>
                    <a:pt x="401" y="0"/>
                  </a:moveTo>
                  <a:cubicBezTo>
                    <a:pt x="401" y="0"/>
                    <a:pt x="0" y="2281"/>
                    <a:pt x="1278" y="3760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2" name="Google Shape;5622;p49"/>
            <p:cNvSpPr/>
            <p:nvPr/>
          </p:nvSpPr>
          <p:spPr>
            <a:xfrm rot="1649405">
              <a:off x="606747" y="649270"/>
              <a:ext cx="93376" cy="67051"/>
            </a:xfrm>
            <a:custGeom>
              <a:rect b="b" l="l" r="r" t="t"/>
              <a:pathLst>
                <a:path extrusionOk="0" fill="none" h="2682" w="3735">
                  <a:moveTo>
                    <a:pt x="3734" y="0"/>
                  </a:moveTo>
                  <a:cubicBezTo>
                    <a:pt x="3559" y="25"/>
                    <a:pt x="0" y="2682"/>
                    <a:pt x="0" y="2682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3" name="Google Shape;5623;p49"/>
            <p:cNvSpPr/>
            <p:nvPr/>
          </p:nvSpPr>
          <p:spPr>
            <a:xfrm rot="1649405">
              <a:off x="540841" y="584623"/>
              <a:ext cx="62051" cy="40125"/>
            </a:xfrm>
            <a:custGeom>
              <a:rect b="b" l="l" r="r" t="t"/>
              <a:pathLst>
                <a:path extrusionOk="0" fill="none" h="1605" w="2482">
                  <a:moveTo>
                    <a:pt x="2482" y="25"/>
                  </a:moveTo>
                  <a:cubicBezTo>
                    <a:pt x="2357" y="0"/>
                    <a:pt x="1" y="1604"/>
                    <a:pt x="1" y="1604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4" name="Google Shape;5624;p49"/>
            <p:cNvSpPr/>
            <p:nvPr/>
          </p:nvSpPr>
          <p:spPr>
            <a:xfrm rot="1649405">
              <a:off x="472673" y="399358"/>
              <a:ext cx="107151" cy="143502"/>
            </a:xfrm>
            <a:custGeom>
              <a:rect b="b" l="l" r="r" t="t"/>
              <a:pathLst>
                <a:path extrusionOk="0" fill="none" h="5740" w="4286">
                  <a:moveTo>
                    <a:pt x="4286" y="574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5" name="Google Shape;5625;p49"/>
            <p:cNvSpPr/>
            <p:nvPr/>
          </p:nvSpPr>
          <p:spPr>
            <a:xfrm rot="1649405">
              <a:off x="341642" y="501167"/>
              <a:ext cx="148527" cy="70826"/>
            </a:xfrm>
            <a:custGeom>
              <a:rect b="b" l="l" r="r" t="t"/>
              <a:pathLst>
                <a:path extrusionOk="0" fill="none" h="2833" w="5941">
                  <a:moveTo>
                    <a:pt x="5940" y="1"/>
                  </a:moveTo>
                  <a:lnTo>
                    <a:pt x="0" y="2833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6" name="Google Shape;5626;p49"/>
            <p:cNvSpPr/>
            <p:nvPr/>
          </p:nvSpPr>
          <p:spPr>
            <a:xfrm rot="1649405">
              <a:off x="800089" y="614851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20" y="0"/>
                  </a:moveTo>
                  <a:cubicBezTo>
                    <a:pt x="664" y="0"/>
                    <a:pt x="253" y="322"/>
                    <a:pt x="126" y="787"/>
                  </a:cubicBezTo>
                  <a:cubicBezTo>
                    <a:pt x="0" y="1338"/>
                    <a:pt x="326" y="1890"/>
                    <a:pt x="878" y="2040"/>
                  </a:cubicBezTo>
                  <a:cubicBezTo>
                    <a:pt x="957" y="2058"/>
                    <a:pt x="1037" y="2067"/>
                    <a:pt x="1115" y="2067"/>
                  </a:cubicBezTo>
                  <a:cubicBezTo>
                    <a:pt x="1580" y="2067"/>
                    <a:pt x="2002" y="1760"/>
                    <a:pt x="2131" y="1288"/>
                  </a:cubicBezTo>
                  <a:cubicBezTo>
                    <a:pt x="2281" y="737"/>
                    <a:pt x="1930" y="185"/>
                    <a:pt x="1379" y="35"/>
                  </a:cubicBezTo>
                  <a:cubicBezTo>
                    <a:pt x="1292" y="11"/>
                    <a:pt x="1205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7" name="Google Shape;5627;p49"/>
            <p:cNvSpPr/>
            <p:nvPr/>
          </p:nvSpPr>
          <p:spPr>
            <a:xfrm rot="1649405">
              <a:off x="490253" y="584509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2" y="1"/>
                  </a:moveTo>
                  <a:cubicBezTo>
                    <a:pt x="677" y="1"/>
                    <a:pt x="255" y="308"/>
                    <a:pt x="126" y="780"/>
                  </a:cubicBezTo>
                  <a:cubicBezTo>
                    <a:pt x="1" y="1331"/>
                    <a:pt x="326" y="1907"/>
                    <a:pt x="878" y="2033"/>
                  </a:cubicBezTo>
                  <a:cubicBezTo>
                    <a:pt x="965" y="2056"/>
                    <a:pt x="1051" y="2068"/>
                    <a:pt x="1137" y="2068"/>
                  </a:cubicBezTo>
                  <a:cubicBezTo>
                    <a:pt x="1593" y="2068"/>
                    <a:pt x="2004" y="1745"/>
                    <a:pt x="2131" y="1281"/>
                  </a:cubicBezTo>
                  <a:cubicBezTo>
                    <a:pt x="2281" y="729"/>
                    <a:pt x="1930" y="178"/>
                    <a:pt x="1379" y="28"/>
                  </a:cubicBezTo>
                  <a:cubicBezTo>
                    <a:pt x="1300" y="10"/>
                    <a:pt x="1220" y="1"/>
                    <a:pt x="1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8" name="Google Shape;5628;p49"/>
            <p:cNvSpPr/>
            <p:nvPr/>
          </p:nvSpPr>
          <p:spPr>
            <a:xfrm rot="1649405">
              <a:off x="375953" y="459370"/>
              <a:ext cx="57051" cy="51726"/>
            </a:xfrm>
            <a:custGeom>
              <a:rect b="b" l="l" r="r" t="t"/>
              <a:pathLst>
                <a:path extrusionOk="0" h="2069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26" y="1907"/>
                    <a:pt x="878" y="2032"/>
                  </a:cubicBezTo>
                  <a:cubicBezTo>
                    <a:pt x="969" y="2057"/>
                    <a:pt x="1061" y="2069"/>
                    <a:pt x="1151" y="2069"/>
                  </a:cubicBezTo>
                  <a:cubicBezTo>
                    <a:pt x="1608" y="2069"/>
                    <a:pt x="2030" y="1765"/>
                    <a:pt x="2156" y="1305"/>
                  </a:cubicBezTo>
                  <a:cubicBezTo>
                    <a:pt x="2281" y="754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9" name="Google Shape;5629;p49"/>
            <p:cNvSpPr/>
            <p:nvPr/>
          </p:nvSpPr>
          <p:spPr>
            <a:xfrm rot="1649405">
              <a:off x="285997" y="506187"/>
              <a:ext cx="57051" cy="51351"/>
            </a:xfrm>
            <a:custGeom>
              <a:rect b="b" l="l" r="r" t="t"/>
              <a:pathLst>
                <a:path extrusionOk="0" h="2054" w="2282">
                  <a:moveTo>
                    <a:pt x="1108" y="1"/>
                  </a:moveTo>
                  <a:cubicBezTo>
                    <a:pt x="657" y="1"/>
                    <a:pt x="252" y="304"/>
                    <a:pt x="126" y="764"/>
                  </a:cubicBezTo>
                  <a:cubicBezTo>
                    <a:pt x="1" y="1315"/>
                    <a:pt x="327" y="1892"/>
                    <a:pt x="878" y="2017"/>
                  </a:cubicBezTo>
                  <a:cubicBezTo>
                    <a:pt x="969" y="2042"/>
                    <a:pt x="1061" y="2054"/>
                    <a:pt x="1151" y="2054"/>
                  </a:cubicBezTo>
                  <a:cubicBezTo>
                    <a:pt x="1607" y="2054"/>
                    <a:pt x="2026" y="1751"/>
                    <a:pt x="2131" y="1290"/>
                  </a:cubicBezTo>
                  <a:cubicBezTo>
                    <a:pt x="2281" y="739"/>
                    <a:pt x="1931" y="162"/>
                    <a:pt x="1379" y="37"/>
                  </a:cubicBezTo>
                  <a:cubicBezTo>
                    <a:pt x="1288" y="12"/>
                    <a:pt x="1197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0" name="Google Shape;5630;p49"/>
            <p:cNvSpPr/>
            <p:nvPr/>
          </p:nvSpPr>
          <p:spPr>
            <a:xfrm rot="1649405">
              <a:off x="488639" y="371793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51" y="1881"/>
                    <a:pt x="903" y="2032"/>
                  </a:cubicBezTo>
                  <a:cubicBezTo>
                    <a:pt x="990" y="2056"/>
                    <a:pt x="1076" y="2067"/>
                    <a:pt x="1162" y="2067"/>
                  </a:cubicBezTo>
                  <a:cubicBezTo>
                    <a:pt x="1618" y="2067"/>
                    <a:pt x="2029" y="1745"/>
                    <a:pt x="2156" y="1280"/>
                  </a:cubicBezTo>
                  <a:cubicBezTo>
                    <a:pt x="2281" y="729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1" name="Google Shape;5631;p49"/>
            <p:cNvSpPr/>
            <p:nvPr/>
          </p:nvSpPr>
          <p:spPr>
            <a:xfrm rot="1649405">
              <a:off x="545871" y="669025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5" y="1"/>
                  </a:moveTo>
                  <a:cubicBezTo>
                    <a:pt x="689" y="1"/>
                    <a:pt x="277" y="323"/>
                    <a:pt x="151" y="788"/>
                  </a:cubicBezTo>
                  <a:cubicBezTo>
                    <a:pt x="0" y="1339"/>
                    <a:pt x="351" y="1890"/>
                    <a:pt x="903" y="2041"/>
                  </a:cubicBezTo>
                  <a:cubicBezTo>
                    <a:pt x="982" y="2059"/>
                    <a:pt x="1062" y="2067"/>
                    <a:pt x="1140" y="2067"/>
                  </a:cubicBezTo>
                  <a:cubicBezTo>
                    <a:pt x="1605" y="2067"/>
                    <a:pt x="2027" y="1761"/>
                    <a:pt x="2156" y="1289"/>
                  </a:cubicBezTo>
                  <a:cubicBezTo>
                    <a:pt x="2281" y="737"/>
                    <a:pt x="1955" y="161"/>
                    <a:pt x="1404" y="36"/>
                  </a:cubicBezTo>
                  <a:cubicBezTo>
                    <a:pt x="1317" y="12"/>
                    <a:pt x="1230" y="1"/>
                    <a:pt x="1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2" name="Google Shape;5632;p49"/>
            <p:cNvSpPr/>
            <p:nvPr/>
          </p:nvSpPr>
          <p:spPr>
            <a:xfrm>
              <a:off x="782176" y="720123"/>
              <a:ext cx="92025" cy="86112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3" name="Google Shape;5633;p49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634" name="Google Shape;5634;p49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635" name="Google Shape;5635;p49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636" name="Google Shape;5636;p49"/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HW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637" name="Google Shape;5637;p49"/>
          <p:cNvSpPr txBox="1"/>
          <p:nvPr>
            <p:ph idx="3" type="subTitle"/>
          </p:nvPr>
        </p:nvSpPr>
        <p:spPr>
          <a:xfrm>
            <a:off x="5018250" y="200355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02.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float g(int n)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if (n == 1)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return 1.0;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return n * n + g(n - 1);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1" name="Shape 5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" name="Google Shape;5642;p50"/>
          <p:cNvSpPr/>
          <p:nvPr/>
        </p:nvSpPr>
        <p:spPr>
          <a:xfrm>
            <a:off x="1380450" y="1265375"/>
            <a:ext cx="7096500" cy="329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3" name="Google Shape;5643;p50"/>
          <p:cNvSpPr txBox="1"/>
          <p:nvPr>
            <p:ph idx="1" type="subTitle"/>
          </p:nvPr>
        </p:nvSpPr>
        <p:spPr>
          <a:xfrm>
            <a:off x="1617300" y="1366025"/>
            <a:ext cx="590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Phân tích các hàm đệ quy sau theo quy trình 4 bước rồi sau đó cài đặt lại bằng kỹ thuật không đệ quy.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44" name="Google Shape;5644;p50"/>
          <p:cNvSpPr txBox="1"/>
          <p:nvPr>
            <p:ph idx="3" type="subTitle"/>
          </p:nvPr>
        </p:nvSpPr>
        <p:spPr>
          <a:xfrm>
            <a:off x="1617300" y="203850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03.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F(int n)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if (n == 1) return 1;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 (n == 2) return 1;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return F(n-1)+F(n-2);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5645" name="Google Shape;5645;p50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01</a:t>
            </a:r>
            <a:endParaRPr/>
          </a:p>
        </p:txBody>
      </p:sp>
      <p:cxnSp>
        <p:nvCxnSpPr>
          <p:cNvPr id="5646" name="Google Shape;5646;p50"/>
          <p:cNvCxnSpPr/>
          <p:nvPr/>
        </p:nvCxnSpPr>
        <p:spPr>
          <a:xfrm>
            <a:off x="4932663" y="1962300"/>
            <a:ext cx="0" cy="238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47" name="Google Shape;5647;p50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8" name="Google Shape;5648;p50">
            <a:hlinkClick action="ppaction://hlinkshowjump?jump=previous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9" name="Google Shape;5649;p50">
            <a:hlinkClick action="ppaction://hlinkshowjump?jump=next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50" name="Google Shape;5650;p50"/>
          <p:cNvGrpSpPr/>
          <p:nvPr/>
        </p:nvGrpSpPr>
        <p:grpSpPr>
          <a:xfrm flipH="1" rot="-398936">
            <a:off x="878211" y="3593288"/>
            <a:ext cx="1044359" cy="1028224"/>
            <a:chOff x="3113300" y="3279250"/>
            <a:chExt cx="553925" cy="543250"/>
          </a:xfrm>
        </p:grpSpPr>
        <p:sp>
          <p:nvSpPr>
            <p:cNvPr id="5651" name="Google Shape;5651;p50"/>
            <p:cNvSpPr/>
            <p:nvPr/>
          </p:nvSpPr>
          <p:spPr>
            <a:xfrm>
              <a:off x="3491125" y="3284275"/>
              <a:ext cx="176100" cy="435475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2" name="Google Shape;5652;p50"/>
            <p:cNvSpPr/>
            <p:nvPr/>
          </p:nvSpPr>
          <p:spPr>
            <a:xfrm>
              <a:off x="3518075" y="3279250"/>
              <a:ext cx="60800" cy="432350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3" name="Google Shape;5653;p50"/>
            <p:cNvSpPr/>
            <p:nvPr/>
          </p:nvSpPr>
          <p:spPr>
            <a:xfrm>
              <a:off x="3113300" y="3629500"/>
              <a:ext cx="427350" cy="193000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4" name="Google Shape;5654;p50"/>
            <p:cNvSpPr/>
            <p:nvPr/>
          </p:nvSpPr>
          <p:spPr>
            <a:xfrm>
              <a:off x="3514300" y="3708725"/>
              <a:ext cx="95900" cy="90975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5" name="Google Shape;5655;p50"/>
            <p:cNvSpPr/>
            <p:nvPr/>
          </p:nvSpPr>
          <p:spPr>
            <a:xfrm>
              <a:off x="3545000" y="3648425"/>
              <a:ext cx="96525" cy="90500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6" name="Google Shape;5656;p50"/>
            <p:cNvSpPr/>
            <p:nvPr/>
          </p:nvSpPr>
          <p:spPr>
            <a:xfrm>
              <a:off x="3613300" y="3706800"/>
              <a:ext cx="28850" cy="29025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7" name="Google Shape;5657;p50"/>
            <p:cNvSpPr/>
            <p:nvPr/>
          </p:nvSpPr>
          <p:spPr>
            <a:xfrm>
              <a:off x="3612675" y="3710950"/>
              <a:ext cx="34500" cy="8800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8" name="Google Shape;5658;p50"/>
            <p:cNvSpPr/>
            <p:nvPr/>
          </p:nvSpPr>
          <p:spPr>
            <a:xfrm>
              <a:off x="3580100" y="3777325"/>
              <a:ext cx="18200" cy="28450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9" name="Google Shape;5659;p50"/>
            <p:cNvSpPr/>
            <p:nvPr/>
          </p:nvSpPr>
          <p:spPr>
            <a:xfrm>
              <a:off x="3574450" y="3767725"/>
              <a:ext cx="36375" cy="24525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0" name="Google Shape;5660;p50"/>
            <p:cNvSpPr/>
            <p:nvPr/>
          </p:nvSpPr>
          <p:spPr>
            <a:xfrm>
              <a:off x="3133975" y="3706725"/>
              <a:ext cx="406050" cy="94600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1" name="Google Shape;5661;p50"/>
          <p:cNvGrpSpPr/>
          <p:nvPr/>
        </p:nvGrpSpPr>
        <p:grpSpPr>
          <a:xfrm flipH="1">
            <a:off x="7345676" y="1047111"/>
            <a:ext cx="832920" cy="745490"/>
            <a:chOff x="277366" y="299012"/>
            <a:chExt cx="703301" cy="629424"/>
          </a:xfrm>
        </p:grpSpPr>
        <p:sp>
          <p:nvSpPr>
            <p:cNvPr id="5662" name="Google Shape;5662;p50"/>
            <p:cNvSpPr/>
            <p:nvPr/>
          </p:nvSpPr>
          <p:spPr>
            <a:xfrm rot="1649405">
              <a:off x="618986" y="526398"/>
              <a:ext cx="56401" cy="96501"/>
            </a:xfrm>
            <a:custGeom>
              <a:rect b="b" l="l" r="r" t="t"/>
              <a:pathLst>
                <a:path extrusionOk="0" fill="none" h="3860" w="2256">
                  <a:moveTo>
                    <a:pt x="2256" y="386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3" name="Google Shape;5663;p50"/>
            <p:cNvSpPr/>
            <p:nvPr/>
          </p:nvSpPr>
          <p:spPr>
            <a:xfrm>
              <a:off x="830737" y="814662"/>
              <a:ext cx="91991" cy="8635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4" name="Google Shape;5664;p50"/>
            <p:cNvSpPr/>
            <p:nvPr/>
          </p:nvSpPr>
          <p:spPr>
            <a:xfrm>
              <a:off x="888643" y="720973"/>
              <a:ext cx="92025" cy="86961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5" name="Google Shape;5665;p50"/>
            <p:cNvSpPr/>
            <p:nvPr/>
          </p:nvSpPr>
          <p:spPr>
            <a:xfrm>
              <a:off x="605874" y="299012"/>
              <a:ext cx="329630" cy="398615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6" name="Google Shape;5666;p50"/>
            <p:cNvSpPr/>
            <p:nvPr/>
          </p:nvSpPr>
          <p:spPr>
            <a:xfrm>
              <a:off x="280526" y="626060"/>
              <a:ext cx="482110" cy="302376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7" name="Google Shape;5667;p50"/>
            <p:cNvSpPr/>
            <p:nvPr/>
          </p:nvSpPr>
          <p:spPr>
            <a:xfrm>
              <a:off x="404868" y="741022"/>
              <a:ext cx="301561" cy="57091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8" name="Google Shape;5668;p50"/>
            <p:cNvSpPr/>
            <p:nvPr/>
          </p:nvSpPr>
          <p:spPr>
            <a:xfrm>
              <a:off x="691884" y="376492"/>
              <a:ext cx="188263" cy="258947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9" name="Google Shape;5669;p50"/>
            <p:cNvSpPr/>
            <p:nvPr/>
          </p:nvSpPr>
          <p:spPr>
            <a:xfrm rot="1649405">
              <a:off x="360454" y="578828"/>
              <a:ext cx="535131" cy="101526"/>
            </a:xfrm>
            <a:custGeom>
              <a:rect b="b" l="l" r="r" t="t"/>
              <a:pathLst>
                <a:path extrusionOk="0" fill="none" h="4061" w="21405">
                  <a:moveTo>
                    <a:pt x="21404" y="4060"/>
                  </a:moveTo>
                  <a:cubicBezTo>
                    <a:pt x="21404" y="4060"/>
                    <a:pt x="10502" y="0"/>
                    <a:pt x="0" y="1178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0" name="Google Shape;5670;p50"/>
            <p:cNvSpPr/>
            <p:nvPr/>
          </p:nvSpPr>
          <p:spPr>
            <a:xfrm rot="1649405">
              <a:off x="786105" y="654162"/>
              <a:ext cx="31975" cy="94001"/>
            </a:xfrm>
            <a:custGeom>
              <a:rect b="b" l="l" r="r" t="t"/>
              <a:pathLst>
                <a:path extrusionOk="0" fill="none" h="3760" w="1279">
                  <a:moveTo>
                    <a:pt x="401" y="0"/>
                  </a:moveTo>
                  <a:cubicBezTo>
                    <a:pt x="401" y="0"/>
                    <a:pt x="0" y="2281"/>
                    <a:pt x="1278" y="3760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1" name="Google Shape;5671;p50"/>
            <p:cNvSpPr/>
            <p:nvPr/>
          </p:nvSpPr>
          <p:spPr>
            <a:xfrm rot="1649405">
              <a:off x="606747" y="649270"/>
              <a:ext cx="93376" cy="67051"/>
            </a:xfrm>
            <a:custGeom>
              <a:rect b="b" l="l" r="r" t="t"/>
              <a:pathLst>
                <a:path extrusionOk="0" fill="none" h="2682" w="3735">
                  <a:moveTo>
                    <a:pt x="3734" y="0"/>
                  </a:moveTo>
                  <a:cubicBezTo>
                    <a:pt x="3559" y="25"/>
                    <a:pt x="0" y="2682"/>
                    <a:pt x="0" y="2682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2" name="Google Shape;5672;p50"/>
            <p:cNvSpPr/>
            <p:nvPr/>
          </p:nvSpPr>
          <p:spPr>
            <a:xfrm rot="1649405">
              <a:off x="540841" y="584623"/>
              <a:ext cx="62051" cy="40125"/>
            </a:xfrm>
            <a:custGeom>
              <a:rect b="b" l="l" r="r" t="t"/>
              <a:pathLst>
                <a:path extrusionOk="0" fill="none" h="1605" w="2482">
                  <a:moveTo>
                    <a:pt x="2482" y="25"/>
                  </a:moveTo>
                  <a:cubicBezTo>
                    <a:pt x="2357" y="0"/>
                    <a:pt x="1" y="1604"/>
                    <a:pt x="1" y="1604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3" name="Google Shape;5673;p50"/>
            <p:cNvSpPr/>
            <p:nvPr/>
          </p:nvSpPr>
          <p:spPr>
            <a:xfrm rot="1649405">
              <a:off x="472673" y="399358"/>
              <a:ext cx="107151" cy="143502"/>
            </a:xfrm>
            <a:custGeom>
              <a:rect b="b" l="l" r="r" t="t"/>
              <a:pathLst>
                <a:path extrusionOk="0" fill="none" h="5740" w="4286">
                  <a:moveTo>
                    <a:pt x="4286" y="574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4" name="Google Shape;5674;p50"/>
            <p:cNvSpPr/>
            <p:nvPr/>
          </p:nvSpPr>
          <p:spPr>
            <a:xfrm rot="1649405">
              <a:off x="341642" y="501167"/>
              <a:ext cx="148527" cy="70826"/>
            </a:xfrm>
            <a:custGeom>
              <a:rect b="b" l="l" r="r" t="t"/>
              <a:pathLst>
                <a:path extrusionOk="0" fill="none" h="2833" w="5941">
                  <a:moveTo>
                    <a:pt x="5940" y="1"/>
                  </a:moveTo>
                  <a:lnTo>
                    <a:pt x="0" y="2833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5" name="Google Shape;5675;p50"/>
            <p:cNvSpPr/>
            <p:nvPr/>
          </p:nvSpPr>
          <p:spPr>
            <a:xfrm rot="1649405">
              <a:off x="800089" y="614851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20" y="0"/>
                  </a:moveTo>
                  <a:cubicBezTo>
                    <a:pt x="664" y="0"/>
                    <a:pt x="253" y="322"/>
                    <a:pt x="126" y="787"/>
                  </a:cubicBezTo>
                  <a:cubicBezTo>
                    <a:pt x="0" y="1338"/>
                    <a:pt x="326" y="1890"/>
                    <a:pt x="878" y="2040"/>
                  </a:cubicBezTo>
                  <a:cubicBezTo>
                    <a:pt x="957" y="2058"/>
                    <a:pt x="1037" y="2067"/>
                    <a:pt x="1115" y="2067"/>
                  </a:cubicBezTo>
                  <a:cubicBezTo>
                    <a:pt x="1580" y="2067"/>
                    <a:pt x="2002" y="1760"/>
                    <a:pt x="2131" y="1288"/>
                  </a:cubicBezTo>
                  <a:cubicBezTo>
                    <a:pt x="2281" y="737"/>
                    <a:pt x="1930" y="185"/>
                    <a:pt x="1379" y="35"/>
                  </a:cubicBezTo>
                  <a:cubicBezTo>
                    <a:pt x="1292" y="11"/>
                    <a:pt x="1205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6" name="Google Shape;5676;p50"/>
            <p:cNvSpPr/>
            <p:nvPr/>
          </p:nvSpPr>
          <p:spPr>
            <a:xfrm rot="1649405">
              <a:off x="490253" y="584509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2" y="1"/>
                  </a:moveTo>
                  <a:cubicBezTo>
                    <a:pt x="677" y="1"/>
                    <a:pt x="255" y="308"/>
                    <a:pt x="126" y="780"/>
                  </a:cubicBezTo>
                  <a:cubicBezTo>
                    <a:pt x="1" y="1331"/>
                    <a:pt x="326" y="1907"/>
                    <a:pt x="878" y="2033"/>
                  </a:cubicBezTo>
                  <a:cubicBezTo>
                    <a:pt x="965" y="2056"/>
                    <a:pt x="1051" y="2068"/>
                    <a:pt x="1137" y="2068"/>
                  </a:cubicBezTo>
                  <a:cubicBezTo>
                    <a:pt x="1593" y="2068"/>
                    <a:pt x="2004" y="1745"/>
                    <a:pt x="2131" y="1281"/>
                  </a:cubicBezTo>
                  <a:cubicBezTo>
                    <a:pt x="2281" y="729"/>
                    <a:pt x="1930" y="178"/>
                    <a:pt x="1379" y="28"/>
                  </a:cubicBezTo>
                  <a:cubicBezTo>
                    <a:pt x="1300" y="10"/>
                    <a:pt x="1220" y="1"/>
                    <a:pt x="1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7" name="Google Shape;5677;p50"/>
            <p:cNvSpPr/>
            <p:nvPr/>
          </p:nvSpPr>
          <p:spPr>
            <a:xfrm rot="1649405">
              <a:off x="375953" y="459370"/>
              <a:ext cx="57051" cy="51726"/>
            </a:xfrm>
            <a:custGeom>
              <a:rect b="b" l="l" r="r" t="t"/>
              <a:pathLst>
                <a:path extrusionOk="0" h="2069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26" y="1907"/>
                    <a:pt x="878" y="2032"/>
                  </a:cubicBezTo>
                  <a:cubicBezTo>
                    <a:pt x="969" y="2057"/>
                    <a:pt x="1061" y="2069"/>
                    <a:pt x="1151" y="2069"/>
                  </a:cubicBezTo>
                  <a:cubicBezTo>
                    <a:pt x="1608" y="2069"/>
                    <a:pt x="2030" y="1765"/>
                    <a:pt x="2156" y="1305"/>
                  </a:cubicBezTo>
                  <a:cubicBezTo>
                    <a:pt x="2281" y="754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8" name="Google Shape;5678;p50"/>
            <p:cNvSpPr/>
            <p:nvPr/>
          </p:nvSpPr>
          <p:spPr>
            <a:xfrm rot="1649405">
              <a:off x="285997" y="506187"/>
              <a:ext cx="57051" cy="51351"/>
            </a:xfrm>
            <a:custGeom>
              <a:rect b="b" l="l" r="r" t="t"/>
              <a:pathLst>
                <a:path extrusionOk="0" h="2054" w="2282">
                  <a:moveTo>
                    <a:pt x="1108" y="1"/>
                  </a:moveTo>
                  <a:cubicBezTo>
                    <a:pt x="657" y="1"/>
                    <a:pt x="252" y="304"/>
                    <a:pt x="126" y="764"/>
                  </a:cubicBezTo>
                  <a:cubicBezTo>
                    <a:pt x="1" y="1315"/>
                    <a:pt x="327" y="1892"/>
                    <a:pt x="878" y="2017"/>
                  </a:cubicBezTo>
                  <a:cubicBezTo>
                    <a:pt x="969" y="2042"/>
                    <a:pt x="1061" y="2054"/>
                    <a:pt x="1151" y="2054"/>
                  </a:cubicBezTo>
                  <a:cubicBezTo>
                    <a:pt x="1607" y="2054"/>
                    <a:pt x="2026" y="1751"/>
                    <a:pt x="2131" y="1290"/>
                  </a:cubicBezTo>
                  <a:cubicBezTo>
                    <a:pt x="2281" y="739"/>
                    <a:pt x="1931" y="162"/>
                    <a:pt x="1379" y="37"/>
                  </a:cubicBezTo>
                  <a:cubicBezTo>
                    <a:pt x="1288" y="12"/>
                    <a:pt x="1197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9" name="Google Shape;5679;p50"/>
            <p:cNvSpPr/>
            <p:nvPr/>
          </p:nvSpPr>
          <p:spPr>
            <a:xfrm rot="1649405">
              <a:off x="488639" y="371793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51" y="1881"/>
                    <a:pt x="903" y="2032"/>
                  </a:cubicBezTo>
                  <a:cubicBezTo>
                    <a:pt x="990" y="2056"/>
                    <a:pt x="1076" y="2067"/>
                    <a:pt x="1162" y="2067"/>
                  </a:cubicBezTo>
                  <a:cubicBezTo>
                    <a:pt x="1618" y="2067"/>
                    <a:pt x="2029" y="1745"/>
                    <a:pt x="2156" y="1280"/>
                  </a:cubicBezTo>
                  <a:cubicBezTo>
                    <a:pt x="2281" y="729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0" name="Google Shape;5680;p50"/>
            <p:cNvSpPr/>
            <p:nvPr/>
          </p:nvSpPr>
          <p:spPr>
            <a:xfrm rot="1649405">
              <a:off x="545871" y="669025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5" y="1"/>
                  </a:moveTo>
                  <a:cubicBezTo>
                    <a:pt x="689" y="1"/>
                    <a:pt x="277" y="323"/>
                    <a:pt x="151" y="788"/>
                  </a:cubicBezTo>
                  <a:cubicBezTo>
                    <a:pt x="0" y="1339"/>
                    <a:pt x="351" y="1890"/>
                    <a:pt x="903" y="2041"/>
                  </a:cubicBezTo>
                  <a:cubicBezTo>
                    <a:pt x="982" y="2059"/>
                    <a:pt x="1062" y="2067"/>
                    <a:pt x="1140" y="2067"/>
                  </a:cubicBezTo>
                  <a:cubicBezTo>
                    <a:pt x="1605" y="2067"/>
                    <a:pt x="2027" y="1761"/>
                    <a:pt x="2156" y="1289"/>
                  </a:cubicBezTo>
                  <a:cubicBezTo>
                    <a:pt x="2281" y="737"/>
                    <a:pt x="1955" y="161"/>
                    <a:pt x="1404" y="36"/>
                  </a:cubicBezTo>
                  <a:cubicBezTo>
                    <a:pt x="1317" y="12"/>
                    <a:pt x="1230" y="1"/>
                    <a:pt x="1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1" name="Google Shape;5681;p50"/>
            <p:cNvSpPr/>
            <p:nvPr/>
          </p:nvSpPr>
          <p:spPr>
            <a:xfrm>
              <a:off x="782176" y="720123"/>
              <a:ext cx="92025" cy="86112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82" name="Google Shape;5682;p50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683" name="Google Shape;5683;p50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684" name="Google Shape;5684;p50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685" name="Google Shape;5685;p50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HW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686" name="Google Shape;5686;p50"/>
          <p:cNvSpPr txBox="1"/>
          <p:nvPr>
            <p:ph idx="3" type="subTitle"/>
          </p:nvPr>
        </p:nvSpPr>
        <p:spPr>
          <a:xfrm>
            <a:off x="5018250" y="200355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04.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nt</a:t>
            </a: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P(int n)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(n == 0) return 1;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(n == 1) return 2;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if (n == 2) return 3;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return P(n-1)*P(n-3);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5687" name="Google Shape;5687;p50"/>
          <p:cNvGrpSpPr/>
          <p:nvPr/>
        </p:nvGrpSpPr>
        <p:grpSpPr>
          <a:xfrm>
            <a:off x="8015426" y="2934449"/>
            <a:ext cx="991584" cy="2196331"/>
            <a:chOff x="6443764" y="2125577"/>
            <a:chExt cx="1338712" cy="2965209"/>
          </a:xfrm>
        </p:grpSpPr>
        <p:grpSp>
          <p:nvGrpSpPr>
            <p:cNvPr id="5688" name="Google Shape;5688;p50"/>
            <p:cNvGrpSpPr/>
            <p:nvPr/>
          </p:nvGrpSpPr>
          <p:grpSpPr>
            <a:xfrm>
              <a:off x="6443764" y="2125577"/>
              <a:ext cx="1338712" cy="2965209"/>
              <a:chOff x="4618575" y="506100"/>
              <a:chExt cx="988125" cy="2188669"/>
            </a:xfrm>
          </p:grpSpPr>
          <p:sp>
            <p:nvSpPr>
              <p:cNvPr id="5689" name="Google Shape;5689;p50"/>
              <p:cNvSpPr/>
              <p:nvPr/>
            </p:nvSpPr>
            <p:spPr>
              <a:xfrm>
                <a:off x="4618575" y="2430969"/>
                <a:ext cx="988125" cy="263800"/>
              </a:xfrm>
              <a:custGeom>
                <a:rect b="b" l="l" r="r" t="t"/>
                <a:pathLst>
                  <a:path extrusionOk="0" h="10552" w="39525">
                    <a:moveTo>
                      <a:pt x="19775" y="0"/>
                    </a:moveTo>
                    <a:cubicBezTo>
                      <a:pt x="8848" y="0"/>
                      <a:pt x="1" y="2356"/>
                      <a:pt x="1" y="5288"/>
                    </a:cubicBezTo>
                    <a:cubicBezTo>
                      <a:pt x="1" y="8196"/>
                      <a:pt x="8848" y="10552"/>
                      <a:pt x="19775" y="10552"/>
                    </a:cubicBezTo>
                    <a:cubicBezTo>
                      <a:pt x="30677" y="10552"/>
                      <a:pt x="39525" y="8196"/>
                      <a:pt x="39525" y="5288"/>
                    </a:cubicBezTo>
                    <a:cubicBezTo>
                      <a:pt x="39525" y="2356"/>
                      <a:pt x="30677" y="0"/>
                      <a:pt x="197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0" name="Google Shape;5690;p50"/>
              <p:cNvSpPr/>
              <p:nvPr/>
            </p:nvSpPr>
            <p:spPr>
              <a:xfrm>
                <a:off x="5175600" y="2467450"/>
                <a:ext cx="146650" cy="42000"/>
              </a:xfrm>
              <a:custGeom>
                <a:rect b="b" l="l" r="r" t="t"/>
                <a:pathLst>
                  <a:path extrusionOk="0" h="1680" w="5866">
                    <a:moveTo>
                      <a:pt x="3008" y="0"/>
                    </a:moveTo>
                    <a:lnTo>
                      <a:pt x="25" y="301"/>
                    </a:lnTo>
                    <a:lnTo>
                      <a:pt x="0" y="1680"/>
                    </a:lnTo>
                    <a:lnTo>
                      <a:pt x="5614" y="1504"/>
                    </a:lnTo>
                    <a:cubicBezTo>
                      <a:pt x="5865" y="0"/>
                      <a:pt x="3008" y="0"/>
                      <a:pt x="30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1" name="Google Shape;5691;p50"/>
              <p:cNvSpPr/>
              <p:nvPr/>
            </p:nvSpPr>
            <p:spPr>
              <a:xfrm>
                <a:off x="4866700" y="2490625"/>
                <a:ext cx="146450" cy="42000"/>
              </a:xfrm>
              <a:custGeom>
                <a:rect b="b" l="l" r="r" t="t"/>
                <a:pathLst>
                  <a:path extrusionOk="0" h="1680" w="5858">
                    <a:moveTo>
                      <a:pt x="3016" y="1"/>
                    </a:moveTo>
                    <a:cubicBezTo>
                      <a:pt x="3011" y="1"/>
                      <a:pt x="3008" y="1"/>
                      <a:pt x="3008" y="1"/>
                    </a:cubicBezTo>
                    <a:lnTo>
                      <a:pt x="25" y="301"/>
                    </a:lnTo>
                    <a:lnTo>
                      <a:pt x="0" y="1680"/>
                    </a:lnTo>
                    <a:lnTo>
                      <a:pt x="0" y="1680"/>
                    </a:lnTo>
                    <a:lnTo>
                      <a:pt x="5614" y="1505"/>
                    </a:lnTo>
                    <a:cubicBezTo>
                      <a:pt x="5857" y="24"/>
                      <a:pt x="3186" y="1"/>
                      <a:pt x="3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2" name="Google Shape;5692;p50"/>
              <p:cNvSpPr/>
              <p:nvPr/>
            </p:nvSpPr>
            <p:spPr>
              <a:xfrm>
                <a:off x="4864200" y="2314575"/>
                <a:ext cx="151025" cy="47000"/>
              </a:xfrm>
              <a:custGeom>
                <a:rect b="b" l="l" r="r" t="t"/>
                <a:pathLst>
                  <a:path extrusionOk="0" h="1880" w="6041">
                    <a:moveTo>
                      <a:pt x="0" y="0"/>
                    </a:moveTo>
                    <a:lnTo>
                      <a:pt x="25" y="1579"/>
                    </a:lnTo>
                    <a:lnTo>
                      <a:pt x="5664" y="1880"/>
                    </a:lnTo>
                    <a:lnTo>
                      <a:pt x="6040" y="3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3" name="Google Shape;5693;p50"/>
              <p:cNvSpPr/>
              <p:nvPr/>
            </p:nvSpPr>
            <p:spPr>
              <a:xfrm>
                <a:off x="5154925" y="2323975"/>
                <a:ext cx="135975" cy="47000"/>
              </a:xfrm>
              <a:custGeom>
                <a:rect b="b" l="l" r="r" t="t"/>
                <a:pathLst>
                  <a:path extrusionOk="0" h="1880" w="5439">
                    <a:moveTo>
                      <a:pt x="5439" y="0"/>
                    </a:moveTo>
                    <a:lnTo>
                      <a:pt x="0" y="326"/>
                    </a:lnTo>
                    <a:lnTo>
                      <a:pt x="226" y="1880"/>
                    </a:lnTo>
                    <a:lnTo>
                      <a:pt x="5138" y="1604"/>
                    </a:lnTo>
                    <a:cubicBezTo>
                      <a:pt x="5238" y="1078"/>
                      <a:pt x="5339" y="551"/>
                      <a:pt x="54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4" name="Google Shape;5694;p50"/>
              <p:cNvSpPr/>
              <p:nvPr/>
            </p:nvSpPr>
            <p:spPr>
              <a:xfrm>
                <a:off x="4862950" y="2263175"/>
                <a:ext cx="164175" cy="47650"/>
              </a:xfrm>
              <a:custGeom>
                <a:rect b="b" l="l" r="r" t="t"/>
                <a:pathLst>
                  <a:path extrusionOk="0" h="1906" w="6567">
                    <a:moveTo>
                      <a:pt x="0" y="1"/>
                    </a:moveTo>
                    <a:lnTo>
                      <a:pt x="25" y="1580"/>
                    </a:lnTo>
                    <a:lnTo>
                      <a:pt x="6191" y="1906"/>
                    </a:lnTo>
                    <a:lnTo>
                      <a:pt x="6566" y="35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5" name="Google Shape;5695;p50"/>
              <p:cNvSpPr/>
              <p:nvPr/>
            </p:nvSpPr>
            <p:spPr>
              <a:xfrm>
                <a:off x="4864825" y="2365950"/>
                <a:ext cx="138500" cy="45750"/>
              </a:xfrm>
              <a:custGeom>
                <a:rect b="b" l="l" r="r" t="t"/>
                <a:pathLst>
                  <a:path extrusionOk="0" h="1830" w="5540">
                    <a:moveTo>
                      <a:pt x="0" y="0"/>
                    </a:moveTo>
                    <a:lnTo>
                      <a:pt x="25" y="1579"/>
                    </a:lnTo>
                    <a:lnTo>
                      <a:pt x="5163" y="1830"/>
                    </a:lnTo>
                    <a:lnTo>
                      <a:pt x="5539" y="2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6" name="Google Shape;5696;p50"/>
              <p:cNvSpPr/>
              <p:nvPr/>
            </p:nvSpPr>
            <p:spPr>
              <a:xfrm>
                <a:off x="5114825" y="2065200"/>
                <a:ext cx="213050" cy="51400"/>
              </a:xfrm>
              <a:custGeom>
                <a:rect b="b" l="l" r="r" t="t"/>
                <a:pathLst>
                  <a:path extrusionOk="0" h="2056" w="8522">
                    <a:moveTo>
                      <a:pt x="8522" y="0"/>
                    </a:moveTo>
                    <a:lnTo>
                      <a:pt x="0" y="501"/>
                    </a:lnTo>
                    <a:lnTo>
                      <a:pt x="251" y="2055"/>
                    </a:lnTo>
                    <a:lnTo>
                      <a:pt x="8321" y="1579"/>
                    </a:lnTo>
                    <a:cubicBezTo>
                      <a:pt x="8396" y="1053"/>
                      <a:pt x="8471" y="526"/>
                      <a:pt x="85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7" name="Google Shape;5697;p50"/>
              <p:cNvSpPr/>
              <p:nvPr/>
            </p:nvSpPr>
            <p:spPr>
              <a:xfrm>
                <a:off x="4857300" y="1948025"/>
                <a:ext cx="483725" cy="60175"/>
              </a:xfrm>
              <a:custGeom>
                <a:rect b="b" l="l" r="r" t="t"/>
                <a:pathLst>
                  <a:path extrusionOk="0" h="2407" w="19349">
                    <a:moveTo>
                      <a:pt x="19349" y="0"/>
                    </a:moveTo>
                    <a:lnTo>
                      <a:pt x="0" y="677"/>
                    </a:lnTo>
                    <a:lnTo>
                      <a:pt x="26" y="1855"/>
                    </a:lnTo>
                    <a:lnTo>
                      <a:pt x="9274" y="2331"/>
                    </a:lnTo>
                    <a:lnTo>
                      <a:pt x="9625" y="852"/>
                    </a:lnTo>
                    <a:lnTo>
                      <a:pt x="9875" y="2381"/>
                    </a:lnTo>
                    <a:lnTo>
                      <a:pt x="9975" y="2381"/>
                    </a:lnTo>
                    <a:lnTo>
                      <a:pt x="9975" y="2406"/>
                    </a:lnTo>
                    <a:lnTo>
                      <a:pt x="19148" y="1855"/>
                    </a:lnTo>
                    <a:cubicBezTo>
                      <a:pt x="19224" y="1203"/>
                      <a:pt x="19274" y="577"/>
                      <a:pt x="193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8" name="Google Shape;5698;p50"/>
              <p:cNvSpPr/>
              <p:nvPr/>
            </p:nvSpPr>
            <p:spPr>
              <a:xfrm>
                <a:off x="4858550" y="2006300"/>
                <a:ext cx="228100" cy="50775"/>
              </a:xfrm>
              <a:custGeom>
                <a:rect b="b" l="l" r="r" t="t"/>
                <a:pathLst>
                  <a:path extrusionOk="0" h="2031" w="9124">
                    <a:moveTo>
                      <a:pt x="1" y="0"/>
                    </a:moveTo>
                    <a:lnTo>
                      <a:pt x="26" y="1579"/>
                    </a:lnTo>
                    <a:lnTo>
                      <a:pt x="8748" y="2030"/>
                    </a:lnTo>
                    <a:lnTo>
                      <a:pt x="9123" y="47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9" name="Google Shape;5699;p50"/>
              <p:cNvSpPr/>
              <p:nvPr/>
            </p:nvSpPr>
            <p:spPr>
              <a:xfrm>
                <a:off x="5106050" y="2006925"/>
                <a:ext cx="228725" cy="58925"/>
              </a:xfrm>
              <a:custGeom>
                <a:rect b="b" l="l" r="r" t="t"/>
                <a:pathLst>
                  <a:path extrusionOk="0" h="2357" w="9149">
                    <a:moveTo>
                      <a:pt x="9148" y="0"/>
                    </a:moveTo>
                    <a:lnTo>
                      <a:pt x="0" y="527"/>
                    </a:lnTo>
                    <a:lnTo>
                      <a:pt x="276" y="2356"/>
                    </a:lnTo>
                    <a:lnTo>
                      <a:pt x="8923" y="1855"/>
                    </a:lnTo>
                    <a:cubicBezTo>
                      <a:pt x="8998" y="1203"/>
                      <a:pt x="9073" y="602"/>
                      <a:pt x="91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0" name="Google Shape;5700;p50"/>
              <p:cNvSpPr/>
              <p:nvPr/>
            </p:nvSpPr>
            <p:spPr>
              <a:xfrm>
                <a:off x="4860425" y="2109050"/>
                <a:ext cx="202425" cy="49525"/>
              </a:xfrm>
              <a:custGeom>
                <a:rect b="b" l="l" r="r" t="t"/>
                <a:pathLst>
                  <a:path extrusionOk="0" h="1981" w="8097">
                    <a:moveTo>
                      <a:pt x="1" y="0"/>
                    </a:moveTo>
                    <a:lnTo>
                      <a:pt x="26" y="1579"/>
                    </a:lnTo>
                    <a:lnTo>
                      <a:pt x="7720" y="1980"/>
                    </a:lnTo>
                    <a:lnTo>
                      <a:pt x="8096" y="42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1" name="Google Shape;5701;p50"/>
              <p:cNvSpPr/>
              <p:nvPr/>
            </p:nvSpPr>
            <p:spPr>
              <a:xfrm>
                <a:off x="4859175" y="2057675"/>
                <a:ext cx="215575" cy="50150"/>
              </a:xfrm>
              <a:custGeom>
                <a:rect b="b" l="l" r="r" t="t"/>
                <a:pathLst>
                  <a:path extrusionOk="0" h="2006" w="8623">
                    <a:moveTo>
                      <a:pt x="1" y="0"/>
                    </a:moveTo>
                    <a:lnTo>
                      <a:pt x="26" y="1579"/>
                    </a:lnTo>
                    <a:lnTo>
                      <a:pt x="8246" y="2005"/>
                    </a:lnTo>
                    <a:lnTo>
                      <a:pt x="8622" y="45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2" name="Google Shape;5702;p50"/>
              <p:cNvSpPr/>
              <p:nvPr/>
            </p:nvSpPr>
            <p:spPr>
              <a:xfrm>
                <a:off x="4861050" y="2160425"/>
                <a:ext cx="189875" cy="48900"/>
              </a:xfrm>
              <a:custGeom>
                <a:rect b="b" l="l" r="r" t="t"/>
                <a:pathLst>
                  <a:path extrusionOk="0" h="1956" w="7595">
                    <a:moveTo>
                      <a:pt x="1" y="1"/>
                    </a:moveTo>
                    <a:lnTo>
                      <a:pt x="26" y="1580"/>
                    </a:lnTo>
                    <a:lnTo>
                      <a:pt x="7219" y="1956"/>
                    </a:lnTo>
                    <a:lnTo>
                      <a:pt x="7595" y="40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3" name="Google Shape;5703;p50"/>
              <p:cNvSpPr/>
              <p:nvPr/>
            </p:nvSpPr>
            <p:spPr>
              <a:xfrm>
                <a:off x="4856675" y="1839625"/>
                <a:ext cx="494375" cy="113425"/>
              </a:xfrm>
              <a:custGeom>
                <a:rect b="b" l="l" r="r" t="t"/>
                <a:pathLst>
                  <a:path extrusionOk="0" h="4537" w="19775">
                    <a:moveTo>
                      <a:pt x="19775" y="0"/>
                    </a:moveTo>
                    <a:lnTo>
                      <a:pt x="0" y="3234"/>
                    </a:lnTo>
                    <a:lnTo>
                      <a:pt x="25" y="4537"/>
                    </a:lnTo>
                    <a:lnTo>
                      <a:pt x="19424" y="3860"/>
                    </a:lnTo>
                    <a:cubicBezTo>
                      <a:pt x="19650" y="1529"/>
                      <a:pt x="19775" y="1"/>
                      <a:pt x="197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4" name="Google Shape;5704;p50"/>
              <p:cNvSpPr/>
              <p:nvPr/>
            </p:nvSpPr>
            <p:spPr>
              <a:xfrm>
                <a:off x="4862300" y="2211800"/>
                <a:ext cx="176725" cy="48275"/>
              </a:xfrm>
              <a:custGeom>
                <a:rect b="b" l="l" r="r" t="t"/>
                <a:pathLst>
                  <a:path extrusionOk="0" h="1931" w="7069">
                    <a:moveTo>
                      <a:pt x="1" y="1"/>
                    </a:moveTo>
                    <a:lnTo>
                      <a:pt x="26" y="1580"/>
                    </a:lnTo>
                    <a:lnTo>
                      <a:pt x="6693" y="1931"/>
                    </a:lnTo>
                    <a:lnTo>
                      <a:pt x="7069" y="3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5" name="Google Shape;5705;p50"/>
              <p:cNvSpPr/>
              <p:nvPr/>
            </p:nvSpPr>
            <p:spPr>
              <a:xfrm>
                <a:off x="5122975" y="2116575"/>
                <a:ext cx="198625" cy="50775"/>
              </a:xfrm>
              <a:custGeom>
                <a:rect b="b" l="l" r="r" t="t"/>
                <a:pathLst>
                  <a:path extrusionOk="0" h="2031" w="7945">
                    <a:moveTo>
                      <a:pt x="7945" y="0"/>
                    </a:moveTo>
                    <a:lnTo>
                      <a:pt x="0" y="476"/>
                    </a:lnTo>
                    <a:lnTo>
                      <a:pt x="251" y="2030"/>
                    </a:lnTo>
                    <a:lnTo>
                      <a:pt x="7744" y="1604"/>
                    </a:lnTo>
                    <a:cubicBezTo>
                      <a:pt x="7820" y="1078"/>
                      <a:pt x="7870" y="527"/>
                      <a:pt x="79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6" name="Google Shape;5706;p50"/>
              <p:cNvSpPr/>
              <p:nvPr/>
            </p:nvSpPr>
            <p:spPr>
              <a:xfrm>
                <a:off x="4866700" y="2468700"/>
                <a:ext cx="112800" cy="32600"/>
              </a:xfrm>
              <a:custGeom>
                <a:rect b="b" l="l" r="r" t="t"/>
                <a:pathLst>
                  <a:path extrusionOk="0" h="1304" w="4512">
                    <a:moveTo>
                      <a:pt x="0" y="1"/>
                    </a:moveTo>
                    <a:lnTo>
                      <a:pt x="25" y="1304"/>
                    </a:lnTo>
                    <a:lnTo>
                      <a:pt x="4236" y="1304"/>
                    </a:lnTo>
                    <a:lnTo>
                      <a:pt x="4512" y="2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7" name="Google Shape;5707;p50"/>
              <p:cNvSpPr/>
              <p:nvPr/>
            </p:nvSpPr>
            <p:spPr>
              <a:xfrm>
                <a:off x="5138625" y="2220575"/>
                <a:ext cx="169200" cy="48900"/>
              </a:xfrm>
              <a:custGeom>
                <a:rect b="b" l="l" r="r" t="t"/>
                <a:pathLst>
                  <a:path extrusionOk="0" h="1956" w="6768">
                    <a:moveTo>
                      <a:pt x="6768" y="1"/>
                    </a:moveTo>
                    <a:lnTo>
                      <a:pt x="1" y="377"/>
                    </a:lnTo>
                    <a:lnTo>
                      <a:pt x="251" y="1956"/>
                    </a:lnTo>
                    <a:lnTo>
                      <a:pt x="6517" y="1580"/>
                    </a:lnTo>
                    <a:cubicBezTo>
                      <a:pt x="6592" y="1053"/>
                      <a:pt x="6692" y="527"/>
                      <a:pt x="67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8" name="Google Shape;5708;p50"/>
              <p:cNvSpPr/>
              <p:nvPr/>
            </p:nvSpPr>
            <p:spPr>
              <a:xfrm>
                <a:off x="5162450" y="2375975"/>
                <a:ext cx="117800" cy="45750"/>
              </a:xfrm>
              <a:custGeom>
                <a:rect b="b" l="l" r="r" t="t"/>
                <a:pathLst>
                  <a:path extrusionOk="0" h="1830" w="4712">
                    <a:moveTo>
                      <a:pt x="4712" y="0"/>
                    </a:moveTo>
                    <a:lnTo>
                      <a:pt x="0" y="276"/>
                    </a:lnTo>
                    <a:lnTo>
                      <a:pt x="251" y="1830"/>
                    </a:lnTo>
                    <a:lnTo>
                      <a:pt x="4361" y="1604"/>
                    </a:lnTo>
                    <a:cubicBezTo>
                      <a:pt x="4486" y="1103"/>
                      <a:pt x="4612" y="577"/>
                      <a:pt x="47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9" name="Google Shape;5709;p50"/>
              <p:cNvSpPr/>
              <p:nvPr/>
            </p:nvSpPr>
            <p:spPr>
              <a:xfrm>
                <a:off x="5146775" y="2271950"/>
                <a:ext cx="152900" cy="48275"/>
              </a:xfrm>
              <a:custGeom>
                <a:rect b="b" l="l" r="r" t="t"/>
                <a:pathLst>
                  <a:path extrusionOk="0" h="1931" w="6116">
                    <a:moveTo>
                      <a:pt x="6116" y="1"/>
                    </a:moveTo>
                    <a:lnTo>
                      <a:pt x="0" y="377"/>
                    </a:lnTo>
                    <a:lnTo>
                      <a:pt x="251" y="1931"/>
                    </a:lnTo>
                    <a:lnTo>
                      <a:pt x="5840" y="1605"/>
                    </a:lnTo>
                    <a:cubicBezTo>
                      <a:pt x="5940" y="1079"/>
                      <a:pt x="6016" y="552"/>
                      <a:pt x="61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0" name="Google Shape;5710;p50"/>
              <p:cNvSpPr/>
              <p:nvPr/>
            </p:nvSpPr>
            <p:spPr>
              <a:xfrm>
                <a:off x="4866075" y="2417325"/>
                <a:ext cx="125325" cy="45125"/>
              </a:xfrm>
              <a:custGeom>
                <a:rect b="b" l="l" r="r" t="t"/>
                <a:pathLst>
                  <a:path extrusionOk="0" h="1805" w="5013">
                    <a:moveTo>
                      <a:pt x="0" y="0"/>
                    </a:moveTo>
                    <a:lnTo>
                      <a:pt x="25" y="1554"/>
                    </a:lnTo>
                    <a:lnTo>
                      <a:pt x="4637" y="1805"/>
                    </a:lnTo>
                    <a:lnTo>
                      <a:pt x="5013" y="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1" name="Google Shape;5711;p50"/>
              <p:cNvSpPr/>
              <p:nvPr/>
            </p:nvSpPr>
            <p:spPr>
              <a:xfrm>
                <a:off x="5131100" y="2168575"/>
                <a:ext cx="183625" cy="50150"/>
              </a:xfrm>
              <a:custGeom>
                <a:rect b="b" l="l" r="r" t="t"/>
                <a:pathLst>
                  <a:path extrusionOk="0" h="2006" w="7345">
                    <a:moveTo>
                      <a:pt x="7344" y="0"/>
                    </a:moveTo>
                    <a:lnTo>
                      <a:pt x="1" y="427"/>
                    </a:lnTo>
                    <a:lnTo>
                      <a:pt x="226" y="2005"/>
                    </a:lnTo>
                    <a:lnTo>
                      <a:pt x="7119" y="1579"/>
                    </a:lnTo>
                    <a:cubicBezTo>
                      <a:pt x="7194" y="1053"/>
                      <a:pt x="7269" y="527"/>
                      <a:pt x="73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2" name="Google Shape;5712;p50"/>
              <p:cNvSpPr/>
              <p:nvPr/>
            </p:nvSpPr>
            <p:spPr>
              <a:xfrm>
                <a:off x="5170575" y="2427975"/>
                <a:ext cx="97775" cy="53275"/>
              </a:xfrm>
              <a:custGeom>
                <a:rect b="b" l="l" r="r" t="t"/>
                <a:pathLst>
                  <a:path extrusionOk="0" h="2131" w="3911">
                    <a:moveTo>
                      <a:pt x="3911" y="0"/>
                    </a:moveTo>
                    <a:lnTo>
                      <a:pt x="1" y="226"/>
                    </a:lnTo>
                    <a:lnTo>
                      <a:pt x="302" y="2131"/>
                    </a:lnTo>
                    <a:lnTo>
                      <a:pt x="3359" y="1655"/>
                    </a:lnTo>
                    <a:cubicBezTo>
                      <a:pt x="3560" y="1178"/>
                      <a:pt x="3735" y="627"/>
                      <a:pt x="39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3" name="Google Shape;5713;p50"/>
              <p:cNvSpPr/>
              <p:nvPr/>
            </p:nvSpPr>
            <p:spPr>
              <a:xfrm>
                <a:off x="4866700" y="2456175"/>
                <a:ext cx="115300" cy="18200"/>
              </a:xfrm>
              <a:custGeom>
                <a:rect b="b" l="l" r="r" t="t"/>
                <a:pathLst>
                  <a:path extrusionOk="0" h="728" w="4612">
                    <a:moveTo>
                      <a:pt x="0" y="0"/>
                    </a:moveTo>
                    <a:lnTo>
                      <a:pt x="0" y="502"/>
                    </a:lnTo>
                    <a:lnTo>
                      <a:pt x="4512" y="727"/>
                    </a:lnTo>
                    <a:lnTo>
                      <a:pt x="4612" y="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4" name="Google Shape;5714;p50"/>
              <p:cNvSpPr/>
              <p:nvPr/>
            </p:nvSpPr>
            <p:spPr>
              <a:xfrm>
                <a:off x="4865450" y="2405425"/>
                <a:ext cx="128475" cy="18200"/>
              </a:xfrm>
              <a:custGeom>
                <a:rect b="b" l="l" r="r" t="t"/>
                <a:pathLst>
                  <a:path extrusionOk="0" h="728" w="5139">
                    <a:moveTo>
                      <a:pt x="0" y="0"/>
                    </a:moveTo>
                    <a:lnTo>
                      <a:pt x="25" y="476"/>
                    </a:lnTo>
                    <a:lnTo>
                      <a:pt x="5038" y="727"/>
                    </a:lnTo>
                    <a:lnTo>
                      <a:pt x="5138" y="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5" name="Google Shape;5715;p50"/>
              <p:cNvSpPr/>
              <p:nvPr/>
            </p:nvSpPr>
            <p:spPr>
              <a:xfrm>
                <a:off x="4864825" y="2354050"/>
                <a:ext cx="141000" cy="18800"/>
              </a:xfrm>
              <a:custGeom>
                <a:rect b="b" l="l" r="r" t="t"/>
                <a:pathLst>
                  <a:path extrusionOk="0" h="752" w="5640">
                    <a:moveTo>
                      <a:pt x="0" y="0"/>
                    </a:moveTo>
                    <a:lnTo>
                      <a:pt x="0" y="476"/>
                    </a:lnTo>
                    <a:lnTo>
                      <a:pt x="5539" y="752"/>
                    </a:lnTo>
                    <a:lnTo>
                      <a:pt x="5639" y="3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6" name="Google Shape;5716;p50"/>
              <p:cNvSpPr/>
              <p:nvPr/>
            </p:nvSpPr>
            <p:spPr>
              <a:xfrm>
                <a:off x="4863575" y="2302650"/>
                <a:ext cx="154150" cy="19450"/>
              </a:xfrm>
              <a:custGeom>
                <a:rect b="b" l="l" r="r" t="t"/>
                <a:pathLst>
                  <a:path extrusionOk="0" h="778" w="6166">
                    <a:moveTo>
                      <a:pt x="0" y="1"/>
                    </a:moveTo>
                    <a:lnTo>
                      <a:pt x="25" y="477"/>
                    </a:lnTo>
                    <a:lnTo>
                      <a:pt x="6065" y="778"/>
                    </a:lnTo>
                    <a:lnTo>
                      <a:pt x="6166" y="32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7" name="Google Shape;5717;p50"/>
              <p:cNvSpPr/>
              <p:nvPr/>
            </p:nvSpPr>
            <p:spPr>
              <a:xfrm>
                <a:off x="4862950" y="2251275"/>
                <a:ext cx="166675" cy="20700"/>
              </a:xfrm>
              <a:custGeom>
                <a:rect b="b" l="l" r="r" t="t"/>
                <a:pathLst>
                  <a:path extrusionOk="0" h="828" w="6667">
                    <a:moveTo>
                      <a:pt x="0" y="1"/>
                    </a:moveTo>
                    <a:lnTo>
                      <a:pt x="0" y="477"/>
                    </a:lnTo>
                    <a:lnTo>
                      <a:pt x="6566" y="828"/>
                    </a:lnTo>
                    <a:lnTo>
                      <a:pt x="6667" y="35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8" name="Google Shape;5718;p50"/>
              <p:cNvSpPr/>
              <p:nvPr/>
            </p:nvSpPr>
            <p:spPr>
              <a:xfrm>
                <a:off x="4861675" y="2199900"/>
                <a:ext cx="179850" cy="21325"/>
              </a:xfrm>
              <a:custGeom>
                <a:rect b="b" l="l" r="r" t="t"/>
                <a:pathLst>
                  <a:path extrusionOk="0" h="853" w="7194">
                    <a:moveTo>
                      <a:pt x="1" y="1"/>
                    </a:moveTo>
                    <a:lnTo>
                      <a:pt x="26" y="477"/>
                    </a:lnTo>
                    <a:lnTo>
                      <a:pt x="7094" y="853"/>
                    </a:lnTo>
                    <a:lnTo>
                      <a:pt x="7194" y="3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9" name="Google Shape;5719;p50"/>
              <p:cNvSpPr/>
              <p:nvPr/>
            </p:nvSpPr>
            <p:spPr>
              <a:xfrm>
                <a:off x="4861050" y="2148525"/>
                <a:ext cx="192400" cy="21950"/>
              </a:xfrm>
              <a:custGeom>
                <a:rect b="b" l="l" r="r" t="t"/>
                <a:pathLst>
                  <a:path extrusionOk="0" h="878" w="7696">
                    <a:moveTo>
                      <a:pt x="1" y="0"/>
                    </a:moveTo>
                    <a:lnTo>
                      <a:pt x="1" y="477"/>
                    </a:lnTo>
                    <a:lnTo>
                      <a:pt x="7595" y="878"/>
                    </a:lnTo>
                    <a:lnTo>
                      <a:pt x="7695" y="4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0" name="Google Shape;5720;p50"/>
              <p:cNvSpPr/>
              <p:nvPr/>
            </p:nvSpPr>
            <p:spPr>
              <a:xfrm>
                <a:off x="4859800" y="2097150"/>
                <a:ext cx="205550" cy="22575"/>
              </a:xfrm>
              <a:custGeom>
                <a:rect b="b" l="l" r="r" t="t"/>
                <a:pathLst>
                  <a:path extrusionOk="0" h="903" w="8222">
                    <a:moveTo>
                      <a:pt x="1" y="0"/>
                    </a:moveTo>
                    <a:lnTo>
                      <a:pt x="26" y="476"/>
                    </a:lnTo>
                    <a:lnTo>
                      <a:pt x="8121" y="903"/>
                    </a:lnTo>
                    <a:lnTo>
                      <a:pt x="8221" y="42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1" name="Google Shape;5721;p50"/>
              <p:cNvSpPr/>
              <p:nvPr/>
            </p:nvSpPr>
            <p:spPr>
              <a:xfrm>
                <a:off x="4859175" y="2045775"/>
                <a:ext cx="218075" cy="23200"/>
              </a:xfrm>
              <a:custGeom>
                <a:rect b="b" l="l" r="r" t="t"/>
                <a:pathLst>
                  <a:path extrusionOk="0" h="928" w="8723">
                    <a:moveTo>
                      <a:pt x="1" y="0"/>
                    </a:moveTo>
                    <a:lnTo>
                      <a:pt x="1" y="476"/>
                    </a:lnTo>
                    <a:lnTo>
                      <a:pt x="8622" y="927"/>
                    </a:lnTo>
                    <a:lnTo>
                      <a:pt x="8723" y="45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2" name="Google Shape;5722;p50"/>
              <p:cNvSpPr/>
              <p:nvPr/>
            </p:nvSpPr>
            <p:spPr>
              <a:xfrm>
                <a:off x="5104175" y="2007550"/>
                <a:ext cx="2525" cy="650"/>
              </a:xfrm>
              <a:custGeom>
                <a:rect b="b" l="l" r="r" t="t"/>
                <a:pathLst>
                  <a:path extrusionOk="0" h="26" w="101">
                    <a:moveTo>
                      <a:pt x="0" y="0"/>
                    </a:moveTo>
                    <a:lnTo>
                      <a:pt x="0" y="25"/>
                    </a:lnTo>
                    <a:lnTo>
                      <a:pt x="100" y="25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F9F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3" name="Google Shape;5723;p50"/>
              <p:cNvSpPr/>
              <p:nvPr/>
            </p:nvSpPr>
            <p:spPr>
              <a:xfrm>
                <a:off x="4857925" y="1994400"/>
                <a:ext cx="231225" cy="23825"/>
              </a:xfrm>
              <a:custGeom>
                <a:rect b="b" l="l" r="r" t="t"/>
                <a:pathLst>
                  <a:path extrusionOk="0" h="953" w="9249">
                    <a:moveTo>
                      <a:pt x="1" y="0"/>
                    </a:moveTo>
                    <a:lnTo>
                      <a:pt x="26" y="476"/>
                    </a:lnTo>
                    <a:lnTo>
                      <a:pt x="9148" y="952"/>
                    </a:lnTo>
                    <a:lnTo>
                      <a:pt x="9249" y="47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4" name="Google Shape;5724;p50"/>
              <p:cNvSpPr/>
              <p:nvPr/>
            </p:nvSpPr>
            <p:spPr>
              <a:xfrm>
                <a:off x="5168700" y="2416075"/>
                <a:ext cx="102775" cy="17575"/>
              </a:xfrm>
              <a:custGeom>
                <a:rect b="b" l="l" r="r" t="t"/>
                <a:pathLst>
                  <a:path extrusionOk="0" h="703" w="4111">
                    <a:moveTo>
                      <a:pt x="4111" y="0"/>
                    </a:moveTo>
                    <a:lnTo>
                      <a:pt x="1" y="226"/>
                    </a:lnTo>
                    <a:lnTo>
                      <a:pt x="76" y="702"/>
                    </a:lnTo>
                    <a:lnTo>
                      <a:pt x="3986" y="476"/>
                    </a:lnTo>
                    <a:cubicBezTo>
                      <a:pt x="4011" y="326"/>
                      <a:pt x="4061" y="151"/>
                      <a:pt x="41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5" name="Google Shape;5725;p50"/>
              <p:cNvSpPr/>
              <p:nvPr/>
            </p:nvSpPr>
            <p:spPr>
              <a:xfrm>
                <a:off x="5160550" y="2364075"/>
                <a:ext cx="122850" cy="18800"/>
              </a:xfrm>
              <a:custGeom>
                <a:rect b="b" l="l" r="r" t="t"/>
                <a:pathLst>
                  <a:path extrusionOk="0" h="752" w="4914">
                    <a:moveTo>
                      <a:pt x="4913" y="0"/>
                    </a:moveTo>
                    <a:lnTo>
                      <a:pt x="1" y="276"/>
                    </a:lnTo>
                    <a:lnTo>
                      <a:pt x="76" y="752"/>
                    </a:lnTo>
                    <a:lnTo>
                      <a:pt x="4788" y="476"/>
                    </a:lnTo>
                    <a:cubicBezTo>
                      <a:pt x="4838" y="326"/>
                      <a:pt x="4863" y="150"/>
                      <a:pt x="49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6" name="Google Shape;5726;p50"/>
              <p:cNvSpPr/>
              <p:nvPr/>
            </p:nvSpPr>
            <p:spPr>
              <a:xfrm>
                <a:off x="5153050" y="2312050"/>
                <a:ext cx="139750" cy="20075"/>
              </a:xfrm>
              <a:custGeom>
                <a:rect b="b" l="l" r="r" t="t"/>
                <a:pathLst>
                  <a:path extrusionOk="0" h="803" w="5590">
                    <a:moveTo>
                      <a:pt x="5589" y="1"/>
                    </a:moveTo>
                    <a:lnTo>
                      <a:pt x="0" y="327"/>
                    </a:lnTo>
                    <a:lnTo>
                      <a:pt x="75" y="803"/>
                    </a:lnTo>
                    <a:lnTo>
                      <a:pt x="5514" y="477"/>
                    </a:lnTo>
                    <a:cubicBezTo>
                      <a:pt x="5539" y="327"/>
                      <a:pt x="5564" y="151"/>
                      <a:pt x="55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7" name="Google Shape;5727;p50"/>
              <p:cNvSpPr/>
              <p:nvPr/>
            </p:nvSpPr>
            <p:spPr>
              <a:xfrm>
                <a:off x="5144900" y="2260050"/>
                <a:ext cx="156650" cy="21325"/>
              </a:xfrm>
              <a:custGeom>
                <a:rect b="b" l="l" r="r" t="t"/>
                <a:pathLst>
                  <a:path extrusionOk="0" h="853" w="6266">
                    <a:moveTo>
                      <a:pt x="6266" y="1"/>
                    </a:moveTo>
                    <a:lnTo>
                      <a:pt x="0" y="377"/>
                    </a:lnTo>
                    <a:lnTo>
                      <a:pt x="75" y="853"/>
                    </a:lnTo>
                    <a:lnTo>
                      <a:pt x="6191" y="477"/>
                    </a:lnTo>
                    <a:cubicBezTo>
                      <a:pt x="6216" y="326"/>
                      <a:pt x="6241" y="151"/>
                      <a:pt x="62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8" name="Google Shape;5728;p50"/>
              <p:cNvSpPr/>
              <p:nvPr/>
            </p:nvSpPr>
            <p:spPr>
              <a:xfrm>
                <a:off x="5136750" y="2208050"/>
                <a:ext cx="172325" cy="21950"/>
              </a:xfrm>
              <a:custGeom>
                <a:rect b="b" l="l" r="r" t="t"/>
                <a:pathLst>
                  <a:path extrusionOk="0" h="878" w="6893">
                    <a:moveTo>
                      <a:pt x="6893" y="0"/>
                    </a:moveTo>
                    <a:lnTo>
                      <a:pt x="0" y="426"/>
                    </a:lnTo>
                    <a:lnTo>
                      <a:pt x="76" y="878"/>
                    </a:lnTo>
                    <a:lnTo>
                      <a:pt x="6843" y="502"/>
                    </a:lnTo>
                    <a:cubicBezTo>
                      <a:pt x="6868" y="326"/>
                      <a:pt x="6893" y="176"/>
                      <a:pt x="68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9" name="Google Shape;5729;p50"/>
              <p:cNvSpPr/>
              <p:nvPr/>
            </p:nvSpPr>
            <p:spPr>
              <a:xfrm>
                <a:off x="5129225" y="2156675"/>
                <a:ext cx="187375" cy="22575"/>
              </a:xfrm>
              <a:custGeom>
                <a:rect b="b" l="l" r="r" t="t"/>
                <a:pathLst>
                  <a:path extrusionOk="0" h="903" w="7495">
                    <a:moveTo>
                      <a:pt x="7494" y="0"/>
                    </a:moveTo>
                    <a:lnTo>
                      <a:pt x="1" y="426"/>
                    </a:lnTo>
                    <a:lnTo>
                      <a:pt x="76" y="903"/>
                    </a:lnTo>
                    <a:lnTo>
                      <a:pt x="7419" y="476"/>
                    </a:lnTo>
                    <a:cubicBezTo>
                      <a:pt x="7444" y="326"/>
                      <a:pt x="7469" y="151"/>
                      <a:pt x="74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0" name="Google Shape;5730;p50"/>
              <p:cNvSpPr/>
              <p:nvPr/>
            </p:nvSpPr>
            <p:spPr>
              <a:xfrm>
                <a:off x="5121075" y="2104675"/>
                <a:ext cx="201800" cy="23825"/>
              </a:xfrm>
              <a:custGeom>
                <a:rect b="b" l="l" r="r" t="t"/>
                <a:pathLst>
                  <a:path extrusionOk="0" h="953" w="8072">
                    <a:moveTo>
                      <a:pt x="8071" y="0"/>
                    </a:moveTo>
                    <a:lnTo>
                      <a:pt x="1" y="476"/>
                    </a:lnTo>
                    <a:lnTo>
                      <a:pt x="76" y="952"/>
                    </a:lnTo>
                    <a:lnTo>
                      <a:pt x="8021" y="476"/>
                    </a:lnTo>
                    <a:cubicBezTo>
                      <a:pt x="8046" y="326"/>
                      <a:pt x="8071" y="175"/>
                      <a:pt x="80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1" name="Google Shape;5731;p50"/>
              <p:cNvSpPr/>
              <p:nvPr/>
            </p:nvSpPr>
            <p:spPr>
              <a:xfrm>
                <a:off x="5112950" y="2053275"/>
                <a:ext cx="216175" cy="24475"/>
              </a:xfrm>
              <a:custGeom>
                <a:rect b="b" l="l" r="r" t="t"/>
                <a:pathLst>
                  <a:path extrusionOk="0" h="979" w="8647">
                    <a:moveTo>
                      <a:pt x="8647" y="1"/>
                    </a:moveTo>
                    <a:lnTo>
                      <a:pt x="0" y="502"/>
                    </a:lnTo>
                    <a:lnTo>
                      <a:pt x="75" y="978"/>
                    </a:lnTo>
                    <a:lnTo>
                      <a:pt x="8597" y="477"/>
                    </a:lnTo>
                    <a:cubicBezTo>
                      <a:pt x="8622" y="327"/>
                      <a:pt x="8647" y="151"/>
                      <a:pt x="86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2" name="Google Shape;5732;p50"/>
              <p:cNvSpPr/>
              <p:nvPr/>
            </p:nvSpPr>
            <p:spPr>
              <a:xfrm>
                <a:off x="5104175" y="1994400"/>
                <a:ext cx="231850" cy="25700"/>
              </a:xfrm>
              <a:custGeom>
                <a:rect b="b" l="l" r="r" t="t"/>
                <a:pathLst>
                  <a:path extrusionOk="0" h="1028" w="9274">
                    <a:moveTo>
                      <a:pt x="9273" y="0"/>
                    </a:moveTo>
                    <a:lnTo>
                      <a:pt x="100" y="551"/>
                    </a:lnTo>
                    <a:lnTo>
                      <a:pt x="0" y="551"/>
                    </a:lnTo>
                    <a:lnTo>
                      <a:pt x="75" y="1028"/>
                    </a:lnTo>
                    <a:lnTo>
                      <a:pt x="9223" y="501"/>
                    </a:lnTo>
                    <a:cubicBezTo>
                      <a:pt x="9223" y="326"/>
                      <a:pt x="9248" y="175"/>
                      <a:pt x="92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3" name="Google Shape;5733;p50"/>
              <p:cNvSpPr/>
              <p:nvPr/>
            </p:nvSpPr>
            <p:spPr>
              <a:xfrm>
                <a:off x="4857300" y="1936125"/>
                <a:ext cx="485000" cy="28850"/>
              </a:xfrm>
              <a:custGeom>
                <a:rect b="b" l="l" r="r" t="t"/>
                <a:pathLst>
                  <a:path extrusionOk="0" h="1154" w="19400">
                    <a:moveTo>
                      <a:pt x="19399" y="0"/>
                    </a:moveTo>
                    <a:lnTo>
                      <a:pt x="0" y="677"/>
                    </a:lnTo>
                    <a:lnTo>
                      <a:pt x="0" y="1153"/>
                    </a:lnTo>
                    <a:lnTo>
                      <a:pt x="19349" y="476"/>
                    </a:lnTo>
                    <a:cubicBezTo>
                      <a:pt x="19349" y="301"/>
                      <a:pt x="19374" y="151"/>
                      <a:pt x="193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4" name="Google Shape;5734;p50"/>
              <p:cNvSpPr/>
              <p:nvPr/>
            </p:nvSpPr>
            <p:spPr>
              <a:xfrm>
                <a:off x="4805300" y="1158550"/>
                <a:ext cx="586500" cy="773200"/>
              </a:xfrm>
              <a:custGeom>
                <a:rect b="b" l="l" r="r" t="t"/>
                <a:pathLst>
                  <a:path extrusionOk="0" h="30928" w="23460">
                    <a:moveTo>
                      <a:pt x="5539" y="0"/>
                    </a:moveTo>
                    <a:cubicBezTo>
                      <a:pt x="5539" y="0"/>
                      <a:pt x="0" y="15514"/>
                      <a:pt x="476" y="30928"/>
                    </a:cubicBezTo>
                    <a:lnTo>
                      <a:pt x="23459" y="29725"/>
                    </a:lnTo>
                    <a:cubicBezTo>
                      <a:pt x="23459" y="29725"/>
                      <a:pt x="21780" y="4361"/>
                      <a:pt x="18772" y="126"/>
                    </a:cubicBezTo>
                    <a:lnTo>
                      <a:pt x="55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5" name="Google Shape;5735;p50"/>
              <p:cNvSpPr/>
              <p:nvPr/>
            </p:nvSpPr>
            <p:spPr>
              <a:xfrm>
                <a:off x="4927475" y="1379100"/>
                <a:ext cx="84600" cy="88375"/>
              </a:xfrm>
              <a:custGeom>
                <a:rect b="b" l="l" r="r" t="t"/>
                <a:pathLst>
                  <a:path extrusionOk="0" h="3535" w="3384">
                    <a:moveTo>
                      <a:pt x="1955" y="777"/>
                    </a:moveTo>
                    <a:cubicBezTo>
                      <a:pt x="1955" y="802"/>
                      <a:pt x="1980" y="827"/>
                      <a:pt x="1980" y="852"/>
                    </a:cubicBezTo>
                    <a:cubicBezTo>
                      <a:pt x="1980" y="903"/>
                      <a:pt x="2006" y="953"/>
                      <a:pt x="2006" y="1003"/>
                    </a:cubicBezTo>
                    <a:cubicBezTo>
                      <a:pt x="2031" y="1053"/>
                      <a:pt x="2031" y="1103"/>
                      <a:pt x="2056" y="1153"/>
                    </a:cubicBezTo>
                    <a:cubicBezTo>
                      <a:pt x="2056" y="1178"/>
                      <a:pt x="2056" y="1203"/>
                      <a:pt x="2056" y="1228"/>
                    </a:cubicBezTo>
                    <a:cubicBezTo>
                      <a:pt x="2031" y="1253"/>
                      <a:pt x="2006" y="1279"/>
                      <a:pt x="1980" y="1304"/>
                    </a:cubicBezTo>
                    <a:cubicBezTo>
                      <a:pt x="1930" y="1329"/>
                      <a:pt x="1880" y="1379"/>
                      <a:pt x="1830" y="1404"/>
                    </a:cubicBezTo>
                    <a:cubicBezTo>
                      <a:pt x="1780" y="1454"/>
                      <a:pt x="1730" y="1479"/>
                      <a:pt x="1680" y="1529"/>
                    </a:cubicBezTo>
                    <a:cubicBezTo>
                      <a:pt x="1655" y="1554"/>
                      <a:pt x="1630" y="1579"/>
                      <a:pt x="1579" y="1604"/>
                    </a:cubicBezTo>
                    <a:cubicBezTo>
                      <a:pt x="1554" y="1479"/>
                      <a:pt x="1529" y="1354"/>
                      <a:pt x="1504" y="1228"/>
                    </a:cubicBezTo>
                    <a:cubicBezTo>
                      <a:pt x="1479" y="1203"/>
                      <a:pt x="1479" y="1178"/>
                      <a:pt x="1479" y="1178"/>
                    </a:cubicBezTo>
                    <a:cubicBezTo>
                      <a:pt x="1479" y="1178"/>
                      <a:pt x="1504" y="1153"/>
                      <a:pt x="1504" y="1153"/>
                    </a:cubicBezTo>
                    <a:cubicBezTo>
                      <a:pt x="1529" y="1153"/>
                      <a:pt x="1554" y="1128"/>
                      <a:pt x="1579" y="1103"/>
                    </a:cubicBezTo>
                    <a:cubicBezTo>
                      <a:pt x="1630" y="1078"/>
                      <a:pt x="1655" y="1053"/>
                      <a:pt x="1680" y="1028"/>
                    </a:cubicBezTo>
                    <a:cubicBezTo>
                      <a:pt x="1705" y="1003"/>
                      <a:pt x="1730" y="978"/>
                      <a:pt x="1755" y="953"/>
                    </a:cubicBezTo>
                    <a:cubicBezTo>
                      <a:pt x="1780" y="953"/>
                      <a:pt x="1805" y="928"/>
                      <a:pt x="1830" y="903"/>
                    </a:cubicBezTo>
                    <a:cubicBezTo>
                      <a:pt x="1855" y="852"/>
                      <a:pt x="1905" y="827"/>
                      <a:pt x="1955" y="802"/>
                    </a:cubicBezTo>
                    <a:cubicBezTo>
                      <a:pt x="1955" y="802"/>
                      <a:pt x="1955" y="802"/>
                      <a:pt x="1955" y="777"/>
                    </a:cubicBezTo>
                    <a:close/>
                    <a:moveTo>
                      <a:pt x="878" y="1003"/>
                    </a:moveTo>
                    <a:cubicBezTo>
                      <a:pt x="903" y="1003"/>
                      <a:pt x="928" y="1003"/>
                      <a:pt x="953" y="1028"/>
                    </a:cubicBezTo>
                    <a:cubicBezTo>
                      <a:pt x="1003" y="1028"/>
                      <a:pt x="1028" y="1028"/>
                      <a:pt x="1053" y="1053"/>
                    </a:cubicBezTo>
                    <a:cubicBezTo>
                      <a:pt x="1078" y="1053"/>
                      <a:pt x="1103" y="1053"/>
                      <a:pt x="1153" y="1078"/>
                    </a:cubicBezTo>
                    <a:cubicBezTo>
                      <a:pt x="1204" y="1103"/>
                      <a:pt x="1254" y="1103"/>
                      <a:pt x="1329" y="1128"/>
                    </a:cubicBezTo>
                    <a:lnTo>
                      <a:pt x="1354" y="1128"/>
                    </a:lnTo>
                    <a:cubicBezTo>
                      <a:pt x="1379" y="1153"/>
                      <a:pt x="1379" y="1203"/>
                      <a:pt x="1379" y="1228"/>
                    </a:cubicBezTo>
                    <a:cubicBezTo>
                      <a:pt x="1429" y="1354"/>
                      <a:pt x="1454" y="1479"/>
                      <a:pt x="1479" y="1604"/>
                    </a:cubicBezTo>
                    <a:cubicBezTo>
                      <a:pt x="1479" y="1629"/>
                      <a:pt x="1504" y="1654"/>
                      <a:pt x="1504" y="1654"/>
                    </a:cubicBezTo>
                    <a:cubicBezTo>
                      <a:pt x="1454" y="1654"/>
                      <a:pt x="1429" y="1654"/>
                      <a:pt x="1404" y="1629"/>
                    </a:cubicBezTo>
                    <a:cubicBezTo>
                      <a:pt x="1304" y="1604"/>
                      <a:pt x="1204" y="1554"/>
                      <a:pt x="1078" y="1529"/>
                    </a:cubicBezTo>
                    <a:cubicBezTo>
                      <a:pt x="1078" y="1504"/>
                      <a:pt x="1078" y="1504"/>
                      <a:pt x="1078" y="1479"/>
                    </a:cubicBezTo>
                    <a:cubicBezTo>
                      <a:pt x="1053" y="1479"/>
                      <a:pt x="1053" y="1454"/>
                      <a:pt x="1053" y="1429"/>
                    </a:cubicBezTo>
                    <a:cubicBezTo>
                      <a:pt x="1028" y="1379"/>
                      <a:pt x="1003" y="1329"/>
                      <a:pt x="978" y="1279"/>
                    </a:cubicBezTo>
                    <a:cubicBezTo>
                      <a:pt x="953" y="1228"/>
                      <a:pt x="953" y="1178"/>
                      <a:pt x="928" y="1128"/>
                    </a:cubicBezTo>
                    <a:cubicBezTo>
                      <a:pt x="928" y="1078"/>
                      <a:pt x="903" y="1053"/>
                      <a:pt x="878" y="1003"/>
                    </a:cubicBezTo>
                    <a:close/>
                    <a:moveTo>
                      <a:pt x="2081" y="1304"/>
                    </a:moveTo>
                    <a:cubicBezTo>
                      <a:pt x="2131" y="1329"/>
                      <a:pt x="2156" y="1354"/>
                      <a:pt x="2206" y="1354"/>
                    </a:cubicBezTo>
                    <a:cubicBezTo>
                      <a:pt x="2256" y="1404"/>
                      <a:pt x="2331" y="1429"/>
                      <a:pt x="2381" y="1454"/>
                    </a:cubicBezTo>
                    <a:cubicBezTo>
                      <a:pt x="2482" y="1504"/>
                      <a:pt x="2582" y="1529"/>
                      <a:pt x="2682" y="1579"/>
                    </a:cubicBezTo>
                    <a:cubicBezTo>
                      <a:pt x="2657" y="1579"/>
                      <a:pt x="2657" y="1604"/>
                      <a:pt x="2632" y="1604"/>
                    </a:cubicBezTo>
                    <a:cubicBezTo>
                      <a:pt x="2607" y="1629"/>
                      <a:pt x="2557" y="1654"/>
                      <a:pt x="2507" y="1680"/>
                    </a:cubicBezTo>
                    <a:cubicBezTo>
                      <a:pt x="2457" y="1705"/>
                      <a:pt x="2407" y="1730"/>
                      <a:pt x="2381" y="1755"/>
                    </a:cubicBezTo>
                    <a:cubicBezTo>
                      <a:pt x="2331" y="1780"/>
                      <a:pt x="2281" y="1805"/>
                      <a:pt x="2256" y="1805"/>
                    </a:cubicBezTo>
                    <a:cubicBezTo>
                      <a:pt x="2231" y="1830"/>
                      <a:pt x="2231" y="1830"/>
                      <a:pt x="2206" y="1830"/>
                    </a:cubicBezTo>
                    <a:cubicBezTo>
                      <a:pt x="2206" y="1855"/>
                      <a:pt x="2181" y="1855"/>
                      <a:pt x="2181" y="1855"/>
                    </a:cubicBezTo>
                    <a:lnTo>
                      <a:pt x="2156" y="1855"/>
                    </a:lnTo>
                    <a:cubicBezTo>
                      <a:pt x="2081" y="1830"/>
                      <a:pt x="2006" y="1805"/>
                      <a:pt x="1955" y="1805"/>
                    </a:cubicBezTo>
                    <a:cubicBezTo>
                      <a:pt x="1880" y="1780"/>
                      <a:pt x="1830" y="1755"/>
                      <a:pt x="1755" y="1730"/>
                    </a:cubicBezTo>
                    <a:cubicBezTo>
                      <a:pt x="1705" y="1730"/>
                      <a:pt x="1680" y="1705"/>
                      <a:pt x="1630" y="1705"/>
                    </a:cubicBezTo>
                    <a:cubicBezTo>
                      <a:pt x="1655" y="1654"/>
                      <a:pt x="1705" y="1629"/>
                      <a:pt x="1730" y="1604"/>
                    </a:cubicBezTo>
                    <a:cubicBezTo>
                      <a:pt x="1780" y="1554"/>
                      <a:pt x="1830" y="1504"/>
                      <a:pt x="1880" y="1454"/>
                    </a:cubicBezTo>
                    <a:cubicBezTo>
                      <a:pt x="1930" y="1429"/>
                      <a:pt x="1980" y="1379"/>
                      <a:pt x="2006" y="1354"/>
                    </a:cubicBezTo>
                    <a:cubicBezTo>
                      <a:pt x="2031" y="1329"/>
                      <a:pt x="2056" y="1329"/>
                      <a:pt x="2081" y="1304"/>
                    </a:cubicBezTo>
                    <a:close/>
                    <a:moveTo>
                      <a:pt x="1053" y="1629"/>
                    </a:moveTo>
                    <a:cubicBezTo>
                      <a:pt x="1103" y="1654"/>
                      <a:pt x="1153" y="1680"/>
                      <a:pt x="1229" y="1705"/>
                    </a:cubicBezTo>
                    <a:cubicBezTo>
                      <a:pt x="1279" y="1730"/>
                      <a:pt x="1329" y="1755"/>
                      <a:pt x="1404" y="1780"/>
                    </a:cubicBezTo>
                    <a:lnTo>
                      <a:pt x="1379" y="1780"/>
                    </a:lnTo>
                    <a:cubicBezTo>
                      <a:pt x="1354" y="1830"/>
                      <a:pt x="1304" y="1855"/>
                      <a:pt x="1254" y="1905"/>
                    </a:cubicBezTo>
                    <a:cubicBezTo>
                      <a:pt x="1204" y="1955"/>
                      <a:pt x="1153" y="1980"/>
                      <a:pt x="1103" y="2030"/>
                    </a:cubicBezTo>
                    <a:cubicBezTo>
                      <a:pt x="1103" y="2030"/>
                      <a:pt x="1078" y="2055"/>
                      <a:pt x="1078" y="2055"/>
                    </a:cubicBezTo>
                    <a:lnTo>
                      <a:pt x="1003" y="2055"/>
                    </a:lnTo>
                    <a:cubicBezTo>
                      <a:pt x="928" y="2030"/>
                      <a:pt x="878" y="2005"/>
                      <a:pt x="828" y="2005"/>
                    </a:cubicBezTo>
                    <a:cubicBezTo>
                      <a:pt x="777" y="1980"/>
                      <a:pt x="727" y="1955"/>
                      <a:pt x="677" y="1955"/>
                    </a:cubicBezTo>
                    <a:cubicBezTo>
                      <a:pt x="652" y="1955"/>
                      <a:pt x="652" y="1930"/>
                      <a:pt x="627" y="1930"/>
                    </a:cubicBezTo>
                    <a:cubicBezTo>
                      <a:pt x="652" y="1930"/>
                      <a:pt x="677" y="1905"/>
                      <a:pt x="677" y="1905"/>
                    </a:cubicBezTo>
                    <a:cubicBezTo>
                      <a:pt x="702" y="1880"/>
                      <a:pt x="727" y="1855"/>
                      <a:pt x="727" y="1855"/>
                    </a:cubicBezTo>
                    <a:cubicBezTo>
                      <a:pt x="752" y="1830"/>
                      <a:pt x="777" y="1805"/>
                      <a:pt x="803" y="1805"/>
                    </a:cubicBezTo>
                    <a:cubicBezTo>
                      <a:pt x="853" y="1755"/>
                      <a:pt x="903" y="1730"/>
                      <a:pt x="953" y="1705"/>
                    </a:cubicBezTo>
                    <a:cubicBezTo>
                      <a:pt x="953" y="1705"/>
                      <a:pt x="978" y="1680"/>
                      <a:pt x="1003" y="1680"/>
                    </a:cubicBezTo>
                    <a:cubicBezTo>
                      <a:pt x="1003" y="1680"/>
                      <a:pt x="1028" y="1654"/>
                      <a:pt x="1053" y="1629"/>
                    </a:cubicBezTo>
                    <a:close/>
                    <a:moveTo>
                      <a:pt x="1655" y="1855"/>
                    </a:moveTo>
                    <a:lnTo>
                      <a:pt x="1655" y="1855"/>
                    </a:lnTo>
                    <a:cubicBezTo>
                      <a:pt x="1805" y="1905"/>
                      <a:pt x="1980" y="1955"/>
                      <a:pt x="2131" y="2030"/>
                    </a:cubicBezTo>
                    <a:lnTo>
                      <a:pt x="2156" y="2030"/>
                    </a:lnTo>
                    <a:cubicBezTo>
                      <a:pt x="2156" y="2055"/>
                      <a:pt x="2156" y="2081"/>
                      <a:pt x="2181" y="2081"/>
                    </a:cubicBezTo>
                    <a:cubicBezTo>
                      <a:pt x="2181" y="2131"/>
                      <a:pt x="2181" y="2181"/>
                      <a:pt x="2206" y="2231"/>
                    </a:cubicBezTo>
                    <a:cubicBezTo>
                      <a:pt x="2206" y="2281"/>
                      <a:pt x="2231" y="2356"/>
                      <a:pt x="2256" y="2406"/>
                    </a:cubicBezTo>
                    <a:cubicBezTo>
                      <a:pt x="2256" y="2456"/>
                      <a:pt x="2256" y="2482"/>
                      <a:pt x="2281" y="2507"/>
                    </a:cubicBezTo>
                    <a:lnTo>
                      <a:pt x="2231" y="2507"/>
                    </a:lnTo>
                    <a:cubicBezTo>
                      <a:pt x="2206" y="2507"/>
                      <a:pt x="2181" y="2482"/>
                      <a:pt x="2131" y="2482"/>
                    </a:cubicBezTo>
                    <a:cubicBezTo>
                      <a:pt x="2106" y="2482"/>
                      <a:pt x="2081" y="2482"/>
                      <a:pt x="2031" y="2456"/>
                    </a:cubicBezTo>
                    <a:lnTo>
                      <a:pt x="1980" y="2456"/>
                    </a:lnTo>
                    <a:cubicBezTo>
                      <a:pt x="1955" y="2456"/>
                      <a:pt x="1930" y="2431"/>
                      <a:pt x="1930" y="2431"/>
                    </a:cubicBezTo>
                    <a:cubicBezTo>
                      <a:pt x="1880" y="2431"/>
                      <a:pt x="1855" y="2431"/>
                      <a:pt x="1830" y="2406"/>
                    </a:cubicBezTo>
                    <a:lnTo>
                      <a:pt x="1755" y="2406"/>
                    </a:lnTo>
                    <a:cubicBezTo>
                      <a:pt x="1755" y="2381"/>
                      <a:pt x="1755" y="2356"/>
                      <a:pt x="1755" y="2356"/>
                    </a:cubicBezTo>
                    <a:cubicBezTo>
                      <a:pt x="1730" y="2231"/>
                      <a:pt x="1705" y="2106"/>
                      <a:pt x="1680" y="1980"/>
                    </a:cubicBezTo>
                    <a:cubicBezTo>
                      <a:pt x="1655" y="1930"/>
                      <a:pt x="1655" y="1905"/>
                      <a:pt x="1655" y="1855"/>
                    </a:cubicBezTo>
                    <a:close/>
                    <a:moveTo>
                      <a:pt x="1529" y="1805"/>
                    </a:moveTo>
                    <a:cubicBezTo>
                      <a:pt x="1554" y="1880"/>
                      <a:pt x="1554" y="1930"/>
                      <a:pt x="1579" y="1980"/>
                    </a:cubicBezTo>
                    <a:cubicBezTo>
                      <a:pt x="1605" y="2106"/>
                      <a:pt x="1630" y="2231"/>
                      <a:pt x="1655" y="2356"/>
                    </a:cubicBezTo>
                    <a:cubicBezTo>
                      <a:pt x="1630" y="2356"/>
                      <a:pt x="1630" y="2381"/>
                      <a:pt x="1605" y="2381"/>
                    </a:cubicBezTo>
                    <a:cubicBezTo>
                      <a:pt x="1605" y="2406"/>
                      <a:pt x="1579" y="2431"/>
                      <a:pt x="1554" y="2431"/>
                    </a:cubicBezTo>
                    <a:cubicBezTo>
                      <a:pt x="1554" y="2456"/>
                      <a:pt x="1554" y="2456"/>
                      <a:pt x="1529" y="2456"/>
                    </a:cubicBezTo>
                    <a:cubicBezTo>
                      <a:pt x="1529" y="2482"/>
                      <a:pt x="1529" y="2482"/>
                      <a:pt x="1504" y="2482"/>
                    </a:cubicBezTo>
                    <a:cubicBezTo>
                      <a:pt x="1504" y="2507"/>
                      <a:pt x="1479" y="2507"/>
                      <a:pt x="1454" y="2532"/>
                    </a:cubicBezTo>
                    <a:cubicBezTo>
                      <a:pt x="1454" y="2532"/>
                      <a:pt x="1429" y="2557"/>
                      <a:pt x="1404" y="2582"/>
                    </a:cubicBezTo>
                    <a:cubicBezTo>
                      <a:pt x="1379" y="2582"/>
                      <a:pt x="1379" y="2607"/>
                      <a:pt x="1354" y="2607"/>
                    </a:cubicBezTo>
                    <a:cubicBezTo>
                      <a:pt x="1329" y="2632"/>
                      <a:pt x="1329" y="2632"/>
                      <a:pt x="1304" y="2632"/>
                    </a:cubicBezTo>
                    <a:cubicBezTo>
                      <a:pt x="1304" y="2632"/>
                      <a:pt x="1304" y="2607"/>
                      <a:pt x="1304" y="2607"/>
                    </a:cubicBezTo>
                    <a:cubicBezTo>
                      <a:pt x="1304" y="2582"/>
                      <a:pt x="1279" y="2557"/>
                      <a:pt x="1279" y="2532"/>
                    </a:cubicBezTo>
                    <a:cubicBezTo>
                      <a:pt x="1279" y="2507"/>
                      <a:pt x="1279" y="2482"/>
                      <a:pt x="1254" y="2456"/>
                    </a:cubicBezTo>
                    <a:cubicBezTo>
                      <a:pt x="1254" y="2431"/>
                      <a:pt x="1254" y="2406"/>
                      <a:pt x="1229" y="2381"/>
                    </a:cubicBezTo>
                    <a:cubicBezTo>
                      <a:pt x="1229" y="2356"/>
                      <a:pt x="1229" y="2331"/>
                      <a:pt x="1204" y="2306"/>
                    </a:cubicBezTo>
                    <a:cubicBezTo>
                      <a:pt x="1204" y="2281"/>
                      <a:pt x="1204" y="2256"/>
                      <a:pt x="1178" y="2231"/>
                    </a:cubicBezTo>
                    <a:cubicBezTo>
                      <a:pt x="1178" y="2206"/>
                      <a:pt x="1153" y="2156"/>
                      <a:pt x="1153" y="2131"/>
                    </a:cubicBezTo>
                    <a:cubicBezTo>
                      <a:pt x="1153" y="2106"/>
                      <a:pt x="1153" y="2106"/>
                      <a:pt x="1153" y="2106"/>
                    </a:cubicBezTo>
                    <a:cubicBezTo>
                      <a:pt x="1153" y="2106"/>
                      <a:pt x="1153" y="2106"/>
                      <a:pt x="1178" y="2081"/>
                    </a:cubicBezTo>
                    <a:cubicBezTo>
                      <a:pt x="1229" y="2055"/>
                      <a:pt x="1279" y="2005"/>
                      <a:pt x="1329" y="1980"/>
                    </a:cubicBezTo>
                    <a:cubicBezTo>
                      <a:pt x="1354" y="1930"/>
                      <a:pt x="1404" y="1905"/>
                      <a:pt x="1454" y="1855"/>
                    </a:cubicBezTo>
                    <a:cubicBezTo>
                      <a:pt x="1479" y="1830"/>
                      <a:pt x="1479" y="1830"/>
                      <a:pt x="1504" y="1805"/>
                    </a:cubicBezTo>
                    <a:close/>
                    <a:moveTo>
                      <a:pt x="1630" y="0"/>
                    </a:moveTo>
                    <a:cubicBezTo>
                      <a:pt x="1605" y="25"/>
                      <a:pt x="1605" y="25"/>
                      <a:pt x="1605" y="50"/>
                    </a:cubicBezTo>
                    <a:cubicBezTo>
                      <a:pt x="1529" y="176"/>
                      <a:pt x="1479" y="301"/>
                      <a:pt x="1429" y="451"/>
                    </a:cubicBezTo>
                    <a:cubicBezTo>
                      <a:pt x="1404" y="477"/>
                      <a:pt x="1379" y="527"/>
                      <a:pt x="1379" y="552"/>
                    </a:cubicBezTo>
                    <a:cubicBezTo>
                      <a:pt x="1354" y="527"/>
                      <a:pt x="1354" y="502"/>
                      <a:pt x="1354" y="477"/>
                    </a:cubicBezTo>
                    <a:cubicBezTo>
                      <a:pt x="1354" y="426"/>
                      <a:pt x="1329" y="376"/>
                      <a:pt x="1329" y="301"/>
                    </a:cubicBezTo>
                    <a:cubicBezTo>
                      <a:pt x="1304" y="251"/>
                      <a:pt x="1279" y="176"/>
                      <a:pt x="1279" y="126"/>
                    </a:cubicBezTo>
                    <a:cubicBezTo>
                      <a:pt x="1279" y="76"/>
                      <a:pt x="1254" y="76"/>
                      <a:pt x="1229" y="76"/>
                    </a:cubicBezTo>
                    <a:lnTo>
                      <a:pt x="1204" y="76"/>
                    </a:lnTo>
                    <a:cubicBezTo>
                      <a:pt x="1178" y="76"/>
                      <a:pt x="1153" y="101"/>
                      <a:pt x="1153" y="151"/>
                    </a:cubicBezTo>
                    <a:cubicBezTo>
                      <a:pt x="1178" y="201"/>
                      <a:pt x="1178" y="251"/>
                      <a:pt x="1204" y="326"/>
                    </a:cubicBezTo>
                    <a:cubicBezTo>
                      <a:pt x="1204" y="376"/>
                      <a:pt x="1229" y="426"/>
                      <a:pt x="1229" y="502"/>
                    </a:cubicBezTo>
                    <a:cubicBezTo>
                      <a:pt x="1254" y="527"/>
                      <a:pt x="1254" y="552"/>
                      <a:pt x="1254" y="577"/>
                    </a:cubicBezTo>
                    <a:cubicBezTo>
                      <a:pt x="1229" y="552"/>
                      <a:pt x="1178" y="552"/>
                      <a:pt x="1153" y="527"/>
                    </a:cubicBezTo>
                    <a:cubicBezTo>
                      <a:pt x="1103" y="502"/>
                      <a:pt x="1078" y="477"/>
                      <a:pt x="1028" y="477"/>
                    </a:cubicBezTo>
                    <a:cubicBezTo>
                      <a:pt x="978" y="451"/>
                      <a:pt x="928" y="426"/>
                      <a:pt x="903" y="401"/>
                    </a:cubicBezTo>
                    <a:cubicBezTo>
                      <a:pt x="878" y="376"/>
                      <a:pt x="878" y="376"/>
                      <a:pt x="853" y="376"/>
                    </a:cubicBezTo>
                    <a:cubicBezTo>
                      <a:pt x="853" y="376"/>
                      <a:pt x="828" y="401"/>
                      <a:pt x="803" y="401"/>
                    </a:cubicBezTo>
                    <a:cubicBezTo>
                      <a:pt x="777" y="426"/>
                      <a:pt x="803" y="477"/>
                      <a:pt x="828" y="502"/>
                    </a:cubicBezTo>
                    <a:cubicBezTo>
                      <a:pt x="878" y="527"/>
                      <a:pt x="903" y="552"/>
                      <a:pt x="953" y="577"/>
                    </a:cubicBezTo>
                    <a:cubicBezTo>
                      <a:pt x="1003" y="602"/>
                      <a:pt x="1028" y="627"/>
                      <a:pt x="1078" y="652"/>
                    </a:cubicBezTo>
                    <a:cubicBezTo>
                      <a:pt x="1103" y="652"/>
                      <a:pt x="1153" y="677"/>
                      <a:pt x="1178" y="702"/>
                    </a:cubicBezTo>
                    <a:cubicBezTo>
                      <a:pt x="1229" y="702"/>
                      <a:pt x="1254" y="727"/>
                      <a:pt x="1279" y="752"/>
                    </a:cubicBezTo>
                    <a:cubicBezTo>
                      <a:pt x="1279" y="777"/>
                      <a:pt x="1304" y="827"/>
                      <a:pt x="1304" y="852"/>
                    </a:cubicBezTo>
                    <a:cubicBezTo>
                      <a:pt x="1304" y="903"/>
                      <a:pt x="1329" y="978"/>
                      <a:pt x="1329" y="1028"/>
                    </a:cubicBezTo>
                    <a:cubicBezTo>
                      <a:pt x="1354" y="1053"/>
                      <a:pt x="1354" y="1053"/>
                      <a:pt x="1354" y="1053"/>
                    </a:cubicBezTo>
                    <a:cubicBezTo>
                      <a:pt x="1279" y="1053"/>
                      <a:pt x="1229" y="1028"/>
                      <a:pt x="1178" y="1003"/>
                    </a:cubicBezTo>
                    <a:cubicBezTo>
                      <a:pt x="1128" y="1003"/>
                      <a:pt x="1103" y="1003"/>
                      <a:pt x="1078" y="978"/>
                    </a:cubicBezTo>
                    <a:cubicBezTo>
                      <a:pt x="1053" y="978"/>
                      <a:pt x="1028" y="978"/>
                      <a:pt x="978" y="953"/>
                    </a:cubicBezTo>
                    <a:cubicBezTo>
                      <a:pt x="928" y="953"/>
                      <a:pt x="903" y="928"/>
                      <a:pt x="853" y="928"/>
                    </a:cubicBezTo>
                    <a:cubicBezTo>
                      <a:pt x="828" y="928"/>
                      <a:pt x="828" y="903"/>
                      <a:pt x="803" y="903"/>
                    </a:cubicBezTo>
                    <a:cubicBezTo>
                      <a:pt x="777" y="928"/>
                      <a:pt x="752" y="953"/>
                      <a:pt x="752" y="978"/>
                    </a:cubicBezTo>
                    <a:cubicBezTo>
                      <a:pt x="752" y="1003"/>
                      <a:pt x="752" y="1028"/>
                      <a:pt x="777" y="1053"/>
                    </a:cubicBezTo>
                    <a:cubicBezTo>
                      <a:pt x="777" y="1078"/>
                      <a:pt x="777" y="1103"/>
                      <a:pt x="803" y="1103"/>
                    </a:cubicBezTo>
                    <a:cubicBezTo>
                      <a:pt x="828" y="1153"/>
                      <a:pt x="853" y="1203"/>
                      <a:pt x="878" y="1253"/>
                    </a:cubicBezTo>
                    <a:cubicBezTo>
                      <a:pt x="903" y="1329"/>
                      <a:pt x="928" y="1379"/>
                      <a:pt x="953" y="1429"/>
                    </a:cubicBezTo>
                    <a:cubicBezTo>
                      <a:pt x="978" y="1454"/>
                      <a:pt x="978" y="1479"/>
                      <a:pt x="1003" y="1504"/>
                    </a:cubicBezTo>
                    <a:cubicBezTo>
                      <a:pt x="953" y="1479"/>
                      <a:pt x="903" y="1454"/>
                      <a:pt x="853" y="1454"/>
                    </a:cubicBezTo>
                    <a:cubicBezTo>
                      <a:pt x="803" y="1429"/>
                      <a:pt x="727" y="1404"/>
                      <a:pt x="677" y="1379"/>
                    </a:cubicBezTo>
                    <a:lnTo>
                      <a:pt x="652" y="1379"/>
                    </a:lnTo>
                    <a:cubicBezTo>
                      <a:pt x="652" y="1379"/>
                      <a:pt x="652" y="1354"/>
                      <a:pt x="652" y="1354"/>
                    </a:cubicBezTo>
                    <a:lnTo>
                      <a:pt x="627" y="1354"/>
                    </a:lnTo>
                    <a:cubicBezTo>
                      <a:pt x="602" y="1304"/>
                      <a:pt x="577" y="1253"/>
                      <a:pt x="527" y="1178"/>
                    </a:cubicBezTo>
                    <a:cubicBezTo>
                      <a:pt x="527" y="1153"/>
                      <a:pt x="502" y="1128"/>
                      <a:pt x="477" y="1103"/>
                    </a:cubicBezTo>
                    <a:cubicBezTo>
                      <a:pt x="452" y="1053"/>
                      <a:pt x="427" y="1003"/>
                      <a:pt x="402" y="978"/>
                    </a:cubicBezTo>
                    <a:cubicBezTo>
                      <a:pt x="402" y="953"/>
                      <a:pt x="376" y="953"/>
                      <a:pt x="351" y="928"/>
                    </a:cubicBezTo>
                    <a:cubicBezTo>
                      <a:pt x="351" y="928"/>
                      <a:pt x="351" y="953"/>
                      <a:pt x="326" y="953"/>
                    </a:cubicBezTo>
                    <a:cubicBezTo>
                      <a:pt x="326" y="953"/>
                      <a:pt x="301" y="978"/>
                      <a:pt x="301" y="978"/>
                    </a:cubicBezTo>
                    <a:cubicBezTo>
                      <a:pt x="301" y="1003"/>
                      <a:pt x="301" y="1003"/>
                      <a:pt x="301" y="1028"/>
                    </a:cubicBezTo>
                    <a:cubicBezTo>
                      <a:pt x="351" y="1103"/>
                      <a:pt x="376" y="1178"/>
                      <a:pt x="402" y="1253"/>
                    </a:cubicBezTo>
                    <a:cubicBezTo>
                      <a:pt x="427" y="1279"/>
                      <a:pt x="427" y="1304"/>
                      <a:pt x="452" y="1304"/>
                    </a:cubicBezTo>
                    <a:cubicBezTo>
                      <a:pt x="402" y="1304"/>
                      <a:pt x="376" y="1279"/>
                      <a:pt x="326" y="1279"/>
                    </a:cubicBezTo>
                    <a:cubicBezTo>
                      <a:pt x="276" y="1253"/>
                      <a:pt x="201" y="1253"/>
                      <a:pt x="151" y="1228"/>
                    </a:cubicBezTo>
                    <a:cubicBezTo>
                      <a:pt x="126" y="1203"/>
                      <a:pt x="101" y="1203"/>
                      <a:pt x="76" y="1178"/>
                    </a:cubicBezTo>
                    <a:lnTo>
                      <a:pt x="51" y="1178"/>
                    </a:lnTo>
                    <a:cubicBezTo>
                      <a:pt x="26" y="1178"/>
                      <a:pt x="26" y="1178"/>
                      <a:pt x="0" y="1203"/>
                    </a:cubicBezTo>
                    <a:cubicBezTo>
                      <a:pt x="0" y="1228"/>
                      <a:pt x="0" y="1253"/>
                      <a:pt x="26" y="1253"/>
                    </a:cubicBezTo>
                    <a:cubicBezTo>
                      <a:pt x="76" y="1279"/>
                      <a:pt x="101" y="1304"/>
                      <a:pt x="151" y="1329"/>
                    </a:cubicBezTo>
                    <a:cubicBezTo>
                      <a:pt x="176" y="1329"/>
                      <a:pt x="201" y="1354"/>
                      <a:pt x="226" y="1354"/>
                    </a:cubicBezTo>
                    <a:cubicBezTo>
                      <a:pt x="276" y="1379"/>
                      <a:pt x="301" y="1379"/>
                      <a:pt x="326" y="1404"/>
                    </a:cubicBezTo>
                    <a:cubicBezTo>
                      <a:pt x="351" y="1404"/>
                      <a:pt x="402" y="1404"/>
                      <a:pt x="427" y="1429"/>
                    </a:cubicBezTo>
                    <a:cubicBezTo>
                      <a:pt x="402" y="1429"/>
                      <a:pt x="376" y="1454"/>
                      <a:pt x="376" y="1479"/>
                    </a:cubicBezTo>
                    <a:cubicBezTo>
                      <a:pt x="301" y="1529"/>
                      <a:pt x="251" y="1554"/>
                      <a:pt x="176" y="1604"/>
                    </a:cubicBezTo>
                    <a:cubicBezTo>
                      <a:pt x="151" y="1629"/>
                      <a:pt x="151" y="1680"/>
                      <a:pt x="176" y="1705"/>
                    </a:cubicBezTo>
                    <a:cubicBezTo>
                      <a:pt x="176" y="1705"/>
                      <a:pt x="201" y="1730"/>
                      <a:pt x="201" y="1730"/>
                    </a:cubicBezTo>
                    <a:lnTo>
                      <a:pt x="276" y="1730"/>
                    </a:lnTo>
                    <a:cubicBezTo>
                      <a:pt x="351" y="1680"/>
                      <a:pt x="427" y="1629"/>
                      <a:pt x="502" y="1554"/>
                    </a:cubicBezTo>
                    <a:cubicBezTo>
                      <a:pt x="527" y="1529"/>
                      <a:pt x="552" y="1529"/>
                      <a:pt x="602" y="1504"/>
                    </a:cubicBezTo>
                    <a:cubicBezTo>
                      <a:pt x="602" y="1504"/>
                      <a:pt x="602" y="1504"/>
                      <a:pt x="602" y="1479"/>
                    </a:cubicBezTo>
                    <a:cubicBezTo>
                      <a:pt x="627" y="1504"/>
                      <a:pt x="652" y="1504"/>
                      <a:pt x="677" y="1504"/>
                    </a:cubicBezTo>
                    <a:cubicBezTo>
                      <a:pt x="727" y="1529"/>
                      <a:pt x="803" y="1554"/>
                      <a:pt x="853" y="1579"/>
                    </a:cubicBezTo>
                    <a:cubicBezTo>
                      <a:pt x="878" y="1579"/>
                      <a:pt x="928" y="1579"/>
                      <a:pt x="953" y="1604"/>
                    </a:cubicBezTo>
                    <a:cubicBezTo>
                      <a:pt x="928" y="1629"/>
                      <a:pt x="903" y="1629"/>
                      <a:pt x="878" y="1654"/>
                    </a:cubicBezTo>
                    <a:cubicBezTo>
                      <a:pt x="853" y="1680"/>
                      <a:pt x="828" y="1705"/>
                      <a:pt x="803" y="1705"/>
                    </a:cubicBezTo>
                    <a:cubicBezTo>
                      <a:pt x="777" y="1730"/>
                      <a:pt x="752" y="1755"/>
                      <a:pt x="727" y="1780"/>
                    </a:cubicBezTo>
                    <a:cubicBezTo>
                      <a:pt x="677" y="1830"/>
                      <a:pt x="627" y="1855"/>
                      <a:pt x="552" y="1905"/>
                    </a:cubicBezTo>
                    <a:cubicBezTo>
                      <a:pt x="527" y="1930"/>
                      <a:pt x="527" y="1930"/>
                      <a:pt x="527" y="1955"/>
                    </a:cubicBezTo>
                    <a:cubicBezTo>
                      <a:pt x="502" y="1955"/>
                      <a:pt x="527" y="1980"/>
                      <a:pt x="552" y="1980"/>
                    </a:cubicBezTo>
                    <a:cubicBezTo>
                      <a:pt x="552" y="2005"/>
                      <a:pt x="577" y="2005"/>
                      <a:pt x="602" y="2005"/>
                    </a:cubicBezTo>
                    <a:cubicBezTo>
                      <a:pt x="602" y="2005"/>
                      <a:pt x="627" y="2030"/>
                      <a:pt x="652" y="2030"/>
                    </a:cubicBezTo>
                    <a:cubicBezTo>
                      <a:pt x="702" y="2030"/>
                      <a:pt x="752" y="2055"/>
                      <a:pt x="828" y="2055"/>
                    </a:cubicBezTo>
                    <a:cubicBezTo>
                      <a:pt x="878" y="2081"/>
                      <a:pt x="928" y="2106"/>
                      <a:pt x="978" y="2106"/>
                    </a:cubicBezTo>
                    <a:cubicBezTo>
                      <a:pt x="1003" y="2106"/>
                      <a:pt x="1003" y="2106"/>
                      <a:pt x="1003" y="2131"/>
                    </a:cubicBezTo>
                    <a:cubicBezTo>
                      <a:pt x="1003" y="2131"/>
                      <a:pt x="978" y="2131"/>
                      <a:pt x="978" y="2156"/>
                    </a:cubicBezTo>
                    <a:cubicBezTo>
                      <a:pt x="928" y="2181"/>
                      <a:pt x="878" y="2231"/>
                      <a:pt x="828" y="2281"/>
                    </a:cubicBezTo>
                    <a:cubicBezTo>
                      <a:pt x="828" y="2306"/>
                      <a:pt x="803" y="2331"/>
                      <a:pt x="777" y="2331"/>
                    </a:cubicBezTo>
                    <a:lnTo>
                      <a:pt x="752" y="2331"/>
                    </a:lnTo>
                    <a:cubicBezTo>
                      <a:pt x="677" y="2306"/>
                      <a:pt x="627" y="2306"/>
                      <a:pt x="552" y="2281"/>
                    </a:cubicBezTo>
                    <a:cubicBezTo>
                      <a:pt x="477" y="2281"/>
                      <a:pt x="402" y="2281"/>
                      <a:pt x="351" y="2256"/>
                    </a:cubicBezTo>
                    <a:lnTo>
                      <a:pt x="226" y="2256"/>
                    </a:lnTo>
                    <a:cubicBezTo>
                      <a:pt x="201" y="2256"/>
                      <a:pt x="176" y="2281"/>
                      <a:pt x="176" y="2306"/>
                    </a:cubicBezTo>
                    <a:cubicBezTo>
                      <a:pt x="176" y="2331"/>
                      <a:pt x="201" y="2381"/>
                      <a:pt x="226" y="2381"/>
                    </a:cubicBezTo>
                    <a:cubicBezTo>
                      <a:pt x="276" y="2406"/>
                      <a:pt x="326" y="2406"/>
                      <a:pt x="376" y="2431"/>
                    </a:cubicBezTo>
                    <a:cubicBezTo>
                      <a:pt x="427" y="2431"/>
                      <a:pt x="477" y="2431"/>
                      <a:pt x="502" y="2456"/>
                    </a:cubicBezTo>
                    <a:cubicBezTo>
                      <a:pt x="552" y="2456"/>
                      <a:pt x="602" y="2456"/>
                      <a:pt x="627" y="2482"/>
                    </a:cubicBezTo>
                    <a:cubicBezTo>
                      <a:pt x="602" y="2507"/>
                      <a:pt x="577" y="2532"/>
                      <a:pt x="552" y="2532"/>
                    </a:cubicBezTo>
                    <a:cubicBezTo>
                      <a:pt x="527" y="2582"/>
                      <a:pt x="477" y="2632"/>
                      <a:pt x="427" y="2657"/>
                    </a:cubicBezTo>
                    <a:cubicBezTo>
                      <a:pt x="376" y="2707"/>
                      <a:pt x="351" y="2732"/>
                      <a:pt x="301" y="2782"/>
                    </a:cubicBezTo>
                    <a:cubicBezTo>
                      <a:pt x="301" y="2782"/>
                      <a:pt x="301" y="2807"/>
                      <a:pt x="301" y="2807"/>
                    </a:cubicBezTo>
                    <a:cubicBezTo>
                      <a:pt x="326" y="2832"/>
                      <a:pt x="326" y="2832"/>
                      <a:pt x="351" y="2832"/>
                    </a:cubicBezTo>
                    <a:cubicBezTo>
                      <a:pt x="402" y="2782"/>
                      <a:pt x="427" y="2732"/>
                      <a:pt x="477" y="2707"/>
                    </a:cubicBezTo>
                    <a:cubicBezTo>
                      <a:pt x="527" y="2657"/>
                      <a:pt x="552" y="2632"/>
                      <a:pt x="602" y="2582"/>
                    </a:cubicBezTo>
                    <a:cubicBezTo>
                      <a:pt x="627" y="2557"/>
                      <a:pt x="677" y="2532"/>
                      <a:pt x="702" y="2507"/>
                    </a:cubicBezTo>
                    <a:cubicBezTo>
                      <a:pt x="702" y="2557"/>
                      <a:pt x="702" y="2632"/>
                      <a:pt x="702" y="2682"/>
                    </a:cubicBezTo>
                    <a:cubicBezTo>
                      <a:pt x="702" y="2757"/>
                      <a:pt x="677" y="2858"/>
                      <a:pt x="677" y="2958"/>
                    </a:cubicBezTo>
                    <a:cubicBezTo>
                      <a:pt x="677" y="2983"/>
                      <a:pt x="702" y="3008"/>
                      <a:pt x="727" y="3008"/>
                    </a:cubicBezTo>
                    <a:cubicBezTo>
                      <a:pt x="752" y="3008"/>
                      <a:pt x="777" y="2983"/>
                      <a:pt x="777" y="2958"/>
                    </a:cubicBezTo>
                    <a:cubicBezTo>
                      <a:pt x="777" y="2807"/>
                      <a:pt x="803" y="2632"/>
                      <a:pt x="777" y="2456"/>
                    </a:cubicBezTo>
                    <a:cubicBezTo>
                      <a:pt x="803" y="2456"/>
                      <a:pt x="803" y="2456"/>
                      <a:pt x="803" y="2431"/>
                    </a:cubicBezTo>
                    <a:cubicBezTo>
                      <a:pt x="803" y="2431"/>
                      <a:pt x="803" y="2406"/>
                      <a:pt x="803" y="2406"/>
                    </a:cubicBezTo>
                    <a:cubicBezTo>
                      <a:pt x="828" y="2381"/>
                      <a:pt x="853" y="2356"/>
                      <a:pt x="903" y="2331"/>
                    </a:cubicBezTo>
                    <a:cubicBezTo>
                      <a:pt x="928" y="2281"/>
                      <a:pt x="978" y="2256"/>
                      <a:pt x="1028" y="2206"/>
                    </a:cubicBezTo>
                    <a:lnTo>
                      <a:pt x="1053" y="2206"/>
                    </a:lnTo>
                    <a:cubicBezTo>
                      <a:pt x="1053" y="2231"/>
                      <a:pt x="1053" y="2256"/>
                      <a:pt x="1078" y="2281"/>
                    </a:cubicBezTo>
                    <a:cubicBezTo>
                      <a:pt x="1078" y="2306"/>
                      <a:pt x="1078" y="2331"/>
                      <a:pt x="1103" y="2356"/>
                    </a:cubicBezTo>
                    <a:cubicBezTo>
                      <a:pt x="1103" y="2381"/>
                      <a:pt x="1128" y="2406"/>
                      <a:pt x="1128" y="2431"/>
                    </a:cubicBezTo>
                    <a:cubicBezTo>
                      <a:pt x="1153" y="2456"/>
                      <a:pt x="1153" y="2482"/>
                      <a:pt x="1153" y="2507"/>
                    </a:cubicBezTo>
                    <a:cubicBezTo>
                      <a:pt x="1178" y="2532"/>
                      <a:pt x="1178" y="2557"/>
                      <a:pt x="1204" y="2582"/>
                    </a:cubicBezTo>
                    <a:cubicBezTo>
                      <a:pt x="1204" y="2582"/>
                      <a:pt x="1204" y="2607"/>
                      <a:pt x="1229" y="2632"/>
                    </a:cubicBezTo>
                    <a:cubicBezTo>
                      <a:pt x="1229" y="2657"/>
                      <a:pt x="1229" y="2682"/>
                      <a:pt x="1254" y="2682"/>
                    </a:cubicBezTo>
                    <a:cubicBezTo>
                      <a:pt x="1254" y="2682"/>
                      <a:pt x="1254" y="2682"/>
                      <a:pt x="1254" y="2707"/>
                    </a:cubicBezTo>
                    <a:cubicBezTo>
                      <a:pt x="1254" y="2707"/>
                      <a:pt x="1254" y="2732"/>
                      <a:pt x="1254" y="2732"/>
                    </a:cubicBezTo>
                    <a:lnTo>
                      <a:pt x="1304" y="2732"/>
                    </a:lnTo>
                    <a:cubicBezTo>
                      <a:pt x="1329" y="2732"/>
                      <a:pt x="1329" y="2707"/>
                      <a:pt x="1354" y="2707"/>
                    </a:cubicBezTo>
                    <a:cubicBezTo>
                      <a:pt x="1354" y="2682"/>
                      <a:pt x="1379" y="2682"/>
                      <a:pt x="1404" y="2657"/>
                    </a:cubicBezTo>
                    <a:cubicBezTo>
                      <a:pt x="1404" y="2657"/>
                      <a:pt x="1429" y="2632"/>
                      <a:pt x="1454" y="2607"/>
                    </a:cubicBezTo>
                    <a:cubicBezTo>
                      <a:pt x="1479" y="2607"/>
                      <a:pt x="1479" y="2582"/>
                      <a:pt x="1504" y="2582"/>
                    </a:cubicBezTo>
                    <a:cubicBezTo>
                      <a:pt x="1529" y="2557"/>
                      <a:pt x="1529" y="2557"/>
                      <a:pt x="1554" y="2532"/>
                    </a:cubicBezTo>
                    <a:cubicBezTo>
                      <a:pt x="1579" y="2532"/>
                      <a:pt x="1579" y="2507"/>
                      <a:pt x="1605" y="2482"/>
                    </a:cubicBezTo>
                    <a:cubicBezTo>
                      <a:pt x="1630" y="2482"/>
                      <a:pt x="1655" y="2456"/>
                      <a:pt x="1655" y="2431"/>
                    </a:cubicBezTo>
                    <a:lnTo>
                      <a:pt x="1655" y="2456"/>
                    </a:lnTo>
                    <a:cubicBezTo>
                      <a:pt x="1680" y="2482"/>
                      <a:pt x="1680" y="2507"/>
                      <a:pt x="1680" y="2557"/>
                    </a:cubicBezTo>
                    <a:cubicBezTo>
                      <a:pt x="1705" y="2607"/>
                      <a:pt x="1730" y="2682"/>
                      <a:pt x="1730" y="2732"/>
                    </a:cubicBezTo>
                    <a:cubicBezTo>
                      <a:pt x="1730" y="2757"/>
                      <a:pt x="1730" y="2757"/>
                      <a:pt x="1755" y="2757"/>
                    </a:cubicBezTo>
                    <a:cubicBezTo>
                      <a:pt x="1730" y="2782"/>
                      <a:pt x="1730" y="2782"/>
                      <a:pt x="1730" y="2782"/>
                    </a:cubicBezTo>
                    <a:cubicBezTo>
                      <a:pt x="1705" y="2807"/>
                      <a:pt x="1705" y="2832"/>
                      <a:pt x="1680" y="2858"/>
                    </a:cubicBezTo>
                    <a:cubicBezTo>
                      <a:pt x="1655" y="2908"/>
                      <a:pt x="1630" y="2933"/>
                      <a:pt x="1630" y="2983"/>
                    </a:cubicBezTo>
                    <a:cubicBezTo>
                      <a:pt x="1605" y="3033"/>
                      <a:pt x="1579" y="3058"/>
                      <a:pt x="1554" y="3083"/>
                    </a:cubicBezTo>
                    <a:cubicBezTo>
                      <a:pt x="1529" y="3133"/>
                      <a:pt x="1529" y="3183"/>
                      <a:pt x="1504" y="3208"/>
                    </a:cubicBezTo>
                    <a:cubicBezTo>
                      <a:pt x="1479" y="3233"/>
                      <a:pt x="1479" y="3259"/>
                      <a:pt x="1479" y="3259"/>
                    </a:cubicBezTo>
                    <a:cubicBezTo>
                      <a:pt x="1479" y="3284"/>
                      <a:pt x="1504" y="3309"/>
                      <a:pt x="1504" y="3309"/>
                    </a:cubicBezTo>
                    <a:cubicBezTo>
                      <a:pt x="1519" y="3316"/>
                      <a:pt x="1531" y="3319"/>
                      <a:pt x="1542" y="3319"/>
                    </a:cubicBezTo>
                    <a:cubicBezTo>
                      <a:pt x="1569" y="3319"/>
                      <a:pt x="1587" y="3301"/>
                      <a:pt x="1605" y="3284"/>
                    </a:cubicBezTo>
                    <a:cubicBezTo>
                      <a:pt x="1630" y="3259"/>
                      <a:pt x="1655" y="3233"/>
                      <a:pt x="1655" y="3183"/>
                    </a:cubicBezTo>
                    <a:cubicBezTo>
                      <a:pt x="1680" y="3158"/>
                      <a:pt x="1705" y="3133"/>
                      <a:pt x="1705" y="3108"/>
                    </a:cubicBezTo>
                    <a:cubicBezTo>
                      <a:pt x="1730" y="3058"/>
                      <a:pt x="1755" y="3008"/>
                      <a:pt x="1780" y="2958"/>
                    </a:cubicBezTo>
                    <a:cubicBezTo>
                      <a:pt x="1805" y="3008"/>
                      <a:pt x="1805" y="3058"/>
                      <a:pt x="1830" y="3133"/>
                    </a:cubicBezTo>
                    <a:cubicBezTo>
                      <a:pt x="1830" y="3208"/>
                      <a:pt x="1855" y="3259"/>
                      <a:pt x="1855" y="3334"/>
                    </a:cubicBezTo>
                    <a:cubicBezTo>
                      <a:pt x="1880" y="3359"/>
                      <a:pt x="1880" y="3384"/>
                      <a:pt x="1880" y="3409"/>
                    </a:cubicBezTo>
                    <a:cubicBezTo>
                      <a:pt x="1880" y="3434"/>
                      <a:pt x="1905" y="3484"/>
                      <a:pt x="1905" y="3509"/>
                    </a:cubicBezTo>
                    <a:cubicBezTo>
                      <a:pt x="1905" y="3534"/>
                      <a:pt x="1930" y="3534"/>
                      <a:pt x="1955" y="3534"/>
                    </a:cubicBezTo>
                    <a:cubicBezTo>
                      <a:pt x="1980" y="3534"/>
                      <a:pt x="2006" y="3509"/>
                      <a:pt x="2006" y="3484"/>
                    </a:cubicBezTo>
                    <a:cubicBezTo>
                      <a:pt x="2006" y="3434"/>
                      <a:pt x="1980" y="3384"/>
                      <a:pt x="1980" y="3309"/>
                    </a:cubicBezTo>
                    <a:cubicBezTo>
                      <a:pt x="1955" y="3259"/>
                      <a:pt x="1955" y="3183"/>
                      <a:pt x="1930" y="3133"/>
                    </a:cubicBezTo>
                    <a:cubicBezTo>
                      <a:pt x="1930" y="3058"/>
                      <a:pt x="1905" y="2983"/>
                      <a:pt x="1880" y="2908"/>
                    </a:cubicBezTo>
                    <a:lnTo>
                      <a:pt x="1880" y="2908"/>
                    </a:lnTo>
                    <a:cubicBezTo>
                      <a:pt x="1930" y="2933"/>
                      <a:pt x="2006" y="2958"/>
                      <a:pt x="2056" y="3008"/>
                    </a:cubicBezTo>
                    <a:cubicBezTo>
                      <a:pt x="2131" y="3058"/>
                      <a:pt x="2206" y="3083"/>
                      <a:pt x="2306" y="3133"/>
                    </a:cubicBezTo>
                    <a:cubicBezTo>
                      <a:pt x="2319" y="3146"/>
                      <a:pt x="2331" y="3152"/>
                      <a:pt x="2344" y="3152"/>
                    </a:cubicBezTo>
                    <a:cubicBezTo>
                      <a:pt x="2356" y="3152"/>
                      <a:pt x="2369" y="3146"/>
                      <a:pt x="2381" y="3133"/>
                    </a:cubicBezTo>
                    <a:cubicBezTo>
                      <a:pt x="2381" y="3108"/>
                      <a:pt x="2381" y="3058"/>
                      <a:pt x="2356" y="3058"/>
                    </a:cubicBezTo>
                    <a:cubicBezTo>
                      <a:pt x="2281" y="2983"/>
                      <a:pt x="2181" y="2933"/>
                      <a:pt x="2106" y="2883"/>
                    </a:cubicBezTo>
                    <a:cubicBezTo>
                      <a:pt x="2031" y="2832"/>
                      <a:pt x="1930" y="2782"/>
                      <a:pt x="1855" y="2757"/>
                    </a:cubicBezTo>
                    <a:cubicBezTo>
                      <a:pt x="1855" y="2732"/>
                      <a:pt x="1855" y="2732"/>
                      <a:pt x="1855" y="2732"/>
                    </a:cubicBezTo>
                    <a:cubicBezTo>
                      <a:pt x="1830" y="2657"/>
                      <a:pt x="1805" y="2557"/>
                      <a:pt x="1780" y="2482"/>
                    </a:cubicBezTo>
                    <a:lnTo>
                      <a:pt x="1855" y="2482"/>
                    </a:lnTo>
                    <a:cubicBezTo>
                      <a:pt x="1905" y="2507"/>
                      <a:pt x="1955" y="2507"/>
                      <a:pt x="2006" y="2532"/>
                    </a:cubicBezTo>
                    <a:cubicBezTo>
                      <a:pt x="2031" y="2532"/>
                      <a:pt x="2081" y="2557"/>
                      <a:pt x="2106" y="2557"/>
                    </a:cubicBezTo>
                    <a:lnTo>
                      <a:pt x="2156" y="2582"/>
                    </a:lnTo>
                    <a:cubicBezTo>
                      <a:pt x="2181" y="2582"/>
                      <a:pt x="2206" y="2582"/>
                      <a:pt x="2231" y="2607"/>
                    </a:cubicBezTo>
                    <a:lnTo>
                      <a:pt x="2331" y="2607"/>
                    </a:lnTo>
                    <a:cubicBezTo>
                      <a:pt x="2356" y="2607"/>
                      <a:pt x="2356" y="2582"/>
                      <a:pt x="2356" y="2557"/>
                    </a:cubicBezTo>
                    <a:cubicBezTo>
                      <a:pt x="2356" y="2557"/>
                      <a:pt x="2356" y="2557"/>
                      <a:pt x="2356" y="2532"/>
                    </a:cubicBezTo>
                    <a:cubicBezTo>
                      <a:pt x="2331" y="2431"/>
                      <a:pt x="2331" y="2331"/>
                      <a:pt x="2281" y="2231"/>
                    </a:cubicBezTo>
                    <a:cubicBezTo>
                      <a:pt x="2281" y="2181"/>
                      <a:pt x="2281" y="2131"/>
                      <a:pt x="2256" y="2106"/>
                    </a:cubicBezTo>
                    <a:cubicBezTo>
                      <a:pt x="2256" y="2081"/>
                      <a:pt x="2256" y="2081"/>
                      <a:pt x="2256" y="2055"/>
                    </a:cubicBezTo>
                    <a:cubicBezTo>
                      <a:pt x="2331" y="2081"/>
                      <a:pt x="2432" y="2106"/>
                      <a:pt x="2507" y="2131"/>
                    </a:cubicBezTo>
                    <a:cubicBezTo>
                      <a:pt x="2557" y="2156"/>
                      <a:pt x="2582" y="2156"/>
                      <a:pt x="2607" y="2181"/>
                    </a:cubicBezTo>
                    <a:lnTo>
                      <a:pt x="2632" y="2181"/>
                    </a:lnTo>
                    <a:cubicBezTo>
                      <a:pt x="2657" y="2281"/>
                      <a:pt x="2707" y="2356"/>
                      <a:pt x="2757" y="2431"/>
                    </a:cubicBezTo>
                    <a:cubicBezTo>
                      <a:pt x="2782" y="2482"/>
                      <a:pt x="2808" y="2507"/>
                      <a:pt x="2833" y="2557"/>
                    </a:cubicBezTo>
                    <a:cubicBezTo>
                      <a:pt x="2858" y="2607"/>
                      <a:pt x="2883" y="2657"/>
                      <a:pt x="2933" y="2707"/>
                    </a:cubicBezTo>
                    <a:cubicBezTo>
                      <a:pt x="2933" y="2707"/>
                      <a:pt x="2944" y="2718"/>
                      <a:pt x="2951" y="2718"/>
                    </a:cubicBezTo>
                    <a:cubicBezTo>
                      <a:pt x="2955" y="2718"/>
                      <a:pt x="2958" y="2715"/>
                      <a:pt x="2958" y="2707"/>
                    </a:cubicBezTo>
                    <a:cubicBezTo>
                      <a:pt x="2983" y="2707"/>
                      <a:pt x="2983" y="2682"/>
                      <a:pt x="2983" y="2657"/>
                    </a:cubicBezTo>
                    <a:cubicBezTo>
                      <a:pt x="2933" y="2582"/>
                      <a:pt x="2883" y="2482"/>
                      <a:pt x="2833" y="2406"/>
                    </a:cubicBezTo>
                    <a:cubicBezTo>
                      <a:pt x="2808" y="2331"/>
                      <a:pt x="2757" y="2281"/>
                      <a:pt x="2732" y="2206"/>
                    </a:cubicBezTo>
                    <a:lnTo>
                      <a:pt x="2732" y="2206"/>
                    </a:lnTo>
                    <a:cubicBezTo>
                      <a:pt x="2782" y="2231"/>
                      <a:pt x="2833" y="2231"/>
                      <a:pt x="2883" y="2256"/>
                    </a:cubicBezTo>
                    <a:cubicBezTo>
                      <a:pt x="2933" y="2281"/>
                      <a:pt x="3008" y="2281"/>
                      <a:pt x="3058" y="2306"/>
                    </a:cubicBezTo>
                    <a:cubicBezTo>
                      <a:pt x="3108" y="2331"/>
                      <a:pt x="3158" y="2331"/>
                      <a:pt x="3209" y="2356"/>
                    </a:cubicBezTo>
                    <a:cubicBezTo>
                      <a:pt x="3234" y="2356"/>
                      <a:pt x="3284" y="2356"/>
                      <a:pt x="3284" y="2331"/>
                    </a:cubicBezTo>
                    <a:cubicBezTo>
                      <a:pt x="3309" y="2306"/>
                      <a:pt x="3309" y="2256"/>
                      <a:pt x="3284" y="2231"/>
                    </a:cubicBezTo>
                    <a:cubicBezTo>
                      <a:pt x="3209" y="2206"/>
                      <a:pt x="3158" y="2181"/>
                      <a:pt x="3083" y="2156"/>
                    </a:cubicBezTo>
                    <a:cubicBezTo>
                      <a:pt x="3033" y="2131"/>
                      <a:pt x="2958" y="2106"/>
                      <a:pt x="2908" y="2106"/>
                    </a:cubicBezTo>
                    <a:cubicBezTo>
                      <a:pt x="2883" y="2081"/>
                      <a:pt x="2883" y="2081"/>
                      <a:pt x="2858" y="2081"/>
                    </a:cubicBezTo>
                    <a:cubicBezTo>
                      <a:pt x="2908" y="2055"/>
                      <a:pt x="2958" y="2055"/>
                      <a:pt x="3008" y="2030"/>
                    </a:cubicBezTo>
                    <a:cubicBezTo>
                      <a:pt x="3133" y="1980"/>
                      <a:pt x="3234" y="1955"/>
                      <a:pt x="3359" y="1905"/>
                    </a:cubicBezTo>
                    <a:cubicBezTo>
                      <a:pt x="3384" y="1880"/>
                      <a:pt x="3384" y="1830"/>
                      <a:pt x="3384" y="1805"/>
                    </a:cubicBezTo>
                    <a:cubicBezTo>
                      <a:pt x="3384" y="1780"/>
                      <a:pt x="3384" y="1780"/>
                      <a:pt x="3359" y="1755"/>
                    </a:cubicBezTo>
                    <a:lnTo>
                      <a:pt x="3284" y="1755"/>
                    </a:lnTo>
                    <a:cubicBezTo>
                      <a:pt x="3183" y="1780"/>
                      <a:pt x="3083" y="1830"/>
                      <a:pt x="2958" y="1855"/>
                    </a:cubicBezTo>
                    <a:cubicBezTo>
                      <a:pt x="2858" y="1905"/>
                      <a:pt x="2757" y="1955"/>
                      <a:pt x="2632" y="1980"/>
                    </a:cubicBezTo>
                    <a:cubicBezTo>
                      <a:pt x="2632" y="1980"/>
                      <a:pt x="2632" y="1980"/>
                      <a:pt x="2607" y="2005"/>
                    </a:cubicBezTo>
                    <a:cubicBezTo>
                      <a:pt x="2582" y="1980"/>
                      <a:pt x="2557" y="1980"/>
                      <a:pt x="2532" y="1980"/>
                    </a:cubicBezTo>
                    <a:cubicBezTo>
                      <a:pt x="2457" y="1955"/>
                      <a:pt x="2381" y="1930"/>
                      <a:pt x="2306" y="1905"/>
                    </a:cubicBezTo>
                    <a:cubicBezTo>
                      <a:pt x="2331" y="1880"/>
                      <a:pt x="2356" y="1880"/>
                      <a:pt x="2381" y="1855"/>
                    </a:cubicBezTo>
                    <a:cubicBezTo>
                      <a:pt x="2432" y="1830"/>
                      <a:pt x="2457" y="1805"/>
                      <a:pt x="2507" y="1805"/>
                    </a:cubicBezTo>
                    <a:cubicBezTo>
                      <a:pt x="2557" y="1780"/>
                      <a:pt x="2607" y="1755"/>
                      <a:pt x="2632" y="1730"/>
                    </a:cubicBezTo>
                    <a:cubicBezTo>
                      <a:pt x="2682" y="1705"/>
                      <a:pt x="2707" y="1680"/>
                      <a:pt x="2757" y="1654"/>
                    </a:cubicBezTo>
                    <a:cubicBezTo>
                      <a:pt x="2757" y="1654"/>
                      <a:pt x="2782" y="1629"/>
                      <a:pt x="2782" y="1629"/>
                    </a:cubicBezTo>
                    <a:cubicBezTo>
                      <a:pt x="2808" y="1604"/>
                      <a:pt x="2833" y="1579"/>
                      <a:pt x="2808" y="1554"/>
                    </a:cubicBezTo>
                    <a:cubicBezTo>
                      <a:pt x="2782" y="1529"/>
                      <a:pt x="2757" y="1504"/>
                      <a:pt x="2732" y="1504"/>
                    </a:cubicBezTo>
                    <a:cubicBezTo>
                      <a:pt x="2707" y="1479"/>
                      <a:pt x="2657" y="1454"/>
                      <a:pt x="2607" y="1429"/>
                    </a:cubicBezTo>
                    <a:cubicBezTo>
                      <a:pt x="2557" y="1429"/>
                      <a:pt x="2507" y="1404"/>
                      <a:pt x="2457" y="1404"/>
                    </a:cubicBezTo>
                    <a:cubicBezTo>
                      <a:pt x="2432" y="1379"/>
                      <a:pt x="2381" y="1354"/>
                      <a:pt x="2331" y="1329"/>
                    </a:cubicBezTo>
                    <a:lnTo>
                      <a:pt x="2356" y="1329"/>
                    </a:lnTo>
                    <a:cubicBezTo>
                      <a:pt x="2306" y="1329"/>
                      <a:pt x="2256" y="1304"/>
                      <a:pt x="2231" y="1279"/>
                    </a:cubicBezTo>
                    <a:cubicBezTo>
                      <a:pt x="2206" y="1279"/>
                      <a:pt x="2181" y="1253"/>
                      <a:pt x="2131" y="1253"/>
                    </a:cubicBezTo>
                    <a:cubicBezTo>
                      <a:pt x="2156" y="1228"/>
                      <a:pt x="2156" y="1228"/>
                      <a:pt x="2181" y="1228"/>
                    </a:cubicBezTo>
                    <a:cubicBezTo>
                      <a:pt x="2206" y="1178"/>
                      <a:pt x="2256" y="1153"/>
                      <a:pt x="2306" y="1103"/>
                    </a:cubicBezTo>
                    <a:cubicBezTo>
                      <a:pt x="2331" y="1078"/>
                      <a:pt x="2381" y="1053"/>
                      <a:pt x="2407" y="1028"/>
                    </a:cubicBezTo>
                    <a:cubicBezTo>
                      <a:pt x="2407" y="1028"/>
                      <a:pt x="2432" y="1053"/>
                      <a:pt x="2432" y="1053"/>
                    </a:cubicBezTo>
                    <a:cubicBezTo>
                      <a:pt x="2507" y="1078"/>
                      <a:pt x="2607" y="1103"/>
                      <a:pt x="2682" y="1128"/>
                    </a:cubicBezTo>
                    <a:cubicBezTo>
                      <a:pt x="2757" y="1153"/>
                      <a:pt x="2858" y="1178"/>
                      <a:pt x="2933" y="1178"/>
                    </a:cubicBezTo>
                    <a:cubicBezTo>
                      <a:pt x="2948" y="1186"/>
                      <a:pt x="2960" y="1189"/>
                      <a:pt x="2971" y="1189"/>
                    </a:cubicBezTo>
                    <a:cubicBezTo>
                      <a:pt x="2998" y="1189"/>
                      <a:pt x="3015" y="1171"/>
                      <a:pt x="3033" y="1153"/>
                    </a:cubicBezTo>
                    <a:cubicBezTo>
                      <a:pt x="3033" y="1103"/>
                      <a:pt x="3008" y="1078"/>
                      <a:pt x="2983" y="1053"/>
                    </a:cubicBezTo>
                    <a:cubicBezTo>
                      <a:pt x="2908" y="1028"/>
                      <a:pt x="2808" y="1003"/>
                      <a:pt x="2732" y="978"/>
                    </a:cubicBezTo>
                    <a:cubicBezTo>
                      <a:pt x="2657" y="953"/>
                      <a:pt x="2582" y="953"/>
                      <a:pt x="2532" y="928"/>
                    </a:cubicBezTo>
                    <a:cubicBezTo>
                      <a:pt x="2557" y="903"/>
                      <a:pt x="2582" y="903"/>
                      <a:pt x="2582" y="878"/>
                    </a:cubicBezTo>
                    <a:cubicBezTo>
                      <a:pt x="2607" y="852"/>
                      <a:pt x="2632" y="827"/>
                      <a:pt x="2657" y="827"/>
                    </a:cubicBezTo>
                    <a:cubicBezTo>
                      <a:pt x="2682" y="802"/>
                      <a:pt x="2707" y="777"/>
                      <a:pt x="2732" y="752"/>
                    </a:cubicBezTo>
                    <a:cubicBezTo>
                      <a:pt x="2782" y="727"/>
                      <a:pt x="2808" y="702"/>
                      <a:pt x="2858" y="652"/>
                    </a:cubicBezTo>
                    <a:cubicBezTo>
                      <a:pt x="2883" y="652"/>
                      <a:pt x="2883" y="627"/>
                      <a:pt x="2858" y="602"/>
                    </a:cubicBezTo>
                    <a:cubicBezTo>
                      <a:pt x="2858" y="602"/>
                      <a:pt x="2833" y="577"/>
                      <a:pt x="2833" y="577"/>
                    </a:cubicBezTo>
                    <a:cubicBezTo>
                      <a:pt x="2808" y="577"/>
                      <a:pt x="2808" y="602"/>
                      <a:pt x="2808" y="602"/>
                    </a:cubicBezTo>
                    <a:cubicBezTo>
                      <a:pt x="2757" y="627"/>
                      <a:pt x="2707" y="677"/>
                      <a:pt x="2682" y="702"/>
                    </a:cubicBezTo>
                    <a:cubicBezTo>
                      <a:pt x="2632" y="752"/>
                      <a:pt x="2582" y="777"/>
                      <a:pt x="2532" y="827"/>
                    </a:cubicBezTo>
                    <a:cubicBezTo>
                      <a:pt x="2532" y="827"/>
                      <a:pt x="2532" y="827"/>
                      <a:pt x="2507" y="852"/>
                    </a:cubicBezTo>
                    <a:cubicBezTo>
                      <a:pt x="2507" y="802"/>
                      <a:pt x="2507" y="777"/>
                      <a:pt x="2507" y="727"/>
                    </a:cubicBezTo>
                    <a:cubicBezTo>
                      <a:pt x="2507" y="627"/>
                      <a:pt x="2507" y="552"/>
                      <a:pt x="2507" y="451"/>
                    </a:cubicBezTo>
                    <a:cubicBezTo>
                      <a:pt x="2507" y="401"/>
                      <a:pt x="2482" y="376"/>
                      <a:pt x="2457" y="376"/>
                    </a:cubicBezTo>
                    <a:cubicBezTo>
                      <a:pt x="2407" y="376"/>
                      <a:pt x="2381" y="401"/>
                      <a:pt x="2381" y="451"/>
                    </a:cubicBezTo>
                    <a:cubicBezTo>
                      <a:pt x="2381" y="527"/>
                      <a:pt x="2381" y="627"/>
                      <a:pt x="2381" y="702"/>
                    </a:cubicBezTo>
                    <a:cubicBezTo>
                      <a:pt x="2381" y="802"/>
                      <a:pt x="2356" y="878"/>
                      <a:pt x="2356" y="953"/>
                    </a:cubicBezTo>
                    <a:cubicBezTo>
                      <a:pt x="2356" y="953"/>
                      <a:pt x="2356" y="953"/>
                      <a:pt x="2381" y="978"/>
                    </a:cubicBezTo>
                    <a:cubicBezTo>
                      <a:pt x="2331" y="1003"/>
                      <a:pt x="2306" y="1028"/>
                      <a:pt x="2256" y="1053"/>
                    </a:cubicBezTo>
                    <a:cubicBezTo>
                      <a:pt x="2231" y="1103"/>
                      <a:pt x="2181" y="1128"/>
                      <a:pt x="2131" y="1178"/>
                    </a:cubicBezTo>
                    <a:cubicBezTo>
                      <a:pt x="2131" y="1153"/>
                      <a:pt x="2131" y="1153"/>
                      <a:pt x="2131" y="1128"/>
                    </a:cubicBezTo>
                    <a:cubicBezTo>
                      <a:pt x="2106" y="1078"/>
                      <a:pt x="2106" y="1028"/>
                      <a:pt x="2106" y="978"/>
                    </a:cubicBezTo>
                    <a:cubicBezTo>
                      <a:pt x="2081" y="928"/>
                      <a:pt x="2081" y="878"/>
                      <a:pt x="2056" y="827"/>
                    </a:cubicBezTo>
                    <a:cubicBezTo>
                      <a:pt x="2056" y="802"/>
                      <a:pt x="2056" y="777"/>
                      <a:pt x="2056" y="752"/>
                    </a:cubicBezTo>
                    <a:cubicBezTo>
                      <a:pt x="2056" y="752"/>
                      <a:pt x="2056" y="727"/>
                      <a:pt x="2031" y="702"/>
                    </a:cubicBezTo>
                    <a:cubicBezTo>
                      <a:pt x="2031" y="702"/>
                      <a:pt x="2031" y="702"/>
                      <a:pt x="2031" y="677"/>
                    </a:cubicBezTo>
                    <a:cubicBezTo>
                      <a:pt x="2031" y="677"/>
                      <a:pt x="2006" y="652"/>
                      <a:pt x="1980" y="652"/>
                    </a:cubicBezTo>
                    <a:lnTo>
                      <a:pt x="1955" y="652"/>
                    </a:lnTo>
                    <a:cubicBezTo>
                      <a:pt x="1930" y="677"/>
                      <a:pt x="1905" y="702"/>
                      <a:pt x="1880" y="702"/>
                    </a:cubicBezTo>
                    <a:cubicBezTo>
                      <a:pt x="1855" y="727"/>
                      <a:pt x="1830" y="752"/>
                      <a:pt x="1805" y="777"/>
                    </a:cubicBezTo>
                    <a:cubicBezTo>
                      <a:pt x="1780" y="802"/>
                      <a:pt x="1755" y="827"/>
                      <a:pt x="1730" y="827"/>
                    </a:cubicBezTo>
                    <a:cubicBezTo>
                      <a:pt x="1705" y="852"/>
                      <a:pt x="1680" y="878"/>
                      <a:pt x="1655" y="903"/>
                    </a:cubicBezTo>
                    <a:cubicBezTo>
                      <a:pt x="1630" y="928"/>
                      <a:pt x="1605" y="953"/>
                      <a:pt x="1605" y="978"/>
                    </a:cubicBezTo>
                    <a:cubicBezTo>
                      <a:pt x="1579" y="978"/>
                      <a:pt x="1554" y="1003"/>
                      <a:pt x="1554" y="1028"/>
                    </a:cubicBezTo>
                    <a:cubicBezTo>
                      <a:pt x="1529" y="1053"/>
                      <a:pt x="1479" y="1078"/>
                      <a:pt x="1454" y="1103"/>
                    </a:cubicBezTo>
                    <a:cubicBezTo>
                      <a:pt x="1454" y="1078"/>
                      <a:pt x="1454" y="1053"/>
                      <a:pt x="1454" y="1028"/>
                    </a:cubicBezTo>
                    <a:cubicBezTo>
                      <a:pt x="1429" y="978"/>
                      <a:pt x="1429" y="903"/>
                      <a:pt x="1404" y="852"/>
                    </a:cubicBezTo>
                    <a:cubicBezTo>
                      <a:pt x="1404" y="827"/>
                      <a:pt x="1404" y="802"/>
                      <a:pt x="1404" y="777"/>
                    </a:cubicBezTo>
                    <a:cubicBezTo>
                      <a:pt x="1404" y="752"/>
                      <a:pt x="1404" y="752"/>
                      <a:pt x="1429" y="752"/>
                    </a:cubicBezTo>
                    <a:cubicBezTo>
                      <a:pt x="1454" y="702"/>
                      <a:pt x="1479" y="652"/>
                      <a:pt x="1504" y="602"/>
                    </a:cubicBezTo>
                    <a:cubicBezTo>
                      <a:pt x="1529" y="552"/>
                      <a:pt x="1554" y="477"/>
                      <a:pt x="1579" y="426"/>
                    </a:cubicBezTo>
                    <a:cubicBezTo>
                      <a:pt x="1605" y="376"/>
                      <a:pt x="1605" y="326"/>
                      <a:pt x="1630" y="251"/>
                    </a:cubicBezTo>
                    <a:cubicBezTo>
                      <a:pt x="1655" y="201"/>
                      <a:pt x="1680" y="126"/>
                      <a:pt x="1705" y="76"/>
                    </a:cubicBezTo>
                    <a:cubicBezTo>
                      <a:pt x="1705" y="50"/>
                      <a:pt x="1705" y="25"/>
                      <a:pt x="16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6" name="Google Shape;5736;p50"/>
              <p:cNvSpPr/>
              <p:nvPr/>
            </p:nvSpPr>
            <p:spPr>
              <a:xfrm>
                <a:off x="5048400" y="1250650"/>
                <a:ext cx="84625" cy="88375"/>
              </a:xfrm>
              <a:custGeom>
                <a:rect b="b" l="l" r="r" t="t"/>
                <a:pathLst>
                  <a:path extrusionOk="0" h="3535" w="3385">
                    <a:moveTo>
                      <a:pt x="2331" y="1329"/>
                    </a:moveTo>
                    <a:lnTo>
                      <a:pt x="2331" y="1329"/>
                    </a:lnTo>
                    <a:cubicBezTo>
                      <a:pt x="2339" y="1332"/>
                      <a:pt x="2346" y="1336"/>
                      <a:pt x="2353" y="1339"/>
                    </a:cubicBezTo>
                    <a:lnTo>
                      <a:pt x="2353" y="1339"/>
                    </a:lnTo>
                    <a:cubicBezTo>
                      <a:pt x="2346" y="1329"/>
                      <a:pt x="2331" y="1329"/>
                      <a:pt x="2331" y="1329"/>
                    </a:cubicBezTo>
                    <a:close/>
                    <a:moveTo>
                      <a:pt x="1956" y="802"/>
                    </a:moveTo>
                    <a:cubicBezTo>
                      <a:pt x="1956" y="802"/>
                      <a:pt x="1981" y="828"/>
                      <a:pt x="1981" y="853"/>
                    </a:cubicBezTo>
                    <a:cubicBezTo>
                      <a:pt x="1981" y="903"/>
                      <a:pt x="2006" y="953"/>
                      <a:pt x="2006" y="1003"/>
                    </a:cubicBezTo>
                    <a:cubicBezTo>
                      <a:pt x="2031" y="1053"/>
                      <a:pt x="2031" y="1103"/>
                      <a:pt x="2056" y="1153"/>
                    </a:cubicBezTo>
                    <a:cubicBezTo>
                      <a:pt x="2056" y="1178"/>
                      <a:pt x="2056" y="1203"/>
                      <a:pt x="2056" y="1229"/>
                    </a:cubicBezTo>
                    <a:cubicBezTo>
                      <a:pt x="2031" y="1254"/>
                      <a:pt x="2006" y="1279"/>
                      <a:pt x="1956" y="1304"/>
                    </a:cubicBezTo>
                    <a:cubicBezTo>
                      <a:pt x="1930" y="1329"/>
                      <a:pt x="1880" y="1379"/>
                      <a:pt x="1830" y="1404"/>
                    </a:cubicBezTo>
                    <a:cubicBezTo>
                      <a:pt x="1780" y="1454"/>
                      <a:pt x="1730" y="1504"/>
                      <a:pt x="1680" y="1529"/>
                    </a:cubicBezTo>
                    <a:cubicBezTo>
                      <a:pt x="1655" y="1554"/>
                      <a:pt x="1630" y="1579"/>
                      <a:pt x="1580" y="1604"/>
                    </a:cubicBezTo>
                    <a:cubicBezTo>
                      <a:pt x="1555" y="1479"/>
                      <a:pt x="1529" y="1354"/>
                      <a:pt x="1504" y="1229"/>
                    </a:cubicBezTo>
                    <a:cubicBezTo>
                      <a:pt x="1479" y="1203"/>
                      <a:pt x="1479" y="1178"/>
                      <a:pt x="1479" y="1178"/>
                    </a:cubicBezTo>
                    <a:cubicBezTo>
                      <a:pt x="1479" y="1178"/>
                      <a:pt x="1479" y="1178"/>
                      <a:pt x="1504" y="1153"/>
                    </a:cubicBezTo>
                    <a:cubicBezTo>
                      <a:pt x="1529" y="1153"/>
                      <a:pt x="1555" y="1128"/>
                      <a:pt x="1580" y="1103"/>
                    </a:cubicBezTo>
                    <a:cubicBezTo>
                      <a:pt x="1630" y="1078"/>
                      <a:pt x="1655" y="1053"/>
                      <a:pt x="1680" y="1028"/>
                    </a:cubicBezTo>
                    <a:cubicBezTo>
                      <a:pt x="1705" y="1003"/>
                      <a:pt x="1730" y="978"/>
                      <a:pt x="1755" y="978"/>
                    </a:cubicBezTo>
                    <a:cubicBezTo>
                      <a:pt x="1780" y="953"/>
                      <a:pt x="1805" y="928"/>
                      <a:pt x="1830" y="903"/>
                    </a:cubicBezTo>
                    <a:cubicBezTo>
                      <a:pt x="1855" y="878"/>
                      <a:pt x="1905" y="828"/>
                      <a:pt x="1956" y="802"/>
                    </a:cubicBezTo>
                    <a:close/>
                    <a:moveTo>
                      <a:pt x="878" y="1003"/>
                    </a:moveTo>
                    <a:cubicBezTo>
                      <a:pt x="903" y="1003"/>
                      <a:pt x="928" y="1028"/>
                      <a:pt x="953" y="1028"/>
                    </a:cubicBezTo>
                    <a:cubicBezTo>
                      <a:pt x="978" y="1028"/>
                      <a:pt x="1028" y="1028"/>
                      <a:pt x="1053" y="1053"/>
                    </a:cubicBezTo>
                    <a:cubicBezTo>
                      <a:pt x="1078" y="1053"/>
                      <a:pt x="1103" y="1053"/>
                      <a:pt x="1154" y="1078"/>
                    </a:cubicBezTo>
                    <a:cubicBezTo>
                      <a:pt x="1204" y="1103"/>
                      <a:pt x="1254" y="1103"/>
                      <a:pt x="1329" y="1128"/>
                    </a:cubicBezTo>
                    <a:lnTo>
                      <a:pt x="1354" y="1128"/>
                    </a:lnTo>
                    <a:lnTo>
                      <a:pt x="1379" y="1229"/>
                    </a:lnTo>
                    <a:cubicBezTo>
                      <a:pt x="1429" y="1354"/>
                      <a:pt x="1454" y="1479"/>
                      <a:pt x="1479" y="1604"/>
                    </a:cubicBezTo>
                    <a:cubicBezTo>
                      <a:pt x="1479" y="1630"/>
                      <a:pt x="1479" y="1655"/>
                      <a:pt x="1504" y="1655"/>
                    </a:cubicBezTo>
                    <a:cubicBezTo>
                      <a:pt x="1454" y="1655"/>
                      <a:pt x="1429" y="1655"/>
                      <a:pt x="1404" y="1630"/>
                    </a:cubicBezTo>
                    <a:cubicBezTo>
                      <a:pt x="1304" y="1604"/>
                      <a:pt x="1204" y="1579"/>
                      <a:pt x="1078" y="1529"/>
                    </a:cubicBezTo>
                    <a:cubicBezTo>
                      <a:pt x="1078" y="1529"/>
                      <a:pt x="1078" y="1504"/>
                      <a:pt x="1078" y="1504"/>
                    </a:cubicBezTo>
                    <a:cubicBezTo>
                      <a:pt x="1053" y="1479"/>
                      <a:pt x="1053" y="1454"/>
                      <a:pt x="1053" y="1429"/>
                    </a:cubicBezTo>
                    <a:cubicBezTo>
                      <a:pt x="1028" y="1379"/>
                      <a:pt x="1003" y="1329"/>
                      <a:pt x="978" y="1279"/>
                    </a:cubicBezTo>
                    <a:cubicBezTo>
                      <a:pt x="953" y="1229"/>
                      <a:pt x="953" y="1178"/>
                      <a:pt x="928" y="1128"/>
                    </a:cubicBezTo>
                    <a:cubicBezTo>
                      <a:pt x="928" y="1078"/>
                      <a:pt x="903" y="1053"/>
                      <a:pt x="878" y="1003"/>
                    </a:cubicBezTo>
                    <a:close/>
                    <a:moveTo>
                      <a:pt x="2081" y="1304"/>
                    </a:moveTo>
                    <a:cubicBezTo>
                      <a:pt x="2106" y="1329"/>
                      <a:pt x="2156" y="1354"/>
                      <a:pt x="2206" y="1379"/>
                    </a:cubicBezTo>
                    <a:cubicBezTo>
                      <a:pt x="2256" y="1404"/>
                      <a:pt x="2331" y="1429"/>
                      <a:pt x="2382" y="1454"/>
                    </a:cubicBezTo>
                    <a:cubicBezTo>
                      <a:pt x="2482" y="1504"/>
                      <a:pt x="2582" y="1529"/>
                      <a:pt x="2682" y="1579"/>
                    </a:cubicBezTo>
                    <a:cubicBezTo>
                      <a:pt x="2657" y="1579"/>
                      <a:pt x="2657" y="1604"/>
                      <a:pt x="2632" y="1604"/>
                    </a:cubicBezTo>
                    <a:cubicBezTo>
                      <a:pt x="2607" y="1630"/>
                      <a:pt x="2557" y="1655"/>
                      <a:pt x="2507" y="1680"/>
                    </a:cubicBezTo>
                    <a:cubicBezTo>
                      <a:pt x="2457" y="1705"/>
                      <a:pt x="2407" y="1730"/>
                      <a:pt x="2357" y="1755"/>
                    </a:cubicBezTo>
                    <a:cubicBezTo>
                      <a:pt x="2331" y="1780"/>
                      <a:pt x="2281" y="1805"/>
                      <a:pt x="2256" y="1830"/>
                    </a:cubicBezTo>
                    <a:cubicBezTo>
                      <a:pt x="2231" y="1830"/>
                      <a:pt x="2231" y="1830"/>
                      <a:pt x="2206" y="1855"/>
                    </a:cubicBezTo>
                    <a:lnTo>
                      <a:pt x="2156" y="1855"/>
                    </a:lnTo>
                    <a:cubicBezTo>
                      <a:pt x="2081" y="1830"/>
                      <a:pt x="2006" y="1830"/>
                      <a:pt x="1956" y="1805"/>
                    </a:cubicBezTo>
                    <a:cubicBezTo>
                      <a:pt x="1880" y="1780"/>
                      <a:pt x="1830" y="1755"/>
                      <a:pt x="1755" y="1730"/>
                    </a:cubicBezTo>
                    <a:cubicBezTo>
                      <a:pt x="1705" y="1730"/>
                      <a:pt x="1680" y="1705"/>
                      <a:pt x="1630" y="1705"/>
                    </a:cubicBezTo>
                    <a:cubicBezTo>
                      <a:pt x="1655" y="1680"/>
                      <a:pt x="1705" y="1630"/>
                      <a:pt x="1730" y="1604"/>
                    </a:cubicBezTo>
                    <a:cubicBezTo>
                      <a:pt x="1780" y="1554"/>
                      <a:pt x="1830" y="1504"/>
                      <a:pt x="1880" y="1479"/>
                    </a:cubicBezTo>
                    <a:cubicBezTo>
                      <a:pt x="1930" y="1429"/>
                      <a:pt x="1981" y="1404"/>
                      <a:pt x="2006" y="1354"/>
                    </a:cubicBezTo>
                    <a:cubicBezTo>
                      <a:pt x="2031" y="1329"/>
                      <a:pt x="2056" y="1329"/>
                      <a:pt x="2081" y="1304"/>
                    </a:cubicBezTo>
                    <a:close/>
                    <a:moveTo>
                      <a:pt x="1053" y="1655"/>
                    </a:moveTo>
                    <a:cubicBezTo>
                      <a:pt x="1103" y="1655"/>
                      <a:pt x="1154" y="1680"/>
                      <a:pt x="1229" y="1705"/>
                    </a:cubicBezTo>
                    <a:cubicBezTo>
                      <a:pt x="1279" y="1730"/>
                      <a:pt x="1329" y="1755"/>
                      <a:pt x="1404" y="1780"/>
                    </a:cubicBezTo>
                    <a:lnTo>
                      <a:pt x="1379" y="1780"/>
                    </a:lnTo>
                    <a:cubicBezTo>
                      <a:pt x="1354" y="1830"/>
                      <a:pt x="1304" y="1855"/>
                      <a:pt x="1254" y="1905"/>
                    </a:cubicBezTo>
                    <a:cubicBezTo>
                      <a:pt x="1204" y="1955"/>
                      <a:pt x="1154" y="1980"/>
                      <a:pt x="1103" y="2031"/>
                    </a:cubicBezTo>
                    <a:cubicBezTo>
                      <a:pt x="1103" y="2031"/>
                      <a:pt x="1078" y="2056"/>
                      <a:pt x="1078" y="2081"/>
                    </a:cubicBezTo>
                    <a:cubicBezTo>
                      <a:pt x="1053" y="2056"/>
                      <a:pt x="1028" y="2056"/>
                      <a:pt x="1003" y="2056"/>
                    </a:cubicBezTo>
                    <a:cubicBezTo>
                      <a:pt x="928" y="2031"/>
                      <a:pt x="878" y="2005"/>
                      <a:pt x="828" y="2005"/>
                    </a:cubicBezTo>
                    <a:cubicBezTo>
                      <a:pt x="778" y="1980"/>
                      <a:pt x="727" y="1955"/>
                      <a:pt x="677" y="1955"/>
                    </a:cubicBezTo>
                    <a:cubicBezTo>
                      <a:pt x="652" y="1955"/>
                      <a:pt x="652" y="1930"/>
                      <a:pt x="627" y="1930"/>
                    </a:cubicBezTo>
                    <a:cubicBezTo>
                      <a:pt x="652" y="1930"/>
                      <a:pt x="652" y="1905"/>
                      <a:pt x="677" y="1905"/>
                    </a:cubicBezTo>
                    <a:cubicBezTo>
                      <a:pt x="702" y="1880"/>
                      <a:pt x="727" y="1880"/>
                      <a:pt x="727" y="1855"/>
                    </a:cubicBezTo>
                    <a:cubicBezTo>
                      <a:pt x="752" y="1830"/>
                      <a:pt x="778" y="1805"/>
                      <a:pt x="803" y="1805"/>
                    </a:cubicBezTo>
                    <a:cubicBezTo>
                      <a:pt x="853" y="1780"/>
                      <a:pt x="903" y="1730"/>
                      <a:pt x="928" y="1705"/>
                    </a:cubicBezTo>
                    <a:cubicBezTo>
                      <a:pt x="953" y="1705"/>
                      <a:pt x="978" y="1705"/>
                      <a:pt x="1003" y="1680"/>
                    </a:cubicBezTo>
                    <a:cubicBezTo>
                      <a:pt x="1003" y="1680"/>
                      <a:pt x="1028" y="1655"/>
                      <a:pt x="1053" y="1655"/>
                    </a:cubicBezTo>
                    <a:close/>
                    <a:moveTo>
                      <a:pt x="1655" y="1855"/>
                    </a:moveTo>
                    <a:lnTo>
                      <a:pt x="1655" y="1855"/>
                    </a:lnTo>
                    <a:cubicBezTo>
                      <a:pt x="1805" y="1905"/>
                      <a:pt x="1981" y="1980"/>
                      <a:pt x="2131" y="2031"/>
                    </a:cubicBezTo>
                    <a:lnTo>
                      <a:pt x="2156" y="2031"/>
                    </a:lnTo>
                    <a:cubicBezTo>
                      <a:pt x="2156" y="2056"/>
                      <a:pt x="2156" y="2081"/>
                      <a:pt x="2181" y="2106"/>
                    </a:cubicBezTo>
                    <a:cubicBezTo>
                      <a:pt x="2181" y="2131"/>
                      <a:pt x="2181" y="2181"/>
                      <a:pt x="2206" y="2231"/>
                    </a:cubicBezTo>
                    <a:cubicBezTo>
                      <a:pt x="2206" y="2281"/>
                      <a:pt x="2231" y="2356"/>
                      <a:pt x="2256" y="2407"/>
                    </a:cubicBezTo>
                    <a:cubicBezTo>
                      <a:pt x="2256" y="2457"/>
                      <a:pt x="2256" y="2482"/>
                      <a:pt x="2281" y="2507"/>
                    </a:cubicBezTo>
                    <a:lnTo>
                      <a:pt x="2231" y="2507"/>
                    </a:lnTo>
                    <a:cubicBezTo>
                      <a:pt x="2206" y="2507"/>
                      <a:pt x="2156" y="2507"/>
                      <a:pt x="2131" y="2482"/>
                    </a:cubicBezTo>
                    <a:lnTo>
                      <a:pt x="2031" y="2482"/>
                    </a:lnTo>
                    <a:cubicBezTo>
                      <a:pt x="2006" y="2457"/>
                      <a:pt x="2006" y="2457"/>
                      <a:pt x="1981" y="2457"/>
                    </a:cubicBezTo>
                    <a:cubicBezTo>
                      <a:pt x="1956" y="2457"/>
                      <a:pt x="1930" y="2457"/>
                      <a:pt x="1930" y="2432"/>
                    </a:cubicBezTo>
                    <a:cubicBezTo>
                      <a:pt x="1880" y="2432"/>
                      <a:pt x="1855" y="2432"/>
                      <a:pt x="1830" y="2407"/>
                    </a:cubicBezTo>
                    <a:lnTo>
                      <a:pt x="1755" y="2407"/>
                    </a:lnTo>
                    <a:cubicBezTo>
                      <a:pt x="1755" y="2381"/>
                      <a:pt x="1755" y="2356"/>
                      <a:pt x="1755" y="2356"/>
                    </a:cubicBezTo>
                    <a:cubicBezTo>
                      <a:pt x="1730" y="2231"/>
                      <a:pt x="1705" y="2106"/>
                      <a:pt x="1680" y="1980"/>
                    </a:cubicBezTo>
                    <a:cubicBezTo>
                      <a:pt x="1655" y="1930"/>
                      <a:pt x="1655" y="1905"/>
                      <a:pt x="1655" y="1855"/>
                    </a:cubicBezTo>
                    <a:close/>
                    <a:moveTo>
                      <a:pt x="1504" y="1805"/>
                    </a:moveTo>
                    <a:cubicBezTo>
                      <a:pt x="1504" y="1805"/>
                      <a:pt x="1529" y="1805"/>
                      <a:pt x="1529" y="1830"/>
                    </a:cubicBezTo>
                    <a:cubicBezTo>
                      <a:pt x="1555" y="1880"/>
                      <a:pt x="1555" y="1930"/>
                      <a:pt x="1580" y="1980"/>
                    </a:cubicBezTo>
                    <a:cubicBezTo>
                      <a:pt x="1605" y="2106"/>
                      <a:pt x="1630" y="2231"/>
                      <a:pt x="1655" y="2356"/>
                    </a:cubicBezTo>
                    <a:cubicBezTo>
                      <a:pt x="1630" y="2356"/>
                      <a:pt x="1630" y="2381"/>
                      <a:pt x="1605" y="2381"/>
                    </a:cubicBezTo>
                    <a:cubicBezTo>
                      <a:pt x="1605" y="2407"/>
                      <a:pt x="1580" y="2432"/>
                      <a:pt x="1555" y="2432"/>
                    </a:cubicBezTo>
                    <a:cubicBezTo>
                      <a:pt x="1555" y="2457"/>
                      <a:pt x="1555" y="2457"/>
                      <a:pt x="1529" y="2457"/>
                    </a:cubicBezTo>
                    <a:cubicBezTo>
                      <a:pt x="1529" y="2482"/>
                      <a:pt x="1529" y="2482"/>
                      <a:pt x="1504" y="2482"/>
                    </a:cubicBezTo>
                    <a:cubicBezTo>
                      <a:pt x="1504" y="2507"/>
                      <a:pt x="1479" y="2507"/>
                      <a:pt x="1454" y="2532"/>
                    </a:cubicBezTo>
                    <a:cubicBezTo>
                      <a:pt x="1454" y="2532"/>
                      <a:pt x="1429" y="2557"/>
                      <a:pt x="1404" y="2582"/>
                    </a:cubicBezTo>
                    <a:cubicBezTo>
                      <a:pt x="1379" y="2582"/>
                      <a:pt x="1379" y="2607"/>
                      <a:pt x="1354" y="2607"/>
                    </a:cubicBezTo>
                    <a:cubicBezTo>
                      <a:pt x="1329" y="2632"/>
                      <a:pt x="1329" y="2632"/>
                      <a:pt x="1304" y="2657"/>
                    </a:cubicBezTo>
                    <a:cubicBezTo>
                      <a:pt x="1304" y="2632"/>
                      <a:pt x="1304" y="2632"/>
                      <a:pt x="1304" y="2607"/>
                    </a:cubicBezTo>
                    <a:cubicBezTo>
                      <a:pt x="1304" y="2582"/>
                      <a:pt x="1279" y="2557"/>
                      <a:pt x="1279" y="2532"/>
                    </a:cubicBezTo>
                    <a:cubicBezTo>
                      <a:pt x="1279" y="2507"/>
                      <a:pt x="1279" y="2482"/>
                      <a:pt x="1254" y="2482"/>
                    </a:cubicBezTo>
                    <a:cubicBezTo>
                      <a:pt x="1254" y="2432"/>
                      <a:pt x="1254" y="2407"/>
                      <a:pt x="1229" y="2381"/>
                    </a:cubicBezTo>
                    <a:cubicBezTo>
                      <a:pt x="1229" y="2356"/>
                      <a:pt x="1229" y="2331"/>
                      <a:pt x="1204" y="2306"/>
                    </a:cubicBezTo>
                    <a:cubicBezTo>
                      <a:pt x="1204" y="2281"/>
                      <a:pt x="1204" y="2256"/>
                      <a:pt x="1179" y="2231"/>
                    </a:cubicBezTo>
                    <a:cubicBezTo>
                      <a:pt x="1179" y="2206"/>
                      <a:pt x="1154" y="2156"/>
                      <a:pt x="1154" y="2131"/>
                    </a:cubicBezTo>
                    <a:cubicBezTo>
                      <a:pt x="1154" y="2131"/>
                      <a:pt x="1154" y="2106"/>
                      <a:pt x="1154" y="2106"/>
                    </a:cubicBezTo>
                    <a:lnTo>
                      <a:pt x="1179" y="2106"/>
                    </a:lnTo>
                    <a:cubicBezTo>
                      <a:pt x="1229" y="2056"/>
                      <a:pt x="1279" y="2005"/>
                      <a:pt x="1329" y="1980"/>
                    </a:cubicBezTo>
                    <a:cubicBezTo>
                      <a:pt x="1354" y="1930"/>
                      <a:pt x="1404" y="1905"/>
                      <a:pt x="1454" y="1855"/>
                    </a:cubicBezTo>
                    <a:cubicBezTo>
                      <a:pt x="1479" y="1830"/>
                      <a:pt x="1479" y="1830"/>
                      <a:pt x="1504" y="1805"/>
                    </a:cubicBezTo>
                    <a:close/>
                    <a:moveTo>
                      <a:pt x="1655" y="0"/>
                    </a:moveTo>
                    <a:cubicBezTo>
                      <a:pt x="1630" y="0"/>
                      <a:pt x="1630" y="0"/>
                      <a:pt x="1630" y="26"/>
                    </a:cubicBezTo>
                    <a:cubicBezTo>
                      <a:pt x="1605" y="26"/>
                      <a:pt x="1605" y="26"/>
                      <a:pt x="1605" y="51"/>
                    </a:cubicBezTo>
                    <a:cubicBezTo>
                      <a:pt x="1529" y="176"/>
                      <a:pt x="1479" y="326"/>
                      <a:pt x="1429" y="452"/>
                    </a:cubicBezTo>
                    <a:cubicBezTo>
                      <a:pt x="1404" y="477"/>
                      <a:pt x="1379" y="527"/>
                      <a:pt x="1379" y="552"/>
                    </a:cubicBezTo>
                    <a:cubicBezTo>
                      <a:pt x="1354" y="527"/>
                      <a:pt x="1354" y="502"/>
                      <a:pt x="1354" y="477"/>
                    </a:cubicBezTo>
                    <a:cubicBezTo>
                      <a:pt x="1354" y="427"/>
                      <a:pt x="1329" y="376"/>
                      <a:pt x="1329" y="301"/>
                    </a:cubicBezTo>
                    <a:cubicBezTo>
                      <a:pt x="1304" y="251"/>
                      <a:pt x="1279" y="176"/>
                      <a:pt x="1279" y="126"/>
                    </a:cubicBezTo>
                    <a:cubicBezTo>
                      <a:pt x="1279" y="101"/>
                      <a:pt x="1254" y="76"/>
                      <a:pt x="1229" y="76"/>
                    </a:cubicBezTo>
                    <a:lnTo>
                      <a:pt x="1204" y="76"/>
                    </a:lnTo>
                    <a:cubicBezTo>
                      <a:pt x="1179" y="76"/>
                      <a:pt x="1154" y="101"/>
                      <a:pt x="1154" y="151"/>
                    </a:cubicBezTo>
                    <a:cubicBezTo>
                      <a:pt x="1179" y="201"/>
                      <a:pt x="1179" y="251"/>
                      <a:pt x="1204" y="326"/>
                    </a:cubicBezTo>
                    <a:cubicBezTo>
                      <a:pt x="1204" y="376"/>
                      <a:pt x="1229" y="427"/>
                      <a:pt x="1229" y="502"/>
                    </a:cubicBezTo>
                    <a:cubicBezTo>
                      <a:pt x="1254" y="527"/>
                      <a:pt x="1254" y="552"/>
                      <a:pt x="1254" y="577"/>
                    </a:cubicBezTo>
                    <a:cubicBezTo>
                      <a:pt x="1229" y="552"/>
                      <a:pt x="1179" y="552"/>
                      <a:pt x="1154" y="527"/>
                    </a:cubicBezTo>
                    <a:cubicBezTo>
                      <a:pt x="1103" y="502"/>
                      <a:pt x="1078" y="477"/>
                      <a:pt x="1028" y="477"/>
                    </a:cubicBezTo>
                    <a:cubicBezTo>
                      <a:pt x="978" y="452"/>
                      <a:pt x="928" y="427"/>
                      <a:pt x="903" y="401"/>
                    </a:cubicBezTo>
                    <a:cubicBezTo>
                      <a:pt x="878" y="376"/>
                      <a:pt x="878" y="376"/>
                      <a:pt x="853" y="376"/>
                    </a:cubicBezTo>
                    <a:cubicBezTo>
                      <a:pt x="828" y="376"/>
                      <a:pt x="828" y="401"/>
                      <a:pt x="803" y="401"/>
                    </a:cubicBezTo>
                    <a:cubicBezTo>
                      <a:pt x="778" y="452"/>
                      <a:pt x="803" y="477"/>
                      <a:pt x="828" y="502"/>
                    </a:cubicBezTo>
                    <a:cubicBezTo>
                      <a:pt x="878" y="527"/>
                      <a:pt x="903" y="552"/>
                      <a:pt x="953" y="577"/>
                    </a:cubicBezTo>
                    <a:cubicBezTo>
                      <a:pt x="1003" y="602"/>
                      <a:pt x="1028" y="627"/>
                      <a:pt x="1078" y="652"/>
                    </a:cubicBezTo>
                    <a:cubicBezTo>
                      <a:pt x="1103" y="652"/>
                      <a:pt x="1154" y="677"/>
                      <a:pt x="1179" y="702"/>
                    </a:cubicBezTo>
                    <a:cubicBezTo>
                      <a:pt x="1229" y="727"/>
                      <a:pt x="1254" y="727"/>
                      <a:pt x="1279" y="752"/>
                    </a:cubicBezTo>
                    <a:cubicBezTo>
                      <a:pt x="1279" y="777"/>
                      <a:pt x="1304" y="828"/>
                      <a:pt x="1304" y="853"/>
                    </a:cubicBezTo>
                    <a:cubicBezTo>
                      <a:pt x="1304" y="928"/>
                      <a:pt x="1329" y="978"/>
                      <a:pt x="1329" y="1028"/>
                    </a:cubicBezTo>
                    <a:cubicBezTo>
                      <a:pt x="1329" y="1053"/>
                      <a:pt x="1354" y="1053"/>
                      <a:pt x="1354" y="1053"/>
                    </a:cubicBezTo>
                    <a:cubicBezTo>
                      <a:pt x="1279" y="1053"/>
                      <a:pt x="1229" y="1028"/>
                      <a:pt x="1154" y="1003"/>
                    </a:cubicBezTo>
                    <a:cubicBezTo>
                      <a:pt x="1128" y="1003"/>
                      <a:pt x="1103" y="1003"/>
                      <a:pt x="1078" y="978"/>
                    </a:cubicBezTo>
                    <a:cubicBezTo>
                      <a:pt x="1053" y="978"/>
                      <a:pt x="1003" y="978"/>
                      <a:pt x="978" y="953"/>
                    </a:cubicBezTo>
                    <a:cubicBezTo>
                      <a:pt x="928" y="953"/>
                      <a:pt x="903" y="953"/>
                      <a:pt x="853" y="928"/>
                    </a:cubicBezTo>
                    <a:cubicBezTo>
                      <a:pt x="828" y="928"/>
                      <a:pt x="828" y="903"/>
                      <a:pt x="803" y="903"/>
                    </a:cubicBezTo>
                    <a:cubicBezTo>
                      <a:pt x="778" y="928"/>
                      <a:pt x="752" y="953"/>
                      <a:pt x="752" y="978"/>
                    </a:cubicBezTo>
                    <a:cubicBezTo>
                      <a:pt x="752" y="1003"/>
                      <a:pt x="752" y="1028"/>
                      <a:pt x="778" y="1053"/>
                    </a:cubicBezTo>
                    <a:cubicBezTo>
                      <a:pt x="778" y="1078"/>
                      <a:pt x="778" y="1103"/>
                      <a:pt x="803" y="1103"/>
                    </a:cubicBezTo>
                    <a:cubicBezTo>
                      <a:pt x="828" y="1178"/>
                      <a:pt x="853" y="1229"/>
                      <a:pt x="878" y="1279"/>
                    </a:cubicBezTo>
                    <a:cubicBezTo>
                      <a:pt x="903" y="1329"/>
                      <a:pt x="928" y="1379"/>
                      <a:pt x="953" y="1429"/>
                    </a:cubicBezTo>
                    <a:cubicBezTo>
                      <a:pt x="978" y="1454"/>
                      <a:pt x="978" y="1479"/>
                      <a:pt x="1003" y="1504"/>
                    </a:cubicBezTo>
                    <a:cubicBezTo>
                      <a:pt x="953" y="1479"/>
                      <a:pt x="903" y="1454"/>
                      <a:pt x="853" y="1454"/>
                    </a:cubicBezTo>
                    <a:cubicBezTo>
                      <a:pt x="778" y="1429"/>
                      <a:pt x="727" y="1404"/>
                      <a:pt x="652" y="1379"/>
                    </a:cubicBezTo>
                    <a:cubicBezTo>
                      <a:pt x="652" y="1379"/>
                      <a:pt x="652" y="1379"/>
                      <a:pt x="652" y="1354"/>
                    </a:cubicBezTo>
                    <a:lnTo>
                      <a:pt x="627" y="1354"/>
                    </a:lnTo>
                    <a:cubicBezTo>
                      <a:pt x="602" y="1304"/>
                      <a:pt x="577" y="1254"/>
                      <a:pt x="527" y="1203"/>
                    </a:cubicBezTo>
                    <a:cubicBezTo>
                      <a:pt x="527" y="1153"/>
                      <a:pt x="502" y="1128"/>
                      <a:pt x="477" y="1103"/>
                    </a:cubicBezTo>
                    <a:cubicBezTo>
                      <a:pt x="452" y="1053"/>
                      <a:pt x="427" y="1028"/>
                      <a:pt x="402" y="978"/>
                    </a:cubicBezTo>
                    <a:cubicBezTo>
                      <a:pt x="402" y="953"/>
                      <a:pt x="377" y="953"/>
                      <a:pt x="351" y="953"/>
                    </a:cubicBezTo>
                    <a:lnTo>
                      <a:pt x="326" y="953"/>
                    </a:lnTo>
                    <a:cubicBezTo>
                      <a:pt x="326" y="953"/>
                      <a:pt x="301" y="978"/>
                      <a:pt x="301" y="978"/>
                    </a:cubicBezTo>
                    <a:cubicBezTo>
                      <a:pt x="301" y="1003"/>
                      <a:pt x="301" y="1003"/>
                      <a:pt x="301" y="1028"/>
                    </a:cubicBezTo>
                    <a:cubicBezTo>
                      <a:pt x="351" y="1103"/>
                      <a:pt x="377" y="1178"/>
                      <a:pt x="402" y="1254"/>
                    </a:cubicBezTo>
                    <a:cubicBezTo>
                      <a:pt x="427" y="1279"/>
                      <a:pt x="427" y="1304"/>
                      <a:pt x="452" y="1329"/>
                    </a:cubicBezTo>
                    <a:cubicBezTo>
                      <a:pt x="402" y="1304"/>
                      <a:pt x="377" y="1304"/>
                      <a:pt x="326" y="1279"/>
                    </a:cubicBezTo>
                    <a:cubicBezTo>
                      <a:pt x="276" y="1254"/>
                      <a:pt x="201" y="1254"/>
                      <a:pt x="151" y="1229"/>
                    </a:cubicBezTo>
                    <a:cubicBezTo>
                      <a:pt x="126" y="1203"/>
                      <a:pt x="101" y="1203"/>
                      <a:pt x="76" y="1178"/>
                    </a:cubicBezTo>
                    <a:lnTo>
                      <a:pt x="51" y="1178"/>
                    </a:lnTo>
                    <a:cubicBezTo>
                      <a:pt x="26" y="1178"/>
                      <a:pt x="26" y="1178"/>
                      <a:pt x="1" y="1203"/>
                    </a:cubicBezTo>
                    <a:cubicBezTo>
                      <a:pt x="1" y="1229"/>
                      <a:pt x="1" y="1254"/>
                      <a:pt x="26" y="1254"/>
                    </a:cubicBezTo>
                    <a:cubicBezTo>
                      <a:pt x="76" y="1279"/>
                      <a:pt x="101" y="1304"/>
                      <a:pt x="151" y="1329"/>
                    </a:cubicBezTo>
                    <a:cubicBezTo>
                      <a:pt x="176" y="1354"/>
                      <a:pt x="201" y="1354"/>
                      <a:pt x="226" y="1354"/>
                    </a:cubicBezTo>
                    <a:cubicBezTo>
                      <a:pt x="276" y="1379"/>
                      <a:pt x="301" y="1379"/>
                      <a:pt x="326" y="1404"/>
                    </a:cubicBezTo>
                    <a:cubicBezTo>
                      <a:pt x="351" y="1404"/>
                      <a:pt x="402" y="1429"/>
                      <a:pt x="427" y="1429"/>
                    </a:cubicBezTo>
                    <a:cubicBezTo>
                      <a:pt x="402" y="1454"/>
                      <a:pt x="377" y="1454"/>
                      <a:pt x="377" y="1479"/>
                    </a:cubicBezTo>
                    <a:cubicBezTo>
                      <a:pt x="301" y="1529"/>
                      <a:pt x="251" y="1579"/>
                      <a:pt x="176" y="1604"/>
                    </a:cubicBezTo>
                    <a:cubicBezTo>
                      <a:pt x="151" y="1630"/>
                      <a:pt x="151" y="1680"/>
                      <a:pt x="176" y="1705"/>
                    </a:cubicBezTo>
                    <a:cubicBezTo>
                      <a:pt x="176" y="1705"/>
                      <a:pt x="201" y="1730"/>
                      <a:pt x="201" y="1730"/>
                    </a:cubicBezTo>
                    <a:lnTo>
                      <a:pt x="276" y="1730"/>
                    </a:lnTo>
                    <a:cubicBezTo>
                      <a:pt x="351" y="1680"/>
                      <a:pt x="427" y="1630"/>
                      <a:pt x="502" y="1554"/>
                    </a:cubicBezTo>
                    <a:cubicBezTo>
                      <a:pt x="527" y="1554"/>
                      <a:pt x="552" y="1529"/>
                      <a:pt x="602" y="1504"/>
                    </a:cubicBezTo>
                    <a:lnTo>
                      <a:pt x="677" y="1504"/>
                    </a:lnTo>
                    <a:cubicBezTo>
                      <a:pt x="727" y="1529"/>
                      <a:pt x="803" y="1554"/>
                      <a:pt x="853" y="1579"/>
                    </a:cubicBezTo>
                    <a:cubicBezTo>
                      <a:pt x="878" y="1579"/>
                      <a:pt x="903" y="1604"/>
                      <a:pt x="953" y="1604"/>
                    </a:cubicBezTo>
                    <a:cubicBezTo>
                      <a:pt x="928" y="1630"/>
                      <a:pt x="903" y="1630"/>
                      <a:pt x="878" y="1655"/>
                    </a:cubicBezTo>
                    <a:cubicBezTo>
                      <a:pt x="853" y="1680"/>
                      <a:pt x="828" y="1705"/>
                      <a:pt x="803" y="1705"/>
                    </a:cubicBezTo>
                    <a:cubicBezTo>
                      <a:pt x="778" y="1730"/>
                      <a:pt x="752" y="1755"/>
                      <a:pt x="727" y="1780"/>
                    </a:cubicBezTo>
                    <a:cubicBezTo>
                      <a:pt x="677" y="1830"/>
                      <a:pt x="602" y="1855"/>
                      <a:pt x="552" y="1905"/>
                    </a:cubicBezTo>
                    <a:cubicBezTo>
                      <a:pt x="552" y="1905"/>
                      <a:pt x="552" y="1905"/>
                      <a:pt x="552" y="1930"/>
                    </a:cubicBezTo>
                    <a:cubicBezTo>
                      <a:pt x="527" y="1930"/>
                      <a:pt x="527" y="1930"/>
                      <a:pt x="527" y="1955"/>
                    </a:cubicBezTo>
                    <a:cubicBezTo>
                      <a:pt x="502" y="1955"/>
                      <a:pt x="527" y="1980"/>
                      <a:pt x="552" y="2005"/>
                    </a:cubicBezTo>
                    <a:lnTo>
                      <a:pt x="602" y="2005"/>
                    </a:lnTo>
                    <a:cubicBezTo>
                      <a:pt x="602" y="2005"/>
                      <a:pt x="627" y="2031"/>
                      <a:pt x="652" y="2031"/>
                    </a:cubicBezTo>
                    <a:cubicBezTo>
                      <a:pt x="702" y="2031"/>
                      <a:pt x="752" y="2056"/>
                      <a:pt x="828" y="2056"/>
                    </a:cubicBezTo>
                    <a:cubicBezTo>
                      <a:pt x="878" y="2081"/>
                      <a:pt x="928" y="2106"/>
                      <a:pt x="978" y="2106"/>
                    </a:cubicBezTo>
                    <a:cubicBezTo>
                      <a:pt x="1003" y="2106"/>
                      <a:pt x="1003" y="2131"/>
                      <a:pt x="1003" y="2131"/>
                    </a:cubicBezTo>
                    <a:cubicBezTo>
                      <a:pt x="1003" y="2131"/>
                      <a:pt x="978" y="2131"/>
                      <a:pt x="978" y="2156"/>
                    </a:cubicBezTo>
                    <a:cubicBezTo>
                      <a:pt x="928" y="2181"/>
                      <a:pt x="878" y="2231"/>
                      <a:pt x="828" y="2281"/>
                    </a:cubicBezTo>
                    <a:cubicBezTo>
                      <a:pt x="828" y="2306"/>
                      <a:pt x="803" y="2331"/>
                      <a:pt x="778" y="2356"/>
                    </a:cubicBezTo>
                    <a:cubicBezTo>
                      <a:pt x="752" y="2331"/>
                      <a:pt x="752" y="2331"/>
                      <a:pt x="752" y="2331"/>
                    </a:cubicBezTo>
                    <a:cubicBezTo>
                      <a:pt x="677" y="2331"/>
                      <a:pt x="627" y="2306"/>
                      <a:pt x="552" y="2281"/>
                    </a:cubicBezTo>
                    <a:cubicBezTo>
                      <a:pt x="477" y="2281"/>
                      <a:pt x="402" y="2281"/>
                      <a:pt x="351" y="2256"/>
                    </a:cubicBezTo>
                    <a:lnTo>
                      <a:pt x="226" y="2256"/>
                    </a:lnTo>
                    <a:cubicBezTo>
                      <a:pt x="201" y="2256"/>
                      <a:pt x="176" y="2281"/>
                      <a:pt x="176" y="2306"/>
                    </a:cubicBezTo>
                    <a:cubicBezTo>
                      <a:pt x="176" y="2331"/>
                      <a:pt x="201" y="2381"/>
                      <a:pt x="226" y="2381"/>
                    </a:cubicBezTo>
                    <a:cubicBezTo>
                      <a:pt x="276" y="2407"/>
                      <a:pt x="326" y="2407"/>
                      <a:pt x="377" y="2432"/>
                    </a:cubicBezTo>
                    <a:cubicBezTo>
                      <a:pt x="427" y="2432"/>
                      <a:pt x="477" y="2432"/>
                      <a:pt x="502" y="2457"/>
                    </a:cubicBezTo>
                    <a:cubicBezTo>
                      <a:pt x="552" y="2457"/>
                      <a:pt x="602" y="2457"/>
                      <a:pt x="627" y="2482"/>
                    </a:cubicBezTo>
                    <a:cubicBezTo>
                      <a:pt x="602" y="2507"/>
                      <a:pt x="577" y="2532"/>
                      <a:pt x="552" y="2557"/>
                    </a:cubicBezTo>
                    <a:cubicBezTo>
                      <a:pt x="527" y="2582"/>
                      <a:pt x="477" y="2632"/>
                      <a:pt x="427" y="2657"/>
                    </a:cubicBezTo>
                    <a:cubicBezTo>
                      <a:pt x="377" y="2707"/>
                      <a:pt x="351" y="2732"/>
                      <a:pt x="301" y="2782"/>
                    </a:cubicBezTo>
                    <a:cubicBezTo>
                      <a:pt x="301" y="2782"/>
                      <a:pt x="301" y="2808"/>
                      <a:pt x="301" y="2833"/>
                    </a:cubicBezTo>
                    <a:lnTo>
                      <a:pt x="351" y="2833"/>
                    </a:lnTo>
                    <a:cubicBezTo>
                      <a:pt x="402" y="2782"/>
                      <a:pt x="427" y="2757"/>
                      <a:pt x="477" y="2707"/>
                    </a:cubicBezTo>
                    <a:cubicBezTo>
                      <a:pt x="527" y="2682"/>
                      <a:pt x="552" y="2632"/>
                      <a:pt x="602" y="2582"/>
                    </a:cubicBezTo>
                    <a:cubicBezTo>
                      <a:pt x="627" y="2557"/>
                      <a:pt x="652" y="2532"/>
                      <a:pt x="702" y="2507"/>
                    </a:cubicBezTo>
                    <a:cubicBezTo>
                      <a:pt x="702" y="2557"/>
                      <a:pt x="702" y="2632"/>
                      <a:pt x="702" y="2682"/>
                    </a:cubicBezTo>
                    <a:cubicBezTo>
                      <a:pt x="677" y="2782"/>
                      <a:pt x="677" y="2858"/>
                      <a:pt x="677" y="2958"/>
                    </a:cubicBezTo>
                    <a:cubicBezTo>
                      <a:pt x="677" y="2983"/>
                      <a:pt x="702" y="3008"/>
                      <a:pt x="727" y="3008"/>
                    </a:cubicBezTo>
                    <a:cubicBezTo>
                      <a:pt x="752" y="3008"/>
                      <a:pt x="778" y="2983"/>
                      <a:pt x="778" y="2958"/>
                    </a:cubicBezTo>
                    <a:cubicBezTo>
                      <a:pt x="778" y="2808"/>
                      <a:pt x="778" y="2632"/>
                      <a:pt x="778" y="2482"/>
                    </a:cubicBezTo>
                    <a:cubicBezTo>
                      <a:pt x="803" y="2457"/>
                      <a:pt x="803" y="2457"/>
                      <a:pt x="803" y="2432"/>
                    </a:cubicBezTo>
                    <a:cubicBezTo>
                      <a:pt x="803" y="2432"/>
                      <a:pt x="803" y="2432"/>
                      <a:pt x="803" y="2407"/>
                    </a:cubicBezTo>
                    <a:cubicBezTo>
                      <a:pt x="828" y="2381"/>
                      <a:pt x="853" y="2356"/>
                      <a:pt x="903" y="2331"/>
                    </a:cubicBezTo>
                    <a:cubicBezTo>
                      <a:pt x="928" y="2306"/>
                      <a:pt x="978" y="2256"/>
                      <a:pt x="1028" y="2206"/>
                    </a:cubicBezTo>
                    <a:cubicBezTo>
                      <a:pt x="1053" y="2231"/>
                      <a:pt x="1053" y="2256"/>
                      <a:pt x="1078" y="2281"/>
                    </a:cubicBezTo>
                    <a:cubicBezTo>
                      <a:pt x="1078" y="2306"/>
                      <a:pt x="1078" y="2331"/>
                      <a:pt x="1103" y="2356"/>
                    </a:cubicBezTo>
                    <a:cubicBezTo>
                      <a:pt x="1103" y="2381"/>
                      <a:pt x="1128" y="2407"/>
                      <a:pt x="1128" y="2432"/>
                    </a:cubicBezTo>
                    <a:cubicBezTo>
                      <a:pt x="1154" y="2457"/>
                      <a:pt x="1154" y="2482"/>
                      <a:pt x="1154" y="2507"/>
                    </a:cubicBezTo>
                    <a:cubicBezTo>
                      <a:pt x="1179" y="2532"/>
                      <a:pt x="1179" y="2557"/>
                      <a:pt x="1204" y="2582"/>
                    </a:cubicBezTo>
                    <a:cubicBezTo>
                      <a:pt x="1204" y="2607"/>
                      <a:pt x="1204" y="2607"/>
                      <a:pt x="1229" y="2632"/>
                    </a:cubicBezTo>
                    <a:cubicBezTo>
                      <a:pt x="1229" y="2657"/>
                      <a:pt x="1229" y="2682"/>
                      <a:pt x="1254" y="2682"/>
                    </a:cubicBezTo>
                    <a:cubicBezTo>
                      <a:pt x="1254" y="2707"/>
                      <a:pt x="1254" y="2707"/>
                      <a:pt x="1254" y="2707"/>
                    </a:cubicBezTo>
                    <a:cubicBezTo>
                      <a:pt x="1254" y="2707"/>
                      <a:pt x="1254" y="2732"/>
                      <a:pt x="1254" y="2732"/>
                    </a:cubicBezTo>
                    <a:cubicBezTo>
                      <a:pt x="1266" y="2745"/>
                      <a:pt x="1279" y="2751"/>
                      <a:pt x="1288" y="2751"/>
                    </a:cubicBezTo>
                    <a:cubicBezTo>
                      <a:pt x="1298" y="2751"/>
                      <a:pt x="1304" y="2745"/>
                      <a:pt x="1304" y="2732"/>
                    </a:cubicBezTo>
                    <a:cubicBezTo>
                      <a:pt x="1329" y="2732"/>
                      <a:pt x="1329" y="2707"/>
                      <a:pt x="1354" y="2707"/>
                    </a:cubicBezTo>
                    <a:cubicBezTo>
                      <a:pt x="1354" y="2682"/>
                      <a:pt x="1379" y="2682"/>
                      <a:pt x="1404" y="2657"/>
                    </a:cubicBezTo>
                    <a:cubicBezTo>
                      <a:pt x="1404" y="2657"/>
                      <a:pt x="1429" y="2632"/>
                      <a:pt x="1454" y="2632"/>
                    </a:cubicBezTo>
                    <a:cubicBezTo>
                      <a:pt x="1454" y="2607"/>
                      <a:pt x="1479" y="2582"/>
                      <a:pt x="1504" y="2582"/>
                    </a:cubicBezTo>
                    <a:cubicBezTo>
                      <a:pt x="1529" y="2557"/>
                      <a:pt x="1529" y="2557"/>
                      <a:pt x="1555" y="2532"/>
                    </a:cubicBezTo>
                    <a:cubicBezTo>
                      <a:pt x="1580" y="2532"/>
                      <a:pt x="1580" y="2507"/>
                      <a:pt x="1605" y="2482"/>
                    </a:cubicBezTo>
                    <a:cubicBezTo>
                      <a:pt x="1630" y="2482"/>
                      <a:pt x="1655" y="2457"/>
                      <a:pt x="1655" y="2457"/>
                    </a:cubicBezTo>
                    <a:cubicBezTo>
                      <a:pt x="1680" y="2482"/>
                      <a:pt x="1680" y="2507"/>
                      <a:pt x="1680" y="2557"/>
                    </a:cubicBezTo>
                    <a:cubicBezTo>
                      <a:pt x="1705" y="2607"/>
                      <a:pt x="1730" y="2682"/>
                      <a:pt x="1730" y="2757"/>
                    </a:cubicBezTo>
                    <a:lnTo>
                      <a:pt x="1730" y="2782"/>
                    </a:lnTo>
                    <a:cubicBezTo>
                      <a:pt x="1705" y="2808"/>
                      <a:pt x="1705" y="2833"/>
                      <a:pt x="1680" y="2858"/>
                    </a:cubicBezTo>
                    <a:cubicBezTo>
                      <a:pt x="1655" y="2908"/>
                      <a:pt x="1630" y="2958"/>
                      <a:pt x="1630" y="2983"/>
                    </a:cubicBezTo>
                    <a:cubicBezTo>
                      <a:pt x="1605" y="3033"/>
                      <a:pt x="1580" y="3058"/>
                      <a:pt x="1555" y="3083"/>
                    </a:cubicBezTo>
                    <a:cubicBezTo>
                      <a:pt x="1529" y="3133"/>
                      <a:pt x="1504" y="3183"/>
                      <a:pt x="1504" y="3234"/>
                    </a:cubicBezTo>
                    <a:cubicBezTo>
                      <a:pt x="1479" y="3234"/>
                      <a:pt x="1479" y="3259"/>
                      <a:pt x="1479" y="3259"/>
                    </a:cubicBezTo>
                    <a:cubicBezTo>
                      <a:pt x="1479" y="3284"/>
                      <a:pt x="1504" y="3309"/>
                      <a:pt x="1504" y="3309"/>
                    </a:cubicBezTo>
                    <a:cubicBezTo>
                      <a:pt x="1519" y="3316"/>
                      <a:pt x="1532" y="3319"/>
                      <a:pt x="1543" y="3319"/>
                    </a:cubicBezTo>
                    <a:cubicBezTo>
                      <a:pt x="1569" y="3319"/>
                      <a:pt x="1587" y="3301"/>
                      <a:pt x="1605" y="3284"/>
                    </a:cubicBezTo>
                    <a:cubicBezTo>
                      <a:pt x="1630" y="3259"/>
                      <a:pt x="1655" y="3234"/>
                      <a:pt x="1655" y="3209"/>
                    </a:cubicBezTo>
                    <a:cubicBezTo>
                      <a:pt x="1680" y="3158"/>
                      <a:pt x="1705" y="3133"/>
                      <a:pt x="1705" y="3108"/>
                    </a:cubicBezTo>
                    <a:cubicBezTo>
                      <a:pt x="1730" y="3058"/>
                      <a:pt x="1755" y="3008"/>
                      <a:pt x="1780" y="2958"/>
                    </a:cubicBezTo>
                    <a:cubicBezTo>
                      <a:pt x="1805" y="3008"/>
                      <a:pt x="1805" y="3083"/>
                      <a:pt x="1830" y="3133"/>
                    </a:cubicBezTo>
                    <a:cubicBezTo>
                      <a:pt x="1830" y="3209"/>
                      <a:pt x="1855" y="3259"/>
                      <a:pt x="1855" y="3334"/>
                    </a:cubicBezTo>
                    <a:cubicBezTo>
                      <a:pt x="1880" y="3359"/>
                      <a:pt x="1880" y="3384"/>
                      <a:pt x="1880" y="3409"/>
                    </a:cubicBezTo>
                    <a:cubicBezTo>
                      <a:pt x="1880" y="3459"/>
                      <a:pt x="1905" y="3484"/>
                      <a:pt x="1905" y="3509"/>
                    </a:cubicBezTo>
                    <a:cubicBezTo>
                      <a:pt x="1905" y="3534"/>
                      <a:pt x="1930" y="3534"/>
                      <a:pt x="1956" y="3534"/>
                    </a:cubicBezTo>
                    <a:cubicBezTo>
                      <a:pt x="1981" y="3534"/>
                      <a:pt x="2006" y="3509"/>
                      <a:pt x="2006" y="3484"/>
                    </a:cubicBezTo>
                    <a:cubicBezTo>
                      <a:pt x="1981" y="3434"/>
                      <a:pt x="1981" y="3384"/>
                      <a:pt x="1981" y="3309"/>
                    </a:cubicBezTo>
                    <a:cubicBezTo>
                      <a:pt x="1956" y="3259"/>
                      <a:pt x="1956" y="3183"/>
                      <a:pt x="1930" y="3133"/>
                    </a:cubicBezTo>
                    <a:cubicBezTo>
                      <a:pt x="1930" y="3058"/>
                      <a:pt x="1905" y="2983"/>
                      <a:pt x="1880" y="2908"/>
                    </a:cubicBezTo>
                    <a:lnTo>
                      <a:pt x="1880" y="2908"/>
                    </a:lnTo>
                    <a:cubicBezTo>
                      <a:pt x="1930" y="2933"/>
                      <a:pt x="2006" y="2958"/>
                      <a:pt x="2056" y="3008"/>
                    </a:cubicBezTo>
                    <a:cubicBezTo>
                      <a:pt x="2131" y="3058"/>
                      <a:pt x="2206" y="3108"/>
                      <a:pt x="2306" y="3133"/>
                    </a:cubicBezTo>
                    <a:cubicBezTo>
                      <a:pt x="2319" y="3146"/>
                      <a:pt x="2331" y="3152"/>
                      <a:pt x="2344" y="3152"/>
                    </a:cubicBezTo>
                    <a:cubicBezTo>
                      <a:pt x="2357" y="3152"/>
                      <a:pt x="2369" y="3146"/>
                      <a:pt x="2382" y="3133"/>
                    </a:cubicBezTo>
                    <a:cubicBezTo>
                      <a:pt x="2382" y="3108"/>
                      <a:pt x="2382" y="3058"/>
                      <a:pt x="2357" y="3058"/>
                    </a:cubicBezTo>
                    <a:cubicBezTo>
                      <a:pt x="2281" y="3008"/>
                      <a:pt x="2181" y="2933"/>
                      <a:pt x="2081" y="2883"/>
                    </a:cubicBezTo>
                    <a:cubicBezTo>
                      <a:pt x="2006" y="2833"/>
                      <a:pt x="1930" y="2782"/>
                      <a:pt x="1855" y="2757"/>
                    </a:cubicBezTo>
                    <a:cubicBezTo>
                      <a:pt x="1855" y="2757"/>
                      <a:pt x="1855" y="2732"/>
                      <a:pt x="1855" y="2732"/>
                    </a:cubicBezTo>
                    <a:cubicBezTo>
                      <a:pt x="1830" y="2657"/>
                      <a:pt x="1805" y="2557"/>
                      <a:pt x="1780" y="2482"/>
                    </a:cubicBezTo>
                    <a:lnTo>
                      <a:pt x="1855" y="2482"/>
                    </a:lnTo>
                    <a:cubicBezTo>
                      <a:pt x="1905" y="2507"/>
                      <a:pt x="1956" y="2507"/>
                      <a:pt x="2006" y="2532"/>
                    </a:cubicBezTo>
                    <a:cubicBezTo>
                      <a:pt x="2031" y="2532"/>
                      <a:pt x="2081" y="2557"/>
                      <a:pt x="2106" y="2557"/>
                    </a:cubicBezTo>
                    <a:cubicBezTo>
                      <a:pt x="2131" y="2557"/>
                      <a:pt x="2131" y="2582"/>
                      <a:pt x="2156" y="2582"/>
                    </a:cubicBezTo>
                    <a:cubicBezTo>
                      <a:pt x="2181" y="2582"/>
                      <a:pt x="2206" y="2582"/>
                      <a:pt x="2231" y="2607"/>
                    </a:cubicBezTo>
                    <a:lnTo>
                      <a:pt x="2331" y="2607"/>
                    </a:lnTo>
                    <a:cubicBezTo>
                      <a:pt x="2357" y="2607"/>
                      <a:pt x="2357" y="2582"/>
                      <a:pt x="2357" y="2557"/>
                    </a:cubicBezTo>
                    <a:cubicBezTo>
                      <a:pt x="2357" y="2557"/>
                      <a:pt x="2357" y="2557"/>
                      <a:pt x="2357" y="2532"/>
                    </a:cubicBezTo>
                    <a:cubicBezTo>
                      <a:pt x="2331" y="2432"/>
                      <a:pt x="2306" y="2331"/>
                      <a:pt x="2281" y="2231"/>
                    </a:cubicBezTo>
                    <a:cubicBezTo>
                      <a:pt x="2281" y="2181"/>
                      <a:pt x="2281" y="2131"/>
                      <a:pt x="2256" y="2106"/>
                    </a:cubicBezTo>
                    <a:cubicBezTo>
                      <a:pt x="2256" y="2081"/>
                      <a:pt x="2256" y="2081"/>
                      <a:pt x="2256" y="2056"/>
                    </a:cubicBezTo>
                    <a:cubicBezTo>
                      <a:pt x="2331" y="2081"/>
                      <a:pt x="2432" y="2106"/>
                      <a:pt x="2507" y="2131"/>
                    </a:cubicBezTo>
                    <a:cubicBezTo>
                      <a:pt x="2557" y="2156"/>
                      <a:pt x="2582" y="2156"/>
                      <a:pt x="2607" y="2181"/>
                    </a:cubicBezTo>
                    <a:lnTo>
                      <a:pt x="2632" y="2181"/>
                    </a:lnTo>
                    <a:cubicBezTo>
                      <a:pt x="2657" y="2281"/>
                      <a:pt x="2707" y="2356"/>
                      <a:pt x="2758" y="2457"/>
                    </a:cubicBezTo>
                    <a:cubicBezTo>
                      <a:pt x="2783" y="2482"/>
                      <a:pt x="2808" y="2532"/>
                      <a:pt x="2833" y="2557"/>
                    </a:cubicBezTo>
                    <a:cubicBezTo>
                      <a:pt x="2858" y="2607"/>
                      <a:pt x="2883" y="2657"/>
                      <a:pt x="2908" y="2707"/>
                    </a:cubicBezTo>
                    <a:cubicBezTo>
                      <a:pt x="2925" y="2707"/>
                      <a:pt x="2941" y="2718"/>
                      <a:pt x="2951" y="2718"/>
                    </a:cubicBezTo>
                    <a:cubicBezTo>
                      <a:pt x="2955" y="2718"/>
                      <a:pt x="2958" y="2716"/>
                      <a:pt x="2958" y="2707"/>
                    </a:cubicBezTo>
                    <a:cubicBezTo>
                      <a:pt x="2983" y="2707"/>
                      <a:pt x="2983" y="2682"/>
                      <a:pt x="2983" y="2657"/>
                    </a:cubicBezTo>
                    <a:cubicBezTo>
                      <a:pt x="2933" y="2582"/>
                      <a:pt x="2883" y="2482"/>
                      <a:pt x="2833" y="2407"/>
                    </a:cubicBezTo>
                    <a:cubicBezTo>
                      <a:pt x="2808" y="2331"/>
                      <a:pt x="2758" y="2281"/>
                      <a:pt x="2732" y="2206"/>
                    </a:cubicBezTo>
                    <a:lnTo>
                      <a:pt x="2732" y="2206"/>
                    </a:lnTo>
                    <a:cubicBezTo>
                      <a:pt x="2783" y="2231"/>
                      <a:pt x="2833" y="2231"/>
                      <a:pt x="2883" y="2256"/>
                    </a:cubicBezTo>
                    <a:cubicBezTo>
                      <a:pt x="2933" y="2281"/>
                      <a:pt x="3008" y="2306"/>
                      <a:pt x="3058" y="2306"/>
                    </a:cubicBezTo>
                    <a:cubicBezTo>
                      <a:pt x="3108" y="2331"/>
                      <a:pt x="3159" y="2356"/>
                      <a:pt x="3209" y="2356"/>
                    </a:cubicBezTo>
                    <a:cubicBezTo>
                      <a:pt x="3234" y="2356"/>
                      <a:pt x="3284" y="2356"/>
                      <a:pt x="3284" y="2331"/>
                    </a:cubicBezTo>
                    <a:cubicBezTo>
                      <a:pt x="3309" y="2306"/>
                      <a:pt x="3309" y="2256"/>
                      <a:pt x="3284" y="2231"/>
                    </a:cubicBezTo>
                    <a:cubicBezTo>
                      <a:pt x="3209" y="2206"/>
                      <a:pt x="3159" y="2181"/>
                      <a:pt x="3083" y="2156"/>
                    </a:cubicBezTo>
                    <a:cubicBezTo>
                      <a:pt x="3033" y="2131"/>
                      <a:pt x="2958" y="2106"/>
                      <a:pt x="2908" y="2106"/>
                    </a:cubicBezTo>
                    <a:cubicBezTo>
                      <a:pt x="2883" y="2081"/>
                      <a:pt x="2883" y="2081"/>
                      <a:pt x="2858" y="2081"/>
                    </a:cubicBezTo>
                    <a:cubicBezTo>
                      <a:pt x="2908" y="2056"/>
                      <a:pt x="2958" y="2056"/>
                      <a:pt x="3008" y="2031"/>
                    </a:cubicBezTo>
                    <a:cubicBezTo>
                      <a:pt x="3108" y="1980"/>
                      <a:pt x="3234" y="1955"/>
                      <a:pt x="3359" y="1905"/>
                    </a:cubicBezTo>
                    <a:cubicBezTo>
                      <a:pt x="3384" y="1880"/>
                      <a:pt x="3384" y="1855"/>
                      <a:pt x="3384" y="1805"/>
                    </a:cubicBezTo>
                    <a:cubicBezTo>
                      <a:pt x="3384" y="1780"/>
                      <a:pt x="3359" y="1780"/>
                      <a:pt x="3359" y="1755"/>
                    </a:cubicBezTo>
                    <a:lnTo>
                      <a:pt x="3284" y="1755"/>
                    </a:lnTo>
                    <a:cubicBezTo>
                      <a:pt x="3184" y="1780"/>
                      <a:pt x="3083" y="1830"/>
                      <a:pt x="2958" y="1880"/>
                    </a:cubicBezTo>
                    <a:cubicBezTo>
                      <a:pt x="2858" y="1905"/>
                      <a:pt x="2758" y="1955"/>
                      <a:pt x="2632" y="1980"/>
                    </a:cubicBezTo>
                    <a:cubicBezTo>
                      <a:pt x="2632" y="1980"/>
                      <a:pt x="2607" y="2005"/>
                      <a:pt x="2607" y="2005"/>
                    </a:cubicBezTo>
                    <a:cubicBezTo>
                      <a:pt x="2582" y="1980"/>
                      <a:pt x="2557" y="1980"/>
                      <a:pt x="2532" y="1980"/>
                    </a:cubicBezTo>
                    <a:cubicBezTo>
                      <a:pt x="2457" y="1955"/>
                      <a:pt x="2382" y="1930"/>
                      <a:pt x="2306" y="1905"/>
                    </a:cubicBezTo>
                    <a:cubicBezTo>
                      <a:pt x="2331" y="1880"/>
                      <a:pt x="2357" y="1880"/>
                      <a:pt x="2382" y="1855"/>
                    </a:cubicBezTo>
                    <a:cubicBezTo>
                      <a:pt x="2432" y="1830"/>
                      <a:pt x="2457" y="1830"/>
                      <a:pt x="2507" y="1805"/>
                    </a:cubicBezTo>
                    <a:cubicBezTo>
                      <a:pt x="2557" y="1780"/>
                      <a:pt x="2607" y="1755"/>
                      <a:pt x="2632" y="1730"/>
                    </a:cubicBezTo>
                    <a:cubicBezTo>
                      <a:pt x="2682" y="1705"/>
                      <a:pt x="2707" y="1680"/>
                      <a:pt x="2758" y="1655"/>
                    </a:cubicBezTo>
                    <a:cubicBezTo>
                      <a:pt x="2758" y="1655"/>
                      <a:pt x="2783" y="1630"/>
                      <a:pt x="2783" y="1630"/>
                    </a:cubicBezTo>
                    <a:cubicBezTo>
                      <a:pt x="2808" y="1604"/>
                      <a:pt x="2833" y="1579"/>
                      <a:pt x="2808" y="1554"/>
                    </a:cubicBezTo>
                    <a:cubicBezTo>
                      <a:pt x="2783" y="1529"/>
                      <a:pt x="2758" y="1504"/>
                      <a:pt x="2732" y="1504"/>
                    </a:cubicBezTo>
                    <a:cubicBezTo>
                      <a:pt x="2707" y="1479"/>
                      <a:pt x="2657" y="1454"/>
                      <a:pt x="2607" y="1429"/>
                    </a:cubicBezTo>
                    <a:cubicBezTo>
                      <a:pt x="2557" y="1429"/>
                      <a:pt x="2507" y="1404"/>
                      <a:pt x="2457" y="1404"/>
                    </a:cubicBezTo>
                    <a:cubicBezTo>
                      <a:pt x="2435" y="1382"/>
                      <a:pt x="2395" y="1361"/>
                      <a:pt x="2353" y="1339"/>
                    </a:cubicBezTo>
                    <a:lnTo>
                      <a:pt x="2353" y="1339"/>
                    </a:lnTo>
                    <a:cubicBezTo>
                      <a:pt x="2355" y="1343"/>
                      <a:pt x="2357" y="1348"/>
                      <a:pt x="2357" y="1354"/>
                    </a:cubicBezTo>
                    <a:cubicBezTo>
                      <a:pt x="2306" y="1329"/>
                      <a:pt x="2256" y="1304"/>
                      <a:pt x="2231" y="1279"/>
                    </a:cubicBezTo>
                    <a:cubicBezTo>
                      <a:pt x="2206" y="1279"/>
                      <a:pt x="2181" y="1254"/>
                      <a:pt x="2131" y="1254"/>
                    </a:cubicBezTo>
                    <a:lnTo>
                      <a:pt x="2181" y="1229"/>
                    </a:lnTo>
                    <a:cubicBezTo>
                      <a:pt x="2206" y="1178"/>
                      <a:pt x="2256" y="1153"/>
                      <a:pt x="2306" y="1103"/>
                    </a:cubicBezTo>
                    <a:cubicBezTo>
                      <a:pt x="2331" y="1078"/>
                      <a:pt x="2382" y="1053"/>
                      <a:pt x="2407" y="1028"/>
                    </a:cubicBezTo>
                    <a:cubicBezTo>
                      <a:pt x="2407" y="1053"/>
                      <a:pt x="2432" y="1053"/>
                      <a:pt x="2432" y="1053"/>
                    </a:cubicBezTo>
                    <a:cubicBezTo>
                      <a:pt x="2507" y="1078"/>
                      <a:pt x="2582" y="1103"/>
                      <a:pt x="2682" y="1128"/>
                    </a:cubicBezTo>
                    <a:cubicBezTo>
                      <a:pt x="2758" y="1153"/>
                      <a:pt x="2858" y="1178"/>
                      <a:pt x="2933" y="1203"/>
                    </a:cubicBezTo>
                    <a:cubicBezTo>
                      <a:pt x="2983" y="1203"/>
                      <a:pt x="3008" y="1178"/>
                      <a:pt x="3033" y="1153"/>
                    </a:cubicBezTo>
                    <a:cubicBezTo>
                      <a:pt x="3033" y="1103"/>
                      <a:pt x="3008" y="1078"/>
                      <a:pt x="2983" y="1078"/>
                    </a:cubicBezTo>
                    <a:cubicBezTo>
                      <a:pt x="2908" y="1028"/>
                      <a:pt x="2808" y="1003"/>
                      <a:pt x="2707" y="978"/>
                    </a:cubicBezTo>
                    <a:cubicBezTo>
                      <a:pt x="2657" y="978"/>
                      <a:pt x="2582" y="953"/>
                      <a:pt x="2532" y="928"/>
                    </a:cubicBezTo>
                    <a:cubicBezTo>
                      <a:pt x="2557" y="903"/>
                      <a:pt x="2582" y="903"/>
                      <a:pt x="2582" y="878"/>
                    </a:cubicBezTo>
                    <a:cubicBezTo>
                      <a:pt x="2607" y="853"/>
                      <a:pt x="2632" y="853"/>
                      <a:pt x="2657" y="828"/>
                    </a:cubicBezTo>
                    <a:cubicBezTo>
                      <a:pt x="2682" y="802"/>
                      <a:pt x="2707" y="777"/>
                      <a:pt x="2732" y="777"/>
                    </a:cubicBezTo>
                    <a:cubicBezTo>
                      <a:pt x="2783" y="727"/>
                      <a:pt x="2808" y="702"/>
                      <a:pt x="2858" y="652"/>
                    </a:cubicBezTo>
                    <a:cubicBezTo>
                      <a:pt x="2883" y="652"/>
                      <a:pt x="2883" y="627"/>
                      <a:pt x="2858" y="602"/>
                    </a:cubicBezTo>
                    <a:lnTo>
                      <a:pt x="2808" y="602"/>
                    </a:lnTo>
                    <a:cubicBezTo>
                      <a:pt x="2758" y="627"/>
                      <a:pt x="2707" y="677"/>
                      <a:pt x="2682" y="702"/>
                    </a:cubicBezTo>
                    <a:cubicBezTo>
                      <a:pt x="2632" y="752"/>
                      <a:pt x="2582" y="777"/>
                      <a:pt x="2532" y="828"/>
                    </a:cubicBezTo>
                    <a:cubicBezTo>
                      <a:pt x="2532" y="828"/>
                      <a:pt x="2532" y="853"/>
                      <a:pt x="2507" y="853"/>
                    </a:cubicBezTo>
                    <a:cubicBezTo>
                      <a:pt x="2507" y="802"/>
                      <a:pt x="2507" y="777"/>
                      <a:pt x="2507" y="727"/>
                    </a:cubicBezTo>
                    <a:cubicBezTo>
                      <a:pt x="2507" y="627"/>
                      <a:pt x="2507" y="552"/>
                      <a:pt x="2507" y="452"/>
                    </a:cubicBezTo>
                    <a:cubicBezTo>
                      <a:pt x="2507" y="427"/>
                      <a:pt x="2482" y="376"/>
                      <a:pt x="2457" y="376"/>
                    </a:cubicBezTo>
                    <a:cubicBezTo>
                      <a:pt x="2407" y="376"/>
                      <a:pt x="2382" y="401"/>
                      <a:pt x="2382" y="452"/>
                    </a:cubicBezTo>
                    <a:cubicBezTo>
                      <a:pt x="2382" y="527"/>
                      <a:pt x="2382" y="627"/>
                      <a:pt x="2382" y="702"/>
                    </a:cubicBezTo>
                    <a:cubicBezTo>
                      <a:pt x="2382" y="802"/>
                      <a:pt x="2357" y="878"/>
                      <a:pt x="2357" y="953"/>
                    </a:cubicBezTo>
                    <a:cubicBezTo>
                      <a:pt x="2357" y="953"/>
                      <a:pt x="2357" y="978"/>
                      <a:pt x="2357" y="978"/>
                    </a:cubicBezTo>
                    <a:cubicBezTo>
                      <a:pt x="2331" y="1003"/>
                      <a:pt x="2306" y="1028"/>
                      <a:pt x="2256" y="1053"/>
                    </a:cubicBezTo>
                    <a:cubicBezTo>
                      <a:pt x="2206" y="1103"/>
                      <a:pt x="2181" y="1128"/>
                      <a:pt x="2131" y="1178"/>
                    </a:cubicBezTo>
                    <a:cubicBezTo>
                      <a:pt x="2131" y="1153"/>
                      <a:pt x="2131" y="1153"/>
                      <a:pt x="2131" y="1153"/>
                    </a:cubicBezTo>
                    <a:cubicBezTo>
                      <a:pt x="2106" y="1078"/>
                      <a:pt x="2106" y="1028"/>
                      <a:pt x="2106" y="978"/>
                    </a:cubicBezTo>
                    <a:cubicBezTo>
                      <a:pt x="2081" y="928"/>
                      <a:pt x="2081" y="878"/>
                      <a:pt x="2056" y="828"/>
                    </a:cubicBezTo>
                    <a:cubicBezTo>
                      <a:pt x="2056" y="802"/>
                      <a:pt x="2056" y="777"/>
                      <a:pt x="2056" y="777"/>
                    </a:cubicBezTo>
                    <a:cubicBezTo>
                      <a:pt x="2056" y="752"/>
                      <a:pt x="2031" y="727"/>
                      <a:pt x="2031" y="702"/>
                    </a:cubicBezTo>
                    <a:cubicBezTo>
                      <a:pt x="2031" y="677"/>
                      <a:pt x="2031" y="677"/>
                      <a:pt x="2031" y="677"/>
                    </a:cubicBezTo>
                    <a:cubicBezTo>
                      <a:pt x="2031" y="677"/>
                      <a:pt x="2006" y="652"/>
                      <a:pt x="1981" y="652"/>
                    </a:cubicBezTo>
                    <a:lnTo>
                      <a:pt x="1956" y="652"/>
                    </a:lnTo>
                    <a:cubicBezTo>
                      <a:pt x="1930" y="677"/>
                      <a:pt x="1905" y="702"/>
                      <a:pt x="1880" y="702"/>
                    </a:cubicBezTo>
                    <a:cubicBezTo>
                      <a:pt x="1855" y="727"/>
                      <a:pt x="1830" y="752"/>
                      <a:pt x="1805" y="777"/>
                    </a:cubicBezTo>
                    <a:cubicBezTo>
                      <a:pt x="1780" y="802"/>
                      <a:pt x="1755" y="828"/>
                      <a:pt x="1730" y="853"/>
                    </a:cubicBezTo>
                    <a:cubicBezTo>
                      <a:pt x="1705" y="878"/>
                      <a:pt x="1680" y="878"/>
                      <a:pt x="1655" y="903"/>
                    </a:cubicBezTo>
                    <a:cubicBezTo>
                      <a:pt x="1630" y="928"/>
                      <a:pt x="1605" y="953"/>
                      <a:pt x="1605" y="978"/>
                    </a:cubicBezTo>
                    <a:cubicBezTo>
                      <a:pt x="1580" y="978"/>
                      <a:pt x="1555" y="1003"/>
                      <a:pt x="1555" y="1028"/>
                    </a:cubicBezTo>
                    <a:cubicBezTo>
                      <a:pt x="1504" y="1053"/>
                      <a:pt x="1479" y="1078"/>
                      <a:pt x="1454" y="1103"/>
                    </a:cubicBezTo>
                    <a:cubicBezTo>
                      <a:pt x="1454" y="1078"/>
                      <a:pt x="1454" y="1053"/>
                      <a:pt x="1454" y="1028"/>
                    </a:cubicBezTo>
                    <a:cubicBezTo>
                      <a:pt x="1429" y="978"/>
                      <a:pt x="1429" y="903"/>
                      <a:pt x="1404" y="853"/>
                    </a:cubicBezTo>
                    <a:cubicBezTo>
                      <a:pt x="1404" y="828"/>
                      <a:pt x="1404" y="802"/>
                      <a:pt x="1404" y="777"/>
                    </a:cubicBezTo>
                    <a:cubicBezTo>
                      <a:pt x="1404" y="777"/>
                      <a:pt x="1404" y="752"/>
                      <a:pt x="1429" y="752"/>
                    </a:cubicBezTo>
                    <a:cubicBezTo>
                      <a:pt x="1454" y="702"/>
                      <a:pt x="1479" y="652"/>
                      <a:pt x="1504" y="602"/>
                    </a:cubicBezTo>
                    <a:cubicBezTo>
                      <a:pt x="1529" y="552"/>
                      <a:pt x="1555" y="477"/>
                      <a:pt x="1580" y="427"/>
                    </a:cubicBezTo>
                    <a:cubicBezTo>
                      <a:pt x="1605" y="376"/>
                      <a:pt x="1605" y="326"/>
                      <a:pt x="1630" y="276"/>
                    </a:cubicBezTo>
                    <a:cubicBezTo>
                      <a:pt x="1655" y="201"/>
                      <a:pt x="1680" y="151"/>
                      <a:pt x="1705" y="76"/>
                    </a:cubicBezTo>
                    <a:cubicBezTo>
                      <a:pt x="1705" y="51"/>
                      <a:pt x="1680" y="26"/>
                      <a:pt x="16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7" name="Google Shape;5737;p50"/>
              <p:cNvSpPr/>
              <p:nvPr/>
            </p:nvSpPr>
            <p:spPr>
              <a:xfrm>
                <a:off x="5190000" y="1161050"/>
                <a:ext cx="9425" cy="5025"/>
              </a:xfrm>
              <a:custGeom>
                <a:rect b="b" l="l" r="r" t="t"/>
                <a:pathLst>
                  <a:path extrusionOk="0" h="201" w="377">
                    <a:moveTo>
                      <a:pt x="126" y="0"/>
                    </a:moveTo>
                    <a:cubicBezTo>
                      <a:pt x="101" y="26"/>
                      <a:pt x="51" y="51"/>
                      <a:pt x="26" y="76"/>
                    </a:cubicBezTo>
                    <a:cubicBezTo>
                      <a:pt x="1" y="76"/>
                      <a:pt x="1" y="126"/>
                      <a:pt x="1" y="151"/>
                    </a:cubicBezTo>
                    <a:cubicBezTo>
                      <a:pt x="26" y="176"/>
                      <a:pt x="26" y="176"/>
                      <a:pt x="51" y="201"/>
                    </a:cubicBezTo>
                    <a:cubicBezTo>
                      <a:pt x="51" y="201"/>
                      <a:pt x="76" y="201"/>
                      <a:pt x="101" y="176"/>
                    </a:cubicBezTo>
                    <a:cubicBezTo>
                      <a:pt x="176" y="126"/>
                      <a:pt x="251" y="76"/>
                      <a:pt x="327" y="26"/>
                    </a:cubicBezTo>
                    <a:cubicBezTo>
                      <a:pt x="352" y="0"/>
                      <a:pt x="352" y="0"/>
                      <a:pt x="3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8" name="Google Shape;5738;p50"/>
              <p:cNvSpPr/>
              <p:nvPr/>
            </p:nvSpPr>
            <p:spPr>
              <a:xfrm>
                <a:off x="5190000" y="1161050"/>
                <a:ext cx="80850" cy="50150"/>
              </a:xfrm>
              <a:custGeom>
                <a:rect b="b" l="l" r="r" t="t"/>
                <a:pathLst>
                  <a:path extrusionOk="0" h="2006" w="3234">
                    <a:moveTo>
                      <a:pt x="878" y="101"/>
                    </a:moveTo>
                    <a:cubicBezTo>
                      <a:pt x="953" y="126"/>
                      <a:pt x="1003" y="151"/>
                      <a:pt x="1053" y="176"/>
                    </a:cubicBezTo>
                    <a:cubicBezTo>
                      <a:pt x="1104" y="176"/>
                      <a:pt x="1179" y="201"/>
                      <a:pt x="1229" y="226"/>
                    </a:cubicBezTo>
                    <a:cubicBezTo>
                      <a:pt x="1229" y="226"/>
                      <a:pt x="1229" y="226"/>
                      <a:pt x="1229" y="251"/>
                    </a:cubicBezTo>
                    <a:cubicBezTo>
                      <a:pt x="1179" y="276"/>
                      <a:pt x="1129" y="326"/>
                      <a:pt x="1079" y="351"/>
                    </a:cubicBezTo>
                    <a:cubicBezTo>
                      <a:pt x="1053" y="401"/>
                      <a:pt x="1003" y="452"/>
                      <a:pt x="953" y="477"/>
                    </a:cubicBezTo>
                    <a:cubicBezTo>
                      <a:pt x="928" y="502"/>
                      <a:pt x="928" y="502"/>
                      <a:pt x="903" y="527"/>
                    </a:cubicBezTo>
                    <a:cubicBezTo>
                      <a:pt x="878" y="527"/>
                      <a:pt x="853" y="502"/>
                      <a:pt x="828" y="502"/>
                    </a:cubicBezTo>
                    <a:cubicBezTo>
                      <a:pt x="778" y="477"/>
                      <a:pt x="728" y="477"/>
                      <a:pt x="678" y="452"/>
                    </a:cubicBezTo>
                    <a:cubicBezTo>
                      <a:pt x="602" y="427"/>
                      <a:pt x="552" y="427"/>
                      <a:pt x="502" y="401"/>
                    </a:cubicBezTo>
                    <a:lnTo>
                      <a:pt x="477" y="401"/>
                    </a:lnTo>
                    <a:cubicBezTo>
                      <a:pt x="477" y="376"/>
                      <a:pt x="502" y="376"/>
                      <a:pt x="527" y="351"/>
                    </a:cubicBezTo>
                    <a:cubicBezTo>
                      <a:pt x="527" y="326"/>
                      <a:pt x="552" y="326"/>
                      <a:pt x="577" y="301"/>
                    </a:cubicBezTo>
                    <a:cubicBezTo>
                      <a:pt x="602" y="301"/>
                      <a:pt x="627" y="276"/>
                      <a:pt x="652" y="251"/>
                    </a:cubicBezTo>
                    <a:cubicBezTo>
                      <a:pt x="678" y="226"/>
                      <a:pt x="728" y="201"/>
                      <a:pt x="778" y="176"/>
                    </a:cubicBezTo>
                    <a:cubicBezTo>
                      <a:pt x="803" y="151"/>
                      <a:pt x="803" y="151"/>
                      <a:pt x="828" y="126"/>
                    </a:cubicBezTo>
                    <a:cubicBezTo>
                      <a:pt x="853" y="126"/>
                      <a:pt x="878" y="101"/>
                      <a:pt x="878" y="101"/>
                    </a:cubicBezTo>
                    <a:close/>
                    <a:moveTo>
                      <a:pt x="1480" y="301"/>
                    </a:moveTo>
                    <a:lnTo>
                      <a:pt x="1480" y="301"/>
                    </a:lnTo>
                    <a:cubicBezTo>
                      <a:pt x="1655" y="376"/>
                      <a:pt x="1805" y="427"/>
                      <a:pt x="1981" y="477"/>
                    </a:cubicBezTo>
                    <a:lnTo>
                      <a:pt x="2006" y="477"/>
                    </a:lnTo>
                    <a:cubicBezTo>
                      <a:pt x="2006" y="502"/>
                      <a:pt x="2006" y="527"/>
                      <a:pt x="2006" y="552"/>
                    </a:cubicBezTo>
                    <a:cubicBezTo>
                      <a:pt x="2006" y="602"/>
                      <a:pt x="2031" y="627"/>
                      <a:pt x="2031" y="677"/>
                    </a:cubicBezTo>
                    <a:cubicBezTo>
                      <a:pt x="2056" y="752"/>
                      <a:pt x="2056" y="803"/>
                      <a:pt x="2081" y="878"/>
                    </a:cubicBezTo>
                    <a:cubicBezTo>
                      <a:pt x="2081" y="903"/>
                      <a:pt x="2106" y="928"/>
                      <a:pt x="2106" y="953"/>
                    </a:cubicBezTo>
                    <a:lnTo>
                      <a:pt x="1981" y="953"/>
                    </a:lnTo>
                    <a:cubicBezTo>
                      <a:pt x="1931" y="928"/>
                      <a:pt x="1906" y="928"/>
                      <a:pt x="1881" y="928"/>
                    </a:cubicBezTo>
                    <a:cubicBezTo>
                      <a:pt x="1855" y="928"/>
                      <a:pt x="1830" y="928"/>
                      <a:pt x="1805" y="903"/>
                    </a:cubicBezTo>
                    <a:lnTo>
                      <a:pt x="1755" y="903"/>
                    </a:lnTo>
                    <a:cubicBezTo>
                      <a:pt x="1730" y="878"/>
                      <a:pt x="1705" y="878"/>
                      <a:pt x="1680" y="878"/>
                    </a:cubicBezTo>
                    <a:cubicBezTo>
                      <a:pt x="1655" y="878"/>
                      <a:pt x="1655" y="878"/>
                      <a:pt x="1630" y="853"/>
                    </a:cubicBezTo>
                    <a:lnTo>
                      <a:pt x="1605" y="853"/>
                    </a:lnTo>
                    <a:cubicBezTo>
                      <a:pt x="1605" y="828"/>
                      <a:pt x="1605" y="828"/>
                      <a:pt x="1580" y="803"/>
                    </a:cubicBezTo>
                    <a:cubicBezTo>
                      <a:pt x="1555" y="677"/>
                      <a:pt x="1530" y="552"/>
                      <a:pt x="1505" y="452"/>
                    </a:cubicBezTo>
                    <a:cubicBezTo>
                      <a:pt x="1505" y="401"/>
                      <a:pt x="1480" y="351"/>
                      <a:pt x="1480" y="301"/>
                    </a:cubicBezTo>
                    <a:close/>
                    <a:moveTo>
                      <a:pt x="1379" y="276"/>
                    </a:moveTo>
                    <a:cubicBezTo>
                      <a:pt x="1379" y="326"/>
                      <a:pt x="1404" y="376"/>
                      <a:pt x="1404" y="427"/>
                    </a:cubicBezTo>
                    <a:cubicBezTo>
                      <a:pt x="1429" y="552"/>
                      <a:pt x="1454" y="677"/>
                      <a:pt x="1480" y="803"/>
                    </a:cubicBezTo>
                    <a:cubicBezTo>
                      <a:pt x="1480" y="828"/>
                      <a:pt x="1454" y="828"/>
                      <a:pt x="1454" y="853"/>
                    </a:cubicBezTo>
                    <a:cubicBezTo>
                      <a:pt x="1429" y="853"/>
                      <a:pt x="1429" y="878"/>
                      <a:pt x="1404" y="903"/>
                    </a:cubicBezTo>
                    <a:cubicBezTo>
                      <a:pt x="1404" y="903"/>
                      <a:pt x="1379" y="903"/>
                      <a:pt x="1379" y="928"/>
                    </a:cubicBezTo>
                    <a:cubicBezTo>
                      <a:pt x="1379" y="928"/>
                      <a:pt x="1354" y="928"/>
                      <a:pt x="1354" y="953"/>
                    </a:cubicBezTo>
                    <a:cubicBezTo>
                      <a:pt x="1329" y="953"/>
                      <a:pt x="1304" y="978"/>
                      <a:pt x="1304" y="978"/>
                    </a:cubicBezTo>
                    <a:cubicBezTo>
                      <a:pt x="1279" y="1003"/>
                      <a:pt x="1254" y="1003"/>
                      <a:pt x="1229" y="1028"/>
                    </a:cubicBezTo>
                    <a:cubicBezTo>
                      <a:pt x="1229" y="1028"/>
                      <a:pt x="1204" y="1053"/>
                      <a:pt x="1179" y="1078"/>
                    </a:cubicBezTo>
                    <a:cubicBezTo>
                      <a:pt x="1179" y="1078"/>
                      <a:pt x="1154" y="1078"/>
                      <a:pt x="1154" y="1103"/>
                    </a:cubicBezTo>
                    <a:cubicBezTo>
                      <a:pt x="1154" y="1078"/>
                      <a:pt x="1129" y="1078"/>
                      <a:pt x="1129" y="1053"/>
                    </a:cubicBezTo>
                    <a:cubicBezTo>
                      <a:pt x="1129" y="1028"/>
                      <a:pt x="1129" y="1028"/>
                      <a:pt x="1129" y="1003"/>
                    </a:cubicBezTo>
                    <a:cubicBezTo>
                      <a:pt x="1104" y="978"/>
                      <a:pt x="1104" y="953"/>
                      <a:pt x="1104" y="928"/>
                    </a:cubicBezTo>
                    <a:cubicBezTo>
                      <a:pt x="1079" y="903"/>
                      <a:pt x="1079" y="878"/>
                      <a:pt x="1079" y="853"/>
                    </a:cubicBezTo>
                    <a:cubicBezTo>
                      <a:pt x="1053" y="828"/>
                      <a:pt x="1053" y="803"/>
                      <a:pt x="1053" y="777"/>
                    </a:cubicBezTo>
                    <a:cubicBezTo>
                      <a:pt x="1028" y="752"/>
                      <a:pt x="1028" y="727"/>
                      <a:pt x="1028" y="702"/>
                    </a:cubicBezTo>
                    <a:cubicBezTo>
                      <a:pt x="1003" y="652"/>
                      <a:pt x="1003" y="602"/>
                      <a:pt x="978" y="577"/>
                    </a:cubicBezTo>
                    <a:cubicBezTo>
                      <a:pt x="978" y="552"/>
                      <a:pt x="1003" y="552"/>
                      <a:pt x="1003" y="552"/>
                    </a:cubicBezTo>
                    <a:cubicBezTo>
                      <a:pt x="1053" y="502"/>
                      <a:pt x="1104" y="477"/>
                      <a:pt x="1154" y="427"/>
                    </a:cubicBezTo>
                    <a:cubicBezTo>
                      <a:pt x="1204" y="401"/>
                      <a:pt x="1254" y="351"/>
                      <a:pt x="1304" y="301"/>
                    </a:cubicBezTo>
                    <a:cubicBezTo>
                      <a:pt x="1304" y="301"/>
                      <a:pt x="1329" y="276"/>
                      <a:pt x="1354" y="276"/>
                    </a:cubicBezTo>
                    <a:close/>
                    <a:moveTo>
                      <a:pt x="577" y="0"/>
                    </a:moveTo>
                    <a:cubicBezTo>
                      <a:pt x="627" y="0"/>
                      <a:pt x="652" y="26"/>
                      <a:pt x="703" y="26"/>
                    </a:cubicBezTo>
                    <a:cubicBezTo>
                      <a:pt x="728" y="26"/>
                      <a:pt x="753" y="51"/>
                      <a:pt x="778" y="51"/>
                    </a:cubicBezTo>
                    <a:cubicBezTo>
                      <a:pt x="753" y="76"/>
                      <a:pt x="728" y="101"/>
                      <a:pt x="703" y="101"/>
                    </a:cubicBezTo>
                    <a:cubicBezTo>
                      <a:pt x="678" y="126"/>
                      <a:pt x="652" y="151"/>
                      <a:pt x="627" y="176"/>
                    </a:cubicBezTo>
                    <a:cubicBezTo>
                      <a:pt x="627" y="201"/>
                      <a:pt x="602" y="201"/>
                      <a:pt x="577" y="226"/>
                    </a:cubicBezTo>
                    <a:cubicBezTo>
                      <a:pt x="502" y="276"/>
                      <a:pt x="452" y="326"/>
                      <a:pt x="402" y="376"/>
                    </a:cubicBezTo>
                    <a:cubicBezTo>
                      <a:pt x="377" y="376"/>
                      <a:pt x="352" y="376"/>
                      <a:pt x="352" y="401"/>
                    </a:cubicBezTo>
                    <a:cubicBezTo>
                      <a:pt x="352" y="427"/>
                      <a:pt x="352" y="452"/>
                      <a:pt x="377" y="452"/>
                    </a:cubicBezTo>
                    <a:cubicBezTo>
                      <a:pt x="402" y="452"/>
                      <a:pt x="402" y="452"/>
                      <a:pt x="427" y="477"/>
                    </a:cubicBezTo>
                    <a:lnTo>
                      <a:pt x="477" y="477"/>
                    </a:lnTo>
                    <a:cubicBezTo>
                      <a:pt x="552" y="502"/>
                      <a:pt x="602" y="502"/>
                      <a:pt x="652" y="527"/>
                    </a:cubicBezTo>
                    <a:cubicBezTo>
                      <a:pt x="703" y="527"/>
                      <a:pt x="778" y="552"/>
                      <a:pt x="828" y="577"/>
                    </a:cubicBezTo>
                    <a:lnTo>
                      <a:pt x="853" y="577"/>
                    </a:lnTo>
                    <a:cubicBezTo>
                      <a:pt x="828" y="577"/>
                      <a:pt x="828" y="602"/>
                      <a:pt x="803" y="602"/>
                    </a:cubicBezTo>
                    <a:cubicBezTo>
                      <a:pt x="778" y="652"/>
                      <a:pt x="728" y="702"/>
                      <a:pt x="678" y="727"/>
                    </a:cubicBezTo>
                    <a:lnTo>
                      <a:pt x="602" y="803"/>
                    </a:lnTo>
                    <a:lnTo>
                      <a:pt x="577" y="803"/>
                    </a:lnTo>
                    <a:cubicBezTo>
                      <a:pt x="527" y="777"/>
                      <a:pt x="452" y="752"/>
                      <a:pt x="402" y="752"/>
                    </a:cubicBezTo>
                    <a:cubicBezTo>
                      <a:pt x="327" y="727"/>
                      <a:pt x="251" y="727"/>
                      <a:pt x="176" y="727"/>
                    </a:cubicBezTo>
                    <a:cubicBezTo>
                      <a:pt x="151" y="727"/>
                      <a:pt x="126" y="702"/>
                      <a:pt x="101" y="702"/>
                    </a:cubicBezTo>
                    <a:lnTo>
                      <a:pt x="51" y="702"/>
                    </a:lnTo>
                    <a:cubicBezTo>
                      <a:pt x="26" y="727"/>
                      <a:pt x="26" y="727"/>
                      <a:pt x="26" y="752"/>
                    </a:cubicBezTo>
                    <a:cubicBezTo>
                      <a:pt x="1" y="777"/>
                      <a:pt x="26" y="828"/>
                      <a:pt x="76" y="853"/>
                    </a:cubicBezTo>
                    <a:cubicBezTo>
                      <a:pt x="126" y="853"/>
                      <a:pt x="176" y="878"/>
                      <a:pt x="226" y="878"/>
                    </a:cubicBezTo>
                    <a:cubicBezTo>
                      <a:pt x="251" y="903"/>
                      <a:pt x="302" y="903"/>
                      <a:pt x="352" y="903"/>
                    </a:cubicBezTo>
                    <a:cubicBezTo>
                      <a:pt x="377" y="903"/>
                      <a:pt x="427" y="928"/>
                      <a:pt x="477" y="928"/>
                    </a:cubicBezTo>
                    <a:cubicBezTo>
                      <a:pt x="452" y="953"/>
                      <a:pt x="427" y="978"/>
                      <a:pt x="402" y="1003"/>
                    </a:cubicBezTo>
                    <a:cubicBezTo>
                      <a:pt x="352" y="1053"/>
                      <a:pt x="302" y="1078"/>
                      <a:pt x="276" y="1128"/>
                    </a:cubicBezTo>
                    <a:cubicBezTo>
                      <a:pt x="226" y="1153"/>
                      <a:pt x="176" y="1204"/>
                      <a:pt x="151" y="1229"/>
                    </a:cubicBezTo>
                    <a:cubicBezTo>
                      <a:pt x="126" y="1254"/>
                      <a:pt x="126" y="1254"/>
                      <a:pt x="151" y="1279"/>
                    </a:cubicBezTo>
                    <a:lnTo>
                      <a:pt x="176" y="1279"/>
                    </a:lnTo>
                    <a:cubicBezTo>
                      <a:pt x="226" y="1229"/>
                      <a:pt x="276" y="1204"/>
                      <a:pt x="302" y="1153"/>
                    </a:cubicBezTo>
                    <a:cubicBezTo>
                      <a:pt x="352" y="1128"/>
                      <a:pt x="402" y="1078"/>
                      <a:pt x="452" y="1053"/>
                    </a:cubicBezTo>
                    <a:cubicBezTo>
                      <a:pt x="477" y="1028"/>
                      <a:pt x="502" y="1003"/>
                      <a:pt x="527" y="978"/>
                    </a:cubicBezTo>
                    <a:cubicBezTo>
                      <a:pt x="527" y="1028"/>
                      <a:pt x="527" y="1078"/>
                      <a:pt x="527" y="1128"/>
                    </a:cubicBezTo>
                    <a:cubicBezTo>
                      <a:pt x="527" y="1229"/>
                      <a:pt x="527" y="1329"/>
                      <a:pt x="527" y="1404"/>
                    </a:cubicBezTo>
                    <a:cubicBezTo>
                      <a:pt x="527" y="1429"/>
                      <a:pt x="552" y="1454"/>
                      <a:pt x="552" y="1454"/>
                    </a:cubicBezTo>
                    <a:cubicBezTo>
                      <a:pt x="577" y="1454"/>
                      <a:pt x="602" y="1429"/>
                      <a:pt x="602" y="1429"/>
                    </a:cubicBezTo>
                    <a:cubicBezTo>
                      <a:pt x="627" y="1254"/>
                      <a:pt x="627" y="1078"/>
                      <a:pt x="627" y="928"/>
                    </a:cubicBezTo>
                    <a:cubicBezTo>
                      <a:pt x="627" y="903"/>
                      <a:pt x="627" y="903"/>
                      <a:pt x="652" y="903"/>
                    </a:cubicBezTo>
                    <a:cubicBezTo>
                      <a:pt x="652" y="878"/>
                      <a:pt x="652" y="878"/>
                      <a:pt x="652" y="878"/>
                    </a:cubicBezTo>
                    <a:cubicBezTo>
                      <a:pt x="678" y="853"/>
                      <a:pt x="703" y="828"/>
                      <a:pt x="728" y="803"/>
                    </a:cubicBezTo>
                    <a:cubicBezTo>
                      <a:pt x="778" y="752"/>
                      <a:pt x="828" y="702"/>
                      <a:pt x="878" y="677"/>
                    </a:cubicBezTo>
                    <a:cubicBezTo>
                      <a:pt x="878" y="677"/>
                      <a:pt x="878" y="652"/>
                      <a:pt x="878" y="652"/>
                    </a:cubicBezTo>
                    <a:cubicBezTo>
                      <a:pt x="878" y="677"/>
                      <a:pt x="903" y="702"/>
                      <a:pt x="903" y="727"/>
                    </a:cubicBezTo>
                    <a:cubicBezTo>
                      <a:pt x="903" y="752"/>
                      <a:pt x="928" y="777"/>
                      <a:pt x="928" y="803"/>
                    </a:cubicBezTo>
                    <a:cubicBezTo>
                      <a:pt x="953" y="828"/>
                      <a:pt x="953" y="853"/>
                      <a:pt x="978" y="878"/>
                    </a:cubicBezTo>
                    <a:cubicBezTo>
                      <a:pt x="978" y="903"/>
                      <a:pt x="978" y="928"/>
                      <a:pt x="1003" y="953"/>
                    </a:cubicBezTo>
                    <a:cubicBezTo>
                      <a:pt x="1003" y="978"/>
                      <a:pt x="1028" y="1003"/>
                      <a:pt x="1028" y="1028"/>
                    </a:cubicBezTo>
                    <a:cubicBezTo>
                      <a:pt x="1028" y="1053"/>
                      <a:pt x="1053" y="1078"/>
                      <a:pt x="1053" y="1103"/>
                    </a:cubicBezTo>
                    <a:cubicBezTo>
                      <a:pt x="1053" y="1103"/>
                      <a:pt x="1079" y="1128"/>
                      <a:pt x="1079" y="1153"/>
                    </a:cubicBezTo>
                    <a:lnTo>
                      <a:pt x="1104" y="1153"/>
                    </a:lnTo>
                    <a:cubicBezTo>
                      <a:pt x="1079" y="1153"/>
                      <a:pt x="1079" y="1178"/>
                      <a:pt x="1104" y="1178"/>
                    </a:cubicBezTo>
                    <a:cubicBezTo>
                      <a:pt x="1104" y="1191"/>
                      <a:pt x="1110" y="1197"/>
                      <a:pt x="1119" y="1197"/>
                    </a:cubicBezTo>
                    <a:cubicBezTo>
                      <a:pt x="1129" y="1197"/>
                      <a:pt x="1141" y="1191"/>
                      <a:pt x="1154" y="1178"/>
                    </a:cubicBezTo>
                    <a:cubicBezTo>
                      <a:pt x="1154" y="1178"/>
                      <a:pt x="1179" y="1153"/>
                      <a:pt x="1179" y="1153"/>
                    </a:cubicBezTo>
                    <a:cubicBezTo>
                      <a:pt x="1204" y="1153"/>
                      <a:pt x="1204" y="1128"/>
                      <a:pt x="1229" y="1128"/>
                    </a:cubicBezTo>
                    <a:cubicBezTo>
                      <a:pt x="1254" y="1103"/>
                      <a:pt x="1254" y="1078"/>
                      <a:pt x="1279" y="1078"/>
                    </a:cubicBezTo>
                    <a:cubicBezTo>
                      <a:pt x="1304" y="1053"/>
                      <a:pt x="1329" y="1053"/>
                      <a:pt x="1354" y="1028"/>
                    </a:cubicBezTo>
                    <a:cubicBezTo>
                      <a:pt x="1354" y="1028"/>
                      <a:pt x="1379" y="1003"/>
                      <a:pt x="1404" y="1003"/>
                    </a:cubicBezTo>
                    <a:cubicBezTo>
                      <a:pt x="1404" y="978"/>
                      <a:pt x="1429" y="953"/>
                      <a:pt x="1454" y="953"/>
                    </a:cubicBezTo>
                    <a:cubicBezTo>
                      <a:pt x="1454" y="928"/>
                      <a:pt x="1480" y="928"/>
                      <a:pt x="1505" y="903"/>
                    </a:cubicBezTo>
                    <a:cubicBezTo>
                      <a:pt x="1505" y="928"/>
                      <a:pt x="1505" y="978"/>
                      <a:pt x="1530" y="1003"/>
                    </a:cubicBezTo>
                    <a:cubicBezTo>
                      <a:pt x="1530" y="1078"/>
                      <a:pt x="1555" y="1128"/>
                      <a:pt x="1580" y="1204"/>
                    </a:cubicBezTo>
                    <a:cubicBezTo>
                      <a:pt x="1580" y="1204"/>
                      <a:pt x="1580" y="1229"/>
                      <a:pt x="1580" y="1229"/>
                    </a:cubicBezTo>
                    <a:lnTo>
                      <a:pt x="1555" y="1229"/>
                    </a:lnTo>
                    <a:cubicBezTo>
                      <a:pt x="1555" y="1254"/>
                      <a:pt x="1530" y="1304"/>
                      <a:pt x="1505" y="1329"/>
                    </a:cubicBezTo>
                    <a:cubicBezTo>
                      <a:pt x="1505" y="1354"/>
                      <a:pt x="1480" y="1404"/>
                      <a:pt x="1454" y="1454"/>
                    </a:cubicBezTo>
                    <a:cubicBezTo>
                      <a:pt x="1429" y="1479"/>
                      <a:pt x="1429" y="1504"/>
                      <a:pt x="1404" y="1554"/>
                    </a:cubicBezTo>
                    <a:cubicBezTo>
                      <a:pt x="1379" y="1605"/>
                      <a:pt x="1354" y="1630"/>
                      <a:pt x="1329" y="1680"/>
                    </a:cubicBezTo>
                    <a:cubicBezTo>
                      <a:pt x="1329" y="1705"/>
                      <a:pt x="1329" y="1705"/>
                      <a:pt x="1329" y="1730"/>
                    </a:cubicBezTo>
                    <a:cubicBezTo>
                      <a:pt x="1329" y="1730"/>
                      <a:pt x="1329" y="1755"/>
                      <a:pt x="1354" y="1755"/>
                    </a:cubicBezTo>
                    <a:cubicBezTo>
                      <a:pt x="1367" y="1767"/>
                      <a:pt x="1379" y="1774"/>
                      <a:pt x="1392" y="1774"/>
                    </a:cubicBezTo>
                    <a:cubicBezTo>
                      <a:pt x="1404" y="1774"/>
                      <a:pt x="1417" y="1767"/>
                      <a:pt x="1429" y="1755"/>
                    </a:cubicBezTo>
                    <a:cubicBezTo>
                      <a:pt x="1454" y="1705"/>
                      <a:pt x="1480" y="1680"/>
                      <a:pt x="1505" y="1655"/>
                    </a:cubicBezTo>
                    <a:cubicBezTo>
                      <a:pt x="1505" y="1630"/>
                      <a:pt x="1530" y="1605"/>
                      <a:pt x="1555" y="1579"/>
                    </a:cubicBezTo>
                    <a:cubicBezTo>
                      <a:pt x="1580" y="1504"/>
                      <a:pt x="1605" y="1454"/>
                      <a:pt x="1630" y="1404"/>
                    </a:cubicBezTo>
                    <a:cubicBezTo>
                      <a:pt x="1630" y="1479"/>
                      <a:pt x="1655" y="1529"/>
                      <a:pt x="1655" y="1579"/>
                    </a:cubicBezTo>
                    <a:cubicBezTo>
                      <a:pt x="1680" y="1655"/>
                      <a:pt x="1680" y="1730"/>
                      <a:pt x="1705" y="1780"/>
                    </a:cubicBezTo>
                    <a:cubicBezTo>
                      <a:pt x="1705" y="1805"/>
                      <a:pt x="1705" y="1855"/>
                      <a:pt x="1730" y="1880"/>
                    </a:cubicBezTo>
                    <a:cubicBezTo>
                      <a:pt x="1730" y="1905"/>
                      <a:pt x="1730" y="1930"/>
                      <a:pt x="1730" y="1955"/>
                    </a:cubicBezTo>
                    <a:cubicBezTo>
                      <a:pt x="1730" y="1980"/>
                      <a:pt x="1755" y="2006"/>
                      <a:pt x="1780" y="2006"/>
                    </a:cubicBezTo>
                    <a:cubicBezTo>
                      <a:pt x="1805" y="2006"/>
                      <a:pt x="1830" y="1980"/>
                      <a:pt x="1830" y="1955"/>
                    </a:cubicBezTo>
                    <a:cubicBezTo>
                      <a:pt x="1830" y="1880"/>
                      <a:pt x="1830" y="1830"/>
                      <a:pt x="1805" y="1780"/>
                    </a:cubicBezTo>
                    <a:cubicBezTo>
                      <a:pt x="1805" y="1705"/>
                      <a:pt x="1780" y="1655"/>
                      <a:pt x="1780" y="1579"/>
                    </a:cubicBezTo>
                    <a:cubicBezTo>
                      <a:pt x="1755" y="1504"/>
                      <a:pt x="1730" y="1429"/>
                      <a:pt x="1730" y="1354"/>
                    </a:cubicBezTo>
                    <a:lnTo>
                      <a:pt x="1730" y="1354"/>
                    </a:lnTo>
                    <a:cubicBezTo>
                      <a:pt x="1780" y="1379"/>
                      <a:pt x="1830" y="1429"/>
                      <a:pt x="1881" y="1454"/>
                    </a:cubicBezTo>
                    <a:cubicBezTo>
                      <a:pt x="1956" y="1504"/>
                      <a:pt x="2056" y="1554"/>
                      <a:pt x="2131" y="1605"/>
                    </a:cubicBezTo>
                    <a:cubicBezTo>
                      <a:pt x="2156" y="1605"/>
                      <a:pt x="2206" y="1605"/>
                      <a:pt x="2206" y="1579"/>
                    </a:cubicBezTo>
                    <a:cubicBezTo>
                      <a:pt x="2231" y="1554"/>
                      <a:pt x="2231" y="1529"/>
                      <a:pt x="2206" y="1504"/>
                    </a:cubicBezTo>
                    <a:cubicBezTo>
                      <a:pt x="2106" y="1454"/>
                      <a:pt x="2006" y="1404"/>
                      <a:pt x="1931" y="1329"/>
                    </a:cubicBezTo>
                    <a:cubicBezTo>
                      <a:pt x="1855" y="1279"/>
                      <a:pt x="1780" y="1229"/>
                      <a:pt x="1680" y="1204"/>
                    </a:cubicBezTo>
                    <a:cubicBezTo>
                      <a:pt x="1655" y="1103"/>
                      <a:pt x="1630" y="1003"/>
                      <a:pt x="1630" y="928"/>
                    </a:cubicBezTo>
                    <a:cubicBezTo>
                      <a:pt x="1655" y="928"/>
                      <a:pt x="1680" y="953"/>
                      <a:pt x="1705" y="953"/>
                    </a:cubicBezTo>
                    <a:cubicBezTo>
                      <a:pt x="1755" y="953"/>
                      <a:pt x="1805" y="978"/>
                      <a:pt x="1855" y="978"/>
                    </a:cubicBezTo>
                    <a:cubicBezTo>
                      <a:pt x="1881" y="1003"/>
                      <a:pt x="1906" y="1003"/>
                      <a:pt x="1931" y="1003"/>
                    </a:cubicBezTo>
                    <a:lnTo>
                      <a:pt x="2006" y="1028"/>
                    </a:lnTo>
                    <a:cubicBezTo>
                      <a:pt x="2031" y="1053"/>
                      <a:pt x="2056" y="1053"/>
                      <a:pt x="2081" y="1053"/>
                    </a:cubicBezTo>
                    <a:lnTo>
                      <a:pt x="2156" y="1053"/>
                    </a:lnTo>
                    <a:cubicBezTo>
                      <a:pt x="2164" y="1060"/>
                      <a:pt x="2171" y="1064"/>
                      <a:pt x="2178" y="1064"/>
                    </a:cubicBezTo>
                    <a:cubicBezTo>
                      <a:pt x="2194" y="1064"/>
                      <a:pt x="2206" y="1046"/>
                      <a:pt x="2206" y="1028"/>
                    </a:cubicBezTo>
                    <a:cubicBezTo>
                      <a:pt x="2206" y="1003"/>
                      <a:pt x="2206" y="1003"/>
                      <a:pt x="2206" y="1003"/>
                    </a:cubicBezTo>
                    <a:cubicBezTo>
                      <a:pt x="2181" y="878"/>
                      <a:pt x="2156" y="777"/>
                      <a:pt x="2131" y="677"/>
                    </a:cubicBezTo>
                    <a:cubicBezTo>
                      <a:pt x="2106" y="627"/>
                      <a:pt x="2106" y="602"/>
                      <a:pt x="2106" y="552"/>
                    </a:cubicBezTo>
                    <a:cubicBezTo>
                      <a:pt x="2106" y="552"/>
                      <a:pt x="2081" y="527"/>
                      <a:pt x="2081" y="527"/>
                    </a:cubicBezTo>
                    <a:lnTo>
                      <a:pt x="2081" y="527"/>
                    </a:lnTo>
                    <a:cubicBezTo>
                      <a:pt x="2181" y="552"/>
                      <a:pt x="2256" y="577"/>
                      <a:pt x="2357" y="602"/>
                    </a:cubicBezTo>
                    <a:cubicBezTo>
                      <a:pt x="2382" y="602"/>
                      <a:pt x="2407" y="627"/>
                      <a:pt x="2457" y="627"/>
                    </a:cubicBezTo>
                    <a:cubicBezTo>
                      <a:pt x="2457" y="627"/>
                      <a:pt x="2457" y="627"/>
                      <a:pt x="2457" y="652"/>
                    </a:cubicBezTo>
                    <a:cubicBezTo>
                      <a:pt x="2507" y="727"/>
                      <a:pt x="2557" y="828"/>
                      <a:pt x="2607" y="903"/>
                    </a:cubicBezTo>
                    <a:cubicBezTo>
                      <a:pt x="2607" y="928"/>
                      <a:pt x="2632" y="978"/>
                      <a:pt x="2657" y="1003"/>
                    </a:cubicBezTo>
                    <a:cubicBezTo>
                      <a:pt x="2708" y="1053"/>
                      <a:pt x="2733" y="1103"/>
                      <a:pt x="2758" y="1153"/>
                    </a:cubicBezTo>
                    <a:cubicBezTo>
                      <a:pt x="2758" y="1178"/>
                      <a:pt x="2783" y="1178"/>
                      <a:pt x="2808" y="1178"/>
                    </a:cubicBezTo>
                    <a:cubicBezTo>
                      <a:pt x="2833" y="1153"/>
                      <a:pt x="2833" y="1128"/>
                      <a:pt x="2808" y="1128"/>
                    </a:cubicBezTo>
                    <a:cubicBezTo>
                      <a:pt x="2758" y="1028"/>
                      <a:pt x="2708" y="953"/>
                      <a:pt x="2657" y="853"/>
                    </a:cubicBezTo>
                    <a:cubicBezTo>
                      <a:pt x="2632" y="803"/>
                      <a:pt x="2607" y="727"/>
                      <a:pt x="2557" y="652"/>
                    </a:cubicBezTo>
                    <a:lnTo>
                      <a:pt x="2557" y="652"/>
                    </a:lnTo>
                    <a:cubicBezTo>
                      <a:pt x="2607" y="677"/>
                      <a:pt x="2683" y="702"/>
                      <a:pt x="2733" y="702"/>
                    </a:cubicBezTo>
                    <a:cubicBezTo>
                      <a:pt x="2783" y="727"/>
                      <a:pt x="2833" y="752"/>
                      <a:pt x="2908" y="777"/>
                    </a:cubicBezTo>
                    <a:cubicBezTo>
                      <a:pt x="2958" y="777"/>
                      <a:pt x="3008" y="803"/>
                      <a:pt x="3058" y="803"/>
                    </a:cubicBezTo>
                    <a:cubicBezTo>
                      <a:pt x="3066" y="810"/>
                      <a:pt x="3073" y="813"/>
                      <a:pt x="3080" y="813"/>
                    </a:cubicBezTo>
                    <a:cubicBezTo>
                      <a:pt x="3098" y="813"/>
                      <a:pt x="3116" y="795"/>
                      <a:pt x="3134" y="777"/>
                    </a:cubicBezTo>
                    <a:cubicBezTo>
                      <a:pt x="3159" y="752"/>
                      <a:pt x="3134" y="702"/>
                      <a:pt x="3109" y="677"/>
                    </a:cubicBezTo>
                    <a:cubicBezTo>
                      <a:pt x="3058" y="652"/>
                      <a:pt x="2983" y="627"/>
                      <a:pt x="2933" y="602"/>
                    </a:cubicBezTo>
                    <a:cubicBezTo>
                      <a:pt x="2858" y="602"/>
                      <a:pt x="2808" y="577"/>
                      <a:pt x="2733" y="552"/>
                    </a:cubicBezTo>
                    <a:cubicBezTo>
                      <a:pt x="2733" y="552"/>
                      <a:pt x="2708" y="552"/>
                      <a:pt x="2708" y="527"/>
                    </a:cubicBezTo>
                    <a:cubicBezTo>
                      <a:pt x="2758" y="527"/>
                      <a:pt x="2783" y="502"/>
                      <a:pt x="2833" y="477"/>
                    </a:cubicBezTo>
                    <a:cubicBezTo>
                      <a:pt x="2958" y="452"/>
                      <a:pt x="3084" y="401"/>
                      <a:pt x="3184" y="351"/>
                    </a:cubicBezTo>
                    <a:cubicBezTo>
                      <a:pt x="3209" y="351"/>
                      <a:pt x="3234" y="301"/>
                      <a:pt x="3234" y="276"/>
                    </a:cubicBezTo>
                    <a:cubicBezTo>
                      <a:pt x="3209" y="251"/>
                      <a:pt x="3209" y="226"/>
                      <a:pt x="3184" y="226"/>
                    </a:cubicBezTo>
                    <a:cubicBezTo>
                      <a:pt x="3184" y="201"/>
                      <a:pt x="3159" y="201"/>
                      <a:pt x="3159" y="201"/>
                    </a:cubicBezTo>
                    <a:lnTo>
                      <a:pt x="3134" y="201"/>
                    </a:lnTo>
                    <a:cubicBezTo>
                      <a:pt x="3008" y="251"/>
                      <a:pt x="2908" y="276"/>
                      <a:pt x="2808" y="326"/>
                    </a:cubicBezTo>
                    <a:cubicBezTo>
                      <a:pt x="2683" y="351"/>
                      <a:pt x="2582" y="401"/>
                      <a:pt x="2482" y="452"/>
                    </a:cubicBezTo>
                    <a:lnTo>
                      <a:pt x="2457" y="452"/>
                    </a:lnTo>
                    <a:cubicBezTo>
                      <a:pt x="2407" y="452"/>
                      <a:pt x="2382" y="427"/>
                      <a:pt x="2357" y="427"/>
                    </a:cubicBezTo>
                    <a:cubicBezTo>
                      <a:pt x="2282" y="401"/>
                      <a:pt x="2206" y="376"/>
                      <a:pt x="2156" y="351"/>
                    </a:cubicBezTo>
                    <a:cubicBezTo>
                      <a:pt x="2181" y="351"/>
                      <a:pt x="2206" y="326"/>
                      <a:pt x="2231" y="326"/>
                    </a:cubicBezTo>
                    <a:cubicBezTo>
                      <a:pt x="2256" y="301"/>
                      <a:pt x="2307" y="276"/>
                      <a:pt x="2357" y="251"/>
                    </a:cubicBezTo>
                    <a:cubicBezTo>
                      <a:pt x="2382" y="226"/>
                      <a:pt x="2432" y="201"/>
                      <a:pt x="2482" y="176"/>
                    </a:cubicBezTo>
                    <a:cubicBezTo>
                      <a:pt x="2507" y="151"/>
                      <a:pt x="2557" y="126"/>
                      <a:pt x="2582" y="101"/>
                    </a:cubicBezTo>
                    <a:cubicBezTo>
                      <a:pt x="2607" y="101"/>
                      <a:pt x="2607" y="101"/>
                      <a:pt x="2632" y="76"/>
                    </a:cubicBezTo>
                    <a:cubicBezTo>
                      <a:pt x="2632" y="76"/>
                      <a:pt x="2657" y="26"/>
                      <a:pt x="2657" y="26"/>
                    </a:cubicBezTo>
                    <a:lnTo>
                      <a:pt x="2457" y="0"/>
                    </a:lnTo>
                    <a:lnTo>
                      <a:pt x="2457" y="0"/>
                    </a:lnTo>
                    <a:cubicBezTo>
                      <a:pt x="2482" y="26"/>
                      <a:pt x="2507" y="26"/>
                      <a:pt x="2507" y="26"/>
                    </a:cubicBezTo>
                    <a:cubicBezTo>
                      <a:pt x="2507" y="51"/>
                      <a:pt x="2482" y="51"/>
                      <a:pt x="2482" y="51"/>
                    </a:cubicBezTo>
                    <a:cubicBezTo>
                      <a:pt x="2432" y="101"/>
                      <a:pt x="2382" y="126"/>
                      <a:pt x="2332" y="151"/>
                    </a:cubicBezTo>
                    <a:cubicBezTo>
                      <a:pt x="2307" y="176"/>
                      <a:pt x="2256" y="201"/>
                      <a:pt x="2206" y="226"/>
                    </a:cubicBezTo>
                    <a:cubicBezTo>
                      <a:pt x="2156" y="226"/>
                      <a:pt x="2131" y="251"/>
                      <a:pt x="2081" y="276"/>
                    </a:cubicBezTo>
                    <a:cubicBezTo>
                      <a:pt x="2081" y="276"/>
                      <a:pt x="2056" y="301"/>
                      <a:pt x="2031" y="301"/>
                    </a:cubicBezTo>
                    <a:cubicBezTo>
                      <a:pt x="2031" y="301"/>
                      <a:pt x="2031" y="301"/>
                      <a:pt x="2006" y="326"/>
                    </a:cubicBezTo>
                    <a:cubicBezTo>
                      <a:pt x="2006" y="326"/>
                      <a:pt x="1981" y="326"/>
                      <a:pt x="1981" y="301"/>
                    </a:cubicBezTo>
                    <a:cubicBezTo>
                      <a:pt x="1906" y="301"/>
                      <a:pt x="1855" y="276"/>
                      <a:pt x="1780" y="251"/>
                    </a:cubicBezTo>
                    <a:cubicBezTo>
                      <a:pt x="1730" y="226"/>
                      <a:pt x="1655" y="226"/>
                      <a:pt x="1605" y="201"/>
                    </a:cubicBezTo>
                    <a:cubicBezTo>
                      <a:pt x="1555" y="176"/>
                      <a:pt x="1505" y="176"/>
                      <a:pt x="1454" y="151"/>
                    </a:cubicBezTo>
                    <a:cubicBezTo>
                      <a:pt x="1505" y="126"/>
                      <a:pt x="1530" y="76"/>
                      <a:pt x="1580" y="51"/>
                    </a:cubicBezTo>
                    <a:cubicBezTo>
                      <a:pt x="1605" y="26"/>
                      <a:pt x="1605" y="26"/>
                      <a:pt x="1630" y="0"/>
                    </a:cubicBezTo>
                    <a:lnTo>
                      <a:pt x="1505" y="0"/>
                    </a:lnTo>
                    <a:cubicBezTo>
                      <a:pt x="1480" y="26"/>
                      <a:pt x="1454" y="51"/>
                      <a:pt x="1429" y="76"/>
                    </a:cubicBezTo>
                    <a:cubicBezTo>
                      <a:pt x="1429" y="76"/>
                      <a:pt x="1429" y="51"/>
                      <a:pt x="1429" y="51"/>
                    </a:cubicBezTo>
                    <a:cubicBezTo>
                      <a:pt x="1429" y="51"/>
                      <a:pt x="1404" y="26"/>
                      <a:pt x="1404" y="0"/>
                    </a:cubicBezTo>
                    <a:lnTo>
                      <a:pt x="1304" y="0"/>
                    </a:lnTo>
                    <a:cubicBezTo>
                      <a:pt x="1304" y="26"/>
                      <a:pt x="1304" y="51"/>
                      <a:pt x="1329" y="76"/>
                    </a:cubicBezTo>
                    <a:cubicBezTo>
                      <a:pt x="1329" y="76"/>
                      <a:pt x="1329" y="101"/>
                      <a:pt x="1329" y="126"/>
                    </a:cubicBezTo>
                    <a:cubicBezTo>
                      <a:pt x="1304" y="101"/>
                      <a:pt x="1279" y="101"/>
                      <a:pt x="1229" y="101"/>
                    </a:cubicBezTo>
                    <a:cubicBezTo>
                      <a:pt x="1154" y="76"/>
                      <a:pt x="1053" y="26"/>
                      <a:pt x="9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9" name="Google Shape;5739;p50"/>
              <p:cNvSpPr/>
              <p:nvPr/>
            </p:nvSpPr>
            <p:spPr>
              <a:xfrm>
                <a:off x="4941875" y="1158550"/>
                <a:ext cx="80875" cy="52650"/>
              </a:xfrm>
              <a:custGeom>
                <a:rect b="b" l="l" r="r" t="t"/>
                <a:pathLst>
                  <a:path extrusionOk="0" h="2106" w="3235">
                    <a:moveTo>
                      <a:pt x="878" y="201"/>
                    </a:moveTo>
                    <a:cubicBezTo>
                      <a:pt x="953" y="226"/>
                      <a:pt x="1003" y="251"/>
                      <a:pt x="1054" y="276"/>
                    </a:cubicBezTo>
                    <a:cubicBezTo>
                      <a:pt x="1104" y="301"/>
                      <a:pt x="1179" y="326"/>
                      <a:pt x="1229" y="326"/>
                    </a:cubicBezTo>
                    <a:cubicBezTo>
                      <a:pt x="1229" y="351"/>
                      <a:pt x="1229" y="351"/>
                      <a:pt x="1229" y="351"/>
                    </a:cubicBezTo>
                    <a:cubicBezTo>
                      <a:pt x="1179" y="401"/>
                      <a:pt x="1129" y="426"/>
                      <a:pt x="1079" y="476"/>
                    </a:cubicBezTo>
                    <a:cubicBezTo>
                      <a:pt x="1054" y="501"/>
                      <a:pt x="1003" y="552"/>
                      <a:pt x="953" y="602"/>
                    </a:cubicBezTo>
                    <a:cubicBezTo>
                      <a:pt x="928" y="602"/>
                      <a:pt x="928" y="627"/>
                      <a:pt x="903" y="627"/>
                    </a:cubicBezTo>
                    <a:lnTo>
                      <a:pt x="828" y="627"/>
                    </a:lnTo>
                    <a:cubicBezTo>
                      <a:pt x="778" y="602"/>
                      <a:pt x="728" y="577"/>
                      <a:pt x="653" y="577"/>
                    </a:cubicBezTo>
                    <a:cubicBezTo>
                      <a:pt x="602" y="552"/>
                      <a:pt x="552" y="527"/>
                      <a:pt x="502" y="527"/>
                    </a:cubicBezTo>
                    <a:cubicBezTo>
                      <a:pt x="502" y="501"/>
                      <a:pt x="477" y="501"/>
                      <a:pt x="477" y="501"/>
                    </a:cubicBezTo>
                    <a:cubicBezTo>
                      <a:pt x="477" y="501"/>
                      <a:pt x="502" y="476"/>
                      <a:pt x="527" y="451"/>
                    </a:cubicBezTo>
                    <a:cubicBezTo>
                      <a:pt x="527" y="451"/>
                      <a:pt x="552" y="426"/>
                      <a:pt x="577" y="426"/>
                    </a:cubicBezTo>
                    <a:cubicBezTo>
                      <a:pt x="602" y="401"/>
                      <a:pt x="628" y="376"/>
                      <a:pt x="653" y="376"/>
                    </a:cubicBezTo>
                    <a:cubicBezTo>
                      <a:pt x="678" y="326"/>
                      <a:pt x="728" y="301"/>
                      <a:pt x="778" y="276"/>
                    </a:cubicBezTo>
                    <a:cubicBezTo>
                      <a:pt x="803" y="276"/>
                      <a:pt x="803" y="251"/>
                      <a:pt x="828" y="251"/>
                    </a:cubicBezTo>
                    <a:cubicBezTo>
                      <a:pt x="853" y="226"/>
                      <a:pt x="878" y="226"/>
                      <a:pt x="878" y="201"/>
                    </a:cubicBezTo>
                    <a:close/>
                    <a:moveTo>
                      <a:pt x="1480" y="426"/>
                    </a:moveTo>
                    <a:lnTo>
                      <a:pt x="1480" y="426"/>
                    </a:lnTo>
                    <a:cubicBezTo>
                      <a:pt x="1655" y="476"/>
                      <a:pt x="1805" y="527"/>
                      <a:pt x="1981" y="602"/>
                    </a:cubicBezTo>
                    <a:lnTo>
                      <a:pt x="2006" y="602"/>
                    </a:lnTo>
                    <a:cubicBezTo>
                      <a:pt x="2006" y="627"/>
                      <a:pt x="2006" y="652"/>
                      <a:pt x="2006" y="652"/>
                    </a:cubicBezTo>
                    <a:cubicBezTo>
                      <a:pt x="2006" y="702"/>
                      <a:pt x="2031" y="752"/>
                      <a:pt x="2031" y="802"/>
                    </a:cubicBezTo>
                    <a:cubicBezTo>
                      <a:pt x="2056" y="852"/>
                      <a:pt x="2056" y="928"/>
                      <a:pt x="2081" y="978"/>
                    </a:cubicBezTo>
                    <a:cubicBezTo>
                      <a:pt x="2081" y="1003"/>
                      <a:pt x="2106" y="1053"/>
                      <a:pt x="2106" y="1078"/>
                    </a:cubicBezTo>
                    <a:lnTo>
                      <a:pt x="2056" y="1078"/>
                    </a:lnTo>
                    <a:cubicBezTo>
                      <a:pt x="2031" y="1078"/>
                      <a:pt x="2006" y="1053"/>
                      <a:pt x="1981" y="1053"/>
                    </a:cubicBezTo>
                    <a:cubicBezTo>
                      <a:pt x="1931" y="1053"/>
                      <a:pt x="1906" y="1053"/>
                      <a:pt x="1881" y="1028"/>
                    </a:cubicBezTo>
                    <a:lnTo>
                      <a:pt x="1805" y="1028"/>
                    </a:lnTo>
                    <a:cubicBezTo>
                      <a:pt x="1805" y="1028"/>
                      <a:pt x="1780" y="1003"/>
                      <a:pt x="1755" y="1003"/>
                    </a:cubicBezTo>
                    <a:cubicBezTo>
                      <a:pt x="1730" y="1003"/>
                      <a:pt x="1705" y="1003"/>
                      <a:pt x="1655" y="978"/>
                    </a:cubicBezTo>
                    <a:lnTo>
                      <a:pt x="1630" y="978"/>
                    </a:lnTo>
                    <a:cubicBezTo>
                      <a:pt x="1630" y="978"/>
                      <a:pt x="1605" y="978"/>
                      <a:pt x="1605" y="953"/>
                    </a:cubicBezTo>
                    <a:cubicBezTo>
                      <a:pt x="1605" y="953"/>
                      <a:pt x="1605" y="928"/>
                      <a:pt x="1580" y="928"/>
                    </a:cubicBezTo>
                    <a:cubicBezTo>
                      <a:pt x="1555" y="802"/>
                      <a:pt x="1530" y="677"/>
                      <a:pt x="1505" y="552"/>
                    </a:cubicBezTo>
                    <a:cubicBezTo>
                      <a:pt x="1505" y="501"/>
                      <a:pt x="1480" y="476"/>
                      <a:pt x="1480" y="426"/>
                    </a:cubicBezTo>
                    <a:close/>
                    <a:moveTo>
                      <a:pt x="1354" y="376"/>
                    </a:moveTo>
                    <a:cubicBezTo>
                      <a:pt x="1379" y="451"/>
                      <a:pt x="1404" y="501"/>
                      <a:pt x="1404" y="552"/>
                    </a:cubicBezTo>
                    <a:cubicBezTo>
                      <a:pt x="1430" y="677"/>
                      <a:pt x="1455" y="802"/>
                      <a:pt x="1480" y="928"/>
                    </a:cubicBezTo>
                    <a:cubicBezTo>
                      <a:pt x="1480" y="928"/>
                      <a:pt x="1455" y="953"/>
                      <a:pt x="1455" y="953"/>
                    </a:cubicBezTo>
                    <a:cubicBezTo>
                      <a:pt x="1430" y="978"/>
                      <a:pt x="1404" y="978"/>
                      <a:pt x="1404" y="1003"/>
                    </a:cubicBezTo>
                    <a:cubicBezTo>
                      <a:pt x="1404" y="1028"/>
                      <a:pt x="1379" y="1028"/>
                      <a:pt x="1379" y="1028"/>
                    </a:cubicBezTo>
                    <a:cubicBezTo>
                      <a:pt x="1354" y="1028"/>
                      <a:pt x="1354" y="1053"/>
                      <a:pt x="1354" y="1053"/>
                    </a:cubicBezTo>
                    <a:cubicBezTo>
                      <a:pt x="1329" y="1078"/>
                      <a:pt x="1304" y="1078"/>
                      <a:pt x="1304" y="1103"/>
                    </a:cubicBezTo>
                    <a:cubicBezTo>
                      <a:pt x="1279" y="1103"/>
                      <a:pt x="1254" y="1128"/>
                      <a:pt x="1229" y="1128"/>
                    </a:cubicBezTo>
                    <a:cubicBezTo>
                      <a:pt x="1229" y="1153"/>
                      <a:pt x="1204" y="1178"/>
                      <a:pt x="1179" y="1178"/>
                    </a:cubicBezTo>
                    <a:cubicBezTo>
                      <a:pt x="1179" y="1203"/>
                      <a:pt x="1154" y="1203"/>
                      <a:pt x="1154" y="1203"/>
                    </a:cubicBezTo>
                    <a:cubicBezTo>
                      <a:pt x="1154" y="1203"/>
                      <a:pt x="1129" y="1178"/>
                      <a:pt x="1129" y="1178"/>
                    </a:cubicBezTo>
                    <a:cubicBezTo>
                      <a:pt x="1129" y="1153"/>
                      <a:pt x="1129" y="1128"/>
                      <a:pt x="1129" y="1103"/>
                    </a:cubicBezTo>
                    <a:cubicBezTo>
                      <a:pt x="1104" y="1078"/>
                      <a:pt x="1104" y="1053"/>
                      <a:pt x="1104" y="1028"/>
                    </a:cubicBezTo>
                    <a:cubicBezTo>
                      <a:pt x="1079" y="1003"/>
                      <a:pt x="1079" y="978"/>
                      <a:pt x="1079" y="953"/>
                    </a:cubicBezTo>
                    <a:cubicBezTo>
                      <a:pt x="1054" y="928"/>
                      <a:pt x="1054" y="903"/>
                      <a:pt x="1054" y="877"/>
                    </a:cubicBezTo>
                    <a:cubicBezTo>
                      <a:pt x="1029" y="852"/>
                      <a:pt x="1029" y="827"/>
                      <a:pt x="1029" y="802"/>
                    </a:cubicBezTo>
                    <a:cubicBezTo>
                      <a:pt x="1003" y="752"/>
                      <a:pt x="1003" y="727"/>
                      <a:pt x="978" y="677"/>
                    </a:cubicBezTo>
                    <a:cubicBezTo>
                      <a:pt x="978" y="677"/>
                      <a:pt x="1003" y="677"/>
                      <a:pt x="1003" y="652"/>
                    </a:cubicBezTo>
                    <a:cubicBezTo>
                      <a:pt x="1054" y="627"/>
                      <a:pt x="1104" y="577"/>
                      <a:pt x="1154" y="552"/>
                    </a:cubicBezTo>
                    <a:cubicBezTo>
                      <a:pt x="1204" y="501"/>
                      <a:pt x="1254" y="451"/>
                      <a:pt x="1279" y="426"/>
                    </a:cubicBezTo>
                    <a:cubicBezTo>
                      <a:pt x="1304" y="401"/>
                      <a:pt x="1329" y="401"/>
                      <a:pt x="1354" y="376"/>
                    </a:cubicBezTo>
                    <a:close/>
                    <a:moveTo>
                      <a:pt x="252" y="0"/>
                    </a:moveTo>
                    <a:cubicBezTo>
                      <a:pt x="252" y="0"/>
                      <a:pt x="227" y="25"/>
                      <a:pt x="201" y="50"/>
                    </a:cubicBezTo>
                    <a:cubicBezTo>
                      <a:pt x="151" y="75"/>
                      <a:pt x="76" y="126"/>
                      <a:pt x="26" y="176"/>
                    </a:cubicBezTo>
                    <a:cubicBezTo>
                      <a:pt x="1" y="176"/>
                      <a:pt x="1" y="201"/>
                      <a:pt x="1" y="201"/>
                    </a:cubicBezTo>
                    <a:cubicBezTo>
                      <a:pt x="1" y="201"/>
                      <a:pt x="1" y="226"/>
                      <a:pt x="1" y="226"/>
                    </a:cubicBezTo>
                    <a:cubicBezTo>
                      <a:pt x="1" y="251"/>
                      <a:pt x="1" y="251"/>
                      <a:pt x="1" y="276"/>
                    </a:cubicBezTo>
                    <a:cubicBezTo>
                      <a:pt x="1" y="276"/>
                      <a:pt x="26" y="301"/>
                      <a:pt x="51" y="301"/>
                    </a:cubicBezTo>
                    <a:lnTo>
                      <a:pt x="101" y="301"/>
                    </a:lnTo>
                    <a:cubicBezTo>
                      <a:pt x="176" y="251"/>
                      <a:pt x="252" y="176"/>
                      <a:pt x="327" y="126"/>
                    </a:cubicBezTo>
                    <a:cubicBezTo>
                      <a:pt x="352" y="100"/>
                      <a:pt x="402" y="75"/>
                      <a:pt x="427" y="75"/>
                    </a:cubicBezTo>
                    <a:cubicBezTo>
                      <a:pt x="427" y="75"/>
                      <a:pt x="452" y="50"/>
                      <a:pt x="452" y="50"/>
                    </a:cubicBezTo>
                    <a:cubicBezTo>
                      <a:pt x="477" y="75"/>
                      <a:pt x="477" y="75"/>
                      <a:pt x="502" y="75"/>
                    </a:cubicBezTo>
                    <a:cubicBezTo>
                      <a:pt x="577" y="100"/>
                      <a:pt x="628" y="126"/>
                      <a:pt x="703" y="151"/>
                    </a:cubicBezTo>
                    <a:cubicBezTo>
                      <a:pt x="728" y="151"/>
                      <a:pt x="753" y="151"/>
                      <a:pt x="778" y="176"/>
                    </a:cubicBezTo>
                    <a:cubicBezTo>
                      <a:pt x="753" y="176"/>
                      <a:pt x="728" y="201"/>
                      <a:pt x="703" y="226"/>
                    </a:cubicBezTo>
                    <a:cubicBezTo>
                      <a:pt x="678" y="251"/>
                      <a:pt x="653" y="251"/>
                      <a:pt x="628" y="276"/>
                    </a:cubicBezTo>
                    <a:cubicBezTo>
                      <a:pt x="602" y="301"/>
                      <a:pt x="602" y="326"/>
                      <a:pt x="577" y="351"/>
                    </a:cubicBezTo>
                    <a:cubicBezTo>
                      <a:pt x="502" y="376"/>
                      <a:pt x="452" y="426"/>
                      <a:pt x="402" y="476"/>
                    </a:cubicBezTo>
                    <a:lnTo>
                      <a:pt x="377" y="476"/>
                    </a:lnTo>
                    <a:cubicBezTo>
                      <a:pt x="377" y="476"/>
                      <a:pt x="352" y="501"/>
                      <a:pt x="352" y="501"/>
                    </a:cubicBezTo>
                    <a:cubicBezTo>
                      <a:pt x="352" y="527"/>
                      <a:pt x="352" y="552"/>
                      <a:pt x="377" y="552"/>
                    </a:cubicBezTo>
                    <a:cubicBezTo>
                      <a:pt x="402" y="577"/>
                      <a:pt x="402" y="577"/>
                      <a:pt x="427" y="577"/>
                    </a:cubicBezTo>
                    <a:cubicBezTo>
                      <a:pt x="452" y="577"/>
                      <a:pt x="477" y="577"/>
                      <a:pt x="477" y="602"/>
                    </a:cubicBezTo>
                    <a:cubicBezTo>
                      <a:pt x="552" y="602"/>
                      <a:pt x="602" y="627"/>
                      <a:pt x="653" y="627"/>
                    </a:cubicBezTo>
                    <a:cubicBezTo>
                      <a:pt x="703" y="652"/>
                      <a:pt x="778" y="677"/>
                      <a:pt x="828" y="677"/>
                    </a:cubicBezTo>
                    <a:lnTo>
                      <a:pt x="853" y="677"/>
                    </a:lnTo>
                    <a:cubicBezTo>
                      <a:pt x="828" y="702"/>
                      <a:pt x="828" y="702"/>
                      <a:pt x="803" y="727"/>
                    </a:cubicBezTo>
                    <a:cubicBezTo>
                      <a:pt x="778" y="752"/>
                      <a:pt x="728" y="802"/>
                      <a:pt x="678" y="852"/>
                    </a:cubicBezTo>
                    <a:cubicBezTo>
                      <a:pt x="653" y="877"/>
                      <a:pt x="628" y="877"/>
                      <a:pt x="602" y="903"/>
                    </a:cubicBezTo>
                    <a:lnTo>
                      <a:pt x="577" y="903"/>
                    </a:lnTo>
                    <a:cubicBezTo>
                      <a:pt x="527" y="877"/>
                      <a:pt x="452" y="877"/>
                      <a:pt x="402" y="852"/>
                    </a:cubicBezTo>
                    <a:cubicBezTo>
                      <a:pt x="327" y="852"/>
                      <a:pt x="252" y="852"/>
                      <a:pt x="176" y="827"/>
                    </a:cubicBezTo>
                    <a:lnTo>
                      <a:pt x="101" y="827"/>
                    </a:lnTo>
                    <a:cubicBezTo>
                      <a:pt x="101" y="827"/>
                      <a:pt x="101" y="802"/>
                      <a:pt x="76" y="802"/>
                    </a:cubicBezTo>
                    <a:cubicBezTo>
                      <a:pt x="76" y="802"/>
                      <a:pt x="51" y="827"/>
                      <a:pt x="51" y="827"/>
                    </a:cubicBezTo>
                    <a:cubicBezTo>
                      <a:pt x="26" y="827"/>
                      <a:pt x="26" y="852"/>
                      <a:pt x="26" y="852"/>
                    </a:cubicBezTo>
                    <a:cubicBezTo>
                      <a:pt x="1" y="903"/>
                      <a:pt x="26" y="953"/>
                      <a:pt x="76" y="953"/>
                    </a:cubicBezTo>
                    <a:cubicBezTo>
                      <a:pt x="126" y="978"/>
                      <a:pt x="176" y="978"/>
                      <a:pt x="227" y="1003"/>
                    </a:cubicBezTo>
                    <a:cubicBezTo>
                      <a:pt x="252" y="1003"/>
                      <a:pt x="302" y="1003"/>
                      <a:pt x="352" y="1028"/>
                    </a:cubicBezTo>
                    <a:cubicBezTo>
                      <a:pt x="377" y="1028"/>
                      <a:pt x="427" y="1028"/>
                      <a:pt x="477" y="1053"/>
                    </a:cubicBezTo>
                    <a:cubicBezTo>
                      <a:pt x="452" y="1078"/>
                      <a:pt x="427" y="1078"/>
                      <a:pt x="402" y="1103"/>
                    </a:cubicBezTo>
                    <a:cubicBezTo>
                      <a:pt x="352" y="1153"/>
                      <a:pt x="302" y="1178"/>
                      <a:pt x="252" y="1228"/>
                    </a:cubicBezTo>
                    <a:cubicBezTo>
                      <a:pt x="227" y="1253"/>
                      <a:pt x="176" y="1304"/>
                      <a:pt x="151" y="1354"/>
                    </a:cubicBezTo>
                    <a:cubicBezTo>
                      <a:pt x="126" y="1354"/>
                      <a:pt x="126" y="1379"/>
                      <a:pt x="151" y="1379"/>
                    </a:cubicBezTo>
                    <a:cubicBezTo>
                      <a:pt x="151" y="1391"/>
                      <a:pt x="158" y="1397"/>
                      <a:pt x="164" y="1397"/>
                    </a:cubicBezTo>
                    <a:cubicBezTo>
                      <a:pt x="170" y="1397"/>
                      <a:pt x="176" y="1391"/>
                      <a:pt x="176" y="1379"/>
                    </a:cubicBezTo>
                    <a:cubicBezTo>
                      <a:pt x="227" y="1354"/>
                      <a:pt x="277" y="1304"/>
                      <a:pt x="302" y="1278"/>
                    </a:cubicBezTo>
                    <a:cubicBezTo>
                      <a:pt x="352" y="1228"/>
                      <a:pt x="402" y="1203"/>
                      <a:pt x="452" y="1153"/>
                    </a:cubicBezTo>
                    <a:cubicBezTo>
                      <a:pt x="477" y="1128"/>
                      <a:pt x="502" y="1103"/>
                      <a:pt x="527" y="1078"/>
                    </a:cubicBezTo>
                    <a:cubicBezTo>
                      <a:pt x="527" y="1128"/>
                      <a:pt x="527" y="1178"/>
                      <a:pt x="527" y="1253"/>
                    </a:cubicBezTo>
                    <a:cubicBezTo>
                      <a:pt x="527" y="1329"/>
                      <a:pt x="527" y="1429"/>
                      <a:pt x="527" y="1529"/>
                    </a:cubicBezTo>
                    <a:cubicBezTo>
                      <a:pt x="527" y="1554"/>
                      <a:pt x="552" y="1579"/>
                      <a:pt x="552" y="1579"/>
                    </a:cubicBezTo>
                    <a:cubicBezTo>
                      <a:pt x="577" y="1579"/>
                      <a:pt x="602" y="1554"/>
                      <a:pt x="602" y="1529"/>
                    </a:cubicBezTo>
                    <a:cubicBezTo>
                      <a:pt x="628" y="1354"/>
                      <a:pt x="628" y="1203"/>
                      <a:pt x="628" y="1028"/>
                    </a:cubicBezTo>
                    <a:cubicBezTo>
                      <a:pt x="628" y="1028"/>
                      <a:pt x="628" y="1028"/>
                      <a:pt x="653" y="1003"/>
                    </a:cubicBezTo>
                    <a:cubicBezTo>
                      <a:pt x="653" y="1003"/>
                      <a:pt x="653" y="978"/>
                      <a:pt x="653" y="978"/>
                    </a:cubicBezTo>
                    <a:cubicBezTo>
                      <a:pt x="678" y="953"/>
                      <a:pt x="703" y="928"/>
                      <a:pt x="728" y="903"/>
                    </a:cubicBezTo>
                    <a:cubicBezTo>
                      <a:pt x="778" y="852"/>
                      <a:pt x="828" y="827"/>
                      <a:pt x="878" y="777"/>
                    </a:cubicBezTo>
                    <a:cubicBezTo>
                      <a:pt x="878" y="802"/>
                      <a:pt x="903" y="827"/>
                      <a:pt x="903" y="852"/>
                    </a:cubicBezTo>
                    <a:cubicBezTo>
                      <a:pt x="903" y="877"/>
                      <a:pt x="928" y="903"/>
                      <a:pt x="928" y="928"/>
                    </a:cubicBezTo>
                    <a:cubicBezTo>
                      <a:pt x="953" y="953"/>
                      <a:pt x="953" y="978"/>
                      <a:pt x="978" y="1003"/>
                    </a:cubicBezTo>
                    <a:cubicBezTo>
                      <a:pt x="978" y="1028"/>
                      <a:pt x="978" y="1053"/>
                      <a:pt x="1003" y="1078"/>
                    </a:cubicBezTo>
                    <a:cubicBezTo>
                      <a:pt x="1003" y="1103"/>
                      <a:pt x="1029" y="1128"/>
                      <a:pt x="1029" y="1153"/>
                    </a:cubicBezTo>
                    <a:cubicBezTo>
                      <a:pt x="1029" y="1153"/>
                      <a:pt x="1054" y="1178"/>
                      <a:pt x="1054" y="1203"/>
                    </a:cubicBezTo>
                    <a:cubicBezTo>
                      <a:pt x="1054" y="1228"/>
                      <a:pt x="1079" y="1253"/>
                      <a:pt x="1079" y="1253"/>
                    </a:cubicBezTo>
                    <a:lnTo>
                      <a:pt x="1104" y="1253"/>
                    </a:lnTo>
                    <a:cubicBezTo>
                      <a:pt x="1079" y="1278"/>
                      <a:pt x="1079" y="1278"/>
                      <a:pt x="1104" y="1304"/>
                    </a:cubicBezTo>
                    <a:lnTo>
                      <a:pt x="1154" y="1304"/>
                    </a:lnTo>
                    <a:cubicBezTo>
                      <a:pt x="1154" y="1278"/>
                      <a:pt x="1179" y="1278"/>
                      <a:pt x="1179" y="1253"/>
                    </a:cubicBezTo>
                    <a:cubicBezTo>
                      <a:pt x="1204" y="1253"/>
                      <a:pt x="1204" y="1228"/>
                      <a:pt x="1229" y="1228"/>
                    </a:cubicBezTo>
                    <a:cubicBezTo>
                      <a:pt x="1254" y="1203"/>
                      <a:pt x="1254" y="1203"/>
                      <a:pt x="1279" y="1178"/>
                    </a:cubicBezTo>
                    <a:cubicBezTo>
                      <a:pt x="1304" y="1178"/>
                      <a:pt x="1329" y="1153"/>
                      <a:pt x="1329" y="1153"/>
                    </a:cubicBezTo>
                    <a:cubicBezTo>
                      <a:pt x="1354" y="1128"/>
                      <a:pt x="1379" y="1128"/>
                      <a:pt x="1379" y="1103"/>
                    </a:cubicBezTo>
                    <a:cubicBezTo>
                      <a:pt x="1404" y="1078"/>
                      <a:pt x="1430" y="1078"/>
                      <a:pt x="1455" y="1053"/>
                    </a:cubicBezTo>
                    <a:cubicBezTo>
                      <a:pt x="1455" y="1053"/>
                      <a:pt x="1480" y="1028"/>
                      <a:pt x="1505" y="1003"/>
                    </a:cubicBezTo>
                    <a:cubicBezTo>
                      <a:pt x="1505" y="1053"/>
                      <a:pt x="1505" y="1078"/>
                      <a:pt x="1530" y="1103"/>
                    </a:cubicBezTo>
                    <a:cubicBezTo>
                      <a:pt x="1530" y="1178"/>
                      <a:pt x="1555" y="1253"/>
                      <a:pt x="1580" y="1304"/>
                    </a:cubicBezTo>
                    <a:cubicBezTo>
                      <a:pt x="1580" y="1329"/>
                      <a:pt x="1580" y="1329"/>
                      <a:pt x="1580" y="1329"/>
                    </a:cubicBezTo>
                    <a:cubicBezTo>
                      <a:pt x="1580" y="1329"/>
                      <a:pt x="1580" y="1354"/>
                      <a:pt x="1555" y="1354"/>
                    </a:cubicBezTo>
                    <a:cubicBezTo>
                      <a:pt x="1555" y="1379"/>
                      <a:pt x="1530" y="1404"/>
                      <a:pt x="1505" y="1429"/>
                    </a:cubicBezTo>
                    <a:cubicBezTo>
                      <a:pt x="1505" y="1479"/>
                      <a:pt x="1480" y="1504"/>
                      <a:pt x="1455" y="1554"/>
                    </a:cubicBezTo>
                    <a:cubicBezTo>
                      <a:pt x="1430" y="1579"/>
                      <a:pt x="1430" y="1629"/>
                      <a:pt x="1404" y="1654"/>
                    </a:cubicBezTo>
                    <a:cubicBezTo>
                      <a:pt x="1379" y="1705"/>
                      <a:pt x="1354" y="1755"/>
                      <a:pt x="1329" y="1780"/>
                    </a:cubicBezTo>
                    <a:cubicBezTo>
                      <a:pt x="1329" y="1805"/>
                      <a:pt x="1329" y="1830"/>
                      <a:pt x="1329" y="1830"/>
                    </a:cubicBezTo>
                    <a:cubicBezTo>
                      <a:pt x="1329" y="1855"/>
                      <a:pt x="1329" y="1855"/>
                      <a:pt x="1354" y="1880"/>
                    </a:cubicBezTo>
                    <a:cubicBezTo>
                      <a:pt x="1362" y="1887"/>
                      <a:pt x="1369" y="1890"/>
                      <a:pt x="1376" y="1890"/>
                    </a:cubicBezTo>
                    <a:cubicBezTo>
                      <a:pt x="1394" y="1890"/>
                      <a:pt x="1412" y="1873"/>
                      <a:pt x="1430" y="1855"/>
                    </a:cubicBezTo>
                    <a:cubicBezTo>
                      <a:pt x="1455" y="1830"/>
                      <a:pt x="1480" y="1805"/>
                      <a:pt x="1505" y="1755"/>
                    </a:cubicBezTo>
                    <a:cubicBezTo>
                      <a:pt x="1505" y="1730"/>
                      <a:pt x="1530" y="1705"/>
                      <a:pt x="1555" y="1679"/>
                    </a:cubicBezTo>
                    <a:cubicBezTo>
                      <a:pt x="1580" y="1629"/>
                      <a:pt x="1605" y="1579"/>
                      <a:pt x="1630" y="1529"/>
                    </a:cubicBezTo>
                    <a:cubicBezTo>
                      <a:pt x="1630" y="1579"/>
                      <a:pt x="1655" y="1629"/>
                      <a:pt x="1655" y="1705"/>
                    </a:cubicBezTo>
                    <a:cubicBezTo>
                      <a:pt x="1680" y="1755"/>
                      <a:pt x="1680" y="1830"/>
                      <a:pt x="1705" y="1905"/>
                    </a:cubicBezTo>
                    <a:cubicBezTo>
                      <a:pt x="1705" y="1930"/>
                      <a:pt x="1705" y="1955"/>
                      <a:pt x="1705" y="1980"/>
                    </a:cubicBezTo>
                    <a:cubicBezTo>
                      <a:pt x="1730" y="2005"/>
                      <a:pt x="1730" y="2030"/>
                      <a:pt x="1730" y="2080"/>
                    </a:cubicBezTo>
                    <a:cubicBezTo>
                      <a:pt x="1730" y="2080"/>
                      <a:pt x="1755" y="2106"/>
                      <a:pt x="1780" y="2106"/>
                    </a:cubicBezTo>
                    <a:cubicBezTo>
                      <a:pt x="1805" y="2106"/>
                      <a:pt x="1831" y="2080"/>
                      <a:pt x="1831" y="2055"/>
                    </a:cubicBezTo>
                    <a:cubicBezTo>
                      <a:pt x="1831" y="2005"/>
                      <a:pt x="1831" y="1955"/>
                      <a:pt x="1805" y="1880"/>
                    </a:cubicBezTo>
                    <a:cubicBezTo>
                      <a:pt x="1805" y="1830"/>
                      <a:pt x="1780" y="1755"/>
                      <a:pt x="1780" y="1679"/>
                    </a:cubicBezTo>
                    <a:cubicBezTo>
                      <a:pt x="1755" y="1604"/>
                      <a:pt x="1730" y="1554"/>
                      <a:pt x="1730" y="1479"/>
                    </a:cubicBezTo>
                    <a:lnTo>
                      <a:pt x="1730" y="1479"/>
                    </a:lnTo>
                    <a:cubicBezTo>
                      <a:pt x="1780" y="1504"/>
                      <a:pt x="1831" y="1529"/>
                      <a:pt x="1881" y="1554"/>
                    </a:cubicBezTo>
                    <a:cubicBezTo>
                      <a:pt x="1956" y="1629"/>
                      <a:pt x="2056" y="1654"/>
                      <a:pt x="2131" y="1705"/>
                    </a:cubicBezTo>
                    <a:cubicBezTo>
                      <a:pt x="2144" y="1717"/>
                      <a:pt x="2163" y="1723"/>
                      <a:pt x="2178" y="1723"/>
                    </a:cubicBezTo>
                    <a:cubicBezTo>
                      <a:pt x="2194" y="1723"/>
                      <a:pt x="2206" y="1717"/>
                      <a:pt x="2206" y="1705"/>
                    </a:cubicBezTo>
                    <a:cubicBezTo>
                      <a:pt x="2232" y="1679"/>
                      <a:pt x="2232" y="1629"/>
                      <a:pt x="2206" y="1629"/>
                    </a:cubicBezTo>
                    <a:cubicBezTo>
                      <a:pt x="2106" y="1554"/>
                      <a:pt x="2006" y="1504"/>
                      <a:pt x="1931" y="1454"/>
                    </a:cubicBezTo>
                    <a:cubicBezTo>
                      <a:pt x="1856" y="1404"/>
                      <a:pt x="1780" y="1354"/>
                      <a:pt x="1680" y="1329"/>
                    </a:cubicBezTo>
                    <a:cubicBezTo>
                      <a:pt x="1680" y="1304"/>
                      <a:pt x="1680" y="1304"/>
                      <a:pt x="1680" y="1304"/>
                    </a:cubicBezTo>
                    <a:cubicBezTo>
                      <a:pt x="1655" y="1203"/>
                      <a:pt x="1630" y="1128"/>
                      <a:pt x="1630" y="1028"/>
                    </a:cubicBezTo>
                    <a:lnTo>
                      <a:pt x="1630" y="1028"/>
                    </a:lnTo>
                    <a:cubicBezTo>
                      <a:pt x="1655" y="1053"/>
                      <a:pt x="1680" y="1053"/>
                      <a:pt x="1680" y="1053"/>
                    </a:cubicBezTo>
                    <a:cubicBezTo>
                      <a:pt x="1755" y="1078"/>
                      <a:pt x="1805" y="1078"/>
                      <a:pt x="1856" y="1103"/>
                    </a:cubicBezTo>
                    <a:cubicBezTo>
                      <a:pt x="1881" y="1103"/>
                      <a:pt x="1906" y="1103"/>
                      <a:pt x="1931" y="1128"/>
                    </a:cubicBezTo>
                    <a:lnTo>
                      <a:pt x="2006" y="1153"/>
                    </a:lnTo>
                    <a:lnTo>
                      <a:pt x="2081" y="1153"/>
                    </a:lnTo>
                    <a:cubicBezTo>
                      <a:pt x="2106" y="1178"/>
                      <a:pt x="2131" y="1178"/>
                      <a:pt x="2156" y="1178"/>
                    </a:cubicBezTo>
                    <a:cubicBezTo>
                      <a:pt x="2181" y="1178"/>
                      <a:pt x="2206" y="1153"/>
                      <a:pt x="2206" y="1128"/>
                    </a:cubicBezTo>
                    <a:cubicBezTo>
                      <a:pt x="2206" y="1128"/>
                      <a:pt x="2206" y="1103"/>
                      <a:pt x="2206" y="1103"/>
                    </a:cubicBezTo>
                    <a:cubicBezTo>
                      <a:pt x="2181" y="1003"/>
                      <a:pt x="2156" y="903"/>
                      <a:pt x="2131" y="802"/>
                    </a:cubicBezTo>
                    <a:cubicBezTo>
                      <a:pt x="2106" y="752"/>
                      <a:pt x="2106" y="702"/>
                      <a:pt x="2106" y="677"/>
                    </a:cubicBezTo>
                    <a:cubicBezTo>
                      <a:pt x="2106" y="652"/>
                      <a:pt x="2081" y="652"/>
                      <a:pt x="2081" y="627"/>
                    </a:cubicBezTo>
                    <a:lnTo>
                      <a:pt x="2081" y="627"/>
                    </a:lnTo>
                    <a:cubicBezTo>
                      <a:pt x="2181" y="652"/>
                      <a:pt x="2257" y="677"/>
                      <a:pt x="2357" y="702"/>
                    </a:cubicBezTo>
                    <a:cubicBezTo>
                      <a:pt x="2382" y="727"/>
                      <a:pt x="2407" y="727"/>
                      <a:pt x="2457" y="752"/>
                    </a:cubicBezTo>
                    <a:cubicBezTo>
                      <a:pt x="2507" y="852"/>
                      <a:pt x="2557" y="928"/>
                      <a:pt x="2607" y="1003"/>
                    </a:cubicBezTo>
                    <a:cubicBezTo>
                      <a:pt x="2607" y="1053"/>
                      <a:pt x="2633" y="1078"/>
                      <a:pt x="2658" y="1128"/>
                    </a:cubicBezTo>
                    <a:cubicBezTo>
                      <a:pt x="2708" y="1178"/>
                      <a:pt x="2733" y="1228"/>
                      <a:pt x="2758" y="1253"/>
                    </a:cubicBezTo>
                    <a:cubicBezTo>
                      <a:pt x="2758" y="1278"/>
                      <a:pt x="2783" y="1278"/>
                      <a:pt x="2808" y="1278"/>
                    </a:cubicBezTo>
                    <a:cubicBezTo>
                      <a:pt x="2833" y="1278"/>
                      <a:pt x="2833" y="1253"/>
                      <a:pt x="2808" y="1228"/>
                    </a:cubicBezTo>
                    <a:cubicBezTo>
                      <a:pt x="2758" y="1153"/>
                      <a:pt x="2708" y="1053"/>
                      <a:pt x="2658" y="978"/>
                    </a:cubicBezTo>
                    <a:cubicBezTo>
                      <a:pt x="2633" y="903"/>
                      <a:pt x="2607" y="852"/>
                      <a:pt x="2557" y="777"/>
                    </a:cubicBezTo>
                    <a:lnTo>
                      <a:pt x="2557" y="777"/>
                    </a:lnTo>
                    <a:cubicBezTo>
                      <a:pt x="2607" y="802"/>
                      <a:pt x="2658" y="802"/>
                      <a:pt x="2733" y="827"/>
                    </a:cubicBezTo>
                    <a:cubicBezTo>
                      <a:pt x="2783" y="852"/>
                      <a:pt x="2833" y="852"/>
                      <a:pt x="2883" y="877"/>
                    </a:cubicBezTo>
                    <a:cubicBezTo>
                      <a:pt x="2958" y="903"/>
                      <a:pt x="3008" y="903"/>
                      <a:pt x="3059" y="928"/>
                    </a:cubicBezTo>
                    <a:cubicBezTo>
                      <a:pt x="3084" y="928"/>
                      <a:pt x="3109" y="928"/>
                      <a:pt x="3134" y="903"/>
                    </a:cubicBezTo>
                    <a:cubicBezTo>
                      <a:pt x="3159" y="852"/>
                      <a:pt x="3134" y="827"/>
                      <a:pt x="3109" y="802"/>
                    </a:cubicBezTo>
                    <a:cubicBezTo>
                      <a:pt x="3059" y="777"/>
                      <a:pt x="2983" y="752"/>
                      <a:pt x="2933" y="727"/>
                    </a:cubicBezTo>
                    <a:cubicBezTo>
                      <a:pt x="2858" y="702"/>
                      <a:pt x="2808" y="677"/>
                      <a:pt x="2733" y="652"/>
                    </a:cubicBezTo>
                    <a:lnTo>
                      <a:pt x="2708" y="652"/>
                    </a:lnTo>
                    <a:cubicBezTo>
                      <a:pt x="2758" y="627"/>
                      <a:pt x="2783" y="627"/>
                      <a:pt x="2833" y="602"/>
                    </a:cubicBezTo>
                    <a:cubicBezTo>
                      <a:pt x="2958" y="552"/>
                      <a:pt x="3059" y="501"/>
                      <a:pt x="3184" y="476"/>
                    </a:cubicBezTo>
                    <a:cubicBezTo>
                      <a:pt x="3209" y="451"/>
                      <a:pt x="3234" y="401"/>
                      <a:pt x="3234" y="376"/>
                    </a:cubicBezTo>
                    <a:cubicBezTo>
                      <a:pt x="3209" y="351"/>
                      <a:pt x="3209" y="351"/>
                      <a:pt x="3184" y="326"/>
                    </a:cubicBezTo>
                    <a:lnTo>
                      <a:pt x="3134" y="326"/>
                    </a:lnTo>
                    <a:cubicBezTo>
                      <a:pt x="3008" y="351"/>
                      <a:pt x="2908" y="401"/>
                      <a:pt x="2808" y="426"/>
                    </a:cubicBezTo>
                    <a:cubicBezTo>
                      <a:pt x="2683" y="476"/>
                      <a:pt x="2582" y="527"/>
                      <a:pt x="2482" y="552"/>
                    </a:cubicBezTo>
                    <a:cubicBezTo>
                      <a:pt x="2457" y="552"/>
                      <a:pt x="2457" y="552"/>
                      <a:pt x="2457" y="577"/>
                    </a:cubicBezTo>
                    <a:cubicBezTo>
                      <a:pt x="2407" y="552"/>
                      <a:pt x="2382" y="552"/>
                      <a:pt x="2357" y="527"/>
                    </a:cubicBezTo>
                    <a:cubicBezTo>
                      <a:pt x="2282" y="527"/>
                      <a:pt x="2206" y="501"/>
                      <a:pt x="2156" y="476"/>
                    </a:cubicBezTo>
                    <a:cubicBezTo>
                      <a:pt x="2181" y="451"/>
                      <a:pt x="2206" y="451"/>
                      <a:pt x="2232" y="426"/>
                    </a:cubicBezTo>
                    <a:cubicBezTo>
                      <a:pt x="2257" y="401"/>
                      <a:pt x="2307" y="376"/>
                      <a:pt x="2332" y="376"/>
                    </a:cubicBezTo>
                    <a:cubicBezTo>
                      <a:pt x="2382" y="351"/>
                      <a:pt x="2432" y="326"/>
                      <a:pt x="2482" y="301"/>
                    </a:cubicBezTo>
                    <a:cubicBezTo>
                      <a:pt x="2507" y="276"/>
                      <a:pt x="2557" y="251"/>
                      <a:pt x="2582" y="226"/>
                    </a:cubicBezTo>
                    <a:cubicBezTo>
                      <a:pt x="2607" y="201"/>
                      <a:pt x="2607" y="201"/>
                      <a:pt x="2633" y="201"/>
                    </a:cubicBezTo>
                    <a:cubicBezTo>
                      <a:pt x="2658" y="176"/>
                      <a:pt x="2658" y="151"/>
                      <a:pt x="2633" y="100"/>
                    </a:cubicBezTo>
                    <a:cubicBezTo>
                      <a:pt x="2633" y="75"/>
                      <a:pt x="2607" y="75"/>
                      <a:pt x="2582" y="50"/>
                    </a:cubicBezTo>
                    <a:cubicBezTo>
                      <a:pt x="2532" y="50"/>
                      <a:pt x="2482" y="25"/>
                      <a:pt x="2457" y="0"/>
                    </a:cubicBezTo>
                    <a:lnTo>
                      <a:pt x="2206" y="0"/>
                    </a:lnTo>
                    <a:cubicBezTo>
                      <a:pt x="2206" y="25"/>
                      <a:pt x="2206" y="25"/>
                      <a:pt x="2232" y="25"/>
                    </a:cubicBezTo>
                    <a:cubicBezTo>
                      <a:pt x="2307" y="75"/>
                      <a:pt x="2407" y="100"/>
                      <a:pt x="2507" y="151"/>
                    </a:cubicBezTo>
                    <a:cubicBezTo>
                      <a:pt x="2507" y="151"/>
                      <a:pt x="2482" y="151"/>
                      <a:pt x="2482" y="176"/>
                    </a:cubicBezTo>
                    <a:cubicBezTo>
                      <a:pt x="2432" y="201"/>
                      <a:pt x="2382" y="226"/>
                      <a:pt x="2332" y="251"/>
                    </a:cubicBezTo>
                    <a:cubicBezTo>
                      <a:pt x="2307" y="276"/>
                      <a:pt x="2257" y="301"/>
                      <a:pt x="2206" y="326"/>
                    </a:cubicBezTo>
                    <a:cubicBezTo>
                      <a:pt x="2156" y="351"/>
                      <a:pt x="2131" y="376"/>
                      <a:pt x="2081" y="376"/>
                    </a:cubicBezTo>
                    <a:cubicBezTo>
                      <a:pt x="2081" y="401"/>
                      <a:pt x="2056" y="401"/>
                      <a:pt x="2031" y="401"/>
                    </a:cubicBezTo>
                    <a:cubicBezTo>
                      <a:pt x="2031" y="426"/>
                      <a:pt x="2031" y="426"/>
                      <a:pt x="2006" y="426"/>
                    </a:cubicBezTo>
                    <a:lnTo>
                      <a:pt x="1981" y="426"/>
                    </a:lnTo>
                    <a:cubicBezTo>
                      <a:pt x="1906" y="401"/>
                      <a:pt x="1856" y="376"/>
                      <a:pt x="1780" y="376"/>
                    </a:cubicBezTo>
                    <a:cubicBezTo>
                      <a:pt x="1730" y="351"/>
                      <a:pt x="1655" y="326"/>
                      <a:pt x="1605" y="301"/>
                    </a:cubicBezTo>
                    <a:cubicBezTo>
                      <a:pt x="1555" y="301"/>
                      <a:pt x="1505" y="276"/>
                      <a:pt x="1455" y="276"/>
                    </a:cubicBezTo>
                    <a:cubicBezTo>
                      <a:pt x="1505" y="226"/>
                      <a:pt x="1530" y="201"/>
                      <a:pt x="1580" y="176"/>
                    </a:cubicBezTo>
                    <a:cubicBezTo>
                      <a:pt x="1630" y="126"/>
                      <a:pt x="1680" y="75"/>
                      <a:pt x="1730" y="25"/>
                    </a:cubicBezTo>
                    <a:cubicBezTo>
                      <a:pt x="1730" y="25"/>
                      <a:pt x="1730" y="25"/>
                      <a:pt x="1755" y="0"/>
                    </a:cubicBezTo>
                    <a:lnTo>
                      <a:pt x="1630" y="0"/>
                    </a:lnTo>
                    <a:cubicBezTo>
                      <a:pt x="1605" y="25"/>
                      <a:pt x="1555" y="75"/>
                      <a:pt x="1505" y="100"/>
                    </a:cubicBezTo>
                    <a:cubicBezTo>
                      <a:pt x="1480" y="126"/>
                      <a:pt x="1455" y="151"/>
                      <a:pt x="1430" y="176"/>
                    </a:cubicBezTo>
                    <a:cubicBezTo>
                      <a:pt x="1404" y="126"/>
                      <a:pt x="1404" y="50"/>
                      <a:pt x="1379" y="0"/>
                    </a:cubicBezTo>
                    <a:lnTo>
                      <a:pt x="1279" y="0"/>
                    </a:lnTo>
                    <a:cubicBezTo>
                      <a:pt x="1279" y="50"/>
                      <a:pt x="1304" y="126"/>
                      <a:pt x="1329" y="176"/>
                    </a:cubicBezTo>
                    <a:cubicBezTo>
                      <a:pt x="1329" y="201"/>
                      <a:pt x="1329" y="226"/>
                      <a:pt x="1329" y="226"/>
                    </a:cubicBezTo>
                    <a:cubicBezTo>
                      <a:pt x="1304" y="226"/>
                      <a:pt x="1279" y="201"/>
                      <a:pt x="1229" y="201"/>
                    </a:cubicBezTo>
                    <a:cubicBezTo>
                      <a:pt x="1129" y="176"/>
                      <a:pt x="1029" y="126"/>
                      <a:pt x="928" y="100"/>
                    </a:cubicBezTo>
                    <a:cubicBezTo>
                      <a:pt x="928" y="75"/>
                      <a:pt x="903" y="75"/>
                      <a:pt x="903" y="50"/>
                    </a:cubicBezTo>
                    <a:cubicBezTo>
                      <a:pt x="903" y="25"/>
                      <a:pt x="878" y="25"/>
                      <a:pt x="878" y="0"/>
                    </a:cubicBezTo>
                    <a:lnTo>
                      <a:pt x="803" y="0"/>
                    </a:lnTo>
                    <a:cubicBezTo>
                      <a:pt x="803" y="25"/>
                      <a:pt x="828" y="50"/>
                      <a:pt x="828" y="75"/>
                    </a:cubicBezTo>
                    <a:cubicBezTo>
                      <a:pt x="778" y="50"/>
                      <a:pt x="728" y="25"/>
                      <a:pt x="678" y="25"/>
                    </a:cubicBezTo>
                    <a:cubicBezTo>
                      <a:pt x="653" y="0"/>
                      <a:pt x="653" y="0"/>
                      <a:pt x="6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0" name="Google Shape;5740;p50"/>
              <p:cNvSpPr/>
              <p:nvPr/>
            </p:nvSpPr>
            <p:spPr>
              <a:xfrm>
                <a:off x="5187500" y="1376600"/>
                <a:ext cx="85250" cy="88350"/>
              </a:xfrm>
              <a:custGeom>
                <a:rect b="b" l="l" r="r" t="t"/>
                <a:pathLst>
                  <a:path extrusionOk="0" h="3534" w="3410">
                    <a:moveTo>
                      <a:pt x="1981" y="777"/>
                    </a:moveTo>
                    <a:cubicBezTo>
                      <a:pt x="1981" y="802"/>
                      <a:pt x="1981" y="827"/>
                      <a:pt x="1981" y="827"/>
                    </a:cubicBezTo>
                    <a:cubicBezTo>
                      <a:pt x="2006" y="877"/>
                      <a:pt x="2006" y="927"/>
                      <a:pt x="2031" y="978"/>
                    </a:cubicBezTo>
                    <a:cubicBezTo>
                      <a:pt x="2031" y="1028"/>
                      <a:pt x="2056" y="1078"/>
                      <a:pt x="2056" y="1153"/>
                    </a:cubicBezTo>
                    <a:cubicBezTo>
                      <a:pt x="2056" y="1153"/>
                      <a:pt x="2081" y="1178"/>
                      <a:pt x="2081" y="1203"/>
                    </a:cubicBezTo>
                    <a:cubicBezTo>
                      <a:pt x="2056" y="1228"/>
                      <a:pt x="2006" y="1253"/>
                      <a:pt x="1981" y="1303"/>
                    </a:cubicBezTo>
                    <a:cubicBezTo>
                      <a:pt x="1930" y="1328"/>
                      <a:pt x="1880" y="1353"/>
                      <a:pt x="1855" y="1404"/>
                    </a:cubicBezTo>
                    <a:cubicBezTo>
                      <a:pt x="1805" y="1429"/>
                      <a:pt x="1755" y="1479"/>
                      <a:pt x="1705" y="1529"/>
                    </a:cubicBezTo>
                    <a:cubicBezTo>
                      <a:pt x="1655" y="1554"/>
                      <a:pt x="1630" y="1579"/>
                      <a:pt x="1605" y="1604"/>
                    </a:cubicBezTo>
                    <a:cubicBezTo>
                      <a:pt x="1605" y="1604"/>
                      <a:pt x="1605" y="1604"/>
                      <a:pt x="1605" y="1579"/>
                    </a:cubicBezTo>
                    <a:cubicBezTo>
                      <a:pt x="1580" y="1479"/>
                      <a:pt x="1529" y="1353"/>
                      <a:pt x="1504" y="1203"/>
                    </a:cubicBezTo>
                    <a:cubicBezTo>
                      <a:pt x="1504" y="1203"/>
                      <a:pt x="1504" y="1178"/>
                      <a:pt x="1504" y="1153"/>
                    </a:cubicBezTo>
                    <a:cubicBezTo>
                      <a:pt x="1554" y="1128"/>
                      <a:pt x="1580" y="1103"/>
                      <a:pt x="1605" y="1078"/>
                    </a:cubicBezTo>
                    <a:cubicBezTo>
                      <a:pt x="1630" y="1053"/>
                      <a:pt x="1680" y="1028"/>
                      <a:pt x="1705" y="1003"/>
                    </a:cubicBezTo>
                    <a:cubicBezTo>
                      <a:pt x="1730" y="978"/>
                      <a:pt x="1730" y="978"/>
                      <a:pt x="1755" y="952"/>
                    </a:cubicBezTo>
                    <a:cubicBezTo>
                      <a:pt x="1780" y="927"/>
                      <a:pt x="1805" y="902"/>
                      <a:pt x="1830" y="877"/>
                    </a:cubicBezTo>
                    <a:cubicBezTo>
                      <a:pt x="1880" y="852"/>
                      <a:pt x="1905" y="827"/>
                      <a:pt x="1955" y="777"/>
                    </a:cubicBezTo>
                    <a:close/>
                    <a:moveTo>
                      <a:pt x="978" y="1003"/>
                    </a:moveTo>
                    <a:cubicBezTo>
                      <a:pt x="1003" y="1028"/>
                      <a:pt x="1028" y="1028"/>
                      <a:pt x="1053" y="1028"/>
                    </a:cubicBezTo>
                    <a:cubicBezTo>
                      <a:pt x="1103" y="1053"/>
                      <a:pt x="1128" y="1053"/>
                      <a:pt x="1153" y="1053"/>
                    </a:cubicBezTo>
                    <a:cubicBezTo>
                      <a:pt x="1229" y="1078"/>
                      <a:pt x="1279" y="1103"/>
                      <a:pt x="1329" y="1103"/>
                    </a:cubicBezTo>
                    <a:cubicBezTo>
                      <a:pt x="1354" y="1128"/>
                      <a:pt x="1354" y="1128"/>
                      <a:pt x="1379" y="1128"/>
                    </a:cubicBezTo>
                    <a:cubicBezTo>
                      <a:pt x="1379" y="1153"/>
                      <a:pt x="1404" y="1178"/>
                      <a:pt x="1404" y="1228"/>
                    </a:cubicBezTo>
                    <a:cubicBezTo>
                      <a:pt x="1429" y="1353"/>
                      <a:pt x="1454" y="1479"/>
                      <a:pt x="1504" y="1604"/>
                    </a:cubicBezTo>
                    <a:cubicBezTo>
                      <a:pt x="1504" y="1629"/>
                      <a:pt x="1504" y="1629"/>
                      <a:pt x="1504" y="1654"/>
                    </a:cubicBezTo>
                    <a:cubicBezTo>
                      <a:pt x="1479" y="1654"/>
                      <a:pt x="1454" y="1629"/>
                      <a:pt x="1404" y="1629"/>
                    </a:cubicBezTo>
                    <a:cubicBezTo>
                      <a:pt x="1304" y="1604"/>
                      <a:pt x="1204" y="1554"/>
                      <a:pt x="1103" y="1529"/>
                    </a:cubicBezTo>
                    <a:cubicBezTo>
                      <a:pt x="1103" y="1504"/>
                      <a:pt x="1078" y="1504"/>
                      <a:pt x="1078" y="1479"/>
                    </a:cubicBezTo>
                    <a:cubicBezTo>
                      <a:pt x="1078" y="1454"/>
                      <a:pt x="1053" y="1429"/>
                      <a:pt x="1053" y="1404"/>
                    </a:cubicBezTo>
                    <a:cubicBezTo>
                      <a:pt x="1028" y="1353"/>
                      <a:pt x="1003" y="1303"/>
                      <a:pt x="1003" y="1253"/>
                    </a:cubicBezTo>
                    <a:cubicBezTo>
                      <a:pt x="978" y="1203"/>
                      <a:pt x="953" y="1153"/>
                      <a:pt x="953" y="1103"/>
                    </a:cubicBezTo>
                    <a:cubicBezTo>
                      <a:pt x="928" y="1078"/>
                      <a:pt x="903" y="1028"/>
                      <a:pt x="903" y="1003"/>
                    </a:cubicBezTo>
                    <a:close/>
                    <a:moveTo>
                      <a:pt x="2081" y="1278"/>
                    </a:moveTo>
                    <a:cubicBezTo>
                      <a:pt x="2131" y="1303"/>
                      <a:pt x="2181" y="1328"/>
                      <a:pt x="2231" y="1353"/>
                    </a:cubicBezTo>
                    <a:cubicBezTo>
                      <a:pt x="2281" y="1379"/>
                      <a:pt x="2331" y="1429"/>
                      <a:pt x="2407" y="1454"/>
                    </a:cubicBezTo>
                    <a:cubicBezTo>
                      <a:pt x="2507" y="1479"/>
                      <a:pt x="2582" y="1529"/>
                      <a:pt x="2682" y="1554"/>
                    </a:cubicBezTo>
                    <a:cubicBezTo>
                      <a:pt x="2682" y="1579"/>
                      <a:pt x="2657" y="1579"/>
                      <a:pt x="2657" y="1604"/>
                    </a:cubicBezTo>
                    <a:cubicBezTo>
                      <a:pt x="2607" y="1629"/>
                      <a:pt x="2557" y="1654"/>
                      <a:pt x="2507" y="1679"/>
                    </a:cubicBezTo>
                    <a:cubicBezTo>
                      <a:pt x="2482" y="1704"/>
                      <a:pt x="2432" y="1729"/>
                      <a:pt x="2382" y="1754"/>
                    </a:cubicBezTo>
                    <a:cubicBezTo>
                      <a:pt x="2331" y="1780"/>
                      <a:pt x="2306" y="1780"/>
                      <a:pt x="2256" y="1805"/>
                    </a:cubicBezTo>
                    <a:cubicBezTo>
                      <a:pt x="2256" y="1805"/>
                      <a:pt x="2231" y="1830"/>
                      <a:pt x="2206" y="1830"/>
                    </a:cubicBezTo>
                    <a:cubicBezTo>
                      <a:pt x="2206" y="1830"/>
                      <a:pt x="2206" y="1855"/>
                      <a:pt x="2181" y="1855"/>
                    </a:cubicBezTo>
                    <a:lnTo>
                      <a:pt x="2156" y="1855"/>
                    </a:lnTo>
                    <a:cubicBezTo>
                      <a:pt x="2106" y="1830"/>
                      <a:pt x="2031" y="1805"/>
                      <a:pt x="1955" y="1780"/>
                    </a:cubicBezTo>
                    <a:cubicBezTo>
                      <a:pt x="1905" y="1754"/>
                      <a:pt x="1830" y="1754"/>
                      <a:pt x="1780" y="1729"/>
                    </a:cubicBezTo>
                    <a:cubicBezTo>
                      <a:pt x="1730" y="1704"/>
                      <a:pt x="1680" y="1704"/>
                      <a:pt x="1630" y="1679"/>
                    </a:cubicBezTo>
                    <a:cubicBezTo>
                      <a:pt x="1680" y="1654"/>
                      <a:pt x="1705" y="1629"/>
                      <a:pt x="1755" y="1579"/>
                    </a:cubicBezTo>
                    <a:cubicBezTo>
                      <a:pt x="1805" y="1554"/>
                      <a:pt x="1855" y="1504"/>
                      <a:pt x="1905" y="1454"/>
                    </a:cubicBezTo>
                    <a:cubicBezTo>
                      <a:pt x="1930" y="1429"/>
                      <a:pt x="1981" y="1379"/>
                      <a:pt x="2031" y="1328"/>
                    </a:cubicBezTo>
                    <a:cubicBezTo>
                      <a:pt x="2056" y="1328"/>
                      <a:pt x="2056" y="1303"/>
                      <a:pt x="2081" y="1278"/>
                    </a:cubicBezTo>
                    <a:close/>
                    <a:moveTo>
                      <a:pt x="1053" y="1629"/>
                    </a:moveTo>
                    <a:cubicBezTo>
                      <a:pt x="1128" y="1654"/>
                      <a:pt x="1179" y="1679"/>
                      <a:pt x="1229" y="1704"/>
                    </a:cubicBezTo>
                    <a:cubicBezTo>
                      <a:pt x="1279" y="1729"/>
                      <a:pt x="1354" y="1729"/>
                      <a:pt x="1404" y="1754"/>
                    </a:cubicBezTo>
                    <a:cubicBezTo>
                      <a:pt x="1404" y="1754"/>
                      <a:pt x="1404" y="1780"/>
                      <a:pt x="1404" y="1780"/>
                    </a:cubicBezTo>
                    <a:cubicBezTo>
                      <a:pt x="1354" y="1805"/>
                      <a:pt x="1304" y="1855"/>
                      <a:pt x="1279" y="1880"/>
                    </a:cubicBezTo>
                    <a:cubicBezTo>
                      <a:pt x="1229" y="1930"/>
                      <a:pt x="1179" y="1980"/>
                      <a:pt x="1128" y="2005"/>
                    </a:cubicBezTo>
                    <a:cubicBezTo>
                      <a:pt x="1103" y="2030"/>
                      <a:pt x="1103" y="2055"/>
                      <a:pt x="1078" y="2055"/>
                    </a:cubicBezTo>
                    <a:cubicBezTo>
                      <a:pt x="1053" y="2055"/>
                      <a:pt x="1028" y="2055"/>
                      <a:pt x="1003" y="2030"/>
                    </a:cubicBezTo>
                    <a:cubicBezTo>
                      <a:pt x="953" y="2030"/>
                      <a:pt x="903" y="2005"/>
                      <a:pt x="853" y="1980"/>
                    </a:cubicBezTo>
                    <a:cubicBezTo>
                      <a:pt x="778" y="1980"/>
                      <a:pt x="727" y="1955"/>
                      <a:pt x="677" y="1930"/>
                    </a:cubicBezTo>
                    <a:lnTo>
                      <a:pt x="652" y="1930"/>
                    </a:lnTo>
                    <a:cubicBezTo>
                      <a:pt x="652" y="1905"/>
                      <a:pt x="677" y="1905"/>
                      <a:pt x="702" y="1880"/>
                    </a:cubicBezTo>
                    <a:cubicBezTo>
                      <a:pt x="702" y="1880"/>
                      <a:pt x="727" y="1855"/>
                      <a:pt x="752" y="1830"/>
                    </a:cubicBezTo>
                    <a:cubicBezTo>
                      <a:pt x="778" y="1830"/>
                      <a:pt x="803" y="1805"/>
                      <a:pt x="828" y="1780"/>
                    </a:cubicBezTo>
                    <a:cubicBezTo>
                      <a:pt x="853" y="1754"/>
                      <a:pt x="903" y="1729"/>
                      <a:pt x="953" y="1704"/>
                    </a:cubicBezTo>
                    <a:cubicBezTo>
                      <a:pt x="978" y="1679"/>
                      <a:pt x="978" y="1679"/>
                      <a:pt x="1003" y="1679"/>
                    </a:cubicBezTo>
                    <a:cubicBezTo>
                      <a:pt x="1028" y="1654"/>
                      <a:pt x="1053" y="1654"/>
                      <a:pt x="1053" y="1629"/>
                    </a:cubicBezTo>
                    <a:close/>
                    <a:moveTo>
                      <a:pt x="1655" y="1855"/>
                    </a:moveTo>
                    <a:cubicBezTo>
                      <a:pt x="1830" y="1905"/>
                      <a:pt x="1981" y="1955"/>
                      <a:pt x="2156" y="2005"/>
                    </a:cubicBezTo>
                    <a:cubicBezTo>
                      <a:pt x="2156" y="2005"/>
                      <a:pt x="2156" y="2030"/>
                      <a:pt x="2181" y="2030"/>
                    </a:cubicBezTo>
                    <a:cubicBezTo>
                      <a:pt x="2181" y="2030"/>
                      <a:pt x="2181" y="2055"/>
                      <a:pt x="2181" y="2080"/>
                    </a:cubicBezTo>
                    <a:cubicBezTo>
                      <a:pt x="2181" y="2130"/>
                      <a:pt x="2206" y="2181"/>
                      <a:pt x="2206" y="2206"/>
                    </a:cubicBezTo>
                    <a:cubicBezTo>
                      <a:pt x="2231" y="2281"/>
                      <a:pt x="2256" y="2331"/>
                      <a:pt x="2256" y="2406"/>
                    </a:cubicBezTo>
                    <a:cubicBezTo>
                      <a:pt x="2281" y="2431"/>
                      <a:pt x="2281" y="2456"/>
                      <a:pt x="2281" y="2506"/>
                    </a:cubicBezTo>
                    <a:cubicBezTo>
                      <a:pt x="2281" y="2506"/>
                      <a:pt x="2256" y="2481"/>
                      <a:pt x="2231" y="2481"/>
                    </a:cubicBezTo>
                    <a:lnTo>
                      <a:pt x="2156" y="2481"/>
                    </a:lnTo>
                    <a:cubicBezTo>
                      <a:pt x="2106" y="2481"/>
                      <a:pt x="2081" y="2456"/>
                      <a:pt x="2056" y="2456"/>
                    </a:cubicBezTo>
                    <a:cubicBezTo>
                      <a:pt x="2031" y="2456"/>
                      <a:pt x="2006" y="2456"/>
                      <a:pt x="1981" y="2431"/>
                    </a:cubicBezTo>
                    <a:lnTo>
                      <a:pt x="1930" y="2431"/>
                    </a:lnTo>
                    <a:cubicBezTo>
                      <a:pt x="1905" y="2431"/>
                      <a:pt x="1880" y="2406"/>
                      <a:pt x="1855" y="2406"/>
                    </a:cubicBezTo>
                    <a:lnTo>
                      <a:pt x="1805" y="2406"/>
                    </a:lnTo>
                    <a:cubicBezTo>
                      <a:pt x="1805" y="2381"/>
                      <a:pt x="1780" y="2381"/>
                      <a:pt x="1780" y="2381"/>
                    </a:cubicBezTo>
                    <a:cubicBezTo>
                      <a:pt x="1780" y="2381"/>
                      <a:pt x="1780" y="2356"/>
                      <a:pt x="1780" y="2331"/>
                    </a:cubicBezTo>
                    <a:cubicBezTo>
                      <a:pt x="1730" y="2206"/>
                      <a:pt x="1705" y="2105"/>
                      <a:pt x="1680" y="1980"/>
                    </a:cubicBezTo>
                    <a:cubicBezTo>
                      <a:pt x="1680" y="1930"/>
                      <a:pt x="1680" y="1880"/>
                      <a:pt x="1655" y="1855"/>
                    </a:cubicBezTo>
                    <a:close/>
                    <a:moveTo>
                      <a:pt x="1554" y="1805"/>
                    </a:moveTo>
                    <a:cubicBezTo>
                      <a:pt x="1554" y="1855"/>
                      <a:pt x="1580" y="1905"/>
                      <a:pt x="1580" y="1980"/>
                    </a:cubicBezTo>
                    <a:cubicBezTo>
                      <a:pt x="1605" y="2080"/>
                      <a:pt x="1630" y="2206"/>
                      <a:pt x="1655" y="2331"/>
                    </a:cubicBezTo>
                    <a:cubicBezTo>
                      <a:pt x="1655" y="2356"/>
                      <a:pt x="1630" y="2356"/>
                      <a:pt x="1630" y="2381"/>
                    </a:cubicBezTo>
                    <a:cubicBezTo>
                      <a:pt x="1605" y="2381"/>
                      <a:pt x="1605" y="2406"/>
                      <a:pt x="1580" y="2431"/>
                    </a:cubicBezTo>
                    <a:cubicBezTo>
                      <a:pt x="1580" y="2431"/>
                      <a:pt x="1554" y="2456"/>
                      <a:pt x="1554" y="2456"/>
                    </a:cubicBezTo>
                    <a:cubicBezTo>
                      <a:pt x="1554" y="2456"/>
                      <a:pt x="1529" y="2456"/>
                      <a:pt x="1529" y="2481"/>
                    </a:cubicBezTo>
                    <a:cubicBezTo>
                      <a:pt x="1504" y="2481"/>
                      <a:pt x="1504" y="2506"/>
                      <a:pt x="1479" y="2506"/>
                    </a:cubicBezTo>
                    <a:cubicBezTo>
                      <a:pt x="1454" y="2531"/>
                      <a:pt x="1429" y="2556"/>
                      <a:pt x="1429" y="2556"/>
                    </a:cubicBezTo>
                    <a:cubicBezTo>
                      <a:pt x="1404" y="2582"/>
                      <a:pt x="1379" y="2582"/>
                      <a:pt x="1354" y="2607"/>
                    </a:cubicBezTo>
                    <a:cubicBezTo>
                      <a:pt x="1354" y="2607"/>
                      <a:pt x="1329" y="2632"/>
                      <a:pt x="1329" y="2632"/>
                    </a:cubicBezTo>
                    <a:cubicBezTo>
                      <a:pt x="1329" y="2632"/>
                      <a:pt x="1329" y="2607"/>
                      <a:pt x="1304" y="2582"/>
                    </a:cubicBezTo>
                    <a:cubicBezTo>
                      <a:pt x="1304" y="2582"/>
                      <a:pt x="1304" y="2556"/>
                      <a:pt x="1304" y="2531"/>
                    </a:cubicBezTo>
                    <a:cubicBezTo>
                      <a:pt x="1279" y="2506"/>
                      <a:pt x="1279" y="2481"/>
                      <a:pt x="1279" y="2456"/>
                    </a:cubicBezTo>
                    <a:cubicBezTo>
                      <a:pt x="1254" y="2431"/>
                      <a:pt x="1254" y="2406"/>
                      <a:pt x="1254" y="2381"/>
                    </a:cubicBezTo>
                    <a:cubicBezTo>
                      <a:pt x="1229" y="2356"/>
                      <a:pt x="1229" y="2331"/>
                      <a:pt x="1229" y="2306"/>
                    </a:cubicBezTo>
                    <a:cubicBezTo>
                      <a:pt x="1229" y="2281"/>
                      <a:pt x="1204" y="2256"/>
                      <a:pt x="1204" y="2231"/>
                    </a:cubicBezTo>
                    <a:cubicBezTo>
                      <a:pt x="1179" y="2181"/>
                      <a:pt x="1179" y="2155"/>
                      <a:pt x="1153" y="2105"/>
                    </a:cubicBezTo>
                    <a:cubicBezTo>
                      <a:pt x="1179" y="2105"/>
                      <a:pt x="1179" y="2080"/>
                      <a:pt x="1179" y="2080"/>
                    </a:cubicBezTo>
                    <a:cubicBezTo>
                      <a:pt x="1229" y="2030"/>
                      <a:pt x="1279" y="2005"/>
                      <a:pt x="1329" y="1955"/>
                    </a:cubicBezTo>
                    <a:cubicBezTo>
                      <a:pt x="1379" y="1930"/>
                      <a:pt x="1429" y="1880"/>
                      <a:pt x="1479" y="1855"/>
                    </a:cubicBezTo>
                    <a:cubicBezTo>
                      <a:pt x="1479" y="1830"/>
                      <a:pt x="1504" y="1805"/>
                      <a:pt x="1529" y="1805"/>
                    </a:cubicBezTo>
                    <a:close/>
                    <a:moveTo>
                      <a:pt x="1630" y="0"/>
                    </a:moveTo>
                    <a:cubicBezTo>
                      <a:pt x="1630" y="0"/>
                      <a:pt x="1605" y="25"/>
                      <a:pt x="1605" y="25"/>
                    </a:cubicBezTo>
                    <a:cubicBezTo>
                      <a:pt x="1554" y="176"/>
                      <a:pt x="1504" y="301"/>
                      <a:pt x="1429" y="426"/>
                    </a:cubicBezTo>
                    <a:cubicBezTo>
                      <a:pt x="1429" y="476"/>
                      <a:pt x="1404" y="501"/>
                      <a:pt x="1379" y="551"/>
                    </a:cubicBezTo>
                    <a:cubicBezTo>
                      <a:pt x="1379" y="526"/>
                      <a:pt x="1379" y="501"/>
                      <a:pt x="1379" y="476"/>
                    </a:cubicBezTo>
                    <a:cubicBezTo>
                      <a:pt x="1354" y="426"/>
                      <a:pt x="1354" y="351"/>
                      <a:pt x="1329" y="301"/>
                    </a:cubicBezTo>
                    <a:cubicBezTo>
                      <a:pt x="1329" y="226"/>
                      <a:pt x="1304" y="176"/>
                      <a:pt x="1279" y="100"/>
                    </a:cubicBezTo>
                    <a:cubicBezTo>
                      <a:pt x="1279" y="75"/>
                      <a:pt x="1254" y="50"/>
                      <a:pt x="1229" y="50"/>
                    </a:cubicBezTo>
                    <a:lnTo>
                      <a:pt x="1204" y="50"/>
                    </a:lnTo>
                    <a:cubicBezTo>
                      <a:pt x="1179" y="75"/>
                      <a:pt x="1153" y="100"/>
                      <a:pt x="1179" y="125"/>
                    </a:cubicBezTo>
                    <a:cubicBezTo>
                      <a:pt x="1179" y="201"/>
                      <a:pt x="1204" y="251"/>
                      <a:pt x="1204" y="301"/>
                    </a:cubicBezTo>
                    <a:cubicBezTo>
                      <a:pt x="1229" y="376"/>
                      <a:pt x="1229" y="426"/>
                      <a:pt x="1254" y="476"/>
                    </a:cubicBezTo>
                    <a:cubicBezTo>
                      <a:pt x="1254" y="501"/>
                      <a:pt x="1254" y="526"/>
                      <a:pt x="1254" y="577"/>
                    </a:cubicBezTo>
                    <a:cubicBezTo>
                      <a:pt x="1229" y="551"/>
                      <a:pt x="1204" y="526"/>
                      <a:pt x="1153" y="526"/>
                    </a:cubicBezTo>
                    <a:cubicBezTo>
                      <a:pt x="1128" y="501"/>
                      <a:pt x="1078" y="476"/>
                      <a:pt x="1053" y="451"/>
                    </a:cubicBezTo>
                    <a:cubicBezTo>
                      <a:pt x="1003" y="426"/>
                      <a:pt x="953" y="401"/>
                      <a:pt x="903" y="376"/>
                    </a:cubicBezTo>
                    <a:lnTo>
                      <a:pt x="878" y="376"/>
                    </a:lnTo>
                    <a:cubicBezTo>
                      <a:pt x="853" y="376"/>
                      <a:pt x="828" y="376"/>
                      <a:pt x="828" y="401"/>
                    </a:cubicBezTo>
                    <a:cubicBezTo>
                      <a:pt x="803" y="426"/>
                      <a:pt x="803" y="476"/>
                      <a:pt x="828" y="476"/>
                    </a:cubicBezTo>
                    <a:cubicBezTo>
                      <a:pt x="878" y="501"/>
                      <a:pt x="928" y="551"/>
                      <a:pt x="978" y="577"/>
                    </a:cubicBezTo>
                    <a:cubicBezTo>
                      <a:pt x="1003" y="602"/>
                      <a:pt x="1053" y="602"/>
                      <a:pt x="1078" y="627"/>
                    </a:cubicBezTo>
                    <a:cubicBezTo>
                      <a:pt x="1128" y="652"/>
                      <a:pt x="1153" y="677"/>
                      <a:pt x="1204" y="677"/>
                    </a:cubicBezTo>
                    <a:cubicBezTo>
                      <a:pt x="1229" y="702"/>
                      <a:pt x="1254" y="727"/>
                      <a:pt x="1304" y="727"/>
                    </a:cubicBezTo>
                    <a:cubicBezTo>
                      <a:pt x="1304" y="777"/>
                      <a:pt x="1304" y="802"/>
                      <a:pt x="1304" y="852"/>
                    </a:cubicBezTo>
                    <a:cubicBezTo>
                      <a:pt x="1329" y="902"/>
                      <a:pt x="1329" y="978"/>
                      <a:pt x="1354" y="1028"/>
                    </a:cubicBezTo>
                    <a:cubicBezTo>
                      <a:pt x="1354" y="1028"/>
                      <a:pt x="1354" y="1053"/>
                      <a:pt x="1354" y="1053"/>
                    </a:cubicBezTo>
                    <a:cubicBezTo>
                      <a:pt x="1304" y="1028"/>
                      <a:pt x="1229" y="1028"/>
                      <a:pt x="1179" y="1003"/>
                    </a:cubicBezTo>
                    <a:cubicBezTo>
                      <a:pt x="1153" y="1003"/>
                      <a:pt x="1128" y="978"/>
                      <a:pt x="1078" y="978"/>
                    </a:cubicBezTo>
                    <a:cubicBezTo>
                      <a:pt x="1053" y="952"/>
                      <a:pt x="1028" y="952"/>
                      <a:pt x="1003" y="952"/>
                    </a:cubicBezTo>
                    <a:cubicBezTo>
                      <a:pt x="953" y="927"/>
                      <a:pt x="903" y="927"/>
                      <a:pt x="853" y="902"/>
                    </a:cubicBezTo>
                    <a:lnTo>
                      <a:pt x="803" y="902"/>
                    </a:lnTo>
                    <a:cubicBezTo>
                      <a:pt x="778" y="902"/>
                      <a:pt x="752" y="952"/>
                      <a:pt x="752" y="978"/>
                    </a:cubicBezTo>
                    <a:cubicBezTo>
                      <a:pt x="778" y="1003"/>
                      <a:pt x="778" y="1003"/>
                      <a:pt x="778" y="1028"/>
                    </a:cubicBezTo>
                    <a:cubicBezTo>
                      <a:pt x="803" y="1053"/>
                      <a:pt x="803" y="1078"/>
                      <a:pt x="803" y="1103"/>
                    </a:cubicBezTo>
                    <a:cubicBezTo>
                      <a:pt x="828" y="1153"/>
                      <a:pt x="853" y="1203"/>
                      <a:pt x="878" y="1253"/>
                    </a:cubicBezTo>
                    <a:cubicBezTo>
                      <a:pt x="903" y="1303"/>
                      <a:pt x="953" y="1379"/>
                      <a:pt x="978" y="1429"/>
                    </a:cubicBezTo>
                    <a:cubicBezTo>
                      <a:pt x="978" y="1454"/>
                      <a:pt x="1003" y="1454"/>
                      <a:pt x="1003" y="1479"/>
                    </a:cubicBezTo>
                    <a:cubicBezTo>
                      <a:pt x="953" y="1479"/>
                      <a:pt x="903" y="1454"/>
                      <a:pt x="878" y="1429"/>
                    </a:cubicBezTo>
                    <a:cubicBezTo>
                      <a:pt x="803" y="1429"/>
                      <a:pt x="752" y="1404"/>
                      <a:pt x="677" y="1379"/>
                    </a:cubicBezTo>
                    <a:cubicBezTo>
                      <a:pt x="677" y="1353"/>
                      <a:pt x="652" y="1353"/>
                      <a:pt x="652" y="1353"/>
                    </a:cubicBezTo>
                    <a:cubicBezTo>
                      <a:pt x="627" y="1278"/>
                      <a:pt x="577" y="1228"/>
                      <a:pt x="552" y="1178"/>
                    </a:cubicBezTo>
                    <a:cubicBezTo>
                      <a:pt x="527" y="1153"/>
                      <a:pt x="502" y="1128"/>
                      <a:pt x="502" y="1078"/>
                    </a:cubicBezTo>
                    <a:cubicBezTo>
                      <a:pt x="477" y="1053"/>
                      <a:pt x="452" y="1003"/>
                      <a:pt x="427" y="952"/>
                    </a:cubicBezTo>
                    <a:cubicBezTo>
                      <a:pt x="427" y="952"/>
                      <a:pt x="402" y="927"/>
                      <a:pt x="376" y="927"/>
                    </a:cubicBezTo>
                    <a:lnTo>
                      <a:pt x="351" y="927"/>
                    </a:lnTo>
                    <a:cubicBezTo>
                      <a:pt x="326" y="952"/>
                      <a:pt x="326" y="952"/>
                      <a:pt x="326" y="978"/>
                    </a:cubicBezTo>
                    <a:cubicBezTo>
                      <a:pt x="301" y="978"/>
                      <a:pt x="301" y="1003"/>
                      <a:pt x="326" y="1028"/>
                    </a:cubicBezTo>
                    <a:cubicBezTo>
                      <a:pt x="351" y="1103"/>
                      <a:pt x="376" y="1178"/>
                      <a:pt x="427" y="1253"/>
                    </a:cubicBezTo>
                    <a:cubicBezTo>
                      <a:pt x="427" y="1278"/>
                      <a:pt x="452" y="1278"/>
                      <a:pt x="452" y="1303"/>
                    </a:cubicBezTo>
                    <a:cubicBezTo>
                      <a:pt x="427" y="1303"/>
                      <a:pt x="376" y="1278"/>
                      <a:pt x="351" y="1278"/>
                    </a:cubicBezTo>
                    <a:cubicBezTo>
                      <a:pt x="276" y="1253"/>
                      <a:pt x="226" y="1228"/>
                      <a:pt x="176" y="1203"/>
                    </a:cubicBezTo>
                    <a:cubicBezTo>
                      <a:pt x="151" y="1203"/>
                      <a:pt x="126" y="1178"/>
                      <a:pt x="101" y="1178"/>
                    </a:cubicBezTo>
                    <a:cubicBezTo>
                      <a:pt x="76" y="1153"/>
                      <a:pt x="76" y="1153"/>
                      <a:pt x="76" y="1153"/>
                    </a:cubicBezTo>
                    <a:cubicBezTo>
                      <a:pt x="51" y="1153"/>
                      <a:pt x="26" y="1178"/>
                      <a:pt x="26" y="1178"/>
                    </a:cubicBezTo>
                    <a:cubicBezTo>
                      <a:pt x="1" y="1203"/>
                      <a:pt x="26" y="1228"/>
                      <a:pt x="51" y="1253"/>
                    </a:cubicBezTo>
                    <a:cubicBezTo>
                      <a:pt x="76" y="1278"/>
                      <a:pt x="126" y="1303"/>
                      <a:pt x="151" y="1328"/>
                    </a:cubicBezTo>
                    <a:cubicBezTo>
                      <a:pt x="201" y="1328"/>
                      <a:pt x="226" y="1328"/>
                      <a:pt x="251" y="1353"/>
                    </a:cubicBezTo>
                    <a:cubicBezTo>
                      <a:pt x="276" y="1353"/>
                      <a:pt x="301" y="1379"/>
                      <a:pt x="326" y="1379"/>
                    </a:cubicBezTo>
                    <a:cubicBezTo>
                      <a:pt x="376" y="1404"/>
                      <a:pt x="402" y="1404"/>
                      <a:pt x="427" y="1429"/>
                    </a:cubicBezTo>
                    <a:cubicBezTo>
                      <a:pt x="427" y="1429"/>
                      <a:pt x="402" y="1454"/>
                      <a:pt x="376" y="1454"/>
                    </a:cubicBezTo>
                    <a:cubicBezTo>
                      <a:pt x="326" y="1504"/>
                      <a:pt x="251" y="1554"/>
                      <a:pt x="201" y="1604"/>
                    </a:cubicBezTo>
                    <a:cubicBezTo>
                      <a:pt x="176" y="1629"/>
                      <a:pt x="176" y="1654"/>
                      <a:pt x="176" y="1679"/>
                    </a:cubicBezTo>
                    <a:cubicBezTo>
                      <a:pt x="201" y="1704"/>
                      <a:pt x="201" y="1704"/>
                      <a:pt x="226" y="1729"/>
                    </a:cubicBezTo>
                    <a:cubicBezTo>
                      <a:pt x="251" y="1729"/>
                      <a:pt x="251" y="1729"/>
                      <a:pt x="276" y="1704"/>
                    </a:cubicBezTo>
                    <a:cubicBezTo>
                      <a:pt x="351" y="1654"/>
                      <a:pt x="427" y="1604"/>
                      <a:pt x="502" y="1554"/>
                    </a:cubicBezTo>
                    <a:cubicBezTo>
                      <a:pt x="552" y="1529"/>
                      <a:pt x="577" y="1504"/>
                      <a:pt x="602" y="1479"/>
                    </a:cubicBezTo>
                    <a:lnTo>
                      <a:pt x="627" y="1479"/>
                    </a:lnTo>
                    <a:cubicBezTo>
                      <a:pt x="652" y="1479"/>
                      <a:pt x="652" y="1504"/>
                      <a:pt x="677" y="1504"/>
                    </a:cubicBezTo>
                    <a:cubicBezTo>
                      <a:pt x="752" y="1529"/>
                      <a:pt x="803" y="1529"/>
                      <a:pt x="878" y="1554"/>
                    </a:cubicBezTo>
                    <a:cubicBezTo>
                      <a:pt x="903" y="1579"/>
                      <a:pt x="928" y="1579"/>
                      <a:pt x="953" y="1579"/>
                    </a:cubicBezTo>
                    <a:cubicBezTo>
                      <a:pt x="928" y="1604"/>
                      <a:pt x="903" y="1629"/>
                      <a:pt x="878" y="1654"/>
                    </a:cubicBezTo>
                    <a:cubicBezTo>
                      <a:pt x="853" y="1654"/>
                      <a:pt x="828" y="1679"/>
                      <a:pt x="803" y="1704"/>
                    </a:cubicBezTo>
                    <a:cubicBezTo>
                      <a:pt x="803" y="1729"/>
                      <a:pt x="778" y="1754"/>
                      <a:pt x="752" y="1754"/>
                    </a:cubicBezTo>
                    <a:cubicBezTo>
                      <a:pt x="677" y="1805"/>
                      <a:pt x="627" y="1855"/>
                      <a:pt x="577" y="1905"/>
                    </a:cubicBezTo>
                    <a:cubicBezTo>
                      <a:pt x="552" y="1905"/>
                      <a:pt x="527" y="1905"/>
                      <a:pt x="527" y="1930"/>
                    </a:cubicBezTo>
                    <a:cubicBezTo>
                      <a:pt x="527" y="1955"/>
                      <a:pt x="527" y="1980"/>
                      <a:pt x="552" y="1980"/>
                    </a:cubicBezTo>
                    <a:cubicBezTo>
                      <a:pt x="577" y="1980"/>
                      <a:pt x="602" y="2005"/>
                      <a:pt x="602" y="2005"/>
                    </a:cubicBezTo>
                    <a:lnTo>
                      <a:pt x="652" y="2005"/>
                    </a:lnTo>
                    <a:cubicBezTo>
                      <a:pt x="727" y="2030"/>
                      <a:pt x="778" y="2030"/>
                      <a:pt x="828" y="2055"/>
                    </a:cubicBezTo>
                    <a:cubicBezTo>
                      <a:pt x="878" y="2080"/>
                      <a:pt x="953" y="2080"/>
                      <a:pt x="1003" y="2105"/>
                    </a:cubicBezTo>
                    <a:lnTo>
                      <a:pt x="1028" y="2105"/>
                    </a:lnTo>
                    <a:cubicBezTo>
                      <a:pt x="1003" y="2130"/>
                      <a:pt x="1003" y="2130"/>
                      <a:pt x="978" y="2130"/>
                    </a:cubicBezTo>
                    <a:cubicBezTo>
                      <a:pt x="953" y="2181"/>
                      <a:pt x="903" y="2231"/>
                      <a:pt x="853" y="2256"/>
                    </a:cubicBezTo>
                    <a:cubicBezTo>
                      <a:pt x="828" y="2281"/>
                      <a:pt x="803" y="2306"/>
                      <a:pt x="778" y="2331"/>
                    </a:cubicBezTo>
                    <a:cubicBezTo>
                      <a:pt x="702" y="2306"/>
                      <a:pt x="627" y="2281"/>
                      <a:pt x="577" y="2281"/>
                    </a:cubicBezTo>
                    <a:cubicBezTo>
                      <a:pt x="502" y="2256"/>
                      <a:pt x="427" y="2256"/>
                      <a:pt x="351" y="2256"/>
                    </a:cubicBezTo>
                    <a:lnTo>
                      <a:pt x="276" y="2231"/>
                    </a:lnTo>
                    <a:lnTo>
                      <a:pt x="226" y="2231"/>
                    </a:lnTo>
                    <a:cubicBezTo>
                      <a:pt x="201" y="2256"/>
                      <a:pt x="201" y="2256"/>
                      <a:pt x="201" y="2281"/>
                    </a:cubicBezTo>
                    <a:cubicBezTo>
                      <a:pt x="176" y="2331"/>
                      <a:pt x="201" y="2356"/>
                      <a:pt x="251" y="2381"/>
                    </a:cubicBezTo>
                    <a:cubicBezTo>
                      <a:pt x="301" y="2381"/>
                      <a:pt x="351" y="2406"/>
                      <a:pt x="402" y="2406"/>
                    </a:cubicBezTo>
                    <a:cubicBezTo>
                      <a:pt x="427" y="2431"/>
                      <a:pt x="477" y="2431"/>
                      <a:pt x="527" y="2431"/>
                    </a:cubicBezTo>
                    <a:cubicBezTo>
                      <a:pt x="552" y="2456"/>
                      <a:pt x="602" y="2456"/>
                      <a:pt x="652" y="2456"/>
                    </a:cubicBezTo>
                    <a:cubicBezTo>
                      <a:pt x="627" y="2481"/>
                      <a:pt x="602" y="2506"/>
                      <a:pt x="577" y="2531"/>
                    </a:cubicBezTo>
                    <a:cubicBezTo>
                      <a:pt x="527" y="2582"/>
                      <a:pt x="477" y="2607"/>
                      <a:pt x="452" y="2657"/>
                    </a:cubicBezTo>
                    <a:cubicBezTo>
                      <a:pt x="402" y="2682"/>
                      <a:pt x="351" y="2732"/>
                      <a:pt x="326" y="2757"/>
                    </a:cubicBezTo>
                    <a:cubicBezTo>
                      <a:pt x="301" y="2782"/>
                      <a:pt x="301" y="2807"/>
                      <a:pt x="326" y="2807"/>
                    </a:cubicBezTo>
                    <a:cubicBezTo>
                      <a:pt x="326" y="2820"/>
                      <a:pt x="333" y="2826"/>
                      <a:pt x="339" y="2826"/>
                    </a:cubicBezTo>
                    <a:cubicBezTo>
                      <a:pt x="345" y="2826"/>
                      <a:pt x="351" y="2820"/>
                      <a:pt x="351" y="2807"/>
                    </a:cubicBezTo>
                    <a:cubicBezTo>
                      <a:pt x="402" y="2782"/>
                      <a:pt x="452" y="2732"/>
                      <a:pt x="477" y="2707"/>
                    </a:cubicBezTo>
                    <a:cubicBezTo>
                      <a:pt x="527" y="2657"/>
                      <a:pt x="577" y="2632"/>
                      <a:pt x="627" y="2582"/>
                    </a:cubicBezTo>
                    <a:lnTo>
                      <a:pt x="702" y="2506"/>
                    </a:lnTo>
                    <a:cubicBezTo>
                      <a:pt x="702" y="2556"/>
                      <a:pt x="702" y="2607"/>
                      <a:pt x="702" y="2657"/>
                    </a:cubicBezTo>
                    <a:cubicBezTo>
                      <a:pt x="702" y="2757"/>
                      <a:pt x="702" y="2857"/>
                      <a:pt x="702" y="2958"/>
                    </a:cubicBezTo>
                    <a:cubicBezTo>
                      <a:pt x="702" y="2958"/>
                      <a:pt x="727" y="2983"/>
                      <a:pt x="752" y="2983"/>
                    </a:cubicBezTo>
                    <a:cubicBezTo>
                      <a:pt x="778" y="2983"/>
                      <a:pt x="778" y="2983"/>
                      <a:pt x="778" y="2958"/>
                    </a:cubicBezTo>
                    <a:cubicBezTo>
                      <a:pt x="803" y="2782"/>
                      <a:pt x="803" y="2632"/>
                      <a:pt x="803" y="2456"/>
                    </a:cubicBezTo>
                    <a:cubicBezTo>
                      <a:pt x="803" y="2456"/>
                      <a:pt x="803" y="2431"/>
                      <a:pt x="828" y="2431"/>
                    </a:cubicBezTo>
                    <a:cubicBezTo>
                      <a:pt x="828" y="2406"/>
                      <a:pt x="828" y="2406"/>
                      <a:pt x="828" y="2406"/>
                    </a:cubicBezTo>
                    <a:cubicBezTo>
                      <a:pt x="853" y="2381"/>
                      <a:pt x="878" y="2356"/>
                      <a:pt x="903" y="2331"/>
                    </a:cubicBezTo>
                    <a:cubicBezTo>
                      <a:pt x="953" y="2281"/>
                      <a:pt x="1003" y="2231"/>
                      <a:pt x="1053" y="2206"/>
                    </a:cubicBezTo>
                    <a:cubicBezTo>
                      <a:pt x="1053" y="2206"/>
                      <a:pt x="1078" y="2231"/>
                      <a:pt x="1078" y="2256"/>
                    </a:cubicBezTo>
                    <a:cubicBezTo>
                      <a:pt x="1078" y="2281"/>
                      <a:pt x="1103" y="2306"/>
                      <a:pt x="1103" y="2331"/>
                    </a:cubicBezTo>
                    <a:cubicBezTo>
                      <a:pt x="1128" y="2356"/>
                      <a:pt x="1128" y="2381"/>
                      <a:pt x="1153" y="2406"/>
                    </a:cubicBezTo>
                    <a:cubicBezTo>
                      <a:pt x="1153" y="2431"/>
                      <a:pt x="1179" y="2456"/>
                      <a:pt x="1179" y="2481"/>
                    </a:cubicBezTo>
                    <a:cubicBezTo>
                      <a:pt x="1179" y="2506"/>
                      <a:pt x="1204" y="2531"/>
                      <a:pt x="1204" y="2556"/>
                    </a:cubicBezTo>
                    <a:cubicBezTo>
                      <a:pt x="1204" y="2582"/>
                      <a:pt x="1229" y="2607"/>
                      <a:pt x="1229" y="2632"/>
                    </a:cubicBezTo>
                    <a:cubicBezTo>
                      <a:pt x="1254" y="2632"/>
                      <a:pt x="1254" y="2657"/>
                      <a:pt x="1254" y="2682"/>
                    </a:cubicBezTo>
                    <a:lnTo>
                      <a:pt x="1279" y="2682"/>
                    </a:lnTo>
                    <a:cubicBezTo>
                      <a:pt x="1254" y="2707"/>
                      <a:pt x="1254" y="2707"/>
                      <a:pt x="1279" y="2732"/>
                    </a:cubicBezTo>
                    <a:lnTo>
                      <a:pt x="1329" y="2732"/>
                    </a:lnTo>
                    <a:cubicBezTo>
                      <a:pt x="1329" y="2707"/>
                      <a:pt x="1354" y="2707"/>
                      <a:pt x="1354" y="2682"/>
                    </a:cubicBezTo>
                    <a:cubicBezTo>
                      <a:pt x="1379" y="2682"/>
                      <a:pt x="1404" y="2657"/>
                      <a:pt x="1404" y="2657"/>
                    </a:cubicBezTo>
                    <a:cubicBezTo>
                      <a:pt x="1429" y="2632"/>
                      <a:pt x="1429" y="2632"/>
                      <a:pt x="1454" y="2607"/>
                    </a:cubicBezTo>
                    <a:cubicBezTo>
                      <a:pt x="1479" y="2607"/>
                      <a:pt x="1504" y="2582"/>
                      <a:pt x="1529" y="2556"/>
                    </a:cubicBezTo>
                    <a:cubicBezTo>
                      <a:pt x="1529" y="2556"/>
                      <a:pt x="1554" y="2531"/>
                      <a:pt x="1580" y="2531"/>
                    </a:cubicBezTo>
                    <a:cubicBezTo>
                      <a:pt x="1580" y="2506"/>
                      <a:pt x="1605" y="2481"/>
                      <a:pt x="1630" y="2481"/>
                    </a:cubicBezTo>
                    <a:cubicBezTo>
                      <a:pt x="1630" y="2456"/>
                      <a:pt x="1655" y="2456"/>
                      <a:pt x="1680" y="2431"/>
                    </a:cubicBezTo>
                    <a:cubicBezTo>
                      <a:pt x="1680" y="2456"/>
                      <a:pt x="1705" y="2506"/>
                      <a:pt x="1705" y="2531"/>
                    </a:cubicBezTo>
                    <a:cubicBezTo>
                      <a:pt x="1705" y="2607"/>
                      <a:pt x="1730" y="2657"/>
                      <a:pt x="1755" y="2732"/>
                    </a:cubicBezTo>
                    <a:cubicBezTo>
                      <a:pt x="1755" y="2732"/>
                      <a:pt x="1755" y="2757"/>
                      <a:pt x="1755" y="2757"/>
                    </a:cubicBezTo>
                    <a:cubicBezTo>
                      <a:pt x="1755" y="2757"/>
                      <a:pt x="1755" y="2757"/>
                      <a:pt x="1730" y="2782"/>
                    </a:cubicBezTo>
                    <a:cubicBezTo>
                      <a:pt x="1730" y="2807"/>
                      <a:pt x="1705" y="2832"/>
                      <a:pt x="1705" y="2857"/>
                    </a:cubicBezTo>
                    <a:cubicBezTo>
                      <a:pt x="1680" y="2882"/>
                      <a:pt x="1655" y="2932"/>
                      <a:pt x="1630" y="2983"/>
                    </a:cubicBezTo>
                    <a:cubicBezTo>
                      <a:pt x="1605" y="3008"/>
                      <a:pt x="1605" y="3058"/>
                      <a:pt x="1580" y="3083"/>
                    </a:cubicBezTo>
                    <a:cubicBezTo>
                      <a:pt x="1554" y="3133"/>
                      <a:pt x="1529" y="3158"/>
                      <a:pt x="1504" y="3208"/>
                    </a:cubicBezTo>
                    <a:cubicBezTo>
                      <a:pt x="1504" y="3233"/>
                      <a:pt x="1504" y="3233"/>
                      <a:pt x="1504" y="3258"/>
                    </a:cubicBezTo>
                    <a:cubicBezTo>
                      <a:pt x="1504" y="3283"/>
                      <a:pt x="1504" y="3283"/>
                      <a:pt x="1529" y="3283"/>
                    </a:cubicBezTo>
                    <a:cubicBezTo>
                      <a:pt x="1542" y="3296"/>
                      <a:pt x="1561" y="3302"/>
                      <a:pt x="1576" y="3302"/>
                    </a:cubicBezTo>
                    <a:cubicBezTo>
                      <a:pt x="1592" y="3302"/>
                      <a:pt x="1605" y="3296"/>
                      <a:pt x="1605" y="3283"/>
                    </a:cubicBezTo>
                    <a:cubicBezTo>
                      <a:pt x="1630" y="3258"/>
                      <a:pt x="1655" y="3208"/>
                      <a:pt x="1680" y="3183"/>
                    </a:cubicBezTo>
                    <a:cubicBezTo>
                      <a:pt x="1680" y="3158"/>
                      <a:pt x="1705" y="3133"/>
                      <a:pt x="1730" y="3108"/>
                    </a:cubicBezTo>
                    <a:cubicBezTo>
                      <a:pt x="1755" y="3058"/>
                      <a:pt x="1780" y="2983"/>
                      <a:pt x="1805" y="2932"/>
                    </a:cubicBezTo>
                    <a:cubicBezTo>
                      <a:pt x="1805" y="3008"/>
                      <a:pt x="1830" y="3058"/>
                      <a:pt x="1830" y="3133"/>
                    </a:cubicBezTo>
                    <a:cubicBezTo>
                      <a:pt x="1855" y="3183"/>
                      <a:pt x="1855" y="3258"/>
                      <a:pt x="1880" y="3308"/>
                    </a:cubicBezTo>
                    <a:cubicBezTo>
                      <a:pt x="1880" y="3359"/>
                      <a:pt x="1880" y="3384"/>
                      <a:pt x="1905" y="3409"/>
                    </a:cubicBezTo>
                    <a:cubicBezTo>
                      <a:pt x="1905" y="3434"/>
                      <a:pt x="1905" y="3459"/>
                      <a:pt x="1905" y="3484"/>
                    </a:cubicBezTo>
                    <a:cubicBezTo>
                      <a:pt x="1905" y="3509"/>
                      <a:pt x="1930" y="3534"/>
                      <a:pt x="1955" y="3534"/>
                    </a:cubicBezTo>
                    <a:cubicBezTo>
                      <a:pt x="1981" y="3534"/>
                      <a:pt x="2006" y="3509"/>
                      <a:pt x="2006" y="3484"/>
                    </a:cubicBezTo>
                    <a:cubicBezTo>
                      <a:pt x="2006" y="3434"/>
                      <a:pt x="2006" y="3359"/>
                      <a:pt x="1981" y="3308"/>
                    </a:cubicBezTo>
                    <a:cubicBezTo>
                      <a:pt x="1981" y="3233"/>
                      <a:pt x="1955" y="3183"/>
                      <a:pt x="1955" y="3108"/>
                    </a:cubicBezTo>
                    <a:cubicBezTo>
                      <a:pt x="1930" y="3033"/>
                      <a:pt x="1905" y="2958"/>
                      <a:pt x="1905" y="2882"/>
                    </a:cubicBezTo>
                    <a:lnTo>
                      <a:pt x="1905" y="2882"/>
                    </a:lnTo>
                    <a:cubicBezTo>
                      <a:pt x="1955" y="2907"/>
                      <a:pt x="2006" y="2958"/>
                      <a:pt x="2056" y="2983"/>
                    </a:cubicBezTo>
                    <a:cubicBezTo>
                      <a:pt x="2131" y="3033"/>
                      <a:pt x="2231" y="3083"/>
                      <a:pt x="2306" y="3133"/>
                    </a:cubicBezTo>
                    <a:cubicBezTo>
                      <a:pt x="2314" y="3140"/>
                      <a:pt x="2323" y="3143"/>
                      <a:pt x="2333" y="3143"/>
                    </a:cubicBezTo>
                    <a:cubicBezTo>
                      <a:pt x="2356" y="3143"/>
                      <a:pt x="2382" y="3126"/>
                      <a:pt x="2382" y="3108"/>
                    </a:cubicBezTo>
                    <a:cubicBezTo>
                      <a:pt x="2407" y="3083"/>
                      <a:pt x="2407" y="3058"/>
                      <a:pt x="2382" y="3033"/>
                    </a:cubicBezTo>
                    <a:cubicBezTo>
                      <a:pt x="2281" y="2983"/>
                      <a:pt x="2206" y="2932"/>
                      <a:pt x="2106" y="2857"/>
                    </a:cubicBezTo>
                    <a:cubicBezTo>
                      <a:pt x="2031" y="2807"/>
                      <a:pt x="1955" y="2782"/>
                      <a:pt x="1880" y="2732"/>
                    </a:cubicBezTo>
                    <a:lnTo>
                      <a:pt x="1855" y="2732"/>
                    </a:lnTo>
                    <a:cubicBezTo>
                      <a:pt x="1830" y="2632"/>
                      <a:pt x="1805" y="2556"/>
                      <a:pt x="1805" y="2456"/>
                    </a:cubicBezTo>
                    <a:cubicBezTo>
                      <a:pt x="1830" y="2456"/>
                      <a:pt x="1855" y="2481"/>
                      <a:pt x="1880" y="2481"/>
                    </a:cubicBezTo>
                    <a:cubicBezTo>
                      <a:pt x="1930" y="2506"/>
                      <a:pt x="1981" y="2506"/>
                      <a:pt x="2031" y="2531"/>
                    </a:cubicBezTo>
                    <a:cubicBezTo>
                      <a:pt x="2056" y="2531"/>
                      <a:pt x="2081" y="2531"/>
                      <a:pt x="2106" y="2556"/>
                    </a:cubicBezTo>
                    <a:lnTo>
                      <a:pt x="2181" y="2556"/>
                    </a:lnTo>
                    <a:cubicBezTo>
                      <a:pt x="2206" y="2582"/>
                      <a:pt x="2231" y="2582"/>
                      <a:pt x="2256" y="2582"/>
                    </a:cubicBezTo>
                    <a:cubicBezTo>
                      <a:pt x="2281" y="2582"/>
                      <a:pt x="2306" y="2607"/>
                      <a:pt x="2331" y="2607"/>
                    </a:cubicBezTo>
                    <a:cubicBezTo>
                      <a:pt x="2356" y="2607"/>
                      <a:pt x="2382" y="2582"/>
                      <a:pt x="2382" y="2556"/>
                    </a:cubicBezTo>
                    <a:cubicBezTo>
                      <a:pt x="2382" y="2531"/>
                      <a:pt x="2382" y="2531"/>
                      <a:pt x="2382" y="2531"/>
                    </a:cubicBezTo>
                    <a:cubicBezTo>
                      <a:pt x="2356" y="2431"/>
                      <a:pt x="2331" y="2306"/>
                      <a:pt x="2306" y="2206"/>
                    </a:cubicBezTo>
                    <a:cubicBezTo>
                      <a:pt x="2306" y="2181"/>
                      <a:pt x="2281" y="2130"/>
                      <a:pt x="2281" y="2080"/>
                    </a:cubicBezTo>
                    <a:cubicBezTo>
                      <a:pt x="2281" y="2080"/>
                      <a:pt x="2256" y="2055"/>
                      <a:pt x="2256" y="2055"/>
                    </a:cubicBezTo>
                    <a:lnTo>
                      <a:pt x="2256" y="2055"/>
                    </a:lnTo>
                    <a:cubicBezTo>
                      <a:pt x="2356" y="2080"/>
                      <a:pt x="2432" y="2105"/>
                      <a:pt x="2532" y="2130"/>
                    </a:cubicBezTo>
                    <a:cubicBezTo>
                      <a:pt x="2557" y="2130"/>
                      <a:pt x="2607" y="2155"/>
                      <a:pt x="2632" y="2155"/>
                    </a:cubicBezTo>
                    <a:cubicBezTo>
                      <a:pt x="2632" y="2155"/>
                      <a:pt x="2632" y="2181"/>
                      <a:pt x="2632" y="2181"/>
                    </a:cubicBezTo>
                    <a:cubicBezTo>
                      <a:pt x="2682" y="2256"/>
                      <a:pt x="2732" y="2356"/>
                      <a:pt x="2783" y="2431"/>
                    </a:cubicBezTo>
                    <a:cubicBezTo>
                      <a:pt x="2808" y="2481"/>
                      <a:pt x="2833" y="2506"/>
                      <a:pt x="2833" y="2556"/>
                    </a:cubicBezTo>
                    <a:cubicBezTo>
                      <a:pt x="2883" y="2582"/>
                      <a:pt x="2908" y="2632"/>
                      <a:pt x="2933" y="2682"/>
                    </a:cubicBezTo>
                    <a:cubicBezTo>
                      <a:pt x="2933" y="2707"/>
                      <a:pt x="2958" y="2707"/>
                      <a:pt x="2983" y="2707"/>
                    </a:cubicBezTo>
                    <a:cubicBezTo>
                      <a:pt x="3008" y="2682"/>
                      <a:pt x="3008" y="2657"/>
                      <a:pt x="3008" y="2657"/>
                    </a:cubicBezTo>
                    <a:cubicBezTo>
                      <a:pt x="2958" y="2556"/>
                      <a:pt x="2883" y="2481"/>
                      <a:pt x="2858" y="2381"/>
                    </a:cubicBezTo>
                    <a:cubicBezTo>
                      <a:pt x="2808" y="2331"/>
                      <a:pt x="2783" y="2256"/>
                      <a:pt x="2732" y="2206"/>
                    </a:cubicBezTo>
                    <a:cubicBezTo>
                      <a:pt x="2783" y="2206"/>
                      <a:pt x="2858" y="2231"/>
                      <a:pt x="2908" y="2256"/>
                    </a:cubicBezTo>
                    <a:cubicBezTo>
                      <a:pt x="2958" y="2256"/>
                      <a:pt x="3008" y="2281"/>
                      <a:pt x="3083" y="2306"/>
                    </a:cubicBezTo>
                    <a:cubicBezTo>
                      <a:pt x="3133" y="2306"/>
                      <a:pt x="3184" y="2331"/>
                      <a:pt x="3234" y="2356"/>
                    </a:cubicBezTo>
                    <a:cubicBezTo>
                      <a:pt x="3259" y="2356"/>
                      <a:pt x="3284" y="2331"/>
                      <a:pt x="3309" y="2306"/>
                    </a:cubicBezTo>
                    <a:cubicBezTo>
                      <a:pt x="3334" y="2281"/>
                      <a:pt x="3309" y="2231"/>
                      <a:pt x="3284" y="2231"/>
                    </a:cubicBezTo>
                    <a:cubicBezTo>
                      <a:pt x="3234" y="2181"/>
                      <a:pt x="3158" y="2155"/>
                      <a:pt x="3108" y="2155"/>
                    </a:cubicBezTo>
                    <a:cubicBezTo>
                      <a:pt x="3033" y="2130"/>
                      <a:pt x="2983" y="2105"/>
                      <a:pt x="2908" y="2080"/>
                    </a:cubicBezTo>
                    <a:lnTo>
                      <a:pt x="2883" y="2080"/>
                    </a:lnTo>
                    <a:cubicBezTo>
                      <a:pt x="2933" y="2055"/>
                      <a:pt x="2983" y="2030"/>
                      <a:pt x="3008" y="2030"/>
                    </a:cubicBezTo>
                    <a:cubicBezTo>
                      <a:pt x="3133" y="1980"/>
                      <a:pt x="3259" y="1930"/>
                      <a:pt x="3359" y="1880"/>
                    </a:cubicBezTo>
                    <a:cubicBezTo>
                      <a:pt x="3384" y="1880"/>
                      <a:pt x="3409" y="1830"/>
                      <a:pt x="3409" y="1805"/>
                    </a:cubicBezTo>
                    <a:cubicBezTo>
                      <a:pt x="3384" y="1780"/>
                      <a:pt x="3384" y="1754"/>
                      <a:pt x="3359" y="1754"/>
                    </a:cubicBezTo>
                    <a:cubicBezTo>
                      <a:pt x="3359" y="1754"/>
                      <a:pt x="3334" y="1729"/>
                      <a:pt x="3334" y="1729"/>
                    </a:cubicBezTo>
                    <a:lnTo>
                      <a:pt x="3309" y="1729"/>
                    </a:lnTo>
                    <a:cubicBezTo>
                      <a:pt x="3209" y="1780"/>
                      <a:pt x="3083" y="1830"/>
                      <a:pt x="2983" y="1855"/>
                    </a:cubicBezTo>
                    <a:cubicBezTo>
                      <a:pt x="2883" y="1905"/>
                      <a:pt x="2757" y="1930"/>
                      <a:pt x="2657" y="1980"/>
                    </a:cubicBezTo>
                    <a:lnTo>
                      <a:pt x="2632" y="1980"/>
                    </a:lnTo>
                    <a:cubicBezTo>
                      <a:pt x="2582" y="1980"/>
                      <a:pt x="2557" y="1980"/>
                      <a:pt x="2532" y="1955"/>
                    </a:cubicBezTo>
                    <a:cubicBezTo>
                      <a:pt x="2457" y="1930"/>
                      <a:pt x="2382" y="1905"/>
                      <a:pt x="2331" y="1905"/>
                    </a:cubicBezTo>
                    <a:cubicBezTo>
                      <a:pt x="2356" y="1880"/>
                      <a:pt x="2382" y="1855"/>
                      <a:pt x="2407" y="1855"/>
                    </a:cubicBezTo>
                    <a:cubicBezTo>
                      <a:pt x="2432" y="1830"/>
                      <a:pt x="2482" y="1805"/>
                      <a:pt x="2532" y="1780"/>
                    </a:cubicBezTo>
                    <a:cubicBezTo>
                      <a:pt x="2557" y="1754"/>
                      <a:pt x="2607" y="1729"/>
                      <a:pt x="2657" y="1704"/>
                    </a:cubicBezTo>
                    <a:cubicBezTo>
                      <a:pt x="2682" y="1704"/>
                      <a:pt x="2732" y="1679"/>
                      <a:pt x="2757" y="1629"/>
                    </a:cubicBezTo>
                    <a:cubicBezTo>
                      <a:pt x="2783" y="1629"/>
                      <a:pt x="2783" y="1629"/>
                      <a:pt x="2808" y="1604"/>
                    </a:cubicBezTo>
                    <a:cubicBezTo>
                      <a:pt x="2833" y="1604"/>
                      <a:pt x="2833" y="1554"/>
                      <a:pt x="2833" y="1529"/>
                    </a:cubicBezTo>
                    <a:cubicBezTo>
                      <a:pt x="2808" y="1504"/>
                      <a:pt x="2783" y="1504"/>
                      <a:pt x="2757" y="1479"/>
                    </a:cubicBezTo>
                    <a:cubicBezTo>
                      <a:pt x="2707" y="1454"/>
                      <a:pt x="2657" y="1454"/>
                      <a:pt x="2607" y="1429"/>
                    </a:cubicBezTo>
                    <a:cubicBezTo>
                      <a:pt x="2582" y="1404"/>
                      <a:pt x="2532" y="1404"/>
                      <a:pt x="2482" y="1379"/>
                    </a:cubicBezTo>
                    <a:cubicBezTo>
                      <a:pt x="2432" y="1353"/>
                      <a:pt x="2407" y="1353"/>
                      <a:pt x="2356" y="1328"/>
                    </a:cubicBezTo>
                    <a:cubicBezTo>
                      <a:pt x="2331" y="1303"/>
                      <a:pt x="2281" y="1303"/>
                      <a:pt x="2231" y="1278"/>
                    </a:cubicBezTo>
                    <a:cubicBezTo>
                      <a:pt x="2206" y="1253"/>
                      <a:pt x="2181" y="1253"/>
                      <a:pt x="2156" y="1228"/>
                    </a:cubicBezTo>
                    <a:cubicBezTo>
                      <a:pt x="2156" y="1228"/>
                      <a:pt x="2181" y="1228"/>
                      <a:pt x="2181" y="1203"/>
                    </a:cubicBezTo>
                    <a:cubicBezTo>
                      <a:pt x="2231" y="1178"/>
                      <a:pt x="2281" y="1128"/>
                      <a:pt x="2331" y="1103"/>
                    </a:cubicBezTo>
                    <a:cubicBezTo>
                      <a:pt x="2356" y="1078"/>
                      <a:pt x="2382" y="1053"/>
                      <a:pt x="2407" y="1028"/>
                    </a:cubicBezTo>
                    <a:cubicBezTo>
                      <a:pt x="2432" y="1028"/>
                      <a:pt x="2432" y="1028"/>
                      <a:pt x="2457" y="1053"/>
                    </a:cubicBezTo>
                    <a:cubicBezTo>
                      <a:pt x="2532" y="1078"/>
                      <a:pt x="2607" y="1078"/>
                      <a:pt x="2682" y="1103"/>
                    </a:cubicBezTo>
                    <a:cubicBezTo>
                      <a:pt x="2783" y="1128"/>
                      <a:pt x="2858" y="1153"/>
                      <a:pt x="2958" y="1178"/>
                    </a:cubicBezTo>
                    <a:cubicBezTo>
                      <a:pt x="2983" y="1178"/>
                      <a:pt x="3033" y="1178"/>
                      <a:pt x="3033" y="1128"/>
                    </a:cubicBezTo>
                    <a:cubicBezTo>
                      <a:pt x="3058" y="1103"/>
                      <a:pt x="3033" y="1053"/>
                      <a:pt x="3008" y="1053"/>
                    </a:cubicBezTo>
                    <a:cubicBezTo>
                      <a:pt x="2908" y="1028"/>
                      <a:pt x="2833" y="1003"/>
                      <a:pt x="2732" y="978"/>
                    </a:cubicBezTo>
                    <a:cubicBezTo>
                      <a:pt x="2657" y="952"/>
                      <a:pt x="2607" y="927"/>
                      <a:pt x="2532" y="927"/>
                    </a:cubicBezTo>
                    <a:cubicBezTo>
                      <a:pt x="2557" y="902"/>
                      <a:pt x="2582" y="877"/>
                      <a:pt x="2607" y="877"/>
                    </a:cubicBezTo>
                    <a:cubicBezTo>
                      <a:pt x="2632" y="852"/>
                      <a:pt x="2657" y="827"/>
                      <a:pt x="2682" y="802"/>
                    </a:cubicBezTo>
                    <a:cubicBezTo>
                      <a:pt x="2707" y="777"/>
                      <a:pt x="2732" y="777"/>
                      <a:pt x="2757" y="752"/>
                    </a:cubicBezTo>
                    <a:cubicBezTo>
                      <a:pt x="2783" y="727"/>
                      <a:pt x="2833" y="677"/>
                      <a:pt x="2858" y="652"/>
                    </a:cubicBezTo>
                    <a:cubicBezTo>
                      <a:pt x="2883" y="627"/>
                      <a:pt x="2883" y="602"/>
                      <a:pt x="2883" y="602"/>
                    </a:cubicBezTo>
                    <a:cubicBezTo>
                      <a:pt x="2858" y="577"/>
                      <a:pt x="2858" y="577"/>
                      <a:pt x="2833" y="577"/>
                    </a:cubicBezTo>
                    <a:lnTo>
                      <a:pt x="2808" y="577"/>
                    </a:lnTo>
                    <a:cubicBezTo>
                      <a:pt x="2783" y="627"/>
                      <a:pt x="2732" y="652"/>
                      <a:pt x="2682" y="702"/>
                    </a:cubicBezTo>
                    <a:cubicBezTo>
                      <a:pt x="2632" y="727"/>
                      <a:pt x="2607" y="777"/>
                      <a:pt x="2557" y="802"/>
                    </a:cubicBezTo>
                    <a:cubicBezTo>
                      <a:pt x="2532" y="827"/>
                      <a:pt x="2532" y="827"/>
                      <a:pt x="2532" y="827"/>
                    </a:cubicBezTo>
                    <a:cubicBezTo>
                      <a:pt x="2532" y="802"/>
                      <a:pt x="2532" y="752"/>
                      <a:pt x="2532" y="727"/>
                    </a:cubicBezTo>
                    <a:cubicBezTo>
                      <a:pt x="2532" y="627"/>
                      <a:pt x="2532" y="526"/>
                      <a:pt x="2532" y="426"/>
                    </a:cubicBezTo>
                    <a:cubicBezTo>
                      <a:pt x="2532" y="401"/>
                      <a:pt x="2507" y="376"/>
                      <a:pt x="2457" y="376"/>
                    </a:cubicBezTo>
                    <a:cubicBezTo>
                      <a:pt x="2432" y="376"/>
                      <a:pt x="2407" y="401"/>
                      <a:pt x="2407" y="426"/>
                    </a:cubicBezTo>
                    <a:cubicBezTo>
                      <a:pt x="2382" y="526"/>
                      <a:pt x="2382" y="602"/>
                      <a:pt x="2382" y="702"/>
                    </a:cubicBezTo>
                    <a:cubicBezTo>
                      <a:pt x="2382" y="777"/>
                      <a:pt x="2382" y="852"/>
                      <a:pt x="2382" y="952"/>
                    </a:cubicBezTo>
                    <a:cubicBezTo>
                      <a:pt x="2356" y="978"/>
                      <a:pt x="2306" y="1028"/>
                      <a:pt x="2281" y="1053"/>
                    </a:cubicBezTo>
                    <a:cubicBezTo>
                      <a:pt x="2231" y="1078"/>
                      <a:pt x="2181" y="1128"/>
                      <a:pt x="2131" y="1153"/>
                    </a:cubicBezTo>
                    <a:cubicBezTo>
                      <a:pt x="2131" y="1153"/>
                      <a:pt x="2131" y="1128"/>
                      <a:pt x="2131" y="1128"/>
                    </a:cubicBezTo>
                    <a:cubicBezTo>
                      <a:pt x="2131" y="1078"/>
                      <a:pt x="2131" y="1028"/>
                      <a:pt x="2106" y="978"/>
                    </a:cubicBezTo>
                    <a:cubicBezTo>
                      <a:pt x="2106" y="927"/>
                      <a:pt x="2081" y="877"/>
                      <a:pt x="2081" y="827"/>
                    </a:cubicBezTo>
                    <a:cubicBezTo>
                      <a:pt x="2081" y="802"/>
                      <a:pt x="2056" y="777"/>
                      <a:pt x="2056" y="752"/>
                    </a:cubicBezTo>
                    <a:cubicBezTo>
                      <a:pt x="2056" y="727"/>
                      <a:pt x="2056" y="727"/>
                      <a:pt x="2056" y="702"/>
                    </a:cubicBezTo>
                    <a:cubicBezTo>
                      <a:pt x="2056" y="677"/>
                      <a:pt x="2056" y="677"/>
                      <a:pt x="2056" y="677"/>
                    </a:cubicBezTo>
                    <a:lnTo>
                      <a:pt x="2031" y="677"/>
                    </a:lnTo>
                    <a:cubicBezTo>
                      <a:pt x="2031" y="652"/>
                      <a:pt x="2006" y="652"/>
                      <a:pt x="2006" y="652"/>
                    </a:cubicBezTo>
                    <a:lnTo>
                      <a:pt x="1955" y="652"/>
                    </a:lnTo>
                    <a:cubicBezTo>
                      <a:pt x="1930" y="677"/>
                      <a:pt x="1905" y="677"/>
                      <a:pt x="1880" y="702"/>
                    </a:cubicBezTo>
                    <a:cubicBezTo>
                      <a:pt x="1880" y="727"/>
                      <a:pt x="1855" y="727"/>
                      <a:pt x="1830" y="752"/>
                    </a:cubicBezTo>
                    <a:cubicBezTo>
                      <a:pt x="1805" y="777"/>
                      <a:pt x="1780" y="802"/>
                      <a:pt x="1755" y="827"/>
                    </a:cubicBezTo>
                    <a:cubicBezTo>
                      <a:pt x="1730" y="852"/>
                      <a:pt x="1705" y="877"/>
                      <a:pt x="1655" y="902"/>
                    </a:cubicBezTo>
                    <a:cubicBezTo>
                      <a:pt x="1655" y="927"/>
                      <a:pt x="1630" y="927"/>
                      <a:pt x="1605" y="952"/>
                    </a:cubicBezTo>
                    <a:cubicBezTo>
                      <a:pt x="1580" y="978"/>
                      <a:pt x="1580" y="978"/>
                      <a:pt x="1554" y="1003"/>
                    </a:cubicBezTo>
                    <a:cubicBezTo>
                      <a:pt x="1529" y="1028"/>
                      <a:pt x="1504" y="1053"/>
                      <a:pt x="1479" y="1078"/>
                    </a:cubicBezTo>
                    <a:cubicBezTo>
                      <a:pt x="1479" y="1078"/>
                      <a:pt x="1454" y="1053"/>
                      <a:pt x="1454" y="1028"/>
                    </a:cubicBezTo>
                    <a:cubicBezTo>
                      <a:pt x="1454" y="952"/>
                      <a:pt x="1429" y="902"/>
                      <a:pt x="1429" y="827"/>
                    </a:cubicBezTo>
                    <a:cubicBezTo>
                      <a:pt x="1429" y="802"/>
                      <a:pt x="1429" y="777"/>
                      <a:pt x="1404" y="752"/>
                    </a:cubicBezTo>
                    <a:lnTo>
                      <a:pt x="1429" y="752"/>
                    </a:lnTo>
                    <a:cubicBezTo>
                      <a:pt x="1454" y="702"/>
                      <a:pt x="1479" y="652"/>
                      <a:pt x="1504" y="602"/>
                    </a:cubicBezTo>
                    <a:cubicBezTo>
                      <a:pt x="1529" y="526"/>
                      <a:pt x="1554" y="476"/>
                      <a:pt x="1580" y="401"/>
                    </a:cubicBezTo>
                    <a:cubicBezTo>
                      <a:pt x="1605" y="351"/>
                      <a:pt x="1630" y="301"/>
                      <a:pt x="1655" y="251"/>
                    </a:cubicBezTo>
                    <a:cubicBezTo>
                      <a:pt x="1680" y="201"/>
                      <a:pt x="1680" y="125"/>
                      <a:pt x="1705" y="75"/>
                    </a:cubicBezTo>
                    <a:cubicBezTo>
                      <a:pt x="1730" y="50"/>
                      <a:pt x="1705" y="0"/>
                      <a:pt x="16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1" name="Google Shape;5741;p50"/>
              <p:cNvSpPr/>
              <p:nvPr/>
            </p:nvSpPr>
            <p:spPr>
              <a:xfrm>
                <a:off x="4975725" y="1430475"/>
                <a:ext cx="312050" cy="338375"/>
              </a:xfrm>
              <a:custGeom>
                <a:rect b="b" l="l" r="r" t="t"/>
                <a:pathLst>
                  <a:path extrusionOk="0" h="13535" w="12482">
                    <a:moveTo>
                      <a:pt x="9449" y="0"/>
                    </a:moveTo>
                    <a:lnTo>
                      <a:pt x="0" y="2231"/>
                    </a:lnTo>
                    <a:lnTo>
                      <a:pt x="2607" y="13534"/>
                    </a:lnTo>
                    <a:lnTo>
                      <a:pt x="12482" y="10803"/>
                    </a:lnTo>
                    <a:lnTo>
                      <a:pt x="944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2" name="Google Shape;5742;p50"/>
              <p:cNvSpPr/>
              <p:nvPr/>
            </p:nvSpPr>
            <p:spPr>
              <a:xfrm>
                <a:off x="5088500" y="1451775"/>
                <a:ext cx="67700" cy="277600"/>
              </a:xfrm>
              <a:custGeom>
                <a:rect b="b" l="l" r="r" t="t"/>
                <a:pathLst>
                  <a:path extrusionOk="0" h="11104" w="2708">
                    <a:moveTo>
                      <a:pt x="1" y="1"/>
                    </a:moveTo>
                    <a:lnTo>
                      <a:pt x="1128" y="6041"/>
                    </a:lnTo>
                    <a:lnTo>
                      <a:pt x="1981" y="11103"/>
                    </a:lnTo>
                    <a:lnTo>
                      <a:pt x="2707" y="10953"/>
                    </a:lnTo>
                    <a:lnTo>
                      <a:pt x="1780" y="5640"/>
                    </a:lnTo>
                    <a:lnTo>
                      <a:pt x="402" y="5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3" name="Google Shape;5743;p50"/>
              <p:cNvSpPr/>
              <p:nvPr/>
            </p:nvSpPr>
            <p:spPr>
              <a:xfrm>
                <a:off x="4981350" y="1543875"/>
                <a:ext cx="281375" cy="104675"/>
              </a:xfrm>
              <a:custGeom>
                <a:rect b="b" l="l" r="r" t="t"/>
                <a:pathLst>
                  <a:path extrusionOk="0" h="4187" w="11255">
                    <a:moveTo>
                      <a:pt x="10753" y="1"/>
                    </a:moveTo>
                    <a:lnTo>
                      <a:pt x="6066" y="1730"/>
                    </a:lnTo>
                    <a:lnTo>
                      <a:pt x="1" y="2958"/>
                    </a:lnTo>
                    <a:lnTo>
                      <a:pt x="577" y="4186"/>
                    </a:lnTo>
                    <a:lnTo>
                      <a:pt x="6267" y="2307"/>
                    </a:lnTo>
                    <a:lnTo>
                      <a:pt x="11254" y="928"/>
                    </a:lnTo>
                    <a:lnTo>
                      <a:pt x="107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4" name="Google Shape;5744;p50"/>
              <p:cNvSpPr/>
              <p:nvPr/>
            </p:nvSpPr>
            <p:spPr>
              <a:xfrm>
                <a:off x="5069700" y="1320200"/>
                <a:ext cx="98400" cy="132225"/>
              </a:xfrm>
              <a:custGeom>
                <a:rect b="b" l="l" r="r" t="t"/>
                <a:pathLst>
                  <a:path extrusionOk="0" fill="none" h="5289" w="3936">
                    <a:moveTo>
                      <a:pt x="1154" y="5289"/>
                    </a:moveTo>
                    <a:cubicBezTo>
                      <a:pt x="1329" y="5289"/>
                      <a:pt x="3785" y="4762"/>
                      <a:pt x="3911" y="2231"/>
                    </a:cubicBezTo>
                    <a:cubicBezTo>
                      <a:pt x="3936" y="1304"/>
                      <a:pt x="3760" y="752"/>
                      <a:pt x="3585" y="427"/>
                    </a:cubicBezTo>
                    <a:cubicBezTo>
                      <a:pt x="3434" y="151"/>
                      <a:pt x="3083" y="0"/>
                      <a:pt x="2783" y="51"/>
                    </a:cubicBezTo>
                    <a:cubicBezTo>
                      <a:pt x="2106" y="176"/>
                      <a:pt x="828" y="602"/>
                      <a:pt x="477" y="2406"/>
                    </a:cubicBezTo>
                    <a:cubicBezTo>
                      <a:pt x="1" y="4863"/>
                      <a:pt x="1154" y="5289"/>
                      <a:pt x="1154" y="5289"/>
                    </a:cubicBezTo>
                    <a:close/>
                  </a:path>
                </a:pathLst>
              </a:custGeom>
              <a:noFill/>
              <a:ln cap="flat" cmpd="sng" w="75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5" name="Google Shape;5745;p50"/>
              <p:cNvSpPr/>
              <p:nvPr/>
            </p:nvSpPr>
            <p:spPr>
              <a:xfrm>
                <a:off x="4972600" y="1341500"/>
                <a:ext cx="115925" cy="115325"/>
              </a:xfrm>
              <a:custGeom>
                <a:rect b="b" l="l" r="r" t="t"/>
                <a:pathLst>
                  <a:path extrusionOk="0" fill="none" h="4613" w="4637">
                    <a:moveTo>
                      <a:pt x="4637" y="4387"/>
                    </a:moveTo>
                    <a:cubicBezTo>
                      <a:pt x="4637" y="4387"/>
                      <a:pt x="4160" y="76"/>
                      <a:pt x="1579" y="26"/>
                    </a:cubicBezTo>
                    <a:cubicBezTo>
                      <a:pt x="426" y="1"/>
                      <a:pt x="75" y="577"/>
                      <a:pt x="50" y="1254"/>
                    </a:cubicBezTo>
                    <a:cubicBezTo>
                      <a:pt x="0" y="2206"/>
                      <a:pt x="576" y="3083"/>
                      <a:pt x="1429" y="3509"/>
                    </a:cubicBezTo>
                    <a:cubicBezTo>
                      <a:pt x="2406" y="4011"/>
                      <a:pt x="3835" y="4612"/>
                      <a:pt x="4637" y="4387"/>
                    </a:cubicBezTo>
                    <a:close/>
                  </a:path>
                </a:pathLst>
              </a:custGeom>
              <a:noFill/>
              <a:ln cap="flat" cmpd="sng" w="75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6" name="Google Shape;5746;p50"/>
              <p:cNvSpPr/>
              <p:nvPr/>
            </p:nvSpPr>
            <p:spPr>
              <a:xfrm>
                <a:off x="5015200" y="1300775"/>
                <a:ext cx="104650" cy="151650"/>
              </a:xfrm>
              <a:custGeom>
                <a:rect b="b" l="l" r="r" t="t"/>
                <a:pathLst>
                  <a:path extrusionOk="0" fill="none" h="6066" w="4186">
                    <a:moveTo>
                      <a:pt x="25" y="2156"/>
                    </a:moveTo>
                    <a:cubicBezTo>
                      <a:pt x="151" y="878"/>
                      <a:pt x="1504" y="0"/>
                      <a:pt x="2707" y="452"/>
                    </a:cubicBezTo>
                    <a:cubicBezTo>
                      <a:pt x="3309" y="677"/>
                      <a:pt x="3810" y="1178"/>
                      <a:pt x="3935" y="2281"/>
                    </a:cubicBezTo>
                    <a:cubicBezTo>
                      <a:pt x="4186" y="5013"/>
                      <a:pt x="3334" y="6066"/>
                      <a:pt x="3334" y="6066"/>
                    </a:cubicBezTo>
                    <a:cubicBezTo>
                      <a:pt x="3334" y="6066"/>
                      <a:pt x="827" y="5264"/>
                      <a:pt x="201" y="3434"/>
                    </a:cubicBezTo>
                    <a:cubicBezTo>
                      <a:pt x="25" y="2958"/>
                      <a:pt x="0" y="2532"/>
                      <a:pt x="25" y="2156"/>
                    </a:cubicBezTo>
                    <a:close/>
                  </a:path>
                </a:pathLst>
              </a:custGeom>
              <a:noFill/>
              <a:ln cap="flat" cmpd="sng" w="75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7" name="Google Shape;5747;p50"/>
              <p:cNvSpPr/>
              <p:nvPr/>
            </p:nvSpPr>
            <p:spPr>
              <a:xfrm>
                <a:off x="5054050" y="1636850"/>
                <a:ext cx="179850" cy="146575"/>
              </a:xfrm>
              <a:custGeom>
                <a:rect b="b" l="l" r="r" t="t"/>
                <a:pathLst>
                  <a:path extrusionOk="0" h="5863" w="7194">
                    <a:moveTo>
                      <a:pt x="5608" y="0"/>
                    </a:moveTo>
                    <a:cubicBezTo>
                      <a:pt x="5455" y="0"/>
                      <a:pt x="5290" y="20"/>
                      <a:pt x="5113" y="66"/>
                    </a:cubicBezTo>
                    <a:cubicBezTo>
                      <a:pt x="5113" y="66"/>
                      <a:pt x="1780" y="317"/>
                      <a:pt x="1679" y="1370"/>
                    </a:cubicBezTo>
                    <a:cubicBezTo>
                      <a:pt x="1646" y="1662"/>
                      <a:pt x="1944" y="1742"/>
                      <a:pt x="2284" y="1742"/>
                    </a:cubicBezTo>
                    <a:cubicBezTo>
                      <a:pt x="2702" y="1742"/>
                      <a:pt x="3183" y="1620"/>
                      <a:pt x="3183" y="1620"/>
                    </a:cubicBezTo>
                    <a:lnTo>
                      <a:pt x="3183" y="1620"/>
                    </a:lnTo>
                    <a:cubicBezTo>
                      <a:pt x="3183" y="1620"/>
                      <a:pt x="0" y="3500"/>
                      <a:pt x="953" y="3700"/>
                    </a:cubicBezTo>
                    <a:cubicBezTo>
                      <a:pt x="988" y="3708"/>
                      <a:pt x="1026" y="3712"/>
                      <a:pt x="1067" y="3712"/>
                    </a:cubicBezTo>
                    <a:cubicBezTo>
                      <a:pt x="1682" y="3712"/>
                      <a:pt x="2807" y="2874"/>
                      <a:pt x="2807" y="2873"/>
                    </a:cubicBezTo>
                    <a:lnTo>
                      <a:pt x="2807" y="2873"/>
                    </a:lnTo>
                    <a:cubicBezTo>
                      <a:pt x="2807" y="2874"/>
                      <a:pt x="802" y="5029"/>
                      <a:pt x="1654" y="5104"/>
                    </a:cubicBezTo>
                    <a:cubicBezTo>
                      <a:pt x="1661" y="5105"/>
                      <a:pt x="1668" y="5105"/>
                      <a:pt x="1676" y="5105"/>
                    </a:cubicBezTo>
                    <a:cubicBezTo>
                      <a:pt x="2167" y="5105"/>
                      <a:pt x="3383" y="3475"/>
                      <a:pt x="3384" y="3475"/>
                    </a:cubicBezTo>
                    <a:lnTo>
                      <a:pt x="3384" y="3475"/>
                    </a:lnTo>
                    <a:cubicBezTo>
                      <a:pt x="3383" y="3475"/>
                      <a:pt x="2367" y="5862"/>
                      <a:pt x="2907" y="5862"/>
                    </a:cubicBezTo>
                    <a:cubicBezTo>
                      <a:pt x="2942" y="5862"/>
                      <a:pt x="2984" y="5852"/>
                      <a:pt x="3033" y="5831"/>
                    </a:cubicBezTo>
                    <a:cubicBezTo>
                      <a:pt x="3359" y="5680"/>
                      <a:pt x="4286" y="3951"/>
                      <a:pt x="4286" y="3951"/>
                    </a:cubicBezTo>
                    <a:lnTo>
                      <a:pt x="4286" y="3951"/>
                    </a:lnTo>
                    <a:cubicBezTo>
                      <a:pt x="4286" y="3951"/>
                      <a:pt x="4000" y="5731"/>
                      <a:pt x="4396" y="5731"/>
                    </a:cubicBezTo>
                    <a:cubicBezTo>
                      <a:pt x="4423" y="5731"/>
                      <a:pt x="4453" y="5723"/>
                      <a:pt x="4486" y="5705"/>
                    </a:cubicBezTo>
                    <a:cubicBezTo>
                      <a:pt x="4912" y="5455"/>
                      <a:pt x="7193" y="1044"/>
                      <a:pt x="7193" y="1044"/>
                    </a:cubicBezTo>
                    <a:cubicBezTo>
                      <a:pt x="7193" y="1044"/>
                      <a:pt x="6710" y="0"/>
                      <a:pt x="5608" y="0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8" name="Google Shape;5748;p50"/>
              <p:cNvSpPr/>
              <p:nvPr/>
            </p:nvSpPr>
            <p:spPr>
              <a:xfrm>
                <a:off x="5158675" y="1161050"/>
                <a:ext cx="280100" cy="513800"/>
              </a:xfrm>
              <a:custGeom>
                <a:rect b="b" l="l" r="r" t="t"/>
                <a:pathLst>
                  <a:path extrusionOk="0" h="20552" w="11204">
                    <a:moveTo>
                      <a:pt x="4515" y="0"/>
                    </a:moveTo>
                    <a:cubicBezTo>
                      <a:pt x="3807" y="0"/>
                      <a:pt x="3359" y="176"/>
                      <a:pt x="3359" y="176"/>
                    </a:cubicBezTo>
                    <a:lnTo>
                      <a:pt x="4387" y="9148"/>
                    </a:lnTo>
                    <a:cubicBezTo>
                      <a:pt x="2657" y="14737"/>
                      <a:pt x="1" y="18873"/>
                      <a:pt x="1" y="18873"/>
                    </a:cubicBezTo>
                    <a:lnTo>
                      <a:pt x="3184" y="20552"/>
                    </a:lnTo>
                    <a:cubicBezTo>
                      <a:pt x="6367" y="17770"/>
                      <a:pt x="8597" y="13459"/>
                      <a:pt x="10076" y="9775"/>
                    </a:cubicBezTo>
                    <a:cubicBezTo>
                      <a:pt x="11204" y="6893"/>
                      <a:pt x="10402" y="3735"/>
                      <a:pt x="8271" y="1755"/>
                    </a:cubicBezTo>
                    <a:cubicBezTo>
                      <a:pt x="6856" y="310"/>
                      <a:pt x="5456" y="0"/>
                      <a:pt x="4515" y="0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9" name="Google Shape;5749;p50"/>
              <p:cNvSpPr/>
              <p:nvPr/>
            </p:nvSpPr>
            <p:spPr>
              <a:xfrm>
                <a:off x="5158675" y="1161050"/>
                <a:ext cx="280100" cy="513800"/>
              </a:xfrm>
              <a:custGeom>
                <a:rect b="b" l="l" r="r" t="t"/>
                <a:pathLst>
                  <a:path extrusionOk="0" h="20552" w="11204">
                    <a:moveTo>
                      <a:pt x="4515" y="0"/>
                    </a:moveTo>
                    <a:cubicBezTo>
                      <a:pt x="3807" y="0"/>
                      <a:pt x="3359" y="176"/>
                      <a:pt x="3359" y="176"/>
                    </a:cubicBezTo>
                    <a:lnTo>
                      <a:pt x="4387" y="9148"/>
                    </a:lnTo>
                    <a:cubicBezTo>
                      <a:pt x="2657" y="14737"/>
                      <a:pt x="1" y="18873"/>
                      <a:pt x="1" y="18873"/>
                    </a:cubicBezTo>
                    <a:lnTo>
                      <a:pt x="3184" y="20552"/>
                    </a:lnTo>
                    <a:cubicBezTo>
                      <a:pt x="6367" y="17770"/>
                      <a:pt x="8597" y="13459"/>
                      <a:pt x="10076" y="9775"/>
                    </a:cubicBezTo>
                    <a:cubicBezTo>
                      <a:pt x="11204" y="6893"/>
                      <a:pt x="10402" y="3735"/>
                      <a:pt x="8271" y="1755"/>
                    </a:cubicBezTo>
                    <a:cubicBezTo>
                      <a:pt x="6856" y="310"/>
                      <a:pt x="5456" y="0"/>
                      <a:pt x="4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0" name="Google Shape;5750;p50"/>
              <p:cNvSpPr/>
              <p:nvPr/>
            </p:nvSpPr>
            <p:spPr>
              <a:xfrm>
                <a:off x="4819700" y="1521950"/>
                <a:ext cx="6925" cy="9425"/>
              </a:xfrm>
              <a:custGeom>
                <a:rect b="b" l="l" r="r" t="t"/>
                <a:pathLst>
                  <a:path extrusionOk="0" h="377" w="277">
                    <a:moveTo>
                      <a:pt x="1" y="1"/>
                    </a:moveTo>
                    <a:lnTo>
                      <a:pt x="1" y="1"/>
                    </a:lnTo>
                    <a:cubicBezTo>
                      <a:pt x="76" y="126"/>
                      <a:pt x="176" y="251"/>
                      <a:pt x="276" y="377"/>
                    </a:cubicBezTo>
                    <a:cubicBezTo>
                      <a:pt x="276" y="326"/>
                      <a:pt x="276" y="276"/>
                      <a:pt x="251" y="226"/>
                    </a:cubicBezTo>
                    <a:cubicBezTo>
                      <a:pt x="251" y="201"/>
                      <a:pt x="251" y="151"/>
                      <a:pt x="226" y="126"/>
                    </a:cubicBezTo>
                    <a:cubicBezTo>
                      <a:pt x="201" y="101"/>
                      <a:pt x="176" y="76"/>
                      <a:pt x="151" y="76"/>
                    </a:cubicBezTo>
                    <a:cubicBezTo>
                      <a:pt x="101" y="51"/>
                      <a:pt x="76" y="26"/>
                      <a:pt x="26" y="26"/>
                    </a:cubicBezTo>
                    <a:cubicBezTo>
                      <a:pt x="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1" name="Google Shape;5751;p50"/>
              <p:cNvSpPr/>
              <p:nvPr/>
            </p:nvSpPr>
            <p:spPr>
              <a:xfrm>
                <a:off x="4934375" y="1157300"/>
                <a:ext cx="6275" cy="2525"/>
              </a:xfrm>
              <a:custGeom>
                <a:rect b="b" l="l" r="r" t="t"/>
                <a:pathLst>
                  <a:path extrusionOk="0" h="101" w="251">
                    <a:moveTo>
                      <a:pt x="201" y="0"/>
                    </a:moveTo>
                    <a:cubicBezTo>
                      <a:pt x="126" y="25"/>
                      <a:pt x="50" y="25"/>
                      <a:pt x="0" y="25"/>
                    </a:cubicBezTo>
                    <a:cubicBezTo>
                      <a:pt x="50" y="50"/>
                      <a:pt x="75" y="50"/>
                      <a:pt x="126" y="75"/>
                    </a:cubicBezTo>
                    <a:cubicBezTo>
                      <a:pt x="176" y="100"/>
                      <a:pt x="201" y="100"/>
                      <a:pt x="251" y="100"/>
                    </a:cubicBezTo>
                    <a:cubicBezTo>
                      <a:pt x="226" y="100"/>
                      <a:pt x="226" y="75"/>
                      <a:pt x="201" y="50"/>
                    </a:cubicBezTo>
                    <a:cubicBezTo>
                      <a:pt x="201" y="50"/>
                      <a:pt x="201" y="25"/>
                      <a:pt x="2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2" name="Google Shape;5752;p50"/>
              <p:cNvSpPr/>
              <p:nvPr/>
            </p:nvSpPr>
            <p:spPr>
              <a:xfrm>
                <a:off x="4837875" y="1538875"/>
                <a:ext cx="22575" cy="13800"/>
              </a:xfrm>
              <a:custGeom>
                <a:rect b="b" l="l" r="r" t="t"/>
                <a:pathLst>
                  <a:path extrusionOk="0" h="552" w="903">
                    <a:moveTo>
                      <a:pt x="301" y="0"/>
                    </a:moveTo>
                    <a:cubicBezTo>
                      <a:pt x="276" y="0"/>
                      <a:pt x="251" y="25"/>
                      <a:pt x="251" y="50"/>
                    </a:cubicBezTo>
                    <a:cubicBezTo>
                      <a:pt x="201" y="76"/>
                      <a:pt x="151" y="126"/>
                      <a:pt x="101" y="151"/>
                    </a:cubicBezTo>
                    <a:cubicBezTo>
                      <a:pt x="76" y="201"/>
                      <a:pt x="26" y="226"/>
                      <a:pt x="1" y="251"/>
                    </a:cubicBezTo>
                    <a:cubicBezTo>
                      <a:pt x="51" y="351"/>
                      <a:pt x="126" y="426"/>
                      <a:pt x="201" y="502"/>
                    </a:cubicBezTo>
                    <a:cubicBezTo>
                      <a:pt x="251" y="502"/>
                      <a:pt x="301" y="527"/>
                      <a:pt x="376" y="552"/>
                    </a:cubicBezTo>
                    <a:lnTo>
                      <a:pt x="402" y="552"/>
                    </a:lnTo>
                    <a:cubicBezTo>
                      <a:pt x="402" y="552"/>
                      <a:pt x="427" y="552"/>
                      <a:pt x="427" y="527"/>
                    </a:cubicBezTo>
                    <a:cubicBezTo>
                      <a:pt x="452" y="527"/>
                      <a:pt x="452" y="527"/>
                      <a:pt x="477" y="502"/>
                    </a:cubicBezTo>
                    <a:cubicBezTo>
                      <a:pt x="527" y="502"/>
                      <a:pt x="552" y="477"/>
                      <a:pt x="602" y="451"/>
                    </a:cubicBezTo>
                    <a:cubicBezTo>
                      <a:pt x="652" y="426"/>
                      <a:pt x="677" y="401"/>
                      <a:pt x="727" y="376"/>
                    </a:cubicBezTo>
                    <a:cubicBezTo>
                      <a:pt x="777" y="351"/>
                      <a:pt x="828" y="326"/>
                      <a:pt x="853" y="301"/>
                    </a:cubicBezTo>
                    <a:cubicBezTo>
                      <a:pt x="878" y="301"/>
                      <a:pt x="878" y="276"/>
                      <a:pt x="903" y="276"/>
                    </a:cubicBezTo>
                    <a:cubicBezTo>
                      <a:pt x="803" y="226"/>
                      <a:pt x="702" y="201"/>
                      <a:pt x="627" y="151"/>
                    </a:cubicBezTo>
                    <a:cubicBezTo>
                      <a:pt x="552" y="126"/>
                      <a:pt x="502" y="101"/>
                      <a:pt x="427" y="50"/>
                    </a:cubicBezTo>
                    <a:cubicBezTo>
                      <a:pt x="376" y="50"/>
                      <a:pt x="351" y="25"/>
                      <a:pt x="3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3" name="Google Shape;5753;p50"/>
              <p:cNvSpPr/>
              <p:nvPr/>
            </p:nvSpPr>
            <p:spPr>
              <a:xfrm>
                <a:off x="4847275" y="1557050"/>
                <a:ext cx="650" cy="650"/>
              </a:xfrm>
              <a:custGeom>
                <a:rect b="b" l="l" r="r" t="t"/>
                <a:pathLst>
                  <a:path extrusionOk="0" h="26" w="26">
                    <a:moveTo>
                      <a:pt x="0" y="0"/>
                    </a:moveTo>
                    <a:lnTo>
                      <a:pt x="26" y="25"/>
                    </a:lnTo>
                    <a:cubicBezTo>
                      <a:pt x="26" y="0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4" name="Google Shape;5754;p50"/>
              <p:cNvSpPr/>
              <p:nvPr/>
            </p:nvSpPr>
            <p:spPr>
              <a:xfrm>
                <a:off x="4945025" y="1168575"/>
                <a:ext cx="19450" cy="10050"/>
              </a:xfrm>
              <a:custGeom>
                <a:rect b="b" l="l" r="r" t="t"/>
                <a:pathLst>
                  <a:path extrusionOk="0" h="402" w="778">
                    <a:moveTo>
                      <a:pt x="426" y="0"/>
                    </a:moveTo>
                    <a:cubicBezTo>
                      <a:pt x="401" y="0"/>
                      <a:pt x="376" y="25"/>
                      <a:pt x="376" y="25"/>
                    </a:cubicBezTo>
                    <a:cubicBezTo>
                      <a:pt x="351" y="50"/>
                      <a:pt x="326" y="50"/>
                      <a:pt x="326" y="50"/>
                    </a:cubicBezTo>
                    <a:cubicBezTo>
                      <a:pt x="276" y="75"/>
                      <a:pt x="226" y="126"/>
                      <a:pt x="176" y="151"/>
                    </a:cubicBezTo>
                    <a:cubicBezTo>
                      <a:pt x="151" y="151"/>
                      <a:pt x="126" y="176"/>
                      <a:pt x="101" y="201"/>
                    </a:cubicBezTo>
                    <a:cubicBezTo>
                      <a:pt x="101" y="226"/>
                      <a:pt x="75" y="226"/>
                      <a:pt x="50" y="251"/>
                    </a:cubicBezTo>
                    <a:cubicBezTo>
                      <a:pt x="50" y="251"/>
                      <a:pt x="25" y="276"/>
                      <a:pt x="0" y="276"/>
                    </a:cubicBezTo>
                    <a:cubicBezTo>
                      <a:pt x="25" y="276"/>
                      <a:pt x="25" y="301"/>
                      <a:pt x="50" y="301"/>
                    </a:cubicBezTo>
                    <a:cubicBezTo>
                      <a:pt x="101" y="301"/>
                      <a:pt x="151" y="326"/>
                      <a:pt x="201" y="351"/>
                    </a:cubicBezTo>
                    <a:cubicBezTo>
                      <a:pt x="251" y="351"/>
                      <a:pt x="301" y="376"/>
                      <a:pt x="376" y="401"/>
                    </a:cubicBezTo>
                    <a:lnTo>
                      <a:pt x="451" y="401"/>
                    </a:lnTo>
                    <a:cubicBezTo>
                      <a:pt x="451" y="401"/>
                      <a:pt x="476" y="376"/>
                      <a:pt x="476" y="376"/>
                    </a:cubicBezTo>
                    <a:cubicBezTo>
                      <a:pt x="527" y="326"/>
                      <a:pt x="577" y="301"/>
                      <a:pt x="627" y="251"/>
                    </a:cubicBezTo>
                    <a:cubicBezTo>
                      <a:pt x="677" y="201"/>
                      <a:pt x="727" y="176"/>
                      <a:pt x="752" y="126"/>
                    </a:cubicBezTo>
                    <a:lnTo>
                      <a:pt x="777" y="126"/>
                    </a:lnTo>
                    <a:cubicBezTo>
                      <a:pt x="702" y="100"/>
                      <a:pt x="652" y="75"/>
                      <a:pt x="602" y="50"/>
                    </a:cubicBezTo>
                    <a:cubicBezTo>
                      <a:pt x="527" y="25"/>
                      <a:pt x="476" y="0"/>
                      <a:pt x="4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5" name="Google Shape;5755;p50"/>
              <p:cNvSpPr/>
              <p:nvPr/>
            </p:nvSpPr>
            <p:spPr>
              <a:xfrm>
                <a:off x="4958175" y="1172325"/>
                <a:ext cx="12550" cy="21325"/>
              </a:xfrm>
              <a:custGeom>
                <a:rect b="b" l="l" r="r" t="t"/>
                <a:pathLst>
                  <a:path extrusionOk="0" h="853" w="502">
                    <a:moveTo>
                      <a:pt x="351" y="1"/>
                    </a:moveTo>
                    <a:cubicBezTo>
                      <a:pt x="351" y="26"/>
                      <a:pt x="326" y="26"/>
                      <a:pt x="301" y="51"/>
                    </a:cubicBezTo>
                    <a:cubicBezTo>
                      <a:pt x="251" y="101"/>
                      <a:pt x="226" y="126"/>
                      <a:pt x="176" y="176"/>
                    </a:cubicBezTo>
                    <a:cubicBezTo>
                      <a:pt x="126" y="201"/>
                      <a:pt x="76" y="251"/>
                      <a:pt x="26" y="301"/>
                    </a:cubicBezTo>
                    <a:lnTo>
                      <a:pt x="1" y="301"/>
                    </a:lnTo>
                    <a:cubicBezTo>
                      <a:pt x="1" y="301"/>
                      <a:pt x="1" y="301"/>
                      <a:pt x="1" y="326"/>
                    </a:cubicBezTo>
                    <a:cubicBezTo>
                      <a:pt x="1" y="352"/>
                      <a:pt x="26" y="402"/>
                      <a:pt x="26" y="427"/>
                    </a:cubicBezTo>
                    <a:cubicBezTo>
                      <a:pt x="51" y="452"/>
                      <a:pt x="51" y="477"/>
                      <a:pt x="51" y="502"/>
                    </a:cubicBezTo>
                    <a:cubicBezTo>
                      <a:pt x="76" y="527"/>
                      <a:pt x="76" y="552"/>
                      <a:pt x="76" y="577"/>
                    </a:cubicBezTo>
                    <a:cubicBezTo>
                      <a:pt x="101" y="602"/>
                      <a:pt x="101" y="627"/>
                      <a:pt x="101" y="652"/>
                    </a:cubicBezTo>
                    <a:cubicBezTo>
                      <a:pt x="126" y="677"/>
                      <a:pt x="126" y="702"/>
                      <a:pt x="126" y="727"/>
                    </a:cubicBezTo>
                    <a:cubicBezTo>
                      <a:pt x="126" y="753"/>
                      <a:pt x="151" y="778"/>
                      <a:pt x="151" y="803"/>
                    </a:cubicBezTo>
                    <a:cubicBezTo>
                      <a:pt x="151" y="803"/>
                      <a:pt x="151" y="828"/>
                      <a:pt x="151" y="853"/>
                    </a:cubicBezTo>
                    <a:cubicBezTo>
                      <a:pt x="176" y="828"/>
                      <a:pt x="176" y="828"/>
                      <a:pt x="201" y="803"/>
                    </a:cubicBezTo>
                    <a:cubicBezTo>
                      <a:pt x="226" y="803"/>
                      <a:pt x="226" y="778"/>
                      <a:pt x="251" y="778"/>
                    </a:cubicBezTo>
                    <a:cubicBezTo>
                      <a:pt x="276" y="753"/>
                      <a:pt x="301" y="727"/>
                      <a:pt x="301" y="727"/>
                    </a:cubicBezTo>
                    <a:cubicBezTo>
                      <a:pt x="326" y="702"/>
                      <a:pt x="351" y="702"/>
                      <a:pt x="351" y="677"/>
                    </a:cubicBezTo>
                    <a:cubicBezTo>
                      <a:pt x="377" y="677"/>
                      <a:pt x="377" y="677"/>
                      <a:pt x="377" y="652"/>
                    </a:cubicBezTo>
                    <a:cubicBezTo>
                      <a:pt x="402" y="652"/>
                      <a:pt x="402" y="652"/>
                      <a:pt x="402" y="627"/>
                    </a:cubicBezTo>
                    <a:cubicBezTo>
                      <a:pt x="427" y="627"/>
                      <a:pt x="452" y="602"/>
                      <a:pt x="477" y="577"/>
                    </a:cubicBezTo>
                    <a:cubicBezTo>
                      <a:pt x="477" y="577"/>
                      <a:pt x="477" y="552"/>
                      <a:pt x="502" y="552"/>
                    </a:cubicBezTo>
                    <a:cubicBezTo>
                      <a:pt x="477" y="427"/>
                      <a:pt x="452" y="301"/>
                      <a:pt x="427" y="176"/>
                    </a:cubicBezTo>
                    <a:cubicBezTo>
                      <a:pt x="402" y="126"/>
                      <a:pt x="402" y="76"/>
                      <a:pt x="377" y="26"/>
                    </a:cubicBezTo>
                    <a:cubicBezTo>
                      <a:pt x="377" y="1"/>
                      <a:pt x="377" y="1"/>
                      <a:pt x="3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6" name="Google Shape;5756;p50"/>
              <p:cNvSpPr/>
              <p:nvPr/>
            </p:nvSpPr>
            <p:spPr>
              <a:xfrm>
                <a:off x="4730100" y="1158550"/>
                <a:ext cx="338375" cy="524450"/>
              </a:xfrm>
              <a:custGeom>
                <a:rect b="b" l="l" r="r" t="t"/>
                <a:pathLst>
                  <a:path extrusionOk="0" h="20978" w="13535">
                    <a:moveTo>
                      <a:pt x="4211" y="3609"/>
                    </a:moveTo>
                    <a:cubicBezTo>
                      <a:pt x="4236" y="3609"/>
                      <a:pt x="4236" y="3634"/>
                      <a:pt x="4236" y="3659"/>
                    </a:cubicBezTo>
                    <a:cubicBezTo>
                      <a:pt x="4211" y="3735"/>
                      <a:pt x="4186" y="3785"/>
                      <a:pt x="4161" y="3860"/>
                    </a:cubicBezTo>
                    <a:cubicBezTo>
                      <a:pt x="4161" y="3910"/>
                      <a:pt x="4136" y="3960"/>
                      <a:pt x="4111" y="4010"/>
                    </a:cubicBezTo>
                    <a:cubicBezTo>
                      <a:pt x="4086" y="4085"/>
                      <a:pt x="4061" y="4136"/>
                      <a:pt x="4036" y="4186"/>
                    </a:cubicBezTo>
                    <a:cubicBezTo>
                      <a:pt x="4011" y="4236"/>
                      <a:pt x="3986" y="4286"/>
                      <a:pt x="3961" y="4336"/>
                    </a:cubicBezTo>
                    <a:cubicBezTo>
                      <a:pt x="3961" y="4361"/>
                      <a:pt x="3936" y="4361"/>
                      <a:pt x="3936" y="4361"/>
                    </a:cubicBezTo>
                    <a:cubicBezTo>
                      <a:pt x="3936" y="4386"/>
                      <a:pt x="3936" y="4411"/>
                      <a:pt x="3961" y="4436"/>
                    </a:cubicBezTo>
                    <a:cubicBezTo>
                      <a:pt x="3961" y="4512"/>
                      <a:pt x="3961" y="4562"/>
                      <a:pt x="3986" y="4637"/>
                    </a:cubicBezTo>
                    <a:cubicBezTo>
                      <a:pt x="3986" y="4662"/>
                      <a:pt x="3986" y="4662"/>
                      <a:pt x="4011" y="4687"/>
                    </a:cubicBezTo>
                    <a:cubicBezTo>
                      <a:pt x="4036" y="4662"/>
                      <a:pt x="4061" y="4637"/>
                      <a:pt x="4086" y="4612"/>
                    </a:cubicBezTo>
                    <a:cubicBezTo>
                      <a:pt x="4086" y="4587"/>
                      <a:pt x="4111" y="4587"/>
                      <a:pt x="4136" y="4562"/>
                    </a:cubicBezTo>
                    <a:cubicBezTo>
                      <a:pt x="4161" y="4537"/>
                      <a:pt x="4161" y="4537"/>
                      <a:pt x="4186" y="4512"/>
                    </a:cubicBezTo>
                    <a:cubicBezTo>
                      <a:pt x="4211" y="4486"/>
                      <a:pt x="4236" y="4461"/>
                      <a:pt x="4261" y="4436"/>
                    </a:cubicBezTo>
                    <a:cubicBezTo>
                      <a:pt x="4286" y="4411"/>
                      <a:pt x="4312" y="4386"/>
                      <a:pt x="4337" y="4361"/>
                    </a:cubicBezTo>
                    <a:cubicBezTo>
                      <a:pt x="4362" y="4336"/>
                      <a:pt x="4387" y="4311"/>
                      <a:pt x="4412" y="4311"/>
                    </a:cubicBezTo>
                    <a:cubicBezTo>
                      <a:pt x="4437" y="4286"/>
                      <a:pt x="4462" y="4261"/>
                      <a:pt x="4487" y="4261"/>
                    </a:cubicBezTo>
                    <a:lnTo>
                      <a:pt x="4512" y="4261"/>
                    </a:lnTo>
                    <a:cubicBezTo>
                      <a:pt x="4537" y="4261"/>
                      <a:pt x="4562" y="4261"/>
                      <a:pt x="4562" y="4286"/>
                    </a:cubicBezTo>
                    <a:cubicBezTo>
                      <a:pt x="4562" y="4286"/>
                      <a:pt x="4587" y="4286"/>
                      <a:pt x="4587" y="4311"/>
                    </a:cubicBezTo>
                    <a:cubicBezTo>
                      <a:pt x="4587" y="4311"/>
                      <a:pt x="4587" y="4336"/>
                      <a:pt x="4587" y="4361"/>
                    </a:cubicBezTo>
                    <a:cubicBezTo>
                      <a:pt x="4587" y="4386"/>
                      <a:pt x="4587" y="4411"/>
                      <a:pt x="4612" y="4436"/>
                    </a:cubicBezTo>
                    <a:cubicBezTo>
                      <a:pt x="4612" y="4486"/>
                      <a:pt x="4637" y="4537"/>
                      <a:pt x="4637" y="4587"/>
                    </a:cubicBezTo>
                    <a:cubicBezTo>
                      <a:pt x="4637" y="4637"/>
                      <a:pt x="4662" y="4687"/>
                      <a:pt x="4662" y="4737"/>
                    </a:cubicBezTo>
                    <a:cubicBezTo>
                      <a:pt x="4662" y="4737"/>
                      <a:pt x="4662" y="4762"/>
                      <a:pt x="4662" y="4762"/>
                    </a:cubicBezTo>
                    <a:cubicBezTo>
                      <a:pt x="4713" y="4737"/>
                      <a:pt x="4763" y="4687"/>
                      <a:pt x="4788" y="4662"/>
                    </a:cubicBezTo>
                    <a:cubicBezTo>
                      <a:pt x="4838" y="4612"/>
                      <a:pt x="4863" y="4587"/>
                      <a:pt x="4913" y="4562"/>
                    </a:cubicBezTo>
                    <a:cubicBezTo>
                      <a:pt x="4913" y="4562"/>
                      <a:pt x="4913" y="4562"/>
                      <a:pt x="4913" y="4537"/>
                    </a:cubicBezTo>
                    <a:cubicBezTo>
                      <a:pt x="4913" y="4461"/>
                      <a:pt x="4913" y="4386"/>
                      <a:pt x="4913" y="4311"/>
                    </a:cubicBezTo>
                    <a:cubicBezTo>
                      <a:pt x="4913" y="4211"/>
                      <a:pt x="4913" y="4136"/>
                      <a:pt x="4913" y="4035"/>
                    </a:cubicBezTo>
                    <a:cubicBezTo>
                      <a:pt x="4913" y="4010"/>
                      <a:pt x="4963" y="3985"/>
                      <a:pt x="4988" y="3985"/>
                    </a:cubicBezTo>
                    <a:cubicBezTo>
                      <a:pt x="5013" y="3985"/>
                      <a:pt x="5063" y="4010"/>
                      <a:pt x="5063" y="4035"/>
                    </a:cubicBezTo>
                    <a:cubicBezTo>
                      <a:pt x="5038" y="4136"/>
                      <a:pt x="5038" y="4236"/>
                      <a:pt x="5038" y="4311"/>
                    </a:cubicBezTo>
                    <a:cubicBezTo>
                      <a:pt x="5038" y="4361"/>
                      <a:pt x="5038" y="4411"/>
                      <a:pt x="5038" y="4436"/>
                    </a:cubicBezTo>
                    <a:cubicBezTo>
                      <a:pt x="5063" y="4436"/>
                      <a:pt x="5063" y="4436"/>
                      <a:pt x="5063" y="4411"/>
                    </a:cubicBezTo>
                    <a:cubicBezTo>
                      <a:pt x="5114" y="4386"/>
                      <a:pt x="5164" y="4336"/>
                      <a:pt x="5214" y="4286"/>
                    </a:cubicBezTo>
                    <a:cubicBezTo>
                      <a:pt x="5264" y="4261"/>
                      <a:pt x="5289" y="4236"/>
                      <a:pt x="5339" y="4186"/>
                    </a:cubicBezTo>
                    <a:lnTo>
                      <a:pt x="5389" y="4186"/>
                    </a:lnTo>
                    <a:cubicBezTo>
                      <a:pt x="5414" y="4211"/>
                      <a:pt x="5414" y="4236"/>
                      <a:pt x="5389" y="4261"/>
                    </a:cubicBezTo>
                    <a:cubicBezTo>
                      <a:pt x="5364" y="4286"/>
                      <a:pt x="5314" y="4336"/>
                      <a:pt x="5264" y="4361"/>
                    </a:cubicBezTo>
                    <a:cubicBezTo>
                      <a:pt x="5239" y="4386"/>
                      <a:pt x="5214" y="4386"/>
                      <a:pt x="5189" y="4411"/>
                    </a:cubicBezTo>
                    <a:cubicBezTo>
                      <a:pt x="5164" y="4436"/>
                      <a:pt x="5164" y="4461"/>
                      <a:pt x="5139" y="4461"/>
                    </a:cubicBezTo>
                    <a:cubicBezTo>
                      <a:pt x="5114" y="4486"/>
                      <a:pt x="5088" y="4512"/>
                      <a:pt x="5063" y="4512"/>
                    </a:cubicBezTo>
                    <a:cubicBezTo>
                      <a:pt x="5139" y="4537"/>
                      <a:pt x="5189" y="4562"/>
                      <a:pt x="5264" y="4587"/>
                    </a:cubicBezTo>
                    <a:cubicBezTo>
                      <a:pt x="5339" y="4612"/>
                      <a:pt x="5439" y="4637"/>
                      <a:pt x="5515" y="4662"/>
                    </a:cubicBezTo>
                    <a:cubicBezTo>
                      <a:pt x="5565" y="4662"/>
                      <a:pt x="5565" y="4712"/>
                      <a:pt x="5565" y="4737"/>
                    </a:cubicBezTo>
                    <a:cubicBezTo>
                      <a:pt x="5565" y="4787"/>
                      <a:pt x="5515" y="4787"/>
                      <a:pt x="5489" y="4787"/>
                    </a:cubicBezTo>
                    <a:cubicBezTo>
                      <a:pt x="5389" y="4762"/>
                      <a:pt x="5314" y="4737"/>
                      <a:pt x="5214" y="4712"/>
                    </a:cubicBezTo>
                    <a:cubicBezTo>
                      <a:pt x="5139" y="4687"/>
                      <a:pt x="5038" y="4662"/>
                      <a:pt x="4963" y="4637"/>
                    </a:cubicBezTo>
                    <a:cubicBezTo>
                      <a:pt x="4963" y="4637"/>
                      <a:pt x="4938" y="4637"/>
                      <a:pt x="4938" y="4612"/>
                    </a:cubicBezTo>
                    <a:cubicBezTo>
                      <a:pt x="4913" y="4637"/>
                      <a:pt x="4888" y="4662"/>
                      <a:pt x="4838" y="4687"/>
                    </a:cubicBezTo>
                    <a:cubicBezTo>
                      <a:pt x="4788" y="4737"/>
                      <a:pt x="4763" y="4787"/>
                      <a:pt x="4713" y="4812"/>
                    </a:cubicBezTo>
                    <a:cubicBezTo>
                      <a:pt x="4687" y="4812"/>
                      <a:pt x="4687" y="4837"/>
                      <a:pt x="4687" y="4837"/>
                    </a:cubicBezTo>
                    <a:cubicBezTo>
                      <a:pt x="4713" y="4862"/>
                      <a:pt x="4738" y="4862"/>
                      <a:pt x="4763" y="4887"/>
                    </a:cubicBezTo>
                    <a:cubicBezTo>
                      <a:pt x="4813" y="4887"/>
                      <a:pt x="4838" y="4913"/>
                      <a:pt x="4888" y="4938"/>
                    </a:cubicBezTo>
                    <a:cubicBezTo>
                      <a:pt x="4913" y="4963"/>
                      <a:pt x="4963" y="4963"/>
                      <a:pt x="5013" y="4988"/>
                    </a:cubicBezTo>
                    <a:cubicBezTo>
                      <a:pt x="5038" y="5013"/>
                      <a:pt x="5088" y="5013"/>
                      <a:pt x="5139" y="5038"/>
                    </a:cubicBezTo>
                    <a:cubicBezTo>
                      <a:pt x="5189" y="5038"/>
                      <a:pt x="5239" y="5063"/>
                      <a:pt x="5289" y="5088"/>
                    </a:cubicBezTo>
                    <a:cubicBezTo>
                      <a:pt x="5314" y="5088"/>
                      <a:pt x="5339" y="5113"/>
                      <a:pt x="5339" y="5138"/>
                    </a:cubicBezTo>
                    <a:cubicBezTo>
                      <a:pt x="5364" y="5163"/>
                      <a:pt x="5339" y="5188"/>
                      <a:pt x="5339" y="5213"/>
                    </a:cubicBezTo>
                    <a:cubicBezTo>
                      <a:pt x="5314" y="5238"/>
                      <a:pt x="5314" y="5238"/>
                      <a:pt x="5289" y="5238"/>
                    </a:cubicBezTo>
                    <a:cubicBezTo>
                      <a:pt x="5264" y="5263"/>
                      <a:pt x="5214" y="5288"/>
                      <a:pt x="5189" y="5314"/>
                    </a:cubicBezTo>
                    <a:cubicBezTo>
                      <a:pt x="5139" y="5339"/>
                      <a:pt x="5088" y="5364"/>
                      <a:pt x="5038" y="5389"/>
                    </a:cubicBezTo>
                    <a:cubicBezTo>
                      <a:pt x="5013" y="5414"/>
                      <a:pt x="4963" y="5439"/>
                      <a:pt x="4938" y="5464"/>
                    </a:cubicBezTo>
                    <a:cubicBezTo>
                      <a:pt x="4888" y="5464"/>
                      <a:pt x="4863" y="5489"/>
                      <a:pt x="4838" y="5489"/>
                    </a:cubicBezTo>
                    <a:cubicBezTo>
                      <a:pt x="4913" y="5514"/>
                      <a:pt x="4988" y="5539"/>
                      <a:pt x="5063" y="5564"/>
                    </a:cubicBezTo>
                    <a:cubicBezTo>
                      <a:pt x="5088" y="5564"/>
                      <a:pt x="5114" y="5589"/>
                      <a:pt x="5139" y="5589"/>
                    </a:cubicBezTo>
                    <a:lnTo>
                      <a:pt x="5189" y="5589"/>
                    </a:lnTo>
                    <a:cubicBezTo>
                      <a:pt x="5289" y="5539"/>
                      <a:pt x="5389" y="5489"/>
                      <a:pt x="5515" y="5464"/>
                    </a:cubicBezTo>
                    <a:cubicBezTo>
                      <a:pt x="5615" y="5414"/>
                      <a:pt x="5715" y="5389"/>
                      <a:pt x="5840" y="5339"/>
                    </a:cubicBezTo>
                    <a:cubicBezTo>
                      <a:pt x="5865" y="5339"/>
                      <a:pt x="5890" y="5339"/>
                      <a:pt x="5890" y="5364"/>
                    </a:cubicBezTo>
                    <a:cubicBezTo>
                      <a:pt x="5916" y="5364"/>
                      <a:pt x="5916" y="5389"/>
                      <a:pt x="5916" y="5414"/>
                    </a:cubicBezTo>
                    <a:cubicBezTo>
                      <a:pt x="5941" y="5439"/>
                      <a:pt x="5916" y="5489"/>
                      <a:pt x="5890" y="5489"/>
                    </a:cubicBezTo>
                    <a:cubicBezTo>
                      <a:pt x="5765" y="5539"/>
                      <a:pt x="5665" y="5589"/>
                      <a:pt x="5540" y="5614"/>
                    </a:cubicBezTo>
                    <a:cubicBezTo>
                      <a:pt x="5489" y="5639"/>
                      <a:pt x="5439" y="5664"/>
                      <a:pt x="5389" y="5664"/>
                    </a:cubicBezTo>
                    <a:cubicBezTo>
                      <a:pt x="5414" y="5689"/>
                      <a:pt x="5414" y="5689"/>
                      <a:pt x="5439" y="5689"/>
                    </a:cubicBezTo>
                    <a:cubicBezTo>
                      <a:pt x="5489" y="5715"/>
                      <a:pt x="5565" y="5740"/>
                      <a:pt x="5615" y="5740"/>
                    </a:cubicBezTo>
                    <a:cubicBezTo>
                      <a:pt x="5690" y="5765"/>
                      <a:pt x="5740" y="5790"/>
                      <a:pt x="5815" y="5815"/>
                    </a:cubicBezTo>
                    <a:cubicBezTo>
                      <a:pt x="5840" y="5840"/>
                      <a:pt x="5840" y="5890"/>
                      <a:pt x="5840" y="5915"/>
                    </a:cubicBezTo>
                    <a:cubicBezTo>
                      <a:pt x="5823" y="5933"/>
                      <a:pt x="5805" y="5951"/>
                      <a:pt x="5778" y="5951"/>
                    </a:cubicBezTo>
                    <a:cubicBezTo>
                      <a:pt x="5767" y="5951"/>
                      <a:pt x="5755" y="5947"/>
                      <a:pt x="5740" y="5940"/>
                    </a:cubicBezTo>
                    <a:cubicBezTo>
                      <a:pt x="5690" y="5940"/>
                      <a:pt x="5640" y="5915"/>
                      <a:pt x="5590" y="5915"/>
                    </a:cubicBezTo>
                    <a:cubicBezTo>
                      <a:pt x="5540" y="5890"/>
                      <a:pt x="5489" y="5865"/>
                      <a:pt x="5414" y="5840"/>
                    </a:cubicBezTo>
                    <a:cubicBezTo>
                      <a:pt x="5364" y="5840"/>
                      <a:pt x="5314" y="5815"/>
                      <a:pt x="5264" y="5790"/>
                    </a:cubicBezTo>
                    <a:lnTo>
                      <a:pt x="5264" y="5790"/>
                    </a:lnTo>
                    <a:cubicBezTo>
                      <a:pt x="5289" y="5865"/>
                      <a:pt x="5339" y="5940"/>
                      <a:pt x="5364" y="5990"/>
                    </a:cubicBezTo>
                    <a:cubicBezTo>
                      <a:pt x="5414" y="6091"/>
                      <a:pt x="5464" y="6166"/>
                      <a:pt x="5515" y="6266"/>
                    </a:cubicBezTo>
                    <a:cubicBezTo>
                      <a:pt x="5540" y="6266"/>
                      <a:pt x="5515" y="6291"/>
                      <a:pt x="5515" y="6316"/>
                    </a:cubicBezTo>
                    <a:cubicBezTo>
                      <a:pt x="5489" y="6316"/>
                      <a:pt x="5464" y="6316"/>
                      <a:pt x="5464" y="6291"/>
                    </a:cubicBezTo>
                    <a:cubicBezTo>
                      <a:pt x="5414" y="6241"/>
                      <a:pt x="5389" y="6191"/>
                      <a:pt x="5364" y="6141"/>
                    </a:cubicBezTo>
                    <a:cubicBezTo>
                      <a:pt x="5339" y="6116"/>
                      <a:pt x="5314" y="6065"/>
                      <a:pt x="5289" y="6040"/>
                    </a:cubicBezTo>
                    <a:cubicBezTo>
                      <a:pt x="5239" y="5940"/>
                      <a:pt x="5214" y="5865"/>
                      <a:pt x="5164" y="5790"/>
                    </a:cubicBezTo>
                    <a:cubicBezTo>
                      <a:pt x="5164" y="5765"/>
                      <a:pt x="5164" y="5765"/>
                      <a:pt x="5164" y="5765"/>
                    </a:cubicBezTo>
                    <a:cubicBezTo>
                      <a:pt x="5114" y="5765"/>
                      <a:pt x="5088" y="5740"/>
                      <a:pt x="5038" y="5740"/>
                    </a:cubicBezTo>
                    <a:cubicBezTo>
                      <a:pt x="4963" y="5715"/>
                      <a:pt x="4863" y="5689"/>
                      <a:pt x="4788" y="5664"/>
                    </a:cubicBezTo>
                    <a:cubicBezTo>
                      <a:pt x="4788" y="5664"/>
                      <a:pt x="4788" y="5689"/>
                      <a:pt x="4788" y="5689"/>
                    </a:cubicBezTo>
                    <a:cubicBezTo>
                      <a:pt x="4813" y="5740"/>
                      <a:pt x="4813" y="5765"/>
                      <a:pt x="4838" y="5815"/>
                    </a:cubicBezTo>
                    <a:cubicBezTo>
                      <a:pt x="4863" y="5915"/>
                      <a:pt x="4888" y="6015"/>
                      <a:pt x="4888" y="6141"/>
                    </a:cubicBezTo>
                    <a:cubicBezTo>
                      <a:pt x="4913" y="6141"/>
                      <a:pt x="4913" y="6141"/>
                      <a:pt x="4913" y="6166"/>
                    </a:cubicBezTo>
                    <a:cubicBezTo>
                      <a:pt x="4913" y="6183"/>
                      <a:pt x="4900" y="6201"/>
                      <a:pt x="4884" y="6201"/>
                    </a:cubicBezTo>
                    <a:cubicBezTo>
                      <a:pt x="4878" y="6201"/>
                      <a:pt x="4870" y="6198"/>
                      <a:pt x="4863" y="6191"/>
                    </a:cubicBezTo>
                    <a:lnTo>
                      <a:pt x="4763" y="6191"/>
                    </a:lnTo>
                    <a:cubicBezTo>
                      <a:pt x="4738" y="6191"/>
                      <a:pt x="4738" y="6166"/>
                      <a:pt x="4713" y="6166"/>
                    </a:cubicBezTo>
                    <a:lnTo>
                      <a:pt x="4637" y="6141"/>
                    </a:lnTo>
                    <a:cubicBezTo>
                      <a:pt x="4612" y="6141"/>
                      <a:pt x="4587" y="6141"/>
                      <a:pt x="4562" y="6116"/>
                    </a:cubicBezTo>
                    <a:cubicBezTo>
                      <a:pt x="4512" y="6116"/>
                      <a:pt x="4437" y="6091"/>
                      <a:pt x="4387" y="6091"/>
                    </a:cubicBezTo>
                    <a:cubicBezTo>
                      <a:pt x="4362" y="6091"/>
                      <a:pt x="4337" y="6065"/>
                      <a:pt x="4312" y="6065"/>
                    </a:cubicBezTo>
                    <a:cubicBezTo>
                      <a:pt x="4337" y="6141"/>
                      <a:pt x="4362" y="6241"/>
                      <a:pt x="4387" y="6341"/>
                    </a:cubicBezTo>
                    <a:cubicBezTo>
                      <a:pt x="4487" y="6366"/>
                      <a:pt x="4562" y="6416"/>
                      <a:pt x="4637" y="6466"/>
                    </a:cubicBezTo>
                    <a:cubicBezTo>
                      <a:pt x="4713" y="6542"/>
                      <a:pt x="4813" y="6592"/>
                      <a:pt x="4888" y="6642"/>
                    </a:cubicBezTo>
                    <a:cubicBezTo>
                      <a:pt x="4913" y="6667"/>
                      <a:pt x="4938" y="6692"/>
                      <a:pt x="4913" y="6717"/>
                    </a:cubicBezTo>
                    <a:cubicBezTo>
                      <a:pt x="4888" y="6742"/>
                      <a:pt x="4863" y="6742"/>
                      <a:pt x="4838" y="6742"/>
                    </a:cubicBezTo>
                    <a:cubicBezTo>
                      <a:pt x="4763" y="6692"/>
                      <a:pt x="4662" y="6642"/>
                      <a:pt x="4587" y="6592"/>
                    </a:cubicBezTo>
                    <a:cubicBezTo>
                      <a:pt x="4537" y="6567"/>
                      <a:pt x="4487" y="6517"/>
                      <a:pt x="4437" y="6492"/>
                    </a:cubicBezTo>
                    <a:lnTo>
                      <a:pt x="4437" y="6492"/>
                    </a:lnTo>
                    <a:cubicBezTo>
                      <a:pt x="4437" y="6567"/>
                      <a:pt x="4462" y="6642"/>
                      <a:pt x="4487" y="6717"/>
                    </a:cubicBezTo>
                    <a:cubicBezTo>
                      <a:pt x="4487" y="6792"/>
                      <a:pt x="4512" y="6842"/>
                      <a:pt x="4512" y="6918"/>
                    </a:cubicBezTo>
                    <a:cubicBezTo>
                      <a:pt x="4512" y="6968"/>
                      <a:pt x="4537" y="7018"/>
                      <a:pt x="4537" y="7093"/>
                    </a:cubicBezTo>
                    <a:cubicBezTo>
                      <a:pt x="4537" y="7118"/>
                      <a:pt x="4512" y="7143"/>
                      <a:pt x="4487" y="7143"/>
                    </a:cubicBezTo>
                    <a:cubicBezTo>
                      <a:pt x="4462" y="7143"/>
                      <a:pt x="4437" y="7118"/>
                      <a:pt x="4437" y="7093"/>
                    </a:cubicBezTo>
                    <a:cubicBezTo>
                      <a:pt x="4437" y="7068"/>
                      <a:pt x="4412" y="7043"/>
                      <a:pt x="4412" y="7018"/>
                    </a:cubicBezTo>
                    <a:cubicBezTo>
                      <a:pt x="4412" y="6993"/>
                      <a:pt x="4412" y="6943"/>
                      <a:pt x="4412" y="6918"/>
                    </a:cubicBezTo>
                    <a:cubicBezTo>
                      <a:pt x="4387" y="6867"/>
                      <a:pt x="4387" y="6792"/>
                      <a:pt x="4362" y="6717"/>
                    </a:cubicBezTo>
                    <a:cubicBezTo>
                      <a:pt x="4362" y="6667"/>
                      <a:pt x="4337" y="6617"/>
                      <a:pt x="4312" y="6542"/>
                    </a:cubicBezTo>
                    <a:cubicBezTo>
                      <a:pt x="4286" y="6592"/>
                      <a:pt x="4261" y="6642"/>
                      <a:pt x="4236" y="6692"/>
                    </a:cubicBezTo>
                    <a:cubicBezTo>
                      <a:pt x="4236" y="6742"/>
                      <a:pt x="4211" y="6767"/>
                      <a:pt x="4211" y="6792"/>
                    </a:cubicBezTo>
                    <a:cubicBezTo>
                      <a:pt x="4186" y="6817"/>
                      <a:pt x="4161" y="6842"/>
                      <a:pt x="4136" y="6893"/>
                    </a:cubicBezTo>
                    <a:cubicBezTo>
                      <a:pt x="4124" y="6905"/>
                      <a:pt x="4111" y="6911"/>
                      <a:pt x="4098" y="6911"/>
                    </a:cubicBezTo>
                    <a:cubicBezTo>
                      <a:pt x="4086" y="6911"/>
                      <a:pt x="4073" y="6905"/>
                      <a:pt x="4061" y="6893"/>
                    </a:cubicBezTo>
                    <a:cubicBezTo>
                      <a:pt x="4036" y="6893"/>
                      <a:pt x="4036" y="6867"/>
                      <a:pt x="4036" y="6867"/>
                    </a:cubicBezTo>
                    <a:cubicBezTo>
                      <a:pt x="4011" y="6842"/>
                      <a:pt x="4036" y="6842"/>
                      <a:pt x="4036" y="6817"/>
                    </a:cubicBezTo>
                    <a:cubicBezTo>
                      <a:pt x="4061" y="6767"/>
                      <a:pt x="4086" y="6742"/>
                      <a:pt x="4111" y="6692"/>
                    </a:cubicBezTo>
                    <a:cubicBezTo>
                      <a:pt x="4111" y="6642"/>
                      <a:pt x="4136" y="6617"/>
                      <a:pt x="4161" y="6592"/>
                    </a:cubicBezTo>
                    <a:cubicBezTo>
                      <a:pt x="4186" y="6542"/>
                      <a:pt x="4186" y="6492"/>
                      <a:pt x="4211" y="6466"/>
                    </a:cubicBezTo>
                    <a:cubicBezTo>
                      <a:pt x="4236" y="6441"/>
                      <a:pt x="4236" y="6391"/>
                      <a:pt x="4261" y="6366"/>
                    </a:cubicBezTo>
                    <a:lnTo>
                      <a:pt x="4286" y="6366"/>
                    </a:lnTo>
                    <a:cubicBezTo>
                      <a:pt x="4286" y="6366"/>
                      <a:pt x="4286" y="6341"/>
                      <a:pt x="4286" y="6341"/>
                    </a:cubicBezTo>
                    <a:cubicBezTo>
                      <a:pt x="4261" y="6266"/>
                      <a:pt x="4236" y="6216"/>
                      <a:pt x="4236" y="6141"/>
                    </a:cubicBezTo>
                    <a:cubicBezTo>
                      <a:pt x="4211" y="6116"/>
                      <a:pt x="4211" y="6065"/>
                      <a:pt x="4211" y="6040"/>
                    </a:cubicBezTo>
                    <a:cubicBezTo>
                      <a:pt x="4186" y="6065"/>
                      <a:pt x="4161" y="6065"/>
                      <a:pt x="4136" y="6091"/>
                    </a:cubicBezTo>
                    <a:cubicBezTo>
                      <a:pt x="4136" y="6091"/>
                      <a:pt x="4111" y="6116"/>
                      <a:pt x="4086" y="6141"/>
                    </a:cubicBezTo>
                    <a:cubicBezTo>
                      <a:pt x="4086" y="6141"/>
                      <a:pt x="4061" y="6166"/>
                      <a:pt x="4036" y="6166"/>
                    </a:cubicBezTo>
                    <a:cubicBezTo>
                      <a:pt x="4011" y="6191"/>
                      <a:pt x="4011" y="6191"/>
                      <a:pt x="3986" y="6216"/>
                    </a:cubicBezTo>
                    <a:cubicBezTo>
                      <a:pt x="3961" y="6216"/>
                      <a:pt x="3961" y="6241"/>
                      <a:pt x="3936" y="6266"/>
                    </a:cubicBezTo>
                    <a:cubicBezTo>
                      <a:pt x="3911" y="6266"/>
                      <a:pt x="3911" y="6266"/>
                      <a:pt x="3885" y="6291"/>
                    </a:cubicBezTo>
                    <a:cubicBezTo>
                      <a:pt x="3885" y="6291"/>
                      <a:pt x="3860" y="6316"/>
                      <a:pt x="3835" y="6316"/>
                    </a:cubicBezTo>
                    <a:cubicBezTo>
                      <a:pt x="3835" y="6329"/>
                      <a:pt x="3829" y="6335"/>
                      <a:pt x="3823" y="6335"/>
                    </a:cubicBezTo>
                    <a:cubicBezTo>
                      <a:pt x="3817" y="6335"/>
                      <a:pt x="3810" y="6329"/>
                      <a:pt x="3810" y="6316"/>
                    </a:cubicBezTo>
                    <a:cubicBezTo>
                      <a:pt x="3785" y="6316"/>
                      <a:pt x="3785" y="6291"/>
                      <a:pt x="3785" y="6291"/>
                    </a:cubicBezTo>
                    <a:cubicBezTo>
                      <a:pt x="3785" y="6266"/>
                      <a:pt x="3760" y="6241"/>
                      <a:pt x="3760" y="6241"/>
                    </a:cubicBezTo>
                    <a:cubicBezTo>
                      <a:pt x="3760" y="6216"/>
                      <a:pt x="3735" y="6191"/>
                      <a:pt x="3735" y="6166"/>
                    </a:cubicBezTo>
                    <a:cubicBezTo>
                      <a:pt x="3710" y="6141"/>
                      <a:pt x="3710" y="6116"/>
                      <a:pt x="3710" y="6091"/>
                    </a:cubicBezTo>
                    <a:cubicBezTo>
                      <a:pt x="3685" y="6065"/>
                      <a:pt x="3685" y="6040"/>
                      <a:pt x="3660" y="6015"/>
                    </a:cubicBezTo>
                    <a:cubicBezTo>
                      <a:pt x="3660" y="5990"/>
                      <a:pt x="3660" y="5965"/>
                      <a:pt x="3635" y="5940"/>
                    </a:cubicBezTo>
                    <a:cubicBezTo>
                      <a:pt x="3635" y="5915"/>
                      <a:pt x="3610" y="5890"/>
                      <a:pt x="3610" y="5865"/>
                    </a:cubicBezTo>
                    <a:cubicBezTo>
                      <a:pt x="3585" y="5840"/>
                      <a:pt x="3585" y="5815"/>
                      <a:pt x="3585" y="5790"/>
                    </a:cubicBezTo>
                    <a:cubicBezTo>
                      <a:pt x="3585" y="5790"/>
                      <a:pt x="3585" y="5790"/>
                      <a:pt x="3560" y="5815"/>
                    </a:cubicBezTo>
                    <a:cubicBezTo>
                      <a:pt x="3535" y="5840"/>
                      <a:pt x="3484" y="5890"/>
                      <a:pt x="3434" y="5940"/>
                    </a:cubicBezTo>
                    <a:cubicBezTo>
                      <a:pt x="3409" y="5965"/>
                      <a:pt x="3384" y="5990"/>
                      <a:pt x="3334" y="6015"/>
                    </a:cubicBezTo>
                    <a:cubicBezTo>
                      <a:pt x="3334" y="6015"/>
                      <a:pt x="3334" y="6015"/>
                      <a:pt x="3334" y="6040"/>
                    </a:cubicBezTo>
                    <a:cubicBezTo>
                      <a:pt x="3334" y="6040"/>
                      <a:pt x="3334" y="6040"/>
                      <a:pt x="3309" y="6065"/>
                    </a:cubicBezTo>
                    <a:cubicBezTo>
                      <a:pt x="3334" y="6216"/>
                      <a:pt x="3309" y="6391"/>
                      <a:pt x="3309" y="6567"/>
                    </a:cubicBezTo>
                    <a:cubicBezTo>
                      <a:pt x="3309" y="6567"/>
                      <a:pt x="3284" y="6592"/>
                      <a:pt x="3259" y="6592"/>
                    </a:cubicBezTo>
                    <a:cubicBezTo>
                      <a:pt x="3234" y="6592"/>
                      <a:pt x="3234" y="6567"/>
                      <a:pt x="3234" y="6542"/>
                    </a:cubicBezTo>
                    <a:cubicBezTo>
                      <a:pt x="3234" y="6466"/>
                      <a:pt x="3234" y="6366"/>
                      <a:pt x="3234" y="6266"/>
                    </a:cubicBezTo>
                    <a:cubicBezTo>
                      <a:pt x="3234" y="6216"/>
                      <a:pt x="3234" y="6166"/>
                      <a:pt x="3234" y="6116"/>
                    </a:cubicBezTo>
                    <a:cubicBezTo>
                      <a:pt x="3209" y="6141"/>
                      <a:pt x="3184" y="6166"/>
                      <a:pt x="3134" y="6191"/>
                    </a:cubicBezTo>
                    <a:cubicBezTo>
                      <a:pt x="3109" y="6216"/>
                      <a:pt x="3058" y="6266"/>
                      <a:pt x="3008" y="6291"/>
                    </a:cubicBezTo>
                    <a:cubicBezTo>
                      <a:pt x="2958" y="6341"/>
                      <a:pt x="2933" y="6366"/>
                      <a:pt x="2883" y="6416"/>
                    </a:cubicBezTo>
                    <a:lnTo>
                      <a:pt x="2833" y="6416"/>
                    </a:lnTo>
                    <a:cubicBezTo>
                      <a:pt x="2833" y="6391"/>
                      <a:pt x="2833" y="6391"/>
                      <a:pt x="2833" y="6366"/>
                    </a:cubicBezTo>
                    <a:cubicBezTo>
                      <a:pt x="2883" y="6341"/>
                      <a:pt x="2933" y="6291"/>
                      <a:pt x="2958" y="6266"/>
                    </a:cubicBezTo>
                    <a:cubicBezTo>
                      <a:pt x="3008" y="6216"/>
                      <a:pt x="3058" y="6191"/>
                      <a:pt x="3109" y="6141"/>
                    </a:cubicBezTo>
                    <a:cubicBezTo>
                      <a:pt x="3134" y="6116"/>
                      <a:pt x="3159" y="6091"/>
                      <a:pt x="3184" y="6065"/>
                    </a:cubicBezTo>
                    <a:cubicBezTo>
                      <a:pt x="3134" y="6065"/>
                      <a:pt x="3083" y="6040"/>
                      <a:pt x="3033" y="6040"/>
                    </a:cubicBezTo>
                    <a:cubicBezTo>
                      <a:pt x="3008" y="6040"/>
                      <a:pt x="2958" y="6040"/>
                      <a:pt x="2933" y="6015"/>
                    </a:cubicBezTo>
                    <a:cubicBezTo>
                      <a:pt x="2858" y="6015"/>
                      <a:pt x="2808" y="5990"/>
                      <a:pt x="2758" y="5990"/>
                    </a:cubicBezTo>
                    <a:cubicBezTo>
                      <a:pt x="2733" y="5965"/>
                      <a:pt x="2707" y="5915"/>
                      <a:pt x="2707" y="5890"/>
                    </a:cubicBezTo>
                    <a:cubicBezTo>
                      <a:pt x="2733" y="5865"/>
                      <a:pt x="2733" y="5865"/>
                      <a:pt x="2758" y="5840"/>
                    </a:cubicBezTo>
                    <a:lnTo>
                      <a:pt x="2808" y="5840"/>
                    </a:lnTo>
                    <a:cubicBezTo>
                      <a:pt x="2833" y="5840"/>
                      <a:pt x="2858" y="5840"/>
                      <a:pt x="2883" y="5865"/>
                    </a:cubicBezTo>
                    <a:cubicBezTo>
                      <a:pt x="2958" y="5865"/>
                      <a:pt x="3033" y="5865"/>
                      <a:pt x="3083" y="5890"/>
                    </a:cubicBezTo>
                    <a:cubicBezTo>
                      <a:pt x="3159" y="5890"/>
                      <a:pt x="3234" y="5915"/>
                      <a:pt x="3284" y="5915"/>
                    </a:cubicBezTo>
                    <a:cubicBezTo>
                      <a:pt x="3309" y="5940"/>
                      <a:pt x="3309" y="5940"/>
                      <a:pt x="3309" y="5940"/>
                    </a:cubicBezTo>
                    <a:cubicBezTo>
                      <a:pt x="3334" y="5915"/>
                      <a:pt x="3359" y="5890"/>
                      <a:pt x="3384" y="5865"/>
                    </a:cubicBezTo>
                    <a:cubicBezTo>
                      <a:pt x="3409" y="5840"/>
                      <a:pt x="3459" y="5790"/>
                      <a:pt x="3510" y="5740"/>
                    </a:cubicBezTo>
                    <a:cubicBezTo>
                      <a:pt x="3535" y="5740"/>
                      <a:pt x="3535" y="5715"/>
                      <a:pt x="3535" y="5715"/>
                    </a:cubicBezTo>
                    <a:cubicBezTo>
                      <a:pt x="3459" y="5689"/>
                      <a:pt x="3409" y="5664"/>
                      <a:pt x="3359" y="5664"/>
                    </a:cubicBezTo>
                    <a:cubicBezTo>
                      <a:pt x="3309" y="5639"/>
                      <a:pt x="3234" y="5639"/>
                      <a:pt x="3184" y="5614"/>
                    </a:cubicBezTo>
                    <a:lnTo>
                      <a:pt x="3134" y="5614"/>
                    </a:lnTo>
                    <a:cubicBezTo>
                      <a:pt x="3109" y="5589"/>
                      <a:pt x="3109" y="5589"/>
                      <a:pt x="3083" y="5589"/>
                    </a:cubicBezTo>
                    <a:cubicBezTo>
                      <a:pt x="3058" y="5589"/>
                      <a:pt x="3058" y="5564"/>
                      <a:pt x="3058" y="5539"/>
                    </a:cubicBezTo>
                    <a:cubicBezTo>
                      <a:pt x="3058" y="5514"/>
                      <a:pt x="3083" y="5514"/>
                      <a:pt x="3083" y="5514"/>
                    </a:cubicBezTo>
                    <a:cubicBezTo>
                      <a:pt x="3159" y="5464"/>
                      <a:pt x="3209" y="5414"/>
                      <a:pt x="3259" y="5364"/>
                    </a:cubicBezTo>
                    <a:cubicBezTo>
                      <a:pt x="3284" y="5339"/>
                      <a:pt x="3309" y="5339"/>
                      <a:pt x="3334" y="5314"/>
                    </a:cubicBezTo>
                    <a:cubicBezTo>
                      <a:pt x="3359" y="5288"/>
                      <a:pt x="3384" y="5263"/>
                      <a:pt x="3409" y="5238"/>
                    </a:cubicBezTo>
                    <a:cubicBezTo>
                      <a:pt x="3434" y="5238"/>
                      <a:pt x="3459" y="5213"/>
                      <a:pt x="3484" y="5188"/>
                    </a:cubicBezTo>
                    <a:cubicBezTo>
                      <a:pt x="3459" y="5188"/>
                      <a:pt x="3434" y="5163"/>
                      <a:pt x="3384" y="5163"/>
                    </a:cubicBezTo>
                    <a:cubicBezTo>
                      <a:pt x="3334" y="5138"/>
                      <a:pt x="3259" y="5113"/>
                      <a:pt x="3209" y="5113"/>
                    </a:cubicBezTo>
                    <a:cubicBezTo>
                      <a:pt x="3184" y="5088"/>
                      <a:pt x="3159" y="5088"/>
                      <a:pt x="3159" y="5088"/>
                    </a:cubicBezTo>
                    <a:lnTo>
                      <a:pt x="3134" y="5088"/>
                    </a:lnTo>
                    <a:cubicBezTo>
                      <a:pt x="3109" y="5113"/>
                      <a:pt x="3058" y="5138"/>
                      <a:pt x="3033" y="5163"/>
                    </a:cubicBezTo>
                    <a:cubicBezTo>
                      <a:pt x="2958" y="5213"/>
                      <a:pt x="2883" y="5263"/>
                      <a:pt x="2808" y="5314"/>
                    </a:cubicBezTo>
                    <a:cubicBezTo>
                      <a:pt x="2783" y="5339"/>
                      <a:pt x="2758" y="5339"/>
                      <a:pt x="2758" y="5339"/>
                    </a:cubicBezTo>
                    <a:cubicBezTo>
                      <a:pt x="2733" y="5314"/>
                      <a:pt x="2707" y="5314"/>
                      <a:pt x="2707" y="5288"/>
                    </a:cubicBezTo>
                    <a:cubicBezTo>
                      <a:pt x="2682" y="5263"/>
                      <a:pt x="2682" y="5213"/>
                      <a:pt x="2707" y="5213"/>
                    </a:cubicBezTo>
                    <a:cubicBezTo>
                      <a:pt x="2783" y="5163"/>
                      <a:pt x="2833" y="5113"/>
                      <a:pt x="2908" y="5063"/>
                    </a:cubicBezTo>
                    <a:cubicBezTo>
                      <a:pt x="2933" y="5038"/>
                      <a:pt x="2933" y="5038"/>
                      <a:pt x="2958" y="5013"/>
                    </a:cubicBezTo>
                    <a:cubicBezTo>
                      <a:pt x="2933" y="5013"/>
                      <a:pt x="2883" y="4988"/>
                      <a:pt x="2858" y="4988"/>
                    </a:cubicBezTo>
                    <a:cubicBezTo>
                      <a:pt x="2833" y="4988"/>
                      <a:pt x="2808" y="4963"/>
                      <a:pt x="2783" y="4963"/>
                    </a:cubicBezTo>
                    <a:cubicBezTo>
                      <a:pt x="2733" y="4938"/>
                      <a:pt x="2707" y="4938"/>
                      <a:pt x="2682" y="4913"/>
                    </a:cubicBezTo>
                    <a:cubicBezTo>
                      <a:pt x="2632" y="4913"/>
                      <a:pt x="2607" y="4887"/>
                      <a:pt x="2557" y="4862"/>
                    </a:cubicBezTo>
                    <a:cubicBezTo>
                      <a:pt x="2532" y="4837"/>
                      <a:pt x="2532" y="4812"/>
                      <a:pt x="2557" y="4787"/>
                    </a:cubicBezTo>
                    <a:cubicBezTo>
                      <a:pt x="2557" y="4762"/>
                      <a:pt x="2582" y="4762"/>
                      <a:pt x="2582" y="4762"/>
                    </a:cubicBezTo>
                    <a:cubicBezTo>
                      <a:pt x="2607" y="4762"/>
                      <a:pt x="2607" y="4762"/>
                      <a:pt x="2607" y="4787"/>
                    </a:cubicBezTo>
                    <a:cubicBezTo>
                      <a:pt x="2632" y="4787"/>
                      <a:pt x="2657" y="4812"/>
                      <a:pt x="2682" y="4812"/>
                    </a:cubicBezTo>
                    <a:cubicBezTo>
                      <a:pt x="2758" y="4837"/>
                      <a:pt x="2808" y="4862"/>
                      <a:pt x="2858" y="4862"/>
                    </a:cubicBezTo>
                    <a:cubicBezTo>
                      <a:pt x="2908" y="4887"/>
                      <a:pt x="2933" y="4887"/>
                      <a:pt x="2983" y="4913"/>
                    </a:cubicBezTo>
                    <a:cubicBezTo>
                      <a:pt x="2958" y="4887"/>
                      <a:pt x="2958" y="4862"/>
                      <a:pt x="2958" y="4862"/>
                    </a:cubicBezTo>
                    <a:cubicBezTo>
                      <a:pt x="2908" y="4787"/>
                      <a:pt x="2883" y="4712"/>
                      <a:pt x="2833" y="4612"/>
                    </a:cubicBezTo>
                    <a:cubicBezTo>
                      <a:pt x="2833" y="4612"/>
                      <a:pt x="2833" y="4587"/>
                      <a:pt x="2833" y="4587"/>
                    </a:cubicBezTo>
                    <a:cubicBezTo>
                      <a:pt x="2833" y="4562"/>
                      <a:pt x="2858" y="4537"/>
                      <a:pt x="2858" y="4537"/>
                    </a:cubicBezTo>
                    <a:lnTo>
                      <a:pt x="2908" y="4537"/>
                    </a:lnTo>
                    <a:cubicBezTo>
                      <a:pt x="2908" y="4537"/>
                      <a:pt x="2933" y="4537"/>
                      <a:pt x="2958" y="4562"/>
                    </a:cubicBezTo>
                    <a:cubicBezTo>
                      <a:pt x="2983" y="4612"/>
                      <a:pt x="2983" y="4662"/>
                      <a:pt x="3008" y="4687"/>
                    </a:cubicBezTo>
                    <a:cubicBezTo>
                      <a:pt x="3033" y="4737"/>
                      <a:pt x="3058" y="4762"/>
                      <a:pt x="3083" y="4787"/>
                    </a:cubicBezTo>
                    <a:cubicBezTo>
                      <a:pt x="3109" y="4837"/>
                      <a:pt x="3134" y="4887"/>
                      <a:pt x="3184" y="4938"/>
                    </a:cubicBezTo>
                    <a:cubicBezTo>
                      <a:pt x="3184" y="4963"/>
                      <a:pt x="3184" y="4963"/>
                      <a:pt x="3184" y="4963"/>
                    </a:cubicBezTo>
                    <a:cubicBezTo>
                      <a:pt x="3184" y="4963"/>
                      <a:pt x="3184" y="4963"/>
                      <a:pt x="3184" y="4988"/>
                    </a:cubicBezTo>
                    <a:lnTo>
                      <a:pt x="3209" y="4988"/>
                    </a:lnTo>
                    <a:cubicBezTo>
                      <a:pt x="3259" y="5013"/>
                      <a:pt x="3334" y="5013"/>
                      <a:pt x="3384" y="5038"/>
                    </a:cubicBezTo>
                    <a:cubicBezTo>
                      <a:pt x="3434" y="5063"/>
                      <a:pt x="3484" y="5063"/>
                      <a:pt x="3535" y="5088"/>
                    </a:cubicBezTo>
                    <a:cubicBezTo>
                      <a:pt x="3510" y="5063"/>
                      <a:pt x="3510" y="5038"/>
                      <a:pt x="3510" y="5038"/>
                    </a:cubicBezTo>
                    <a:cubicBezTo>
                      <a:pt x="3459" y="4963"/>
                      <a:pt x="3434" y="4913"/>
                      <a:pt x="3409" y="4862"/>
                    </a:cubicBezTo>
                    <a:cubicBezTo>
                      <a:pt x="3384" y="4812"/>
                      <a:pt x="3359" y="4762"/>
                      <a:pt x="3334" y="4712"/>
                    </a:cubicBezTo>
                    <a:cubicBezTo>
                      <a:pt x="3334" y="4687"/>
                      <a:pt x="3309" y="4662"/>
                      <a:pt x="3309" y="4637"/>
                    </a:cubicBezTo>
                    <a:cubicBezTo>
                      <a:pt x="3309" y="4612"/>
                      <a:pt x="3284" y="4587"/>
                      <a:pt x="3284" y="4587"/>
                    </a:cubicBezTo>
                    <a:cubicBezTo>
                      <a:pt x="3284" y="4537"/>
                      <a:pt x="3309" y="4512"/>
                      <a:pt x="3334" y="4512"/>
                    </a:cubicBezTo>
                    <a:lnTo>
                      <a:pt x="3384" y="4512"/>
                    </a:lnTo>
                    <a:cubicBezTo>
                      <a:pt x="3434" y="4537"/>
                      <a:pt x="3484" y="4537"/>
                      <a:pt x="3535" y="4562"/>
                    </a:cubicBezTo>
                    <a:cubicBezTo>
                      <a:pt x="3560" y="4562"/>
                      <a:pt x="3585" y="4562"/>
                      <a:pt x="3610" y="4587"/>
                    </a:cubicBezTo>
                    <a:cubicBezTo>
                      <a:pt x="3635" y="4587"/>
                      <a:pt x="3685" y="4587"/>
                      <a:pt x="3710" y="4612"/>
                    </a:cubicBezTo>
                    <a:cubicBezTo>
                      <a:pt x="3760" y="4612"/>
                      <a:pt x="3810" y="4637"/>
                      <a:pt x="3885" y="4662"/>
                    </a:cubicBezTo>
                    <a:cubicBezTo>
                      <a:pt x="3885" y="4637"/>
                      <a:pt x="3885" y="4637"/>
                      <a:pt x="3885" y="4637"/>
                    </a:cubicBezTo>
                    <a:cubicBezTo>
                      <a:pt x="3860" y="4562"/>
                      <a:pt x="3860" y="4512"/>
                      <a:pt x="3835" y="4436"/>
                    </a:cubicBezTo>
                    <a:cubicBezTo>
                      <a:pt x="3835" y="4411"/>
                      <a:pt x="3835" y="4386"/>
                      <a:pt x="3810" y="4336"/>
                    </a:cubicBezTo>
                    <a:cubicBezTo>
                      <a:pt x="3785" y="4336"/>
                      <a:pt x="3760" y="4311"/>
                      <a:pt x="3735" y="4286"/>
                    </a:cubicBezTo>
                    <a:cubicBezTo>
                      <a:pt x="3685" y="4261"/>
                      <a:pt x="3660" y="4261"/>
                      <a:pt x="3610" y="4236"/>
                    </a:cubicBezTo>
                    <a:cubicBezTo>
                      <a:pt x="3560" y="4211"/>
                      <a:pt x="3535" y="4186"/>
                      <a:pt x="3484" y="4186"/>
                    </a:cubicBezTo>
                    <a:cubicBezTo>
                      <a:pt x="3459" y="4136"/>
                      <a:pt x="3409" y="4111"/>
                      <a:pt x="3359" y="4085"/>
                    </a:cubicBezTo>
                    <a:cubicBezTo>
                      <a:pt x="3334" y="4060"/>
                      <a:pt x="3334" y="4035"/>
                      <a:pt x="3334" y="4010"/>
                    </a:cubicBezTo>
                    <a:cubicBezTo>
                      <a:pt x="3359" y="3985"/>
                      <a:pt x="3384" y="3985"/>
                      <a:pt x="3409" y="3985"/>
                    </a:cubicBezTo>
                    <a:lnTo>
                      <a:pt x="3434" y="3985"/>
                    </a:lnTo>
                    <a:cubicBezTo>
                      <a:pt x="3484" y="4010"/>
                      <a:pt x="3510" y="4035"/>
                      <a:pt x="3560" y="4060"/>
                    </a:cubicBezTo>
                    <a:cubicBezTo>
                      <a:pt x="3610" y="4085"/>
                      <a:pt x="3660" y="4111"/>
                      <a:pt x="3685" y="4111"/>
                    </a:cubicBezTo>
                    <a:cubicBezTo>
                      <a:pt x="3735" y="4136"/>
                      <a:pt x="3760" y="4161"/>
                      <a:pt x="3785" y="4161"/>
                    </a:cubicBezTo>
                    <a:cubicBezTo>
                      <a:pt x="3785" y="4136"/>
                      <a:pt x="3785" y="4111"/>
                      <a:pt x="3785" y="4085"/>
                    </a:cubicBezTo>
                    <a:cubicBezTo>
                      <a:pt x="3760" y="4035"/>
                      <a:pt x="3760" y="3960"/>
                      <a:pt x="3735" y="3910"/>
                    </a:cubicBezTo>
                    <a:cubicBezTo>
                      <a:pt x="3710" y="3860"/>
                      <a:pt x="3710" y="3785"/>
                      <a:pt x="3685" y="3735"/>
                    </a:cubicBezTo>
                    <a:cubicBezTo>
                      <a:pt x="3685" y="3710"/>
                      <a:pt x="3710" y="3684"/>
                      <a:pt x="3735" y="3659"/>
                    </a:cubicBezTo>
                    <a:lnTo>
                      <a:pt x="3760" y="3659"/>
                    </a:lnTo>
                    <a:cubicBezTo>
                      <a:pt x="3785" y="3659"/>
                      <a:pt x="3810" y="3684"/>
                      <a:pt x="3810" y="3710"/>
                    </a:cubicBezTo>
                    <a:cubicBezTo>
                      <a:pt x="3835" y="3785"/>
                      <a:pt x="3835" y="3835"/>
                      <a:pt x="3860" y="3910"/>
                    </a:cubicBezTo>
                    <a:cubicBezTo>
                      <a:pt x="3860" y="3960"/>
                      <a:pt x="3885" y="4010"/>
                      <a:pt x="3885" y="4085"/>
                    </a:cubicBezTo>
                    <a:lnTo>
                      <a:pt x="3911" y="4161"/>
                    </a:lnTo>
                    <a:cubicBezTo>
                      <a:pt x="3936" y="4111"/>
                      <a:pt x="3936" y="4085"/>
                      <a:pt x="3961" y="4035"/>
                    </a:cubicBezTo>
                    <a:cubicBezTo>
                      <a:pt x="4011" y="3910"/>
                      <a:pt x="4086" y="3760"/>
                      <a:pt x="4136" y="3634"/>
                    </a:cubicBezTo>
                    <a:cubicBezTo>
                      <a:pt x="4136" y="3634"/>
                      <a:pt x="4136" y="3609"/>
                      <a:pt x="4161" y="3609"/>
                    </a:cubicBezTo>
                    <a:close/>
                    <a:moveTo>
                      <a:pt x="7996" y="0"/>
                    </a:moveTo>
                    <a:cubicBezTo>
                      <a:pt x="6392" y="226"/>
                      <a:pt x="4312" y="1003"/>
                      <a:pt x="2582" y="3183"/>
                    </a:cubicBezTo>
                    <a:cubicBezTo>
                      <a:pt x="402" y="5589"/>
                      <a:pt x="1" y="9248"/>
                      <a:pt x="1855" y="12081"/>
                    </a:cubicBezTo>
                    <a:cubicBezTo>
                      <a:pt x="2332" y="12807"/>
                      <a:pt x="2858" y="13559"/>
                      <a:pt x="3384" y="14286"/>
                    </a:cubicBezTo>
                    <a:lnTo>
                      <a:pt x="3434" y="14286"/>
                    </a:lnTo>
                    <a:cubicBezTo>
                      <a:pt x="3484" y="14336"/>
                      <a:pt x="3510" y="14361"/>
                      <a:pt x="3560" y="14386"/>
                    </a:cubicBezTo>
                    <a:cubicBezTo>
                      <a:pt x="3610" y="14386"/>
                      <a:pt x="3660" y="14411"/>
                      <a:pt x="3685" y="14436"/>
                    </a:cubicBezTo>
                    <a:cubicBezTo>
                      <a:pt x="3735" y="14461"/>
                      <a:pt x="3760" y="14461"/>
                      <a:pt x="3785" y="14487"/>
                    </a:cubicBezTo>
                    <a:cubicBezTo>
                      <a:pt x="3785" y="14461"/>
                      <a:pt x="3785" y="14436"/>
                      <a:pt x="3785" y="14411"/>
                    </a:cubicBezTo>
                    <a:cubicBezTo>
                      <a:pt x="3760" y="14336"/>
                      <a:pt x="3760" y="14286"/>
                      <a:pt x="3735" y="14236"/>
                    </a:cubicBezTo>
                    <a:cubicBezTo>
                      <a:pt x="3710" y="14161"/>
                      <a:pt x="3710" y="14111"/>
                      <a:pt x="3685" y="14060"/>
                    </a:cubicBezTo>
                    <a:cubicBezTo>
                      <a:pt x="3685" y="14010"/>
                      <a:pt x="3710" y="13985"/>
                      <a:pt x="3735" y="13985"/>
                    </a:cubicBezTo>
                    <a:lnTo>
                      <a:pt x="3760" y="13985"/>
                    </a:lnTo>
                    <a:cubicBezTo>
                      <a:pt x="3785" y="13985"/>
                      <a:pt x="3810" y="13985"/>
                      <a:pt x="3810" y="14035"/>
                    </a:cubicBezTo>
                    <a:cubicBezTo>
                      <a:pt x="3835" y="14086"/>
                      <a:pt x="3835" y="14161"/>
                      <a:pt x="3860" y="14211"/>
                    </a:cubicBezTo>
                    <a:cubicBezTo>
                      <a:pt x="3860" y="14286"/>
                      <a:pt x="3885" y="14336"/>
                      <a:pt x="3885" y="14386"/>
                    </a:cubicBezTo>
                    <a:cubicBezTo>
                      <a:pt x="3885" y="14411"/>
                      <a:pt x="3911" y="14436"/>
                      <a:pt x="3911" y="14461"/>
                    </a:cubicBezTo>
                    <a:cubicBezTo>
                      <a:pt x="3936" y="14436"/>
                      <a:pt x="3936" y="14386"/>
                      <a:pt x="3961" y="14361"/>
                    </a:cubicBezTo>
                    <a:cubicBezTo>
                      <a:pt x="4011" y="14211"/>
                      <a:pt x="4086" y="14086"/>
                      <a:pt x="4136" y="13960"/>
                    </a:cubicBezTo>
                    <a:cubicBezTo>
                      <a:pt x="4136" y="13935"/>
                      <a:pt x="4136" y="13935"/>
                      <a:pt x="4161" y="13910"/>
                    </a:cubicBezTo>
                    <a:lnTo>
                      <a:pt x="4211" y="13910"/>
                    </a:lnTo>
                    <a:cubicBezTo>
                      <a:pt x="4236" y="13935"/>
                      <a:pt x="4236" y="13960"/>
                      <a:pt x="4236" y="13985"/>
                    </a:cubicBezTo>
                    <a:cubicBezTo>
                      <a:pt x="4211" y="14035"/>
                      <a:pt x="4186" y="14111"/>
                      <a:pt x="4161" y="14161"/>
                    </a:cubicBezTo>
                    <a:cubicBezTo>
                      <a:pt x="4161" y="14211"/>
                      <a:pt x="4136" y="14286"/>
                      <a:pt x="4111" y="14336"/>
                    </a:cubicBezTo>
                    <a:cubicBezTo>
                      <a:pt x="4086" y="14386"/>
                      <a:pt x="4061" y="14461"/>
                      <a:pt x="4036" y="14512"/>
                    </a:cubicBezTo>
                    <a:cubicBezTo>
                      <a:pt x="4011" y="14562"/>
                      <a:pt x="3986" y="14612"/>
                      <a:pt x="3961" y="14662"/>
                    </a:cubicBezTo>
                    <a:cubicBezTo>
                      <a:pt x="3961" y="14662"/>
                      <a:pt x="3936" y="14662"/>
                      <a:pt x="3936" y="14687"/>
                    </a:cubicBezTo>
                    <a:cubicBezTo>
                      <a:pt x="3936" y="14712"/>
                      <a:pt x="3936" y="14737"/>
                      <a:pt x="3961" y="14762"/>
                    </a:cubicBezTo>
                    <a:cubicBezTo>
                      <a:pt x="3961" y="14812"/>
                      <a:pt x="3961" y="14888"/>
                      <a:pt x="3986" y="14938"/>
                    </a:cubicBezTo>
                    <a:cubicBezTo>
                      <a:pt x="3986" y="14963"/>
                      <a:pt x="3986" y="14988"/>
                      <a:pt x="4011" y="15013"/>
                    </a:cubicBezTo>
                    <a:cubicBezTo>
                      <a:pt x="4036" y="14988"/>
                      <a:pt x="4061" y="14963"/>
                      <a:pt x="4086" y="14913"/>
                    </a:cubicBezTo>
                    <a:cubicBezTo>
                      <a:pt x="4086" y="14913"/>
                      <a:pt x="4111" y="14888"/>
                      <a:pt x="4136" y="14888"/>
                    </a:cubicBezTo>
                    <a:cubicBezTo>
                      <a:pt x="4161" y="14862"/>
                      <a:pt x="4161" y="14837"/>
                      <a:pt x="4186" y="14812"/>
                    </a:cubicBezTo>
                    <a:cubicBezTo>
                      <a:pt x="4211" y="14787"/>
                      <a:pt x="4236" y="14762"/>
                      <a:pt x="4261" y="14737"/>
                    </a:cubicBezTo>
                    <a:cubicBezTo>
                      <a:pt x="4286" y="14712"/>
                      <a:pt x="4312" y="14687"/>
                      <a:pt x="4337" y="14687"/>
                    </a:cubicBezTo>
                    <a:cubicBezTo>
                      <a:pt x="4362" y="14662"/>
                      <a:pt x="4387" y="14637"/>
                      <a:pt x="4412" y="14612"/>
                    </a:cubicBezTo>
                    <a:cubicBezTo>
                      <a:pt x="4437" y="14612"/>
                      <a:pt x="4462" y="14587"/>
                      <a:pt x="4487" y="14562"/>
                    </a:cubicBezTo>
                    <a:lnTo>
                      <a:pt x="4512" y="14562"/>
                    </a:lnTo>
                    <a:cubicBezTo>
                      <a:pt x="4537" y="14562"/>
                      <a:pt x="4562" y="14587"/>
                      <a:pt x="4562" y="14587"/>
                    </a:cubicBezTo>
                    <a:cubicBezTo>
                      <a:pt x="4562" y="14612"/>
                      <a:pt x="4587" y="14612"/>
                      <a:pt x="4587" y="14612"/>
                    </a:cubicBezTo>
                    <a:cubicBezTo>
                      <a:pt x="4587" y="14637"/>
                      <a:pt x="4587" y="14662"/>
                      <a:pt x="4587" y="14662"/>
                    </a:cubicBezTo>
                    <a:cubicBezTo>
                      <a:pt x="4587" y="14687"/>
                      <a:pt x="4587" y="14712"/>
                      <a:pt x="4612" y="14737"/>
                    </a:cubicBezTo>
                    <a:cubicBezTo>
                      <a:pt x="4612" y="14787"/>
                      <a:pt x="4637" y="14837"/>
                      <a:pt x="4637" y="14888"/>
                    </a:cubicBezTo>
                    <a:cubicBezTo>
                      <a:pt x="4637" y="14938"/>
                      <a:pt x="4662" y="14988"/>
                      <a:pt x="4662" y="15038"/>
                    </a:cubicBezTo>
                    <a:cubicBezTo>
                      <a:pt x="4662" y="15063"/>
                      <a:pt x="4662" y="15063"/>
                      <a:pt x="4662" y="15088"/>
                    </a:cubicBezTo>
                    <a:cubicBezTo>
                      <a:pt x="4713" y="15038"/>
                      <a:pt x="4763" y="15013"/>
                      <a:pt x="4788" y="14963"/>
                    </a:cubicBezTo>
                    <a:cubicBezTo>
                      <a:pt x="4838" y="14938"/>
                      <a:pt x="4863" y="14913"/>
                      <a:pt x="4913" y="14888"/>
                    </a:cubicBezTo>
                    <a:cubicBezTo>
                      <a:pt x="4913" y="14862"/>
                      <a:pt x="4913" y="14862"/>
                      <a:pt x="4913" y="14862"/>
                    </a:cubicBezTo>
                    <a:cubicBezTo>
                      <a:pt x="4913" y="14787"/>
                      <a:pt x="4913" y="14687"/>
                      <a:pt x="4913" y="14612"/>
                    </a:cubicBezTo>
                    <a:cubicBezTo>
                      <a:pt x="4913" y="14537"/>
                      <a:pt x="4913" y="14436"/>
                      <a:pt x="4913" y="14361"/>
                    </a:cubicBezTo>
                    <a:cubicBezTo>
                      <a:pt x="4913" y="14311"/>
                      <a:pt x="4963" y="14286"/>
                      <a:pt x="4988" y="14286"/>
                    </a:cubicBezTo>
                    <a:cubicBezTo>
                      <a:pt x="5013" y="14286"/>
                      <a:pt x="5063" y="14311"/>
                      <a:pt x="5063" y="14361"/>
                    </a:cubicBezTo>
                    <a:cubicBezTo>
                      <a:pt x="5038" y="14461"/>
                      <a:pt x="5038" y="14537"/>
                      <a:pt x="5038" y="14637"/>
                    </a:cubicBezTo>
                    <a:cubicBezTo>
                      <a:pt x="5038" y="14662"/>
                      <a:pt x="5038" y="14712"/>
                      <a:pt x="5038" y="14762"/>
                    </a:cubicBezTo>
                    <a:cubicBezTo>
                      <a:pt x="5063" y="14737"/>
                      <a:pt x="5063" y="14737"/>
                      <a:pt x="5063" y="14737"/>
                    </a:cubicBezTo>
                    <a:cubicBezTo>
                      <a:pt x="5114" y="14687"/>
                      <a:pt x="5164" y="14637"/>
                      <a:pt x="5214" y="14612"/>
                    </a:cubicBezTo>
                    <a:cubicBezTo>
                      <a:pt x="5264" y="14587"/>
                      <a:pt x="5289" y="14537"/>
                      <a:pt x="5339" y="14512"/>
                    </a:cubicBezTo>
                    <a:cubicBezTo>
                      <a:pt x="5339" y="14512"/>
                      <a:pt x="5364" y="14487"/>
                      <a:pt x="5364" y="14487"/>
                    </a:cubicBezTo>
                    <a:cubicBezTo>
                      <a:pt x="5389" y="14487"/>
                      <a:pt x="5389" y="14512"/>
                      <a:pt x="5389" y="14512"/>
                    </a:cubicBezTo>
                    <a:cubicBezTo>
                      <a:pt x="5414" y="14537"/>
                      <a:pt x="5414" y="14562"/>
                      <a:pt x="5389" y="14562"/>
                    </a:cubicBezTo>
                    <a:cubicBezTo>
                      <a:pt x="5364" y="14612"/>
                      <a:pt x="5314" y="14637"/>
                      <a:pt x="5264" y="14662"/>
                    </a:cubicBezTo>
                    <a:cubicBezTo>
                      <a:pt x="5239" y="14687"/>
                      <a:pt x="5214" y="14712"/>
                      <a:pt x="5189" y="14737"/>
                    </a:cubicBezTo>
                    <a:cubicBezTo>
                      <a:pt x="5164" y="14737"/>
                      <a:pt x="5164" y="14762"/>
                      <a:pt x="5139" y="14787"/>
                    </a:cubicBezTo>
                    <a:cubicBezTo>
                      <a:pt x="5114" y="14812"/>
                      <a:pt x="5088" y="14812"/>
                      <a:pt x="5063" y="14837"/>
                    </a:cubicBezTo>
                    <a:cubicBezTo>
                      <a:pt x="5139" y="14862"/>
                      <a:pt x="5189" y="14862"/>
                      <a:pt x="5264" y="14888"/>
                    </a:cubicBezTo>
                    <a:cubicBezTo>
                      <a:pt x="5339" y="14913"/>
                      <a:pt x="5439" y="14938"/>
                      <a:pt x="5515" y="14963"/>
                    </a:cubicBezTo>
                    <a:cubicBezTo>
                      <a:pt x="5565" y="14988"/>
                      <a:pt x="5565" y="15013"/>
                      <a:pt x="5565" y="15063"/>
                    </a:cubicBezTo>
                    <a:cubicBezTo>
                      <a:pt x="5565" y="15081"/>
                      <a:pt x="5540" y="15098"/>
                      <a:pt x="5516" y="15098"/>
                    </a:cubicBezTo>
                    <a:cubicBezTo>
                      <a:pt x="5506" y="15098"/>
                      <a:pt x="5497" y="15095"/>
                      <a:pt x="5489" y="15088"/>
                    </a:cubicBezTo>
                    <a:cubicBezTo>
                      <a:pt x="5389" y="15063"/>
                      <a:pt x="5314" y="15038"/>
                      <a:pt x="5214" y="15038"/>
                    </a:cubicBezTo>
                    <a:cubicBezTo>
                      <a:pt x="5139" y="15013"/>
                      <a:pt x="5038" y="14988"/>
                      <a:pt x="4963" y="14963"/>
                    </a:cubicBezTo>
                    <a:cubicBezTo>
                      <a:pt x="4963" y="14963"/>
                      <a:pt x="4938" y="14938"/>
                      <a:pt x="4938" y="14938"/>
                    </a:cubicBezTo>
                    <a:cubicBezTo>
                      <a:pt x="4913" y="14963"/>
                      <a:pt x="4888" y="14988"/>
                      <a:pt x="4838" y="15013"/>
                    </a:cubicBezTo>
                    <a:cubicBezTo>
                      <a:pt x="4788" y="15063"/>
                      <a:pt x="4763" y="15088"/>
                      <a:pt x="4713" y="15138"/>
                    </a:cubicBezTo>
                    <a:cubicBezTo>
                      <a:pt x="4687" y="15138"/>
                      <a:pt x="4687" y="15138"/>
                      <a:pt x="4687" y="15163"/>
                    </a:cubicBezTo>
                    <a:cubicBezTo>
                      <a:pt x="4713" y="15163"/>
                      <a:pt x="4738" y="15188"/>
                      <a:pt x="4763" y="15188"/>
                    </a:cubicBezTo>
                    <a:cubicBezTo>
                      <a:pt x="4813" y="15213"/>
                      <a:pt x="4838" y="15238"/>
                      <a:pt x="4888" y="15238"/>
                    </a:cubicBezTo>
                    <a:cubicBezTo>
                      <a:pt x="4913" y="15263"/>
                      <a:pt x="4963" y="15289"/>
                      <a:pt x="5013" y="15289"/>
                    </a:cubicBezTo>
                    <a:cubicBezTo>
                      <a:pt x="5038" y="15314"/>
                      <a:pt x="5088" y="15339"/>
                      <a:pt x="5139" y="15339"/>
                    </a:cubicBezTo>
                    <a:cubicBezTo>
                      <a:pt x="5189" y="15364"/>
                      <a:pt x="5239" y="15389"/>
                      <a:pt x="5289" y="15389"/>
                    </a:cubicBezTo>
                    <a:cubicBezTo>
                      <a:pt x="5314" y="15414"/>
                      <a:pt x="5339" y="15439"/>
                      <a:pt x="5339" y="15464"/>
                    </a:cubicBezTo>
                    <a:cubicBezTo>
                      <a:pt x="5364" y="15489"/>
                      <a:pt x="5339" y="15514"/>
                      <a:pt x="5339" y="15539"/>
                    </a:cubicBezTo>
                    <a:cubicBezTo>
                      <a:pt x="5314" y="15539"/>
                      <a:pt x="5314" y="15539"/>
                      <a:pt x="5289" y="15564"/>
                    </a:cubicBezTo>
                    <a:cubicBezTo>
                      <a:pt x="5264" y="15589"/>
                      <a:pt x="5214" y="15614"/>
                      <a:pt x="5189" y="15639"/>
                    </a:cubicBezTo>
                    <a:cubicBezTo>
                      <a:pt x="5139" y="15664"/>
                      <a:pt x="5088" y="15690"/>
                      <a:pt x="5038" y="15715"/>
                    </a:cubicBezTo>
                    <a:cubicBezTo>
                      <a:pt x="5013" y="15715"/>
                      <a:pt x="4963" y="15740"/>
                      <a:pt x="4938" y="15765"/>
                    </a:cubicBezTo>
                    <a:cubicBezTo>
                      <a:pt x="4888" y="15790"/>
                      <a:pt x="4863" y="15790"/>
                      <a:pt x="4838" y="15815"/>
                    </a:cubicBezTo>
                    <a:cubicBezTo>
                      <a:pt x="4913" y="15840"/>
                      <a:pt x="4988" y="15865"/>
                      <a:pt x="5063" y="15890"/>
                    </a:cubicBezTo>
                    <a:cubicBezTo>
                      <a:pt x="5088" y="15890"/>
                      <a:pt x="5114" y="15890"/>
                      <a:pt x="5139" y="15915"/>
                    </a:cubicBezTo>
                    <a:cubicBezTo>
                      <a:pt x="5164" y="15890"/>
                      <a:pt x="5164" y="15890"/>
                      <a:pt x="5189" y="15890"/>
                    </a:cubicBezTo>
                    <a:cubicBezTo>
                      <a:pt x="5289" y="15865"/>
                      <a:pt x="5389" y="15815"/>
                      <a:pt x="5515" y="15765"/>
                    </a:cubicBezTo>
                    <a:cubicBezTo>
                      <a:pt x="5615" y="15740"/>
                      <a:pt x="5715" y="15690"/>
                      <a:pt x="5840" y="15664"/>
                    </a:cubicBezTo>
                    <a:lnTo>
                      <a:pt x="5890" y="15664"/>
                    </a:lnTo>
                    <a:cubicBezTo>
                      <a:pt x="5916" y="15690"/>
                      <a:pt x="5916" y="15690"/>
                      <a:pt x="5916" y="15715"/>
                    </a:cubicBezTo>
                    <a:cubicBezTo>
                      <a:pt x="5941" y="15740"/>
                      <a:pt x="5916" y="15790"/>
                      <a:pt x="5890" y="15815"/>
                    </a:cubicBezTo>
                    <a:cubicBezTo>
                      <a:pt x="5765" y="15840"/>
                      <a:pt x="5665" y="15890"/>
                      <a:pt x="5540" y="15940"/>
                    </a:cubicBezTo>
                    <a:cubicBezTo>
                      <a:pt x="5489" y="15965"/>
                      <a:pt x="5439" y="15965"/>
                      <a:pt x="5389" y="15990"/>
                    </a:cubicBezTo>
                    <a:lnTo>
                      <a:pt x="5439" y="15990"/>
                    </a:lnTo>
                    <a:cubicBezTo>
                      <a:pt x="5489" y="16015"/>
                      <a:pt x="5565" y="16040"/>
                      <a:pt x="5615" y="16065"/>
                    </a:cubicBezTo>
                    <a:cubicBezTo>
                      <a:pt x="5690" y="16091"/>
                      <a:pt x="5740" y="16116"/>
                      <a:pt x="5815" y="16141"/>
                    </a:cubicBezTo>
                    <a:cubicBezTo>
                      <a:pt x="5840" y="16166"/>
                      <a:pt x="5840" y="16191"/>
                      <a:pt x="5840" y="16241"/>
                    </a:cubicBezTo>
                    <a:cubicBezTo>
                      <a:pt x="5815" y="16266"/>
                      <a:pt x="5790" y="16266"/>
                      <a:pt x="5740" y="16266"/>
                    </a:cubicBezTo>
                    <a:cubicBezTo>
                      <a:pt x="5690" y="16241"/>
                      <a:pt x="5640" y="16241"/>
                      <a:pt x="5590" y="16216"/>
                    </a:cubicBezTo>
                    <a:cubicBezTo>
                      <a:pt x="5540" y="16191"/>
                      <a:pt x="5489" y="16191"/>
                      <a:pt x="5414" y="16166"/>
                    </a:cubicBezTo>
                    <a:cubicBezTo>
                      <a:pt x="5364" y="16141"/>
                      <a:pt x="5314" y="16141"/>
                      <a:pt x="5264" y="16116"/>
                    </a:cubicBezTo>
                    <a:lnTo>
                      <a:pt x="5264" y="16116"/>
                    </a:lnTo>
                    <a:cubicBezTo>
                      <a:pt x="5289" y="16191"/>
                      <a:pt x="5339" y="16241"/>
                      <a:pt x="5364" y="16316"/>
                    </a:cubicBezTo>
                    <a:cubicBezTo>
                      <a:pt x="5414" y="16391"/>
                      <a:pt x="5464" y="16492"/>
                      <a:pt x="5515" y="16567"/>
                    </a:cubicBezTo>
                    <a:cubicBezTo>
                      <a:pt x="5540" y="16592"/>
                      <a:pt x="5515" y="16617"/>
                      <a:pt x="5515" y="16617"/>
                    </a:cubicBezTo>
                    <a:cubicBezTo>
                      <a:pt x="5489" y="16617"/>
                      <a:pt x="5464" y="16617"/>
                      <a:pt x="5464" y="16592"/>
                    </a:cubicBezTo>
                    <a:cubicBezTo>
                      <a:pt x="5414" y="16567"/>
                      <a:pt x="5389" y="16517"/>
                      <a:pt x="5364" y="16466"/>
                    </a:cubicBezTo>
                    <a:cubicBezTo>
                      <a:pt x="5339" y="16416"/>
                      <a:pt x="5314" y="16391"/>
                      <a:pt x="5289" y="16341"/>
                    </a:cubicBezTo>
                    <a:cubicBezTo>
                      <a:pt x="5239" y="16266"/>
                      <a:pt x="5214" y="16191"/>
                      <a:pt x="5164" y="16091"/>
                    </a:cubicBezTo>
                    <a:cubicBezTo>
                      <a:pt x="5114" y="16065"/>
                      <a:pt x="5088" y="16065"/>
                      <a:pt x="5038" y="16040"/>
                    </a:cubicBezTo>
                    <a:cubicBezTo>
                      <a:pt x="4963" y="16015"/>
                      <a:pt x="4863" y="15990"/>
                      <a:pt x="4788" y="15965"/>
                    </a:cubicBezTo>
                    <a:cubicBezTo>
                      <a:pt x="4788" y="15990"/>
                      <a:pt x="4788" y="15990"/>
                      <a:pt x="4788" y="16015"/>
                    </a:cubicBezTo>
                    <a:cubicBezTo>
                      <a:pt x="4813" y="16040"/>
                      <a:pt x="4813" y="16065"/>
                      <a:pt x="4813" y="16091"/>
                    </a:cubicBezTo>
                    <a:cubicBezTo>
                      <a:pt x="6091" y="17594"/>
                      <a:pt x="7520" y="19023"/>
                      <a:pt x="9099" y="20201"/>
                    </a:cubicBezTo>
                    <a:cubicBezTo>
                      <a:pt x="9073" y="20151"/>
                      <a:pt x="9048" y="20126"/>
                      <a:pt x="9048" y="20076"/>
                    </a:cubicBezTo>
                    <a:cubicBezTo>
                      <a:pt x="9023" y="20050"/>
                      <a:pt x="9023" y="20050"/>
                      <a:pt x="9023" y="20025"/>
                    </a:cubicBezTo>
                    <a:cubicBezTo>
                      <a:pt x="8998" y="20000"/>
                      <a:pt x="8998" y="19975"/>
                      <a:pt x="8998" y="19950"/>
                    </a:cubicBezTo>
                    <a:cubicBezTo>
                      <a:pt x="8998" y="19925"/>
                      <a:pt x="8998" y="19900"/>
                      <a:pt x="9048" y="19875"/>
                    </a:cubicBezTo>
                    <a:cubicBezTo>
                      <a:pt x="9073" y="19875"/>
                      <a:pt x="9073" y="19875"/>
                      <a:pt x="9099" y="19900"/>
                    </a:cubicBezTo>
                    <a:cubicBezTo>
                      <a:pt x="9149" y="19900"/>
                      <a:pt x="9174" y="19925"/>
                      <a:pt x="9224" y="19925"/>
                    </a:cubicBezTo>
                    <a:cubicBezTo>
                      <a:pt x="9249" y="19950"/>
                      <a:pt x="9299" y="19950"/>
                      <a:pt x="9324" y="19950"/>
                    </a:cubicBezTo>
                    <a:cubicBezTo>
                      <a:pt x="9349" y="19950"/>
                      <a:pt x="9374" y="19975"/>
                      <a:pt x="9399" y="19975"/>
                    </a:cubicBezTo>
                    <a:cubicBezTo>
                      <a:pt x="9474" y="20000"/>
                      <a:pt x="9525" y="20025"/>
                      <a:pt x="9600" y="20025"/>
                    </a:cubicBezTo>
                    <a:cubicBezTo>
                      <a:pt x="9600" y="20025"/>
                      <a:pt x="9575" y="20025"/>
                      <a:pt x="9575" y="20000"/>
                    </a:cubicBezTo>
                    <a:cubicBezTo>
                      <a:pt x="9575" y="19950"/>
                      <a:pt x="9550" y="19875"/>
                      <a:pt x="9550" y="19825"/>
                    </a:cubicBezTo>
                    <a:cubicBezTo>
                      <a:pt x="9550" y="19775"/>
                      <a:pt x="9525" y="19750"/>
                      <a:pt x="9525" y="19725"/>
                    </a:cubicBezTo>
                    <a:cubicBezTo>
                      <a:pt x="9500" y="19700"/>
                      <a:pt x="9474" y="19675"/>
                      <a:pt x="9424" y="19675"/>
                    </a:cubicBezTo>
                    <a:cubicBezTo>
                      <a:pt x="9399" y="19649"/>
                      <a:pt x="9349" y="19624"/>
                      <a:pt x="9324" y="19624"/>
                    </a:cubicBezTo>
                    <a:cubicBezTo>
                      <a:pt x="9274" y="19599"/>
                      <a:pt x="9249" y="19574"/>
                      <a:pt x="9199" y="19549"/>
                    </a:cubicBezTo>
                    <a:cubicBezTo>
                      <a:pt x="9149" y="19524"/>
                      <a:pt x="9124" y="19499"/>
                      <a:pt x="9073" y="19474"/>
                    </a:cubicBezTo>
                    <a:cubicBezTo>
                      <a:pt x="9048" y="19449"/>
                      <a:pt x="9023" y="19399"/>
                      <a:pt x="9048" y="19374"/>
                    </a:cubicBezTo>
                    <a:cubicBezTo>
                      <a:pt x="9073" y="19349"/>
                      <a:pt x="9073" y="19349"/>
                      <a:pt x="9099" y="19349"/>
                    </a:cubicBezTo>
                    <a:lnTo>
                      <a:pt x="9149" y="19349"/>
                    </a:lnTo>
                    <a:cubicBezTo>
                      <a:pt x="9174" y="19374"/>
                      <a:pt x="9224" y="19424"/>
                      <a:pt x="9274" y="19449"/>
                    </a:cubicBezTo>
                    <a:cubicBezTo>
                      <a:pt x="9324" y="19449"/>
                      <a:pt x="9349" y="19474"/>
                      <a:pt x="9399" y="19499"/>
                    </a:cubicBezTo>
                    <a:cubicBezTo>
                      <a:pt x="9424" y="19524"/>
                      <a:pt x="9474" y="19524"/>
                      <a:pt x="9500" y="19549"/>
                    </a:cubicBezTo>
                    <a:cubicBezTo>
                      <a:pt x="9500" y="19524"/>
                      <a:pt x="9474" y="19499"/>
                      <a:pt x="9474" y="19474"/>
                    </a:cubicBezTo>
                    <a:cubicBezTo>
                      <a:pt x="9474" y="19399"/>
                      <a:pt x="9449" y="19349"/>
                      <a:pt x="9449" y="19299"/>
                    </a:cubicBezTo>
                    <a:cubicBezTo>
                      <a:pt x="9424" y="19223"/>
                      <a:pt x="9424" y="19173"/>
                      <a:pt x="9399" y="19123"/>
                    </a:cubicBezTo>
                    <a:cubicBezTo>
                      <a:pt x="9399" y="19073"/>
                      <a:pt x="9424" y="19048"/>
                      <a:pt x="9449" y="19048"/>
                    </a:cubicBezTo>
                    <a:cubicBezTo>
                      <a:pt x="9500" y="19048"/>
                      <a:pt x="9500" y="19048"/>
                      <a:pt x="9525" y="19073"/>
                    </a:cubicBezTo>
                    <a:cubicBezTo>
                      <a:pt x="9525" y="19148"/>
                      <a:pt x="9550" y="19223"/>
                      <a:pt x="9575" y="19274"/>
                    </a:cubicBezTo>
                    <a:cubicBezTo>
                      <a:pt x="9575" y="19349"/>
                      <a:pt x="9600" y="19399"/>
                      <a:pt x="9600" y="19449"/>
                    </a:cubicBezTo>
                    <a:cubicBezTo>
                      <a:pt x="9600" y="19474"/>
                      <a:pt x="9600" y="19499"/>
                      <a:pt x="9625" y="19524"/>
                    </a:cubicBezTo>
                    <a:cubicBezTo>
                      <a:pt x="9625" y="19499"/>
                      <a:pt x="9650" y="19449"/>
                      <a:pt x="9675" y="19424"/>
                    </a:cubicBezTo>
                    <a:cubicBezTo>
                      <a:pt x="9725" y="19274"/>
                      <a:pt x="9775" y="19148"/>
                      <a:pt x="9850" y="19023"/>
                    </a:cubicBezTo>
                    <a:cubicBezTo>
                      <a:pt x="9850" y="18998"/>
                      <a:pt x="9850" y="18998"/>
                      <a:pt x="9875" y="18973"/>
                    </a:cubicBezTo>
                    <a:lnTo>
                      <a:pt x="9901" y="18973"/>
                    </a:lnTo>
                    <a:cubicBezTo>
                      <a:pt x="9926" y="18998"/>
                      <a:pt x="9951" y="19023"/>
                      <a:pt x="9951" y="19048"/>
                    </a:cubicBezTo>
                    <a:cubicBezTo>
                      <a:pt x="9926" y="19098"/>
                      <a:pt x="9901" y="19173"/>
                      <a:pt x="9875" y="19223"/>
                    </a:cubicBezTo>
                    <a:cubicBezTo>
                      <a:pt x="9850" y="19274"/>
                      <a:pt x="9850" y="19349"/>
                      <a:pt x="9825" y="19399"/>
                    </a:cubicBezTo>
                    <a:cubicBezTo>
                      <a:pt x="9800" y="19449"/>
                      <a:pt x="9775" y="19524"/>
                      <a:pt x="9725" y="19574"/>
                    </a:cubicBezTo>
                    <a:cubicBezTo>
                      <a:pt x="9700" y="19624"/>
                      <a:pt x="9675" y="19675"/>
                      <a:pt x="9675" y="19725"/>
                    </a:cubicBezTo>
                    <a:cubicBezTo>
                      <a:pt x="9650" y="19725"/>
                      <a:pt x="9650" y="19725"/>
                      <a:pt x="9650" y="19750"/>
                    </a:cubicBezTo>
                    <a:cubicBezTo>
                      <a:pt x="9650" y="19775"/>
                      <a:pt x="9650" y="19800"/>
                      <a:pt x="9650" y="19825"/>
                    </a:cubicBezTo>
                    <a:cubicBezTo>
                      <a:pt x="9675" y="19875"/>
                      <a:pt x="9675" y="19950"/>
                      <a:pt x="9700" y="20000"/>
                    </a:cubicBezTo>
                    <a:cubicBezTo>
                      <a:pt x="9700" y="20025"/>
                      <a:pt x="9700" y="20050"/>
                      <a:pt x="9700" y="20076"/>
                    </a:cubicBezTo>
                    <a:cubicBezTo>
                      <a:pt x="9725" y="20050"/>
                      <a:pt x="9750" y="20025"/>
                      <a:pt x="9775" y="19975"/>
                    </a:cubicBezTo>
                    <a:cubicBezTo>
                      <a:pt x="9800" y="19975"/>
                      <a:pt x="9825" y="19950"/>
                      <a:pt x="9825" y="19950"/>
                    </a:cubicBezTo>
                    <a:cubicBezTo>
                      <a:pt x="9850" y="19925"/>
                      <a:pt x="9875" y="19900"/>
                      <a:pt x="9901" y="19875"/>
                    </a:cubicBezTo>
                    <a:cubicBezTo>
                      <a:pt x="9926" y="19850"/>
                      <a:pt x="9951" y="19825"/>
                      <a:pt x="9976" y="19800"/>
                    </a:cubicBezTo>
                    <a:cubicBezTo>
                      <a:pt x="10001" y="19775"/>
                      <a:pt x="10026" y="19750"/>
                      <a:pt x="10051" y="19750"/>
                    </a:cubicBezTo>
                    <a:cubicBezTo>
                      <a:pt x="10076" y="19725"/>
                      <a:pt x="10101" y="19700"/>
                      <a:pt x="10126" y="19675"/>
                    </a:cubicBezTo>
                    <a:cubicBezTo>
                      <a:pt x="10151" y="19675"/>
                      <a:pt x="10176" y="19649"/>
                      <a:pt x="10201" y="19624"/>
                    </a:cubicBezTo>
                    <a:lnTo>
                      <a:pt x="10226" y="19624"/>
                    </a:lnTo>
                    <a:cubicBezTo>
                      <a:pt x="10251" y="19624"/>
                      <a:pt x="10276" y="19649"/>
                      <a:pt x="10276" y="19649"/>
                    </a:cubicBezTo>
                    <a:cubicBezTo>
                      <a:pt x="10276" y="19675"/>
                      <a:pt x="10276" y="19675"/>
                      <a:pt x="10276" y="19675"/>
                    </a:cubicBezTo>
                    <a:cubicBezTo>
                      <a:pt x="10276" y="19700"/>
                      <a:pt x="10302" y="19725"/>
                      <a:pt x="10302" y="19725"/>
                    </a:cubicBezTo>
                    <a:cubicBezTo>
                      <a:pt x="10302" y="19750"/>
                      <a:pt x="10302" y="19775"/>
                      <a:pt x="10302" y="19800"/>
                    </a:cubicBezTo>
                    <a:cubicBezTo>
                      <a:pt x="10327" y="19850"/>
                      <a:pt x="10327" y="19900"/>
                      <a:pt x="10352" y="19950"/>
                    </a:cubicBezTo>
                    <a:cubicBezTo>
                      <a:pt x="10352" y="20000"/>
                      <a:pt x="10352" y="20050"/>
                      <a:pt x="10377" y="20101"/>
                    </a:cubicBezTo>
                    <a:cubicBezTo>
                      <a:pt x="10377" y="20126"/>
                      <a:pt x="10377" y="20126"/>
                      <a:pt x="10377" y="20151"/>
                    </a:cubicBezTo>
                    <a:cubicBezTo>
                      <a:pt x="10427" y="20101"/>
                      <a:pt x="10452" y="20076"/>
                      <a:pt x="10502" y="20025"/>
                    </a:cubicBezTo>
                    <a:cubicBezTo>
                      <a:pt x="10552" y="20000"/>
                      <a:pt x="10577" y="19975"/>
                      <a:pt x="10602" y="19950"/>
                    </a:cubicBezTo>
                    <a:cubicBezTo>
                      <a:pt x="10602" y="19925"/>
                      <a:pt x="10602" y="19925"/>
                      <a:pt x="10602" y="19925"/>
                    </a:cubicBezTo>
                    <a:cubicBezTo>
                      <a:pt x="10602" y="19850"/>
                      <a:pt x="10627" y="19750"/>
                      <a:pt x="10627" y="19675"/>
                    </a:cubicBezTo>
                    <a:cubicBezTo>
                      <a:pt x="10627" y="19599"/>
                      <a:pt x="10627" y="19499"/>
                      <a:pt x="10627" y="19424"/>
                    </a:cubicBezTo>
                    <a:cubicBezTo>
                      <a:pt x="10627" y="19374"/>
                      <a:pt x="10652" y="19349"/>
                      <a:pt x="10703" y="19349"/>
                    </a:cubicBezTo>
                    <a:cubicBezTo>
                      <a:pt x="10728" y="19349"/>
                      <a:pt x="10753" y="19374"/>
                      <a:pt x="10753" y="19424"/>
                    </a:cubicBezTo>
                    <a:cubicBezTo>
                      <a:pt x="10753" y="19524"/>
                      <a:pt x="10753" y="19599"/>
                      <a:pt x="10753" y="19700"/>
                    </a:cubicBezTo>
                    <a:cubicBezTo>
                      <a:pt x="10753" y="19725"/>
                      <a:pt x="10753" y="19775"/>
                      <a:pt x="10753" y="19825"/>
                    </a:cubicBezTo>
                    <a:cubicBezTo>
                      <a:pt x="10753" y="19800"/>
                      <a:pt x="10778" y="19800"/>
                      <a:pt x="10778" y="19800"/>
                    </a:cubicBezTo>
                    <a:cubicBezTo>
                      <a:pt x="10828" y="19750"/>
                      <a:pt x="10878" y="19700"/>
                      <a:pt x="10928" y="19675"/>
                    </a:cubicBezTo>
                    <a:cubicBezTo>
                      <a:pt x="10953" y="19649"/>
                      <a:pt x="11003" y="19599"/>
                      <a:pt x="11053" y="19574"/>
                    </a:cubicBezTo>
                    <a:cubicBezTo>
                      <a:pt x="11053" y="19574"/>
                      <a:pt x="11053" y="19549"/>
                      <a:pt x="11078" y="19549"/>
                    </a:cubicBezTo>
                    <a:cubicBezTo>
                      <a:pt x="11078" y="19549"/>
                      <a:pt x="11104" y="19574"/>
                      <a:pt x="11104" y="19574"/>
                    </a:cubicBezTo>
                    <a:cubicBezTo>
                      <a:pt x="11129" y="19599"/>
                      <a:pt x="11129" y="19624"/>
                      <a:pt x="11104" y="19624"/>
                    </a:cubicBezTo>
                    <a:cubicBezTo>
                      <a:pt x="11053" y="19675"/>
                      <a:pt x="11028" y="19700"/>
                      <a:pt x="10978" y="19725"/>
                    </a:cubicBezTo>
                    <a:cubicBezTo>
                      <a:pt x="10953" y="19750"/>
                      <a:pt x="10928" y="19775"/>
                      <a:pt x="10903" y="19800"/>
                    </a:cubicBezTo>
                    <a:cubicBezTo>
                      <a:pt x="10878" y="19800"/>
                      <a:pt x="10853" y="19825"/>
                      <a:pt x="10828" y="19850"/>
                    </a:cubicBezTo>
                    <a:cubicBezTo>
                      <a:pt x="10803" y="19875"/>
                      <a:pt x="10803" y="19875"/>
                      <a:pt x="10778" y="19900"/>
                    </a:cubicBezTo>
                    <a:cubicBezTo>
                      <a:pt x="10828" y="19925"/>
                      <a:pt x="10903" y="19925"/>
                      <a:pt x="10953" y="19950"/>
                    </a:cubicBezTo>
                    <a:cubicBezTo>
                      <a:pt x="11053" y="19975"/>
                      <a:pt x="11129" y="20000"/>
                      <a:pt x="11229" y="20025"/>
                    </a:cubicBezTo>
                    <a:cubicBezTo>
                      <a:pt x="11254" y="20050"/>
                      <a:pt x="11279" y="20076"/>
                      <a:pt x="11279" y="20126"/>
                    </a:cubicBezTo>
                    <a:cubicBezTo>
                      <a:pt x="11261" y="20143"/>
                      <a:pt x="11244" y="20161"/>
                      <a:pt x="11217" y="20161"/>
                    </a:cubicBezTo>
                    <a:cubicBezTo>
                      <a:pt x="11206" y="20161"/>
                      <a:pt x="11193" y="20158"/>
                      <a:pt x="11179" y="20151"/>
                    </a:cubicBezTo>
                    <a:cubicBezTo>
                      <a:pt x="11104" y="20126"/>
                      <a:pt x="11003" y="20101"/>
                      <a:pt x="10928" y="20101"/>
                    </a:cubicBezTo>
                    <a:cubicBezTo>
                      <a:pt x="10828" y="20076"/>
                      <a:pt x="10753" y="20050"/>
                      <a:pt x="10677" y="20025"/>
                    </a:cubicBezTo>
                    <a:cubicBezTo>
                      <a:pt x="10652" y="20025"/>
                      <a:pt x="10652" y="20000"/>
                      <a:pt x="10652" y="20000"/>
                    </a:cubicBezTo>
                    <a:cubicBezTo>
                      <a:pt x="10602" y="20025"/>
                      <a:pt x="10577" y="20050"/>
                      <a:pt x="10552" y="20076"/>
                    </a:cubicBezTo>
                    <a:cubicBezTo>
                      <a:pt x="10502" y="20126"/>
                      <a:pt x="10452" y="20151"/>
                      <a:pt x="10402" y="20201"/>
                    </a:cubicBezTo>
                    <a:cubicBezTo>
                      <a:pt x="10402" y="20201"/>
                      <a:pt x="10402" y="20201"/>
                      <a:pt x="10377" y="20226"/>
                    </a:cubicBezTo>
                    <a:cubicBezTo>
                      <a:pt x="10402" y="20226"/>
                      <a:pt x="10452" y="20251"/>
                      <a:pt x="10477" y="20251"/>
                    </a:cubicBezTo>
                    <a:cubicBezTo>
                      <a:pt x="10502" y="20276"/>
                      <a:pt x="10552" y="20301"/>
                      <a:pt x="10577" y="20301"/>
                    </a:cubicBezTo>
                    <a:cubicBezTo>
                      <a:pt x="10627" y="20326"/>
                      <a:pt x="10677" y="20351"/>
                      <a:pt x="10703" y="20351"/>
                    </a:cubicBezTo>
                    <a:cubicBezTo>
                      <a:pt x="10753" y="20376"/>
                      <a:pt x="10803" y="20401"/>
                      <a:pt x="10853" y="20401"/>
                    </a:cubicBezTo>
                    <a:cubicBezTo>
                      <a:pt x="10903" y="20426"/>
                      <a:pt x="10928" y="20451"/>
                      <a:pt x="10978" y="20451"/>
                    </a:cubicBezTo>
                    <a:cubicBezTo>
                      <a:pt x="11003" y="20477"/>
                      <a:pt x="11028" y="20502"/>
                      <a:pt x="11053" y="20502"/>
                    </a:cubicBezTo>
                    <a:cubicBezTo>
                      <a:pt x="11078" y="20552"/>
                      <a:pt x="11053" y="20577"/>
                      <a:pt x="11028" y="20602"/>
                    </a:cubicBezTo>
                    <a:cubicBezTo>
                      <a:pt x="11028" y="20602"/>
                      <a:pt x="11003" y="20602"/>
                      <a:pt x="11003" y="20627"/>
                    </a:cubicBezTo>
                    <a:cubicBezTo>
                      <a:pt x="10953" y="20652"/>
                      <a:pt x="10928" y="20677"/>
                      <a:pt x="10878" y="20702"/>
                    </a:cubicBezTo>
                    <a:cubicBezTo>
                      <a:pt x="10853" y="20727"/>
                      <a:pt x="10803" y="20752"/>
                      <a:pt x="10753" y="20777"/>
                    </a:cubicBezTo>
                    <a:cubicBezTo>
                      <a:pt x="10703" y="20777"/>
                      <a:pt x="10677" y="20802"/>
                      <a:pt x="10627" y="20827"/>
                    </a:cubicBezTo>
                    <a:cubicBezTo>
                      <a:pt x="10602" y="20852"/>
                      <a:pt x="10577" y="20852"/>
                      <a:pt x="10552" y="20878"/>
                    </a:cubicBezTo>
                    <a:cubicBezTo>
                      <a:pt x="10627" y="20903"/>
                      <a:pt x="10703" y="20928"/>
                      <a:pt x="10778" y="20953"/>
                    </a:cubicBezTo>
                    <a:cubicBezTo>
                      <a:pt x="10803" y="20953"/>
                      <a:pt x="10828" y="20953"/>
                      <a:pt x="10853" y="20978"/>
                    </a:cubicBezTo>
                    <a:cubicBezTo>
                      <a:pt x="10853" y="20953"/>
                      <a:pt x="10878" y="20953"/>
                      <a:pt x="10878" y="20953"/>
                    </a:cubicBezTo>
                    <a:cubicBezTo>
                      <a:pt x="11003" y="20928"/>
                      <a:pt x="11104" y="20878"/>
                      <a:pt x="11204" y="20827"/>
                    </a:cubicBezTo>
                    <a:cubicBezTo>
                      <a:pt x="11254" y="20827"/>
                      <a:pt x="11304" y="20802"/>
                      <a:pt x="11329" y="20802"/>
                    </a:cubicBezTo>
                    <a:lnTo>
                      <a:pt x="13535" y="18998"/>
                    </a:lnTo>
                    <a:cubicBezTo>
                      <a:pt x="13535" y="18998"/>
                      <a:pt x="10402" y="15790"/>
                      <a:pt x="7695" y="11028"/>
                    </a:cubicBezTo>
                    <a:cubicBezTo>
                      <a:pt x="8422" y="8221"/>
                      <a:pt x="9324" y="4587"/>
                      <a:pt x="9926" y="2281"/>
                    </a:cubicBezTo>
                    <a:cubicBezTo>
                      <a:pt x="9901" y="2281"/>
                      <a:pt x="9875" y="2281"/>
                      <a:pt x="9875" y="2256"/>
                    </a:cubicBezTo>
                    <a:cubicBezTo>
                      <a:pt x="9875" y="2231"/>
                      <a:pt x="9850" y="2181"/>
                      <a:pt x="9850" y="2156"/>
                    </a:cubicBezTo>
                    <a:cubicBezTo>
                      <a:pt x="9850" y="2131"/>
                      <a:pt x="9850" y="2106"/>
                      <a:pt x="9850" y="2080"/>
                    </a:cubicBezTo>
                    <a:cubicBezTo>
                      <a:pt x="9825" y="2005"/>
                      <a:pt x="9800" y="1955"/>
                      <a:pt x="9800" y="1880"/>
                    </a:cubicBezTo>
                    <a:cubicBezTo>
                      <a:pt x="9775" y="1830"/>
                      <a:pt x="9775" y="1755"/>
                      <a:pt x="9750" y="1705"/>
                    </a:cubicBezTo>
                    <a:cubicBezTo>
                      <a:pt x="9725" y="1755"/>
                      <a:pt x="9700" y="1805"/>
                      <a:pt x="9675" y="1855"/>
                    </a:cubicBezTo>
                    <a:cubicBezTo>
                      <a:pt x="9675" y="1880"/>
                      <a:pt x="9650" y="1905"/>
                      <a:pt x="9625" y="1955"/>
                    </a:cubicBezTo>
                    <a:cubicBezTo>
                      <a:pt x="9625" y="1980"/>
                      <a:pt x="9600" y="2005"/>
                      <a:pt x="9575" y="2030"/>
                    </a:cubicBezTo>
                    <a:cubicBezTo>
                      <a:pt x="9557" y="2048"/>
                      <a:pt x="9539" y="2066"/>
                      <a:pt x="9513" y="2066"/>
                    </a:cubicBezTo>
                    <a:cubicBezTo>
                      <a:pt x="9502" y="2066"/>
                      <a:pt x="9489" y="2063"/>
                      <a:pt x="9474" y="2055"/>
                    </a:cubicBezTo>
                    <a:cubicBezTo>
                      <a:pt x="9474" y="2055"/>
                      <a:pt x="9474" y="2030"/>
                      <a:pt x="9449" y="2005"/>
                    </a:cubicBezTo>
                    <a:cubicBezTo>
                      <a:pt x="9449" y="2005"/>
                      <a:pt x="9449" y="1980"/>
                      <a:pt x="9474" y="1980"/>
                    </a:cubicBezTo>
                    <a:cubicBezTo>
                      <a:pt x="9500" y="1930"/>
                      <a:pt x="9500" y="1880"/>
                      <a:pt x="9525" y="1830"/>
                    </a:cubicBezTo>
                    <a:cubicBezTo>
                      <a:pt x="9550" y="1805"/>
                      <a:pt x="9575" y="1780"/>
                      <a:pt x="9600" y="1730"/>
                    </a:cubicBezTo>
                    <a:cubicBezTo>
                      <a:pt x="9625" y="1705"/>
                      <a:pt x="9625" y="1654"/>
                      <a:pt x="9650" y="1604"/>
                    </a:cubicBezTo>
                    <a:cubicBezTo>
                      <a:pt x="9675" y="1579"/>
                      <a:pt x="9675" y="1554"/>
                      <a:pt x="9700" y="1529"/>
                    </a:cubicBezTo>
                    <a:cubicBezTo>
                      <a:pt x="9700" y="1529"/>
                      <a:pt x="9700" y="1529"/>
                      <a:pt x="9725" y="1504"/>
                    </a:cubicBezTo>
                    <a:lnTo>
                      <a:pt x="9700" y="1504"/>
                    </a:lnTo>
                    <a:cubicBezTo>
                      <a:pt x="9700" y="1429"/>
                      <a:pt x="9675" y="1354"/>
                      <a:pt x="9650" y="1304"/>
                    </a:cubicBezTo>
                    <a:cubicBezTo>
                      <a:pt x="9650" y="1253"/>
                      <a:pt x="9650" y="1228"/>
                      <a:pt x="9650" y="1203"/>
                    </a:cubicBezTo>
                    <a:lnTo>
                      <a:pt x="9625" y="1203"/>
                    </a:lnTo>
                    <a:cubicBezTo>
                      <a:pt x="9625" y="1203"/>
                      <a:pt x="9600" y="1228"/>
                      <a:pt x="9575" y="1228"/>
                    </a:cubicBezTo>
                    <a:cubicBezTo>
                      <a:pt x="9575" y="1253"/>
                      <a:pt x="9550" y="1278"/>
                      <a:pt x="9525" y="1278"/>
                    </a:cubicBezTo>
                    <a:cubicBezTo>
                      <a:pt x="9500" y="1304"/>
                      <a:pt x="9500" y="1304"/>
                      <a:pt x="9474" y="1329"/>
                    </a:cubicBezTo>
                    <a:cubicBezTo>
                      <a:pt x="9449" y="1329"/>
                      <a:pt x="9449" y="1354"/>
                      <a:pt x="9424" y="1379"/>
                    </a:cubicBezTo>
                    <a:cubicBezTo>
                      <a:pt x="9399" y="1379"/>
                      <a:pt x="9374" y="1404"/>
                      <a:pt x="9374" y="1404"/>
                    </a:cubicBezTo>
                    <a:cubicBezTo>
                      <a:pt x="9349" y="1429"/>
                      <a:pt x="9349" y="1429"/>
                      <a:pt x="9324" y="1454"/>
                    </a:cubicBezTo>
                    <a:cubicBezTo>
                      <a:pt x="9299" y="1454"/>
                      <a:pt x="9299" y="1479"/>
                      <a:pt x="9274" y="1479"/>
                    </a:cubicBezTo>
                    <a:cubicBezTo>
                      <a:pt x="9274" y="1491"/>
                      <a:pt x="9268" y="1498"/>
                      <a:pt x="9258" y="1498"/>
                    </a:cubicBezTo>
                    <a:cubicBezTo>
                      <a:pt x="9249" y="1498"/>
                      <a:pt x="9236" y="1491"/>
                      <a:pt x="9224" y="1479"/>
                    </a:cubicBezTo>
                    <a:cubicBezTo>
                      <a:pt x="9224" y="1479"/>
                      <a:pt x="9224" y="1454"/>
                      <a:pt x="9224" y="1454"/>
                    </a:cubicBezTo>
                    <a:cubicBezTo>
                      <a:pt x="9224" y="1429"/>
                      <a:pt x="9224" y="1429"/>
                      <a:pt x="9224" y="1429"/>
                    </a:cubicBezTo>
                    <a:cubicBezTo>
                      <a:pt x="9199" y="1429"/>
                      <a:pt x="9199" y="1404"/>
                      <a:pt x="9199" y="1379"/>
                    </a:cubicBezTo>
                    <a:cubicBezTo>
                      <a:pt x="9174" y="1354"/>
                      <a:pt x="9174" y="1354"/>
                      <a:pt x="9174" y="1329"/>
                    </a:cubicBezTo>
                    <a:cubicBezTo>
                      <a:pt x="9149" y="1304"/>
                      <a:pt x="9149" y="1278"/>
                      <a:pt x="9149" y="1253"/>
                    </a:cubicBezTo>
                    <a:cubicBezTo>
                      <a:pt x="9124" y="1228"/>
                      <a:pt x="9124" y="1203"/>
                      <a:pt x="9099" y="1178"/>
                    </a:cubicBezTo>
                    <a:cubicBezTo>
                      <a:pt x="9099" y="1153"/>
                      <a:pt x="9073" y="1128"/>
                      <a:pt x="9073" y="1103"/>
                    </a:cubicBezTo>
                    <a:cubicBezTo>
                      <a:pt x="9073" y="1078"/>
                      <a:pt x="9048" y="1053"/>
                      <a:pt x="9048" y="1028"/>
                    </a:cubicBezTo>
                    <a:cubicBezTo>
                      <a:pt x="9023" y="1003"/>
                      <a:pt x="9023" y="978"/>
                      <a:pt x="9023" y="953"/>
                    </a:cubicBezTo>
                    <a:lnTo>
                      <a:pt x="8998" y="953"/>
                    </a:lnTo>
                    <a:cubicBezTo>
                      <a:pt x="8948" y="1003"/>
                      <a:pt x="8898" y="1053"/>
                      <a:pt x="8873" y="1078"/>
                    </a:cubicBezTo>
                    <a:cubicBezTo>
                      <a:pt x="8848" y="1103"/>
                      <a:pt x="8798" y="1128"/>
                      <a:pt x="8773" y="1153"/>
                    </a:cubicBezTo>
                    <a:cubicBezTo>
                      <a:pt x="8773" y="1178"/>
                      <a:pt x="8773" y="1178"/>
                      <a:pt x="8773" y="1178"/>
                    </a:cubicBezTo>
                    <a:cubicBezTo>
                      <a:pt x="8773" y="1203"/>
                      <a:pt x="8773" y="1203"/>
                      <a:pt x="8748" y="1203"/>
                    </a:cubicBezTo>
                    <a:cubicBezTo>
                      <a:pt x="8773" y="1379"/>
                      <a:pt x="8748" y="1554"/>
                      <a:pt x="8748" y="1705"/>
                    </a:cubicBezTo>
                    <a:cubicBezTo>
                      <a:pt x="8748" y="1730"/>
                      <a:pt x="8723" y="1755"/>
                      <a:pt x="8698" y="1755"/>
                    </a:cubicBezTo>
                    <a:cubicBezTo>
                      <a:pt x="8672" y="1755"/>
                      <a:pt x="8647" y="1730"/>
                      <a:pt x="8647" y="1705"/>
                    </a:cubicBezTo>
                    <a:cubicBezTo>
                      <a:pt x="8672" y="1604"/>
                      <a:pt x="8672" y="1529"/>
                      <a:pt x="8672" y="1429"/>
                    </a:cubicBezTo>
                    <a:cubicBezTo>
                      <a:pt x="8672" y="1379"/>
                      <a:pt x="8672" y="1304"/>
                      <a:pt x="8672" y="1253"/>
                    </a:cubicBezTo>
                    <a:cubicBezTo>
                      <a:pt x="8647" y="1278"/>
                      <a:pt x="8597" y="1304"/>
                      <a:pt x="8572" y="1329"/>
                    </a:cubicBezTo>
                    <a:cubicBezTo>
                      <a:pt x="8522" y="1379"/>
                      <a:pt x="8497" y="1429"/>
                      <a:pt x="8447" y="1454"/>
                    </a:cubicBezTo>
                    <a:cubicBezTo>
                      <a:pt x="8397" y="1504"/>
                      <a:pt x="8372" y="1529"/>
                      <a:pt x="8322" y="1579"/>
                    </a:cubicBezTo>
                    <a:lnTo>
                      <a:pt x="8271" y="1579"/>
                    </a:lnTo>
                    <a:cubicBezTo>
                      <a:pt x="8271" y="1554"/>
                      <a:pt x="8271" y="1529"/>
                      <a:pt x="8271" y="1529"/>
                    </a:cubicBezTo>
                    <a:cubicBezTo>
                      <a:pt x="8322" y="1479"/>
                      <a:pt x="8347" y="1454"/>
                      <a:pt x="8397" y="1404"/>
                    </a:cubicBezTo>
                    <a:cubicBezTo>
                      <a:pt x="8447" y="1379"/>
                      <a:pt x="8497" y="1329"/>
                      <a:pt x="8522" y="1304"/>
                    </a:cubicBezTo>
                    <a:cubicBezTo>
                      <a:pt x="8547" y="1278"/>
                      <a:pt x="8572" y="1253"/>
                      <a:pt x="8597" y="1228"/>
                    </a:cubicBezTo>
                    <a:cubicBezTo>
                      <a:pt x="8572" y="1203"/>
                      <a:pt x="8522" y="1203"/>
                      <a:pt x="8472" y="1203"/>
                    </a:cubicBezTo>
                    <a:cubicBezTo>
                      <a:pt x="8447" y="1178"/>
                      <a:pt x="8397" y="1178"/>
                      <a:pt x="8347" y="1178"/>
                    </a:cubicBezTo>
                    <a:cubicBezTo>
                      <a:pt x="8297" y="1153"/>
                      <a:pt x="8246" y="1153"/>
                      <a:pt x="8196" y="1128"/>
                    </a:cubicBezTo>
                    <a:cubicBezTo>
                      <a:pt x="8171" y="1128"/>
                      <a:pt x="8146" y="1078"/>
                      <a:pt x="8146" y="1053"/>
                    </a:cubicBezTo>
                    <a:cubicBezTo>
                      <a:pt x="8171" y="1028"/>
                      <a:pt x="8171" y="1003"/>
                      <a:pt x="8196" y="1003"/>
                    </a:cubicBezTo>
                    <a:lnTo>
                      <a:pt x="8322" y="1003"/>
                    </a:lnTo>
                    <a:cubicBezTo>
                      <a:pt x="8372" y="1028"/>
                      <a:pt x="8447" y="1028"/>
                      <a:pt x="8522" y="1028"/>
                    </a:cubicBezTo>
                    <a:cubicBezTo>
                      <a:pt x="8597" y="1053"/>
                      <a:pt x="8647" y="1078"/>
                      <a:pt x="8723" y="1078"/>
                    </a:cubicBezTo>
                    <a:lnTo>
                      <a:pt x="8748" y="1078"/>
                    </a:lnTo>
                    <a:cubicBezTo>
                      <a:pt x="8773" y="1078"/>
                      <a:pt x="8798" y="1053"/>
                      <a:pt x="8798" y="1028"/>
                    </a:cubicBezTo>
                    <a:cubicBezTo>
                      <a:pt x="8848" y="978"/>
                      <a:pt x="8898" y="928"/>
                      <a:pt x="8948" y="903"/>
                    </a:cubicBezTo>
                    <a:cubicBezTo>
                      <a:pt x="8948" y="877"/>
                      <a:pt x="8973" y="877"/>
                      <a:pt x="8973" y="877"/>
                    </a:cubicBezTo>
                    <a:cubicBezTo>
                      <a:pt x="8973" y="877"/>
                      <a:pt x="8973" y="852"/>
                      <a:pt x="8948" y="852"/>
                    </a:cubicBezTo>
                    <a:cubicBezTo>
                      <a:pt x="8898" y="852"/>
                      <a:pt x="8848" y="827"/>
                      <a:pt x="8798" y="802"/>
                    </a:cubicBezTo>
                    <a:cubicBezTo>
                      <a:pt x="8723" y="802"/>
                      <a:pt x="8672" y="777"/>
                      <a:pt x="8622" y="777"/>
                    </a:cubicBezTo>
                    <a:cubicBezTo>
                      <a:pt x="8597" y="777"/>
                      <a:pt x="8572" y="752"/>
                      <a:pt x="8572" y="752"/>
                    </a:cubicBezTo>
                    <a:lnTo>
                      <a:pt x="8522" y="752"/>
                    </a:lnTo>
                    <a:cubicBezTo>
                      <a:pt x="8497" y="727"/>
                      <a:pt x="8497" y="702"/>
                      <a:pt x="8497" y="702"/>
                    </a:cubicBezTo>
                    <a:cubicBezTo>
                      <a:pt x="8497" y="677"/>
                      <a:pt x="8522" y="677"/>
                      <a:pt x="8522" y="677"/>
                    </a:cubicBezTo>
                    <a:cubicBezTo>
                      <a:pt x="8522" y="652"/>
                      <a:pt x="8522" y="652"/>
                      <a:pt x="8522" y="652"/>
                    </a:cubicBezTo>
                    <a:cubicBezTo>
                      <a:pt x="8597" y="602"/>
                      <a:pt x="8647" y="577"/>
                      <a:pt x="8698" y="527"/>
                    </a:cubicBezTo>
                    <a:cubicBezTo>
                      <a:pt x="8723" y="501"/>
                      <a:pt x="8748" y="476"/>
                      <a:pt x="8773" y="451"/>
                    </a:cubicBezTo>
                    <a:cubicBezTo>
                      <a:pt x="8798" y="451"/>
                      <a:pt x="8823" y="426"/>
                      <a:pt x="8848" y="401"/>
                    </a:cubicBezTo>
                    <a:cubicBezTo>
                      <a:pt x="8873" y="376"/>
                      <a:pt x="8898" y="376"/>
                      <a:pt x="8923" y="351"/>
                    </a:cubicBezTo>
                    <a:cubicBezTo>
                      <a:pt x="8898" y="351"/>
                      <a:pt x="8848" y="326"/>
                      <a:pt x="8823" y="326"/>
                    </a:cubicBezTo>
                    <a:cubicBezTo>
                      <a:pt x="8773" y="301"/>
                      <a:pt x="8698" y="276"/>
                      <a:pt x="8647" y="251"/>
                    </a:cubicBezTo>
                    <a:cubicBezTo>
                      <a:pt x="8622" y="251"/>
                      <a:pt x="8597" y="251"/>
                      <a:pt x="8572" y="226"/>
                    </a:cubicBezTo>
                    <a:cubicBezTo>
                      <a:pt x="8572" y="251"/>
                      <a:pt x="8572" y="251"/>
                      <a:pt x="8572" y="251"/>
                    </a:cubicBezTo>
                    <a:cubicBezTo>
                      <a:pt x="8522" y="276"/>
                      <a:pt x="8497" y="276"/>
                      <a:pt x="8472" y="301"/>
                    </a:cubicBezTo>
                    <a:cubicBezTo>
                      <a:pt x="8397" y="376"/>
                      <a:pt x="8322" y="426"/>
                      <a:pt x="8246" y="476"/>
                    </a:cubicBezTo>
                    <a:lnTo>
                      <a:pt x="8171" y="476"/>
                    </a:lnTo>
                    <a:cubicBezTo>
                      <a:pt x="8171" y="476"/>
                      <a:pt x="8146" y="451"/>
                      <a:pt x="8146" y="451"/>
                    </a:cubicBezTo>
                    <a:cubicBezTo>
                      <a:pt x="8121" y="426"/>
                      <a:pt x="8121" y="376"/>
                      <a:pt x="8146" y="351"/>
                    </a:cubicBezTo>
                    <a:cubicBezTo>
                      <a:pt x="8221" y="301"/>
                      <a:pt x="8271" y="276"/>
                      <a:pt x="8347" y="226"/>
                    </a:cubicBezTo>
                    <a:cubicBezTo>
                      <a:pt x="8347" y="201"/>
                      <a:pt x="8372" y="201"/>
                      <a:pt x="8397" y="176"/>
                    </a:cubicBezTo>
                    <a:cubicBezTo>
                      <a:pt x="8372" y="176"/>
                      <a:pt x="8322" y="151"/>
                      <a:pt x="8297" y="151"/>
                    </a:cubicBezTo>
                    <a:cubicBezTo>
                      <a:pt x="8271" y="126"/>
                      <a:pt x="8246" y="126"/>
                      <a:pt x="8221" y="100"/>
                    </a:cubicBezTo>
                    <a:cubicBezTo>
                      <a:pt x="8171" y="100"/>
                      <a:pt x="8146" y="100"/>
                      <a:pt x="8121" y="75"/>
                    </a:cubicBezTo>
                    <a:cubicBezTo>
                      <a:pt x="8071" y="50"/>
                      <a:pt x="8046" y="25"/>
                      <a:pt x="79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7" name="Google Shape;5757;p50"/>
              <p:cNvSpPr/>
              <p:nvPr/>
            </p:nvSpPr>
            <p:spPr>
              <a:xfrm>
                <a:off x="4830350" y="1525725"/>
                <a:ext cx="15075" cy="18175"/>
              </a:xfrm>
              <a:custGeom>
                <a:rect b="b" l="l" r="r" t="t"/>
                <a:pathLst>
                  <a:path extrusionOk="0" h="727" w="603">
                    <a:moveTo>
                      <a:pt x="502" y="0"/>
                    </a:moveTo>
                    <a:cubicBezTo>
                      <a:pt x="477" y="25"/>
                      <a:pt x="477" y="25"/>
                      <a:pt x="477" y="25"/>
                    </a:cubicBezTo>
                    <a:cubicBezTo>
                      <a:pt x="427" y="50"/>
                      <a:pt x="377" y="75"/>
                      <a:pt x="352" y="125"/>
                    </a:cubicBezTo>
                    <a:cubicBezTo>
                      <a:pt x="327" y="150"/>
                      <a:pt x="302" y="175"/>
                      <a:pt x="276" y="175"/>
                    </a:cubicBezTo>
                    <a:cubicBezTo>
                      <a:pt x="251" y="201"/>
                      <a:pt x="226" y="226"/>
                      <a:pt x="201" y="226"/>
                    </a:cubicBezTo>
                    <a:cubicBezTo>
                      <a:pt x="176" y="276"/>
                      <a:pt x="151" y="301"/>
                      <a:pt x="126" y="326"/>
                    </a:cubicBezTo>
                    <a:cubicBezTo>
                      <a:pt x="76" y="351"/>
                      <a:pt x="51" y="376"/>
                      <a:pt x="26" y="376"/>
                    </a:cubicBezTo>
                    <a:lnTo>
                      <a:pt x="1" y="376"/>
                    </a:lnTo>
                    <a:cubicBezTo>
                      <a:pt x="1" y="401"/>
                      <a:pt x="26" y="426"/>
                      <a:pt x="26" y="426"/>
                    </a:cubicBezTo>
                    <a:cubicBezTo>
                      <a:pt x="101" y="526"/>
                      <a:pt x="176" y="627"/>
                      <a:pt x="251" y="727"/>
                    </a:cubicBezTo>
                    <a:cubicBezTo>
                      <a:pt x="276" y="702"/>
                      <a:pt x="327" y="652"/>
                      <a:pt x="352" y="627"/>
                    </a:cubicBezTo>
                    <a:cubicBezTo>
                      <a:pt x="402" y="602"/>
                      <a:pt x="452" y="551"/>
                      <a:pt x="502" y="526"/>
                    </a:cubicBezTo>
                    <a:cubicBezTo>
                      <a:pt x="527" y="501"/>
                      <a:pt x="552" y="476"/>
                      <a:pt x="602" y="451"/>
                    </a:cubicBezTo>
                    <a:cubicBezTo>
                      <a:pt x="577" y="426"/>
                      <a:pt x="577" y="401"/>
                      <a:pt x="577" y="376"/>
                    </a:cubicBezTo>
                    <a:cubicBezTo>
                      <a:pt x="552" y="326"/>
                      <a:pt x="552" y="276"/>
                      <a:pt x="527" y="226"/>
                    </a:cubicBezTo>
                    <a:cubicBezTo>
                      <a:pt x="527" y="175"/>
                      <a:pt x="502" y="125"/>
                      <a:pt x="502" y="75"/>
                    </a:cubicBezTo>
                    <a:cubicBezTo>
                      <a:pt x="502" y="50"/>
                      <a:pt x="502" y="25"/>
                      <a:pt x="5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8" name="Google Shape;5758;p50"/>
              <p:cNvSpPr/>
              <p:nvPr/>
            </p:nvSpPr>
            <p:spPr>
              <a:xfrm>
                <a:off x="4861050" y="12882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9" name="Google Shape;5759;p50"/>
              <p:cNvSpPr/>
              <p:nvPr/>
            </p:nvSpPr>
            <p:spPr>
              <a:xfrm>
                <a:off x="4830350" y="1268200"/>
                <a:ext cx="15075" cy="20700"/>
              </a:xfrm>
              <a:custGeom>
                <a:rect b="b" l="l" r="r" t="t"/>
                <a:pathLst>
                  <a:path extrusionOk="0" h="828" w="603">
                    <a:moveTo>
                      <a:pt x="477" y="0"/>
                    </a:moveTo>
                    <a:cubicBezTo>
                      <a:pt x="427" y="50"/>
                      <a:pt x="377" y="75"/>
                      <a:pt x="352" y="100"/>
                    </a:cubicBezTo>
                    <a:cubicBezTo>
                      <a:pt x="327" y="126"/>
                      <a:pt x="302" y="151"/>
                      <a:pt x="276" y="176"/>
                    </a:cubicBezTo>
                    <a:cubicBezTo>
                      <a:pt x="251" y="201"/>
                      <a:pt x="226" y="201"/>
                      <a:pt x="201" y="226"/>
                    </a:cubicBezTo>
                    <a:cubicBezTo>
                      <a:pt x="176" y="251"/>
                      <a:pt x="151" y="276"/>
                      <a:pt x="126" y="301"/>
                    </a:cubicBezTo>
                    <a:cubicBezTo>
                      <a:pt x="76" y="326"/>
                      <a:pt x="51" y="351"/>
                      <a:pt x="26" y="376"/>
                    </a:cubicBezTo>
                    <a:lnTo>
                      <a:pt x="1" y="376"/>
                    </a:lnTo>
                    <a:cubicBezTo>
                      <a:pt x="1" y="401"/>
                      <a:pt x="26" y="426"/>
                      <a:pt x="26" y="426"/>
                    </a:cubicBezTo>
                    <a:cubicBezTo>
                      <a:pt x="51" y="552"/>
                      <a:pt x="76" y="677"/>
                      <a:pt x="101" y="802"/>
                    </a:cubicBezTo>
                    <a:cubicBezTo>
                      <a:pt x="126" y="802"/>
                      <a:pt x="126" y="827"/>
                      <a:pt x="126" y="827"/>
                    </a:cubicBezTo>
                    <a:cubicBezTo>
                      <a:pt x="151" y="802"/>
                      <a:pt x="176" y="777"/>
                      <a:pt x="201" y="752"/>
                    </a:cubicBezTo>
                    <a:cubicBezTo>
                      <a:pt x="251" y="702"/>
                      <a:pt x="302" y="652"/>
                      <a:pt x="352" y="627"/>
                    </a:cubicBezTo>
                    <a:cubicBezTo>
                      <a:pt x="402" y="577"/>
                      <a:pt x="452" y="552"/>
                      <a:pt x="502" y="501"/>
                    </a:cubicBezTo>
                    <a:cubicBezTo>
                      <a:pt x="527" y="476"/>
                      <a:pt x="552" y="451"/>
                      <a:pt x="602" y="426"/>
                    </a:cubicBezTo>
                    <a:cubicBezTo>
                      <a:pt x="577" y="401"/>
                      <a:pt x="577" y="376"/>
                      <a:pt x="577" y="351"/>
                    </a:cubicBezTo>
                    <a:cubicBezTo>
                      <a:pt x="552" y="301"/>
                      <a:pt x="552" y="251"/>
                      <a:pt x="527" y="201"/>
                    </a:cubicBezTo>
                    <a:cubicBezTo>
                      <a:pt x="527" y="151"/>
                      <a:pt x="502" y="100"/>
                      <a:pt x="502" y="50"/>
                    </a:cubicBezTo>
                    <a:cubicBezTo>
                      <a:pt x="502" y="25"/>
                      <a:pt x="502" y="25"/>
                      <a:pt x="5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0" name="Google Shape;5760;p50"/>
              <p:cNvSpPr/>
              <p:nvPr/>
            </p:nvSpPr>
            <p:spPr>
              <a:xfrm>
                <a:off x="4834125" y="1280725"/>
                <a:ext cx="26325" cy="14425"/>
              </a:xfrm>
              <a:custGeom>
                <a:rect b="b" l="l" r="r" t="t"/>
                <a:pathLst>
                  <a:path extrusionOk="0" h="577" w="1053">
                    <a:moveTo>
                      <a:pt x="451" y="0"/>
                    </a:moveTo>
                    <a:cubicBezTo>
                      <a:pt x="426" y="26"/>
                      <a:pt x="401" y="51"/>
                      <a:pt x="401" y="51"/>
                    </a:cubicBezTo>
                    <a:cubicBezTo>
                      <a:pt x="351" y="101"/>
                      <a:pt x="301" y="126"/>
                      <a:pt x="251" y="176"/>
                    </a:cubicBezTo>
                    <a:cubicBezTo>
                      <a:pt x="201" y="226"/>
                      <a:pt x="176" y="251"/>
                      <a:pt x="125" y="301"/>
                    </a:cubicBezTo>
                    <a:cubicBezTo>
                      <a:pt x="75" y="326"/>
                      <a:pt x="50" y="376"/>
                      <a:pt x="0" y="401"/>
                    </a:cubicBezTo>
                    <a:cubicBezTo>
                      <a:pt x="50" y="427"/>
                      <a:pt x="100" y="427"/>
                      <a:pt x="125" y="452"/>
                    </a:cubicBezTo>
                    <a:cubicBezTo>
                      <a:pt x="201" y="452"/>
                      <a:pt x="251" y="477"/>
                      <a:pt x="326" y="502"/>
                    </a:cubicBezTo>
                    <a:cubicBezTo>
                      <a:pt x="401" y="527"/>
                      <a:pt x="451" y="552"/>
                      <a:pt x="526" y="552"/>
                    </a:cubicBezTo>
                    <a:cubicBezTo>
                      <a:pt x="526" y="577"/>
                      <a:pt x="552" y="577"/>
                      <a:pt x="552" y="577"/>
                    </a:cubicBezTo>
                    <a:cubicBezTo>
                      <a:pt x="552" y="552"/>
                      <a:pt x="577" y="552"/>
                      <a:pt x="577" y="552"/>
                    </a:cubicBezTo>
                    <a:cubicBezTo>
                      <a:pt x="602" y="552"/>
                      <a:pt x="602" y="527"/>
                      <a:pt x="627" y="527"/>
                    </a:cubicBezTo>
                    <a:cubicBezTo>
                      <a:pt x="677" y="502"/>
                      <a:pt x="702" y="477"/>
                      <a:pt x="752" y="477"/>
                    </a:cubicBezTo>
                    <a:cubicBezTo>
                      <a:pt x="802" y="452"/>
                      <a:pt x="827" y="427"/>
                      <a:pt x="877" y="401"/>
                    </a:cubicBezTo>
                    <a:cubicBezTo>
                      <a:pt x="927" y="376"/>
                      <a:pt x="978" y="351"/>
                      <a:pt x="1003" y="301"/>
                    </a:cubicBezTo>
                    <a:cubicBezTo>
                      <a:pt x="1028" y="301"/>
                      <a:pt x="1028" y="301"/>
                      <a:pt x="1053" y="276"/>
                    </a:cubicBezTo>
                    <a:cubicBezTo>
                      <a:pt x="953" y="251"/>
                      <a:pt x="852" y="201"/>
                      <a:pt x="777" y="176"/>
                    </a:cubicBezTo>
                    <a:cubicBezTo>
                      <a:pt x="702" y="126"/>
                      <a:pt x="652" y="101"/>
                      <a:pt x="577" y="76"/>
                    </a:cubicBezTo>
                    <a:cubicBezTo>
                      <a:pt x="526" y="51"/>
                      <a:pt x="501" y="26"/>
                      <a:pt x="4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1" name="Google Shape;5761;p50"/>
              <p:cNvSpPr/>
              <p:nvPr/>
            </p:nvSpPr>
            <p:spPr>
              <a:xfrm>
                <a:off x="4815325" y="1273200"/>
                <a:ext cx="15675" cy="16950"/>
              </a:xfrm>
              <a:custGeom>
                <a:rect b="b" l="l" r="r" t="t"/>
                <a:pathLst>
                  <a:path extrusionOk="0" h="678" w="627">
                    <a:moveTo>
                      <a:pt x="0" y="1"/>
                    </a:moveTo>
                    <a:cubicBezTo>
                      <a:pt x="0" y="26"/>
                      <a:pt x="25" y="26"/>
                      <a:pt x="25" y="26"/>
                    </a:cubicBezTo>
                    <a:cubicBezTo>
                      <a:pt x="25" y="51"/>
                      <a:pt x="50" y="101"/>
                      <a:pt x="50" y="126"/>
                    </a:cubicBezTo>
                    <a:cubicBezTo>
                      <a:pt x="75" y="176"/>
                      <a:pt x="101" y="226"/>
                      <a:pt x="101" y="276"/>
                    </a:cubicBezTo>
                    <a:cubicBezTo>
                      <a:pt x="126" y="327"/>
                      <a:pt x="151" y="377"/>
                      <a:pt x="176" y="427"/>
                    </a:cubicBezTo>
                    <a:cubicBezTo>
                      <a:pt x="176" y="452"/>
                      <a:pt x="201" y="477"/>
                      <a:pt x="201" y="502"/>
                    </a:cubicBezTo>
                    <a:cubicBezTo>
                      <a:pt x="201" y="502"/>
                      <a:pt x="201" y="527"/>
                      <a:pt x="226" y="527"/>
                    </a:cubicBezTo>
                    <a:cubicBezTo>
                      <a:pt x="326" y="577"/>
                      <a:pt x="426" y="627"/>
                      <a:pt x="527" y="652"/>
                    </a:cubicBezTo>
                    <a:cubicBezTo>
                      <a:pt x="552" y="652"/>
                      <a:pt x="602" y="652"/>
                      <a:pt x="627" y="677"/>
                    </a:cubicBezTo>
                    <a:cubicBezTo>
                      <a:pt x="627" y="652"/>
                      <a:pt x="627" y="627"/>
                      <a:pt x="602" y="627"/>
                    </a:cubicBezTo>
                    <a:cubicBezTo>
                      <a:pt x="577" y="502"/>
                      <a:pt x="552" y="352"/>
                      <a:pt x="527" y="226"/>
                    </a:cubicBezTo>
                    <a:cubicBezTo>
                      <a:pt x="502" y="201"/>
                      <a:pt x="502" y="176"/>
                      <a:pt x="502" y="151"/>
                    </a:cubicBezTo>
                    <a:cubicBezTo>
                      <a:pt x="476" y="151"/>
                      <a:pt x="476" y="126"/>
                      <a:pt x="451" y="126"/>
                    </a:cubicBezTo>
                    <a:cubicBezTo>
                      <a:pt x="401" y="126"/>
                      <a:pt x="326" y="101"/>
                      <a:pt x="276" y="76"/>
                    </a:cubicBezTo>
                    <a:cubicBezTo>
                      <a:pt x="251" y="76"/>
                      <a:pt x="201" y="51"/>
                      <a:pt x="176" y="51"/>
                    </a:cubicBezTo>
                    <a:cubicBezTo>
                      <a:pt x="151" y="51"/>
                      <a:pt x="126" y="26"/>
                      <a:pt x="101" y="26"/>
                    </a:cubicBezTo>
                    <a:cubicBezTo>
                      <a:pt x="50" y="26"/>
                      <a:pt x="25" y="26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2" name="Google Shape;5762;p50"/>
              <p:cNvSpPr/>
              <p:nvPr/>
            </p:nvSpPr>
            <p:spPr>
              <a:xfrm>
                <a:off x="4809050" y="1289500"/>
                <a:ext cx="19450" cy="10675"/>
              </a:xfrm>
              <a:custGeom>
                <a:rect b="b" l="l" r="r" t="t"/>
                <a:pathLst>
                  <a:path extrusionOk="0" h="427" w="778">
                    <a:moveTo>
                      <a:pt x="427" y="0"/>
                    </a:moveTo>
                    <a:cubicBezTo>
                      <a:pt x="402" y="0"/>
                      <a:pt x="402" y="25"/>
                      <a:pt x="377" y="25"/>
                    </a:cubicBezTo>
                    <a:cubicBezTo>
                      <a:pt x="352" y="50"/>
                      <a:pt x="326" y="50"/>
                      <a:pt x="326" y="76"/>
                    </a:cubicBezTo>
                    <a:cubicBezTo>
                      <a:pt x="276" y="101"/>
                      <a:pt x="226" y="126"/>
                      <a:pt x="176" y="151"/>
                    </a:cubicBezTo>
                    <a:cubicBezTo>
                      <a:pt x="151" y="176"/>
                      <a:pt x="151" y="201"/>
                      <a:pt x="126" y="201"/>
                    </a:cubicBezTo>
                    <a:cubicBezTo>
                      <a:pt x="101" y="226"/>
                      <a:pt x="76" y="226"/>
                      <a:pt x="51" y="251"/>
                    </a:cubicBezTo>
                    <a:cubicBezTo>
                      <a:pt x="51" y="276"/>
                      <a:pt x="26" y="276"/>
                      <a:pt x="1" y="301"/>
                    </a:cubicBezTo>
                    <a:lnTo>
                      <a:pt x="51" y="301"/>
                    </a:lnTo>
                    <a:cubicBezTo>
                      <a:pt x="101" y="326"/>
                      <a:pt x="151" y="326"/>
                      <a:pt x="201" y="351"/>
                    </a:cubicBezTo>
                    <a:cubicBezTo>
                      <a:pt x="251" y="376"/>
                      <a:pt x="326" y="376"/>
                      <a:pt x="377" y="401"/>
                    </a:cubicBezTo>
                    <a:cubicBezTo>
                      <a:pt x="402" y="401"/>
                      <a:pt x="427" y="426"/>
                      <a:pt x="452" y="426"/>
                    </a:cubicBezTo>
                    <a:cubicBezTo>
                      <a:pt x="452" y="401"/>
                      <a:pt x="477" y="401"/>
                      <a:pt x="477" y="376"/>
                    </a:cubicBezTo>
                    <a:cubicBezTo>
                      <a:pt x="527" y="351"/>
                      <a:pt x="577" y="301"/>
                      <a:pt x="627" y="251"/>
                    </a:cubicBezTo>
                    <a:cubicBezTo>
                      <a:pt x="677" y="226"/>
                      <a:pt x="727" y="176"/>
                      <a:pt x="778" y="151"/>
                    </a:cubicBezTo>
                    <a:cubicBezTo>
                      <a:pt x="778" y="126"/>
                      <a:pt x="778" y="126"/>
                      <a:pt x="778" y="126"/>
                    </a:cubicBezTo>
                    <a:cubicBezTo>
                      <a:pt x="702" y="101"/>
                      <a:pt x="652" y="76"/>
                      <a:pt x="602" y="76"/>
                    </a:cubicBezTo>
                    <a:cubicBezTo>
                      <a:pt x="552" y="50"/>
                      <a:pt x="477" y="25"/>
                      <a:pt x="4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3" name="Google Shape;5763;p50"/>
              <p:cNvSpPr/>
              <p:nvPr/>
            </p:nvSpPr>
            <p:spPr>
              <a:xfrm>
                <a:off x="4834750" y="1294500"/>
                <a:ext cx="15675" cy="16325"/>
              </a:xfrm>
              <a:custGeom>
                <a:rect b="b" l="l" r="r" t="t"/>
                <a:pathLst>
                  <a:path extrusionOk="0" h="653" w="627">
                    <a:moveTo>
                      <a:pt x="0" y="1"/>
                    </a:moveTo>
                    <a:cubicBezTo>
                      <a:pt x="0" y="51"/>
                      <a:pt x="25" y="101"/>
                      <a:pt x="25" y="151"/>
                    </a:cubicBezTo>
                    <a:cubicBezTo>
                      <a:pt x="50" y="251"/>
                      <a:pt x="75" y="377"/>
                      <a:pt x="100" y="502"/>
                    </a:cubicBezTo>
                    <a:cubicBezTo>
                      <a:pt x="100" y="527"/>
                      <a:pt x="126" y="527"/>
                      <a:pt x="126" y="552"/>
                    </a:cubicBezTo>
                    <a:lnTo>
                      <a:pt x="151" y="552"/>
                    </a:lnTo>
                    <a:cubicBezTo>
                      <a:pt x="151" y="577"/>
                      <a:pt x="176" y="577"/>
                      <a:pt x="176" y="577"/>
                    </a:cubicBezTo>
                    <a:cubicBezTo>
                      <a:pt x="201" y="577"/>
                      <a:pt x="251" y="577"/>
                      <a:pt x="276" y="602"/>
                    </a:cubicBezTo>
                    <a:lnTo>
                      <a:pt x="326" y="602"/>
                    </a:lnTo>
                    <a:cubicBezTo>
                      <a:pt x="351" y="602"/>
                      <a:pt x="376" y="627"/>
                      <a:pt x="401" y="627"/>
                    </a:cubicBezTo>
                    <a:cubicBezTo>
                      <a:pt x="426" y="627"/>
                      <a:pt x="451" y="627"/>
                      <a:pt x="476" y="653"/>
                    </a:cubicBezTo>
                    <a:lnTo>
                      <a:pt x="627" y="653"/>
                    </a:lnTo>
                    <a:cubicBezTo>
                      <a:pt x="627" y="627"/>
                      <a:pt x="602" y="602"/>
                      <a:pt x="602" y="577"/>
                    </a:cubicBezTo>
                    <a:cubicBezTo>
                      <a:pt x="577" y="502"/>
                      <a:pt x="577" y="452"/>
                      <a:pt x="552" y="377"/>
                    </a:cubicBezTo>
                    <a:cubicBezTo>
                      <a:pt x="527" y="327"/>
                      <a:pt x="527" y="302"/>
                      <a:pt x="527" y="251"/>
                    </a:cubicBezTo>
                    <a:cubicBezTo>
                      <a:pt x="527" y="226"/>
                      <a:pt x="527" y="201"/>
                      <a:pt x="527" y="176"/>
                    </a:cubicBezTo>
                    <a:lnTo>
                      <a:pt x="476" y="176"/>
                    </a:lnTo>
                    <a:cubicBezTo>
                      <a:pt x="326" y="126"/>
                      <a:pt x="151" y="76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4" name="Google Shape;5764;p50"/>
              <p:cNvSpPr/>
              <p:nvPr/>
            </p:nvSpPr>
            <p:spPr>
              <a:xfrm>
                <a:off x="4861050" y="15457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lnTo>
                      <a:pt x="1" y="0"/>
                    </a:ln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5" name="Google Shape;5765;p50"/>
              <p:cNvSpPr/>
              <p:nvPr/>
            </p:nvSpPr>
            <p:spPr>
              <a:xfrm>
                <a:off x="4822200" y="1293875"/>
                <a:ext cx="12575" cy="20700"/>
              </a:xfrm>
              <a:custGeom>
                <a:rect b="b" l="l" r="r" t="t"/>
                <a:pathLst>
                  <a:path extrusionOk="0" h="828" w="503">
                    <a:moveTo>
                      <a:pt x="352" y="1"/>
                    </a:moveTo>
                    <a:cubicBezTo>
                      <a:pt x="352" y="1"/>
                      <a:pt x="327" y="26"/>
                      <a:pt x="302" y="26"/>
                    </a:cubicBezTo>
                    <a:cubicBezTo>
                      <a:pt x="252" y="76"/>
                      <a:pt x="227" y="126"/>
                      <a:pt x="176" y="151"/>
                    </a:cubicBezTo>
                    <a:cubicBezTo>
                      <a:pt x="126" y="201"/>
                      <a:pt x="76" y="226"/>
                      <a:pt x="26" y="276"/>
                    </a:cubicBezTo>
                    <a:cubicBezTo>
                      <a:pt x="26" y="276"/>
                      <a:pt x="1" y="276"/>
                      <a:pt x="1" y="302"/>
                    </a:cubicBezTo>
                    <a:cubicBezTo>
                      <a:pt x="26" y="327"/>
                      <a:pt x="26" y="377"/>
                      <a:pt x="51" y="427"/>
                    </a:cubicBezTo>
                    <a:cubicBezTo>
                      <a:pt x="51" y="452"/>
                      <a:pt x="51" y="477"/>
                      <a:pt x="76" y="502"/>
                    </a:cubicBezTo>
                    <a:cubicBezTo>
                      <a:pt x="76" y="527"/>
                      <a:pt x="76" y="552"/>
                      <a:pt x="76" y="577"/>
                    </a:cubicBezTo>
                    <a:cubicBezTo>
                      <a:pt x="101" y="602"/>
                      <a:pt x="101" y="627"/>
                      <a:pt x="126" y="652"/>
                    </a:cubicBezTo>
                    <a:cubicBezTo>
                      <a:pt x="126" y="678"/>
                      <a:pt x="126" y="703"/>
                      <a:pt x="126" y="728"/>
                    </a:cubicBezTo>
                    <a:cubicBezTo>
                      <a:pt x="151" y="753"/>
                      <a:pt x="151" y="753"/>
                      <a:pt x="151" y="778"/>
                    </a:cubicBezTo>
                    <a:cubicBezTo>
                      <a:pt x="151" y="803"/>
                      <a:pt x="151" y="803"/>
                      <a:pt x="151" y="828"/>
                    </a:cubicBezTo>
                    <a:cubicBezTo>
                      <a:pt x="176" y="803"/>
                      <a:pt x="201" y="803"/>
                      <a:pt x="201" y="803"/>
                    </a:cubicBezTo>
                    <a:cubicBezTo>
                      <a:pt x="227" y="778"/>
                      <a:pt x="227" y="753"/>
                      <a:pt x="252" y="753"/>
                    </a:cubicBezTo>
                    <a:cubicBezTo>
                      <a:pt x="277" y="728"/>
                      <a:pt x="302" y="728"/>
                      <a:pt x="302" y="703"/>
                    </a:cubicBezTo>
                    <a:cubicBezTo>
                      <a:pt x="327" y="703"/>
                      <a:pt x="352" y="678"/>
                      <a:pt x="377" y="678"/>
                    </a:cubicBezTo>
                    <a:cubicBezTo>
                      <a:pt x="377" y="652"/>
                      <a:pt x="377" y="652"/>
                      <a:pt x="402" y="652"/>
                    </a:cubicBezTo>
                    <a:cubicBezTo>
                      <a:pt x="402" y="627"/>
                      <a:pt x="402" y="627"/>
                      <a:pt x="427" y="627"/>
                    </a:cubicBezTo>
                    <a:cubicBezTo>
                      <a:pt x="427" y="602"/>
                      <a:pt x="452" y="577"/>
                      <a:pt x="477" y="552"/>
                    </a:cubicBezTo>
                    <a:cubicBezTo>
                      <a:pt x="477" y="552"/>
                      <a:pt x="477" y="552"/>
                      <a:pt x="502" y="527"/>
                    </a:cubicBezTo>
                    <a:cubicBezTo>
                      <a:pt x="477" y="402"/>
                      <a:pt x="452" y="276"/>
                      <a:pt x="427" y="151"/>
                    </a:cubicBezTo>
                    <a:cubicBezTo>
                      <a:pt x="402" y="101"/>
                      <a:pt x="402" y="51"/>
                      <a:pt x="3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6" name="Google Shape;5766;p50"/>
              <p:cNvSpPr/>
              <p:nvPr/>
            </p:nvSpPr>
            <p:spPr>
              <a:xfrm>
                <a:off x="4985750" y="1178600"/>
                <a:ext cx="1275" cy="3150"/>
              </a:xfrm>
              <a:custGeom>
                <a:rect b="b" l="l" r="r" t="t"/>
                <a:pathLst>
                  <a:path extrusionOk="0" h="126" w="51">
                    <a:moveTo>
                      <a:pt x="0" y="0"/>
                    </a:moveTo>
                    <a:cubicBezTo>
                      <a:pt x="0" y="25"/>
                      <a:pt x="0" y="25"/>
                      <a:pt x="0" y="50"/>
                    </a:cubicBezTo>
                    <a:cubicBezTo>
                      <a:pt x="25" y="75"/>
                      <a:pt x="25" y="101"/>
                      <a:pt x="25" y="126"/>
                    </a:cubicBezTo>
                    <a:cubicBezTo>
                      <a:pt x="50" y="101"/>
                      <a:pt x="50" y="50"/>
                      <a:pt x="50" y="25"/>
                    </a:cubicBezTo>
                    <a:cubicBezTo>
                      <a:pt x="50" y="25"/>
                      <a:pt x="25" y="0"/>
                      <a:pt x="0" y="0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7" name="Google Shape;5767;p50"/>
              <p:cNvSpPr/>
              <p:nvPr/>
            </p:nvSpPr>
            <p:spPr>
              <a:xfrm>
                <a:off x="4970700" y="1173575"/>
                <a:ext cx="14450" cy="16325"/>
              </a:xfrm>
              <a:custGeom>
                <a:rect b="b" l="l" r="r" t="t"/>
                <a:pathLst>
                  <a:path extrusionOk="0" h="653" w="578">
                    <a:moveTo>
                      <a:pt x="1" y="1"/>
                    </a:moveTo>
                    <a:cubicBezTo>
                      <a:pt x="1" y="51"/>
                      <a:pt x="26" y="76"/>
                      <a:pt x="26" y="126"/>
                    </a:cubicBezTo>
                    <a:cubicBezTo>
                      <a:pt x="51" y="251"/>
                      <a:pt x="76" y="377"/>
                      <a:pt x="101" y="502"/>
                    </a:cubicBezTo>
                    <a:cubicBezTo>
                      <a:pt x="101" y="502"/>
                      <a:pt x="101" y="527"/>
                      <a:pt x="101" y="552"/>
                    </a:cubicBezTo>
                    <a:lnTo>
                      <a:pt x="176" y="552"/>
                    </a:lnTo>
                    <a:cubicBezTo>
                      <a:pt x="201" y="577"/>
                      <a:pt x="251" y="577"/>
                      <a:pt x="277" y="577"/>
                    </a:cubicBezTo>
                    <a:cubicBezTo>
                      <a:pt x="277" y="602"/>
                      <a:pt x="302" y="602"/>
                      <a:pt x="327" y="602"/>
                    </a:cubicBezTo>
                    <a:cubicBezTo>
                      <a:pt x="352" y="602"/>
                      <a:pt x="377" y="602"/>
                      <a:pt x="377" y="627"/>
                    </a:cubicBezTo>
                    <a:lnTo>
                      <a:pt x="477" y="627"/>
                    </a:lnTo>
                    <a:cubicBezTo>
                      <a:pt x="502" y="627"/>
                      <a:pt x="527" y="652"/>
                      <a:pt x="552" y="652"/>
                    </a:cubicBezTo>
                    <a:cubicBezTo>
                      <a:pt x="577" y="602"/>
                      <a:pt x="577" y="552"/>
                      <a:pt x="577" y="527"/>
                    </a:cubicBezTo>
                    <a:cubicBezTo>
                      <a:pt x="577" y="477"/>
                      <a:pt x="552" y="427"/>
                      <a:pt x="552" y="377"/>
                    </a:cubicBezTo>
                    <a:cubicBezTo>
                      <a:pt x="527" y="327"/>
                      <a:pt x="527" y="276"/>
                      <a:pt x="527" y="226"/>
                    </a:cubicBezTo>
                    <a:cubicBezTo>
                      <a:pt x="502" y="226"/>
                      <a:pt x="502" y="201"/>
                      <a:pt x="502" y="176"/>
                    </a:cubicBezTo>
                    <a:lnTo>
                      <a:pt x="477" y="176"/>
                    </a:lnTo>
                    <a:cubicBezTo>
                      <a:pt x="327" y="126"/>
                      <a:pt x="151" y="5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8" name="Google Shape;5768;p50"/>
              <p:cNvSpPr/>
              <p:nvPr/>
            </p:nvSpPr>
            <p:spPr>
              <a:xfrm>
                <a:off x="4987000" y="1174200"/>
                <a:ext cx="1275" cy="1275"/>
              </a:xfrm>
              <a:custGeom>
                <a:rect b="b" l="l" r="r" t="t"/>
                <a:pathLst>
                  <a:path extrusionOk="0" h="51" w="51">
                    <a:moveTo>
                      <a:pt x="51" y="1"/>
                    </a:moveTo>
                    <a:cubicBezTo>
                      <a:pt x="51" y="1"/>
                      <a:pt x="26" y="26"/>
                      <a:pt x="0" y="26"/>
                    </a:cubicBezTo>
                    <a:cubicBezTo>
                      <a:pt x="26" y="26"/>
                      <a:pt x="26" y="26"/>
                      <a:pt x="51" y="51"/>
                    </a:cubicBezTo>
                    <a:cubicBezTo>
                      <a:pt x="51" y="26"/>
                      <a:pt x="51" y="1"/>
                      <a:pt x="51" y="1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9" name="Google Shape;5769;p50"/>
              <p:cNvSpPr/>
              <p:nvPr/>
            </p:nvSpPr>
            <p:spPr>
              <a:xfrm>
                <a:off x="4970075" y="1159800"/>
                <a:ext cx="20700" cy="13800"/>
              </a:xfrm>
              <a:custGeom>
                <a:rect b="b" l="l" r="r" t="t"/>
                <a:pathLst>
                  <a:path extrusionOk="0" h="552" w="828">
                    <a:moveTo>
                      <a:pt x="452" y="0"/>
                    </a:moveTo>
                    <a:cubicBezTo>
                      <a:pt x="427" y="25"/>
                      <a:pt x="402" y="25"/>
                      <a:pt x="377" y="50"/>
                    </a:cubicBezTo>
                    <a:cubicBezTo>
                      <a:pt x="352" y="76"/>
                      <a:pt x="302" y="126"/>
                      <a:pt x="251" y="176"/>
                    </a:cubicBezTo>
                    <a:cubicBezTo>
                      <a:pt x="201" y="201"/>
                      <a:pt x="151" y="251"/>
                      <a:pt x="101" y="301"/>
                    </a:cubicBezTo>
                    <a:cubicBezTo>
                      <a:pt x="76" y="326"/>
                      <a:pt x="26" y="351"/>
                      <a:pt x="1" y="401"/>
                    </a:cubicBezTo>
                    <a:cubicBezTo>
                      <a:pt x="51" y="401"/>
                      <a:pt x="76" y="426"/>
                      <a:pt x="126" y="426"/>
                    </a:cubicBezTo>
                    <a:cubicBezTo>
                      <a:pt x="201" y="451"/>
                      <a:pt x="251" y="477"/>
                      <a:pt x="327" y="502"/>
                    </a:cubicBezTo>
                    <a:cubicBezTo>
                      <a:pt x="377" y="502"/>
                      <a:pt x="452" y="527"/>
                      <a:pt x="527" y="552"/>
                    </a:cubicBezTo>
                    <a:lnTo>
                      <a:pt x="552" y="552"/>
                    </a:lnTo>
                    <a:cubicBezTo>
                      <a:pt x="552" y="552"/>
                      <a:pt x="577" y="552"/>
                      <a:pt x="577" y="527"/>
                    </a:cubicBezTo>
                    <a:lnTo>
                      <a:pt x="627" y="527"/>
                    </a:lnTo>
                    <a:cubicBezTo>
                      <a:pt x="677" y="502"/>
                      <a:pt x="703" y="477"/>
                      <a:pt x="753" y="451"/>
                    </a:cubicBezTo>
                    <a:lnTo>
                      <a:pt x="778" y="451"/>
                    </a:lnTo>
                    <a:cubicBezTo>
                      <a:pt x="803" y="351"/>
                      <a:pt x="828" y="251"/>
                      <a:pt x="828" y="176"/>
                    </a:cubicBezTo>
                    <a:cubicBezTo>
                      <a:pt x="803" y="176"/>
                      <a:pt x="778" y="176"/>
                      <a:pt x="753" y="151"/>
                    </a:cubicBezTo>
                    <a:cubicBezTo>
                      <a:pt x="703" y="126"/>
                      <a:pt x="652" y="101"/>
                      <a:pt x="577" y="76"/>
                    </a:cubicBezTo>
                    <a:cubicBezTo>
                      <a:pt x="527" y="50"/>
                      <a:pt x="502" y="25"/>
                      <a:pt x="4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0" name="Google Shape;5770;p50"/>
              <p:cNvSpPr/>
              <p:nvPr/>
            </p:nvSpPr>
            <p:spPr>
              <a:xfrm>
                <a:off x="4973225" y="1652275"/>
                <a:ext cx="14425" cy="20700"/>
              </a:xfrm>
              <a:custGeom>
                <a:rect b="b" l="l" r="r" t="t"/>
                <a:pathLst>
                  <a:path extrusionOk="0" h="828" w="577">
                    <a:moveTo>
                      <a:pt x="476" y="1"/>
                    </a:moveTo>
                    <a:cubicBezTo>
                      <a:pt x="476" y="26"/>
                      <a:pt x="476" y="26"/>
                      <a:pt x="476" y="26"/>
                    </a:cubicBezTo>
                    <a:cubicBezTo>
                      <a:pt x="426" y="51"/>
                      <a:pt x="376" y="76"/>
                      <a:pt x="351" y="126"/>
                    </a:cubicBezTo>
                    <a:cubicBezTo>
                      <a:pt x="326" y="151"/>
                      <a:pt x="301" y="176"/>
                      <a:pt x="276" y="176"/>
                    </a:cubicBezTo>
                    <a:cubicBezTo>
                      <a:pt x="251" y="201"/>
                      <a:pt x="226" y="226"/>
                      <a:pt x="201" y="226"/>
                    </a:cubicBezTo>
                    <a:cubicBezTo>
                      <a:pt x="176" y="276"/>
                      <a:pt x="150" y="301"/>
                      <a:pt x="100" y="327"/>
                    </a:cubicBezTo>
                    <a:cubicBezTo>
                      <a:pt x="75" y="352"/>
                      <a:pt x="50" y="377"/>
                      <a:pt x="25" y="377"/>
                    </a:cubicBezTo>
                    <a:lnTo>
                      <a:pt x="0" y="377"/>
                    </a:lnTo>
                    <a:cubicBezTo>
                      <a:pt x="0" y="402"/>
                      <a:pt x="0" y="427"/>
                      <a:pt x="25" y="452"/>
                    </a:cubicBezTo>
                    <a:cubicBezTo>
                      <a:pt x="50" y="577"/>
                      <a:pt x="75" y="702"/>
                      <a:pt x="100" y="828"/>
                    </a:cubicBezTo>
                    <a:cubicBezTo>
                      <a:pt x="125" y="803"/>
                      <a:pt x="176" y="778"/>
                      <a:pt x="201" y="753"/>
                    </a:cubicBezTo>
                    <a:cubicBezTo>
                      <a:pt x="251" y="702"/>
                      <a:pt x="301" y="677"/>
                      <a:pt x="351" y="627"/>
                    </a:cubicBezTo>
                    <a:cubicBezTo>
                      <a:pt x="401" y="602"/>
                      <a:pt x="451" y="552"/>
                      <a:pt x="476" y="527"/>
                    </a:cubicBezTo>
                    <a:cubicBezTo>
                      <a:pt x="526" y="502"/>
                      <a:pt x="551" y="477"/>
                      <a:pt x="577" y="452"/>
                    </a:cubicBezTo>
                    <a:cubicBezTo>
                      <a:pt x="577" y="427"/>
                      <a:pt x="577" y="402"/>
                      <a:pt x="577" y="377"/>
                    </a:cubicBezTo>
                    <a:cubicBezTo>
                      <a:pt x="551" y="327"/>
                      <a:pt x="551" y="276"/>
                      <a:pt x="526" y="226"/>
                    </a:cubicBezTo>
                    <a:cubicBezTo>
                      <a:pt x="526" y="176"/>
                      <a:pt x="501" y="126"/>
                      <a:pt x="501" y="76"/>
                    </a:cubicBezTo>
                    <a:cubicBezTo>
                      <a:pt x="501" y="51"/>
                      <a:pt x="476" y="26"/>
                      <a:pt x="4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1" name="Google Shape;5771;p50"/>
              <p:cNvSpPr/>
              <p:nvPr/>
            </p:nvSpPr>
            <p:spPr>
              <a:xfrm>
                <a:off x="4992650" y="1684225"/>
                <a:ext cx="9400" cy="6300"/>
              </a:xfrm>
              <a:custGeom>
                <a:rect b="b" l="l" r="r" t="t"/>
                <a:pathLst>
                  <a:path extrusionOk="0" h="252" w="376">
                    <a:moveTo>
                      <a:pt x="0" y="1"/>
                    </a:moveTo>
                    <a:cubicBezTo>
                      <a:pt x="0" y="26"/>
                      <a:pt x="0" y="26"/>
                      <a:pt x="0" y="51"/>
                    </a:cubicBezTo>
                    <a:cubicBezTo>
                      <a:pt x="0" y="76"/>
                      <a:pt x="25" y="101"/>
                      <a:pt x="25" y="126"/>
                    </a:cubicBezTo>
                    <a:cubicBezTo>
                      <a:pt x="100" y="151"/>
                      <a:pt x="175" y="201"/>
                      <a:pt x="251" y="252"/>
                    </a:cubicBezTo>
                    <a:lnTo>
                      <a:pt x="376" y="151"/>
                    </a:lnTo>
                    <a:cubicBezTo>
                      <a:pt x="376" y="151"/>
                      <a:pt x="376" y="126"/>
                      <a:pt x="376" y="126"/>
                    </a:cubicBezTo>
                    <a:lnTo>
                      <a:pt x="351" y="126"/>
                    </a:lnTo>
                    <a:cubicBezTo>
                      <a:pt x="326" y="101"/>
                      <a:pt x="276" y="101"/>
                      <a:pt x="251" y="76"/>
                    </a:cubicBezTo>
                    <a:cubicBezTo>
                      <a:pt x="175" y="51"/>
                      <a:pt x="75" y="26"/>
                      <a:pt x="0" y="1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2" name="Google Shape;5772;p50"/>
              <p:cNvSpPr/>
              <p:nvPr/>
            </p:nvSpPr>
            <p:spPr>
              <a:xfrm>
                <a:off x="4976975" y="1665450"/>
                <a:ext cx="26350" cy="13800"/>
              </a:xfrm>
              <a:custGeom>
                <a:rect b="b" l="l" r="r" t="t"/>
                <a:pathLst>
                  <a:path extrusionOk="0" h="552" w="1054">
                    <a:moveTo>
                      <a:pt x="452" y="0"/>
                    </a:moveTo>
                    <a:cubicBezTo>
                      <a:pt x="427" y="0"/>
                      <a:pt x="401" y="25"/>
                      <a:pt x="376" y="50"/>
                    </a:cubicBezTo>
                    <a:cubicBezTo>
                      <a:pt x="351" y="75"/>
                      <a:pt x="301" y="125"/>
                      <a:pt x="251" y="150"/>
                    </a:cubicBezTo>
                    <a:cubicBezTo>
                      <a:pt x="201" y="201"/>
                      <a:pt x="151" y="251"/>
                      <a:pt x="101" y="301"/>
                    </a:cubicBezTo>
                    <a:cubicBezTo>
                      <a:pt x="76" y="326"/>
                      <a:pt x="26" y="351"/>
                      <a:pt x="0" y="401"/>
                    </a:cubicBezTo>
                    <a:cubicBezTo>
                      <a:pt x="51" y="401"/>
                      <a:pt x="76" y="426"/>
                      <a:pt x="126" y="426"/>
                    </a:cubicBezTo>
                    <a:cubicBezTo>
                      <a:pt x="201" y="451"/>
                      <a:pt x="251" y="476"/>
                      <a:pt x="326" y="501"/>
                    </a:cubicBezTo>
                    <a:cubicBezTo>
                      <a:pt x="376" y="501"/>
                      <a:pt x="452" y="526"/>
                      <a:pt x="527" y="551"/>
                    </a:cubicBezTo>
                    <a:lnTo>
                      <a:pt x="552" y="551"/>
                    </a:lnTo>
                    <a:cubicBezTo>
                      <a:pt x="552" y="551"/>
                      <a:pt x="552" y="551"/>
                      <a:pt x="577" y="526"/>
                    </a:cubicBezTo>
                    <a:cubicBezTo>
                      <a:pt x="577" y="526"/>
                      <a:pt x="602" y="526"/>
                      <a:pt x="627" y="501"/>
                    </a:cubicBezTo>
                    <a:cubicBezTo>
                      <a:pt x="652" y="501"/>
                      <a:pt x="702" y="476"/>
                      <a:pt x="727" y="451"/>
                    </a:cubicBezTo>
                    <a:cubicBezTo>
                      <a:pt x="777" y="426"/>
                      <a:pt x="828" y="401"/>
                      <a:pt x="878" y="376"/>
                    </a:cubicBezTo>
                    <a:cubicBezTo>
                      <a:pt x="928" y="351"/>
                      <a:pt x="953" y="326"/>
                      <a:pt x="1003" y="301"/>
                    </a:cubicBezTo>
                    <a:cubicBezTo>
                      <a:pt x="1028" y="301"/>
                      <a:pt x="1028" y="276"/>
                      <a:pt x="1053" y="276"/>
                    </a:cubicBezTo>
                    <a:cubicBezTo>
                      <a:pt x="953" y="226"/>
                      <a:pt x="853" y="201"/>
                      <a:pt x="752" y="150"/>
                    </a:cubicBezTo>
                    <a:cubicBezTo>
                      <a:pt x="702" y="125"/>
                      <a:pt x="627" y="100"/>
                      <a:pt x="577" y="50"/>
                    </a:cubicBezTo>
                    <a:cubicBezTo>
                      <a:pt x="527" y="50"/>
                      <a:pt x="477" y="25"/>
                      <a:pt x="452" y="0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3" name="Google Shape;5773;p50"/>
              <p:cNvSpPr/>
              <p:nvPr/>
            </p:nvSpPr>
            <p:spPr>
              <a:xfrm>
                <a:off x="4973850" y="1189250"/>
                <a:ext cx="10050" cy="10050"/>
              </a:xfrm>
              <a:custGeom>
                <a:rect b="b" l="l" r="r" t="t"/>
                <a:pathLst>
                  <a:path extrusionOk="0" h="402" w="402">
                    <a:moveTo>
                      <a:pt x="0" y="0"/>
                    </a:moveTo>
                    <a:cubicBezTo>
                      <a:pt x="25" y="76"/>
                      <a:pt x="50" y="176"/>
                      <a:pt x="75" y="251"/>
                    </a:cubicBezTo>
                    <a:cubicBezTo>
                      <a:pt x="75" y="251"/>
                      <a:pt x="75" y="251"/>
                      <a:pt x="75" y="276"/>
                    </a:cubicBezTo>
                    <a:cubicBezTo>
                      <a:pt x="151" y="301"/>
                      <a:pt x="251" y="351"/>
                      <a:pt x="326" y="401"/>
                    </a:cubicBezTo>
                    <a:cubicBezTo>
                      <a:pt x="351" y="301"/>
                      <a:pt x="376" y="201"/>
                      <a:pt x="401" y="101"/>
                    </a:cubicBezTo>
                    <a:lnTo>
                      <a:pt x="376" y="101"/>
                    </a:lnTo>
                    <a:cubicBezTo>
                      <a:pt x="376" y="101"/>
                      <a:pt x="351" y="76"/>
                      <a:pt x="326" y="76"/>
                    </a:cubicBezTo>
                    <a:cubicBezTo>
                      <a:pt x="301" y="76"/>
                      <a:pt x="276" y="50"/>
                      <a:pt x="226" y="50"/>
                    </a:cubicBezTo>
                    <a:cubicBezTo>
                      <a:pt x="176" y="25"/>
                      <a:pt x="125" y="25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4" name="Google Shape;5774;p50"/>
              <p:cNvSpPr/>
              <p:nvPr/>
            </p:nvSpPr>
            <p:spPr>
              <a:xfrm>
                <a:off x="5003925" y="16723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lnTo>
                      <a:pt x="0" y="1"/>
                    </a:ln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5" name="Google Shape;5775;p50"/>
              <p:cNvSpPr/>
              <p:nvPr/>
            </p:nvSpPr>
            <p:spPr>
              <a:xfrm>
                <a:off x="4976350" y="1199900"/>
                <a:ext cx="5025" cy="11925"/>
              </a:xfrm>
              <a:custGeom>
                <a:rect b="b" l="l" r="r" t="t"/>
                <a:pathLst>
                  <a:path extrusionOk="0" h="477" w="201">
                    <a:moveTo>
                      <a:pt x="0" y="0"/>
                    </a:moveTo>
                    <a:lnTo>
                      <a:pt x="0" y="0"/>
                    </a:lnTo>
                    <a:cubicBezTo>
                      <a:pt x="25" y="76"/>
                      <a:pt x="51" y="151"/>
                      <a:pt x="51" y="226"/>
                    </a:cubicBezTo>
                    <a:cubicBezTo>
                      <a:pt x="76" y="276"/>
                      <a:pt x="101" y="351"/>
                      <a:pt x="101" y="401"/>
                    </a:cubicBezTo>
                    <a:cubicBezTo>
                      <a:pt x="101" y="426"/>
                      <a:pt x="101" y="452"/>
                      <a:pt x="101" y="477"/>
                    </a:cubicBezTo>
                    <a:cubicBezTo>
                      <a:pt x="151" y="351"/>
                      <a:pt x="176" y="226"/>
                      <a:pt x="201" y="101"/>
                    </a:cubicBezTo>
                    <a:lnTo>
                      <a:pt x="176" y="101"/>
                    </a:lnTo>
                    <a:cubicBezTo>
                      <a:pt x="126" y="51"/>
                      <a:pt x="76" y="2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6" name="Google Shape;5776;p50"/>
              <p:cNvSpPr/>
              <p:nvPr/>
            </p:nvSpPr>
            <p:spPr>
              <a:xfrm>
                <a:off x="4953175" y="1156375"/>
                <a:ext cx="13800" cy="12225"/>
              </a:xfrm>
              <a:custGeom>
                <a:rect b="b" l="l" r="r" t="t"/>
                <a:pathLst>
                  <a:path extrusionOk="0" h="489" w="552">
                    <a:moveTo>
                      <a:pt x="293" y="1"/>
                    </a:moveTo>
                    <a:cubicBezTo>
                      <a:pt x="201" y="1"/>
                      <a:pt x="100" y="12"/>
                      <a:pt x="0" y="12"/>
                    </a:cubicBezTo>
                    <a:cubicBezTo>
                      <a:pt x="0" y="37"/>
                      <a:pt x="25" y="62"/>
                      <a:pt x="25" y="112"/>
                    </a:cubicBezTo>
                    <a:cubicBezTo>
                      <a:pt x="50" y="162"/>
                      <a:pt x="75" y="213"/>
                      <a:pt x="100" y="263"/>
                    </a:cubicBezTo>
                    <a:cubicBezTo>
                      <a:pt x="100" y="288"/>
                      <a:pt x="100" y="313"/>
                      <a:pt x="125" y="338"/>
                    </a:cubicBezTo>
                    <a:cubicBezTo>
                      <a:pt x="125" y="338"/>
                      <a:pt x="125" y="363"/>
                      <a:pt x="125" y="363"/>
                    </a:cubicBezTo>
                    <a:cubicBezTo>
                      <a:pt x="251" y="413"/>
                      <a:pt x="351" y="438"/>
                      <a:pt x="451" y="463"/>
                    </a:cubicBezTo>
                    <a:cubicBezTo>
                      <a:pt x="476" y="488"/>
                      <a:pt x="501" y="488"/>
                      <a:pt x="551" y="488"/>
                    </a:cubicBezTo>
                    <a:cubicBezTo>
                      <a:pt x="551" y="488"/>
                      <a:pt x="526" y="463"/>
                      <a:pt x="526" y="438"/>
                    </a:cubicBezTo>
                    <a:cubicBezTo>
                      <a:pt x="501" y="313"/>
                      <a:pt x="476" y="187"/>
                      <a:pt x="426" y="62"/>
                    </a:cubicBezTo>
                    <a:cubicBezTo>
                      <a:pt x="426" y="37"/>
                      <a:pt x="426" y="12"/>
                      <a:pt x="426" y="12"/>
                    </a:cubicBezTo>
                    <a:cubicBezTo>
                      <a:pt x="384" y="4"/>
                      <a:pt x="340" y="1"/>
                      <a:pt x="2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7" name="Google Shape;5777;p50"/>
              <p:cNvSpPr/>
              <p:nvPr/>
            </p:nvSpPr>
            <p:spPr>
              <a:xfrm>
                <a:off x="4943150" y="1156675"/>
                <a:ext cx="11300" cy="8150"/>
              </a:xfrm>
              <a:custGeom>
                <a:rect b="b" l="l" r="r" t="t"/>
                <a:pathLst>
                  <a:path extrusionOk="0" h="326" w="452">
                    <a:moveTo>
                      <a:pt x="276" y="0"/>
                    </a:moveTo>
                    <a:cubicBezTo>
                      <a:pt x="176" y="0"/>
                      <a:pt x="100" y="0"/>
                      <a:pt x="0" y="25"/>
                    </a:cubicBezTo>
                    <a:cubicBezTo>
                      <a:pt x="25" y="75"/>
                      <a:pt x="50" y="125"/>
                      <a:pt x="75" y="175"/>
                    </a:cubicBezTo>
                    <a:lnTo>
                      <a:pt x="100" y="175"/>
                    </a:lnTo>
                    <a:cubicBezTo>
                      <a:pt x="100" y="201"/>
                      <a:pt x="100" y="201"/>
                      <a:pt x="100" y="201"/>
                    </a:cubicBezTo>
                    <a:lnTo>
                      <a:pt x="125" y="201"/>
                    </a:lnTo>
                    <a:cubicBezTo>
                      <a:pt x="176" y="226"/>
                      <a:pt x="251" y="251"/>
                      <a:pt x="301" y="276"/>
                    </a:cubicBezTo>
                    <a:cubicBezTo>
                      <a:pt x="351" y="276"/>
                      <a:pt x="401" y="301"/>
                      <a:pt x="451" y="326"/>
                    </a:cubicBezTo>
                    <a:cubicBezTo>
                      <a:pt x="426" y="301"/>
                      <a:pt x="426" y="276"/>
                      <a:pt x="401" y="251"/>
                    </a:cubicBezTo>
                    <a:cubicBezTo>
                      <a:pt x="376" y="201"/>
                      <a:pt x="351" y="150"/>
                      <a:pt x="326" y="100"/>
                    </a:cubicBezTo>
                    <a:cubicBezTo>
                      <a:pt x="301" y="50"/>
                      <a:pt x="301" y="25"/>
                      <a:pt x="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8" name="Google Shape;5778;p50"/>
              <p:cNvSpPr/>
              <p:nvPr/>
            </p:nvSpPr>
            <p:spPr>
              <a:xfrm>
                <a:off x="4966325" y="1156675"/>
                <a:ext cx="14425" cy="10675"/>
              </a:xfrm>
              <a:custGeom>
                <a:rect b="b" l="l" r="r" t="t"/>
                <a:pathLst>
                  <a:path extrusionOk="0" h="427" w="577">
                    <a:moveTo>
                      <a:pt x="0" y="0"/>
                    </a:moveTo>
                    <a:lnTo>
                      <a:pt x="25" y="50"/>
                    </a:lnTo>
                    <a:cubicBezTo>
                      <a:pt x="51" y="175"/>
                      <a:pt x="76" y="301"/>
                      <a:pt x="101" y="426"/>
                    </a:cubicBezTo>
                    <a:cubicBezTo>
                      <a:pt x="151" y="401"/>
                      <a:pt x="176" y="376"/>
                      <a:pt x="201" y="351"/>
                    </a:cubicBezTo>
                    <a:cubicBezTo>
                      <a:pt x="251" y="326"/>
                      <a:pt x="301" y="276"/>
                      <a:pt x="351" y="226"/>
                    </a:cubicBezTo>
                    <a:cubicBezTo>
                      <a:pt x="401" y="201"/>
                      <a:pt x="452" y="150"/>
                      <a:pt x="502" y="125"/>
                    </a:cubicBezTo>
                    <a:cubicBezTo>
                      <a:pt x="527" y="100"/>
                      <a:pt x="552" y="75"/>
                      <a:pt x="577" y="50"/>
                    </a:cubicBezTo>
                    <a:cubicBezTo>
                      <a:pt x="577" y="50"/>
                      <a:pt x="577" y="25"/>
                      <a:pt x="577" y="25"/>
                    </a:cubicBezTo>
                    <a:cubicBezTo>
                      <a:pt x="426" y="0"/>
                      <a:pt x="22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9" name="Google Shape;5779;p50"/>
              <p:cNvSpPr/>
              <p:nvPr/>
            </p:nvSpPr>
            <p:spPr>
              <a:xfrm>
                <a:off x="4983875" y="1681100"/>
                <a:ext cx="6900" cy="4425"/>
              </a:xfrm>
              <a:custGeom>
                <a:rect b="b" l="l" r="r" t="t"/>
                <a:pathLst>
                  <a:path extrusionOk="0" h="177" w="276">
                    <a:moveTo>
                      <a:pt x="0" y="1"/>
                    </a:moveTo>
                    <a:cubicBezTo>
                      <a:pt x="75" y="76"/>
                      <a:pt x="176" y="126"/>
                      <a:pt x="276" y="176"/>
                    </a:cubicBezTo>
                    <a:cubicBezTo>
                      <a:pt x="276" y="176"/>
                      <a:pt x="276" y="176"/>
                      <a:pt x="276" y="151"/>
                    </a:cubicBezTo>
                    <a:cubicBezTo>
                      <a:pt x="251" y="151"/>
                      <a:pt x="251" y="126"/>
                      <a:pt x="251" y="101"/>
                    </a:cubicBezTo>
                    <a:lnTo>
                      <a:pt x="226" y="101"/>
                    </a:lnTo>
                    <a:cubicBezTo>
                      <a:pt x="151" y="76"/>
                      <a:pt x="75" y="51"/>
                      <a:pt x="0" y="1"/>
                    </a:cubicBezTo>
                    <a:close/>
                  </a:path>
                </a:pathLst>
              </a:custGeom>
              <a:solidFill>
                <a:srgbClr val="FF24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0" name="Google Shape;5780;p50"/>
              <p:cNvSpPr/>
              <p:nvPr/>
            </p:nvSpPr>
            <p:spPr>
              <a:xfrm>
                <a:off x="4958175" y="1657925"/>
                <a:ext cx="15700" cy="16300"/>
              </a:xfrm>
              <a:custGeom>
                <a:rect b="b" l="l" r="r" t="t"/>
                <a:pathLst>
                  <a:path extrusionOk="0" h="652" w="628">
                    <a:moveTo>
                      <a:pt x="1" y="0"/>
                    </a:moveTo>
                    <a:cubicBezTo>
                      <a:pt x="26" y="50"/>
                      <a:pt x="26" y="75"/>
                      <a:pt x="51" y="126"/>
                    </a:cubicBezTo>
                    <a:cubicBezTo>
                      <a:pt x="76" y="176"/>
                      <a:pt x="76" y="226"/>
                      <a:pt x="101" y="276"/>
                    </a:cubicBezTo>
                    <a:cubicBezTo>
                      <a:pt x="101" y="276"/>
                      <a:pt x="126" y="301"/>
                      <a:pt x="126" y="326"/>
                    </a:cubicBezTo>
                    <a:cubicBezTo>
                      <a:pt x="276" y="451"/>
                      <a:pt x="427" y="552"/>
                      <a:pt x="577" y="652"/>
                    </a:cubicBezTo>
                    <a:lnTo>
                      <a:pt x="627" y="652"/>
                    </a:lnTo>
                    <a:cubicBezTo>
                      <a:pt x="602" y="652"/>
                      <a:pt x="602" y="627"/>
                      <a:pt x="602" y="602"/>
                    </a:cubicBezTo>
                    <a:cubicBezTo>
                      <a:pt x="577" y="476"/>
                      <a:pt x="552" y="351"/>
                      <a:pt x="502" y="226"/>
                    </a:cubicBezTo>
                    <a:cubicBezTo>
                      <a:pt x="502" y="201"/>
                      <a:pt x="502" y="151"/>
                      <a:pt x="477" y="126"/>
                    </a:cubicBezTo>
                    <a:lnTo>
                      <a:pt x="452" y="126"/>
                    </a:lnTo>
                    <a:cubicBezTo>
                      <a:pt x="377" y="101"/>
                      <a:pt x="326" y="75"/>
                      <a:pt x="276" y="75"/>
                    </a:cubicBezTo>
                    <a:cubicBezTo>
                      <a:pt x="226" y="50"/>
                      <a:pt x="201" y="50"/>
                      <a:pt x="176" y="50"/>
                    </a:cubicBezTo>
                    <a:cubicBezTo>
                      <a:pt x="151" y="25"/>
                      <a:pt x="101" y="25"/>
                      <a:pt x="76" y="25"/>
                    </a:cubicBezTo>
                    <a:cubicBezTo>
                      <a:pt x="51" y="0"/>
                      <a:pt x="26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1" name="Google Shape;5781;p50"/>
              <p:cNvSpPr/>
              <p:nvPr/>
            </p:nvSpPr>
            <p:spPr>
              <a:xfrm>
                <a:off x="4982625" y="1157925"/>
                <a:ext cx="9400" cy="4400"/>
              </a:xfrm>
              <a:custGeom>
                <a:rect b="b" l="l" r="r" t="t"/>
                <a:pathLst>
                  <a:path extrusionOk="0" h="176" w="376">
                    <a:moveTo>
                      <a:pt x="50" y="0"/>
                    </a:moveTo>
                    <a:cubicBezTo>
                      <a:pt x="25" y="0"/>
                      <a:pt x="25" y="0"/>
                      <a:pt x="0" y="25"/>
                    </a:cubicBezTo>
                    <a:cubicBezTo>
                      <a:pt x="50" y="25"/>
                      <a:pt x="75" y="50"/>
                      <a:pt x="100" y="50"/>
                    </a:cubicBezTo>
                    <a:cubicBezTo>
                      <a:pt x="150" y="75"/>
                      <a:pt x="175" y="100"/>
                      <a:pt x="226" y="100"/>
                    </a:cubicBezTo>
                    <a:cubicBezTo>
                      <a:pt x="251" y="125"/>
                      <a:pt x="301" y="151"/>
                      <a:pt x="351" y="176"/>
                    </a:cubicBezTo>
                    <a:cubicBezTo>
                      <a:pt x="376" y="100"/>
                      <a:pt x="376" y="50"/>
                      <a:pt x="376" y="50"/>
                    </a:cubicBezTo>
                    <a:cubicBezTo>
                      <a:pt x="376" y="50"/>
                      <a:pt x="276" y="25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2" name="Google Shape;5782;p50"/>
              <p:cNvSpPr/>
              <p:nvPr/>
            </p:nvSpPr>
            <p:spPr>
              <a:xfrm>
                <a:off x="4793400" y="1248775"/>
                <a:ext cx="85225" cy="88375"/>
              </a:xfrm>
              <a:custGeom>
                <a:rect b="b" l="l" r="r" t="t"/>
                <a:pathLst>
                  <a:path extrusionOk="0" h="3535" w="3409">
                    <a:moveTo>
                      <a:pt x="1980" y="777"/>
                    </a:moveTo>
                    <a:cubicBezTo>
                      <a:pt x="1980" y="802"/>
                      <a:pt x="1980" y="802"/>
                      <a:pt x="1980" y="827"/>
                    </a:cubicBezTo>
                    <a:cubicBezTo>
                      <a:pt x="1980" y="877"/>
                      <a:pt x="2005" y="928"/>
                      <a:pt x="2005" y="978"/>
                    </a:cubicBezTo>
                    <a:cubicBezTo>
                      <a:pt x="2030" y="1028"/>
                      <a:pt x="2030" y="1078"/>
                      <a:pt x="2055" y="1128"/>
                    </a:cubicBezTo>
                    <a:cubicBezTo>
                      <a:pt x="2055" y="1153"/>
                      <a:pt x="2055" y="1178"/>
                      <a:pt x="2080" y="1203"/>
                    </a:cubicBezTo>
                    <a:cubicBezTo>
                      <a:pt x="2030" y="1228"/>
                      <a:pt x="2005" y="1253"/>
                      <a:pt x="1980" y="1278"/>
                    </a:cubicBezTo>
                    <a:cubicBezTo>
                      <a:pt x="1930" y="1329"/>
                      <a:pt x="1880" y="1354"/>
                      <a:pt x="1830" y="1404"/>
                    </a:cubicBezTo>
                    <a:cubicBezTo>
                      <a:pt x="1780" y="1429"/>
                      <a:pt x="1729" y="1479"/>
                      <a:pt x="1679" y="1504"/>
                    </a:cubicBezTo>
                    <a:cubicBezTo>
                      <a:pt x="1654" y="1529"/>
                      <a:pt x="1629" y="1579"/>
                      <a:pt x="1604" y="1604"/>
                    </a:cubicBezTo>
                    <a:cubicBezTo>
                      <a:pt x="1604" y="1604"/>
                      <a:pt x="1604" y="1579"/>
                      <a:pt x="1579" y="1579"/>
                    </a:cubicBezTo>
                    <a:cubicBezTo>
                      <a:pt x="1554" y="1454"/>
                      <a:pt x="1529" y="1329"/>
                      <a:pt x="1504" y="1203"/>
                    </a:cubicBezTo>
                    <a:lnTo>
                      <a:pt x="1479" y="1153"/>
                    </a:lnTo>
                    <a:lnTo>
                      <a:pt x="1504" y="1153"/>
                    </a:lnTo>
                    <a:cubicBezTo>
                      <a:pt x="1529" y="1128"/>
                      <a:pt x="1554" y="1103"/>
                      <a:pt x="1604" y="1078"/>
                    </a:cubicBezTo>
                    <a:cubicBezTo>
                      <a:pt x="1629" y="1053"/>
                      <a:pt x="1654" y="1028"/>
                      <a:pt x="1679" y="1003"/>
                    </a:cubicBezTo>
                    <a:cubicBezTo>
                      <a:pt x="1704" y="978"/>
                      <a:pt x="1729" y="978"/>
                      <a:pt x="1754" y="953"/>
                    </a:cubicBezTo>
                    <a:cubicBezTo>
                      <a:pt x="1780" y="928"/>
                      <a:pt x="1805" y="903"/>
                      <a:pt x="1830" y="877"/>
                    </a:cubicBezTo>
                    <a:cubicBezTo>
                      <a:pt x="1855" y="852"/>
                      <a:pt x="1905" y="827"/>
                      <a:pt x="1955" y="777"/>
                    </a:cubicBezTo>
                    <a:close/>
                    <a:moveTo>
                      <a:pt x="877" y="978"/>
                    </a:moveTo>
                    <a:lnTo>
                      <a:pt x="978" y="1003"/>
                    </a:lnTo>
                    <a:cubicBezTo>
                      <a:pt x="1003" y="1003"/>
                      <a:pt x="1028" y="1028"/>
                      <a:pt x="1053" y="1028"/>
                    </a:cubicBezTo>
                    <a:cubicBezTo>
                      <a:pt x="1078" y="1028"/>
                      <a:pt x="1128" y="1053"/>
                      <a:pt x="1153" y="1053"/>
                    </a:cubicBezTo>
                    <a:cubicBezTo>
                      <a:pt x="1203" y="1078"/>
                      <a:pt x="1278" y="1103"/>
                      <a:pt x="1328" y="1103"/>
                    </a:cubicBezTo>
                    <a:cubicBezTo>
                      <a:pt x="1353" y="1103"/>
                      <a:pt x="1353" y="1103"/>
                      <a:pt x="1379" y="1128"/>
                    </a:cubicBezTo>
                    <a:cubicBezTo>
                      <a:pt x="1379" y="1153"/>
                      <a:pt x="1379" y="1178"/>
                      <a:pt x="1404" y="1203"/>
                    </a:cubicBezTo>
                    <a:cubicBezTo>
                      <a:pt x="1429" y="1329"/>
                      <a:pt x="1454" y="1479"/>
                      <a:pt x="1479" y="1604"/>
                    </a:cubicBezTo>
                    <a:cubicBezTo>
                      <a:pt x="1504" y="1604"/>
                      <a:pt x="1504" y="1629"/>
                      <a:pt x="1504" y="1654"/>
                    </a:cubicBezTo>
                    <a:cubicBezTo>
                      <a:pt x="1479" y="1629"/>
                      <a:pt x="1429" y="1629"/>
                      <a:pt x="1404" y="1629"/>
                    </a:cubicBezTo>
                    <a:cubicBezTo>
                      <a:pt x="1303" y="1579"/>
                      <a:pt x="1203" y="1554"/>
                      <a:pt x="1103" y="1504"/>
                    </a:cubicBezTo>
                    <a:cubicBezTo>
                      <a:pt x="1078" y="1504"/>
                      <a:pt x="1078" y="1479"/>
                      <a:pt x="1078" y="1479"/>
                    </a:cubicBezTo>
                    <a:cubicBezTo>
                      <a:pt x="1078" y="1454"/>
                      <a:pt x="1053" y="1429"/>
                      <a:pt x="1053" y="1404"/>
                    </a:cubicBezTo>
                    <a:cubicBezTo>
                      <a:pt x="1028" y="1354"/>
                      <a:pt x="1003" y="1304"/>
                      <a:pt x="978" y="1253"/>
                    </a:cubicBezTo>
                    <a:cubicBezTo>
                      <a:pt x="978" y="1203"/>
                      <a:pt x="952" y="1153"/>
                      <a:pt x="927" y="1103"/>
                    </a:cubicBezTo>
                    <a:cubicBezTo>
                      <a:pt x="927" y="1078"/>
                      <a:pt x="902" y="1028"/>
                      <a:pt x="902" y="1003"/>
                    </a:cubicBezTo>
                    <a:cubicBezTo>
                      <a:pt x="902" y="1003"/>
                      <a:pt x="877" y="1003"/>
                      <a:pt x="877" y="978"/>
                    </a:cubicBezTo>
                    <a:close/>
                    <a:moveTo>
                      <a:pt x="2080" y="1278"/>
                    </a:moveTo>
                    <a:cubicBezTo>
                      <a:pt x="2130" y="1304"/>
                      <a:pt x="2155" y="1329"/>
                      <a:pt x="2206" y="1354"/>
                    </a:cubicBezTo>
                    <a:cubicBezTo>
                      <a:pt x="2281" y="1379"/>
                      <a:pt x="2331" y="1404"/>
                      <a:pt x="2406" y="1454"/>
                    </a:cubicBezTo>
                    <a:cubicBezTo>
                      <a:pt x="2481" y="1479"/>
                      <a:pt x="2582" y="1529"/>
                      <a:pt x="2682" y="1554"/>
                    </a:cubicBezTo>
                    <a:cubicBezTo>
                      <a:pt x="2657" y="1579"/>
                      <a:pt x="2657" y="1579"/>
                      <a:pt x="2632" y="1579"/>
                    </a:cubicBezTo>
                    <a:cubicBezTo>
                      <a:pt x="2607" y="1629"/>
                      <a:pt x="2556" y="1654"/>
                      <a:pt x="2506" y="1679"/>
                    </a:cubicBezTo>
                    <a:cubicBezTo>
                      <a:pt x="2456" y="1705"/>
                      <a:pt x="2431" y="1730"/>
                      <a:pt x="2381" y="1755"/>
                    </a:cubicBezTo>
                    <a:cubicBezTo>
                      <a:pt x="2331" y="1755"/>
                      <a:pt x="2306" y="1780"/>
                      <a:pt x="2256" y="1805"/>
                    </a:cubicBezTo>
                    <a:cubicBezTo>
                      <a:pt x="2231" y="1805"/>
                      <a:pt x="2231" y="1830"/>
                      <a:pt x="2206" y="1830"/>
                    </a:cubicBezTo>
                    <a:cubicBezTo>
                      <a:pt x="2206" y="1830"/>
                      <a:pt x="2181" y="1830"/>
                      <a:pt x="2181" y="1855"/>
                    </a:cubicBezTo>
                    <a:cubicBezTo>
                      <a:pt x="2181" y="1855"/>
                      <a:pt x="2155" y="1855"/>
                      <a:pt x="2155" y="1830"/>
                    </a:cubicBezTo>
                    <a:cubicBezTo>
                      <a:pt x="2080" y="1830"/>
                      <a:pt x="2030" y="1805"/>
                      <a:pt x="1955" y="1780"/>
                    </a:cubicBezTo>
                    <a:cubicBezTo>
                      <a:pt x="1880" y="1755"/>
                      <a:pt x="1830" y="1730"/>
                      <a:pt x="1754" y="1730"/>
                    </a:cubicBezTo>
                    <a:cubicBezTo>
                      <a:pt x="1729" y="1705"/>
                      <a:pt x="1679" y="1705"/>
                      <a:pt x="1629" y="1679"/>
                    </a:cubicBezTo>
                    <a:cubicBezTo>
                      <a:pt x="1679" y="1654"/>
                      <a:pt x="1704" y="1604"/>
                      <a:pt x="1754" y="1579"/>
                    </a:cubicBezTo>
                    <a:cubicBezTo>
                      <a:pt x="1805" y="1529"/>
                      <a:pt x="1830" y="1504"/>
                      <a:pt x="1880" y="1454"/>
                    </a:cubicBezTo>
                    <a:cubicBezTo>
                      <a:pt x="1930" y="1404"/>
                      <a:pt x="1980" y="1379"/>
                      <a:pt x="2030" y="1329"/>
                    </a:cubicBezTo>
                    <a:cubicBezTo>
                      <a:pt x="2030" y="1329"/>
                      <a:pt x="2055" y="1304"/>
                      <a:pt x="2080" y="1278"/>
                    </a:cubicBezTo>
                    <a:close/>
                    <a:moveTo>
                      <a:pt x="1053" y="1629"/>
                    </a:moveTo>
                    <a:cubicBezTo>
                      <a:pt x="1103" y="1654"/>
                      <a:pt x="1178" y="1679"/>
                      <a:pt x="1228" y="1705"/>
                    </a:cubicBezTo>
                    <a:cubicBezTo>
                      <a:pt x="1278" y="1705"/>
                      <a:pt x="1328" y="1730"/>
                      <a:pt x="1404" y="1755"/>
                    </a:cubicBezTo>
                    <a:cubicBezTo>
                      <a:pt x="1404" y="1755"/>
                      <a:pt x="1404" y="1755"/>
                      <a:pt x="1404" y="1780"/>
                    </a:cubicBezTo>
                    <a:cubicBezTo>
                      <a:pt x="1353" y="1805"/>
                      <a:pt x="1303" y="1855"/>
                      <a:pt x="1253" y="1880"/>
                    </a:cubicBezTo>
                    <a:cubicBezTo>
                      <a:pt x="1203" y="1930"/>
                      <a:pt x="1153" y="1980"/>
                      <a:pt x="1103" y="2005"/>
                    </a:cubicBezTo>
                    <a:cubicBezTo>
                      <a:pt x="1103" y="2030"/>
                      <a:pt x="1078" y="2030"/>
                      <a:pt x="1078" y="2055"/>
                    </a:cubicBezTo>
                    <a:cubicBezTo>
                      <a:pt x="1053" y="2055"/>
                      <a:pt x="1028" y="2030"/>
                      <a:pt x="1003" y="2030"/>
                    </a:cubicBezTo>
                    <a:cubicBezTo>
                      <a:pt x="952" y="2005"/>
                      <a:pt x="877" y="2005"/>
                      <a:pt x="827" y="1980"/>
                    </a:cubicBezTo>
                    <a:cubicBezTo>
                      <a:pt x="777" y="1955"/>
                      <a:pt x="727" y="1955"/>
                      <a:pt x="677" y="1930"/>
                    </a:cubicBezTo>
                    <a:lnTo>
                      <a:pt x="627" y="1930"/>
                    </a:lnTo>
                    <a:cubicBezTo>
                      <a:pt x="652" y="1905"/>
                      <a:pt x="677" y="1905"/>
                      <a:pt x="677" y="1880"/>
                    </a:cubicBezTo>
                    <a:cubicBezTo>
                      <a:pt x="702" y="1855"/>
                      <a:pt x="727" y="1855"/>
                      <a:pt x="752" y="1830"/>
                    </a:cubicBezTo>
                    <a:cubicBezTo>
                      <a:pt x="777" y="1830"/>
                      <a:pt x="777" y="1805"/>
                      <a:pt x="802" y="1780"/>
                    </a:cubicBezTo>
                    <a:cubicBezTo>
                      <a:pt x="852" y="1755"/>
                      <a:pt x="902" y="1730"/>
                      <a:pt x="952" y="1705"/>
                    </a:cubicBezTo>
                    <a:cubicBezTo>
                      <a:pt x="952" y="1679"/>
                      <a:pt x="978" y="1679"/>
                      <a:pt x="1003" y="1654"/>
                    </a:cubicBezTo>
                    <a:cubicBezTo>
                      <a:pt x="1028" y="1654"/>
                      <a:pt x="1028" y="1629"/>
                      <a:pt x="1053" y="1629"/>
                    </a:cubicBezTo>
                    <a:close/>
                    <a:moveTo>
                      <a:pt x="1654" y="1830"/>
                    </a:moveTo>
                    <a:lnTo>
                      <a:pt x="1654" y="1830"/>
                    </a:lnTo>
                    <a:cubicBezTo>
                      <a:pt x="1805" y="1905"/>
                      <a:pt x="1980" y="1955"/>
                      <a:pt x="2130" y="2005"/>
                    </a:cubicBezTo>
                    <a:lnTo>
                      <a:pt x="2181" y="2005"/>
                    </a:lnTo>
                    <a:cubicBezTo>
                      <a:pt x="2181" y="2030"/>
                      <a:pt x="2181" y="2055"/>
                      <a:pt x="2181" y="2080"/>
                    </a:cubicBezTo>
                    <a:cubicBezTo>
                      <a:pt x="2181" y="2131"/>
                      <a:pt x="2181" y="2156"/>
                      <a:pt x="2206" y="2206"/>
                    </a:cubicBezTo>
                    <a:cubicBezTo>
                      <a:pt x="2231" y="2281"/>
                      <a:pt x="2231" y="2331"/>
                      <a:pt x="2256" y="2406"/>
                    </a:cubicBezTo>
                    <a:cubicBezTo>
                      <a:pt x="2256" y="2431"/>
                      <a:pt x="2281" y="2456"/>
                      <a:pt x="2281" y="2482"/>
                    </a:cubicBezTo>
                    <a:lnTo>
                      <a:pt x="2130" y="2482"/>
                    </a:lnTo>
                    <a:cubicBezTo>
                      <a:pt x="2105" y="2456"/>
                      <a:pt x="2080" y="2456"/>
                      <a:pt x="2055" y="2456"/>
                    </a:cubicBezTo>
                    <a:cubicBezTo>
                      <a:pt x="2030" y="2456"/>
                      <a:pt x="2005" y="2431"/>
                      <a:pt x="1980" y="2431"/>
                    </a:cubicBezTo>
                    <a:lnTo>
                      <a:pt x="1930" y="2431"/>
                    </a:lnTo>
                    <a:cubicBezTo>
                      <a:pt x="1905" y="2406"/>
                      <a:pt x="1855" y="2406"/>
                      <a:pt x="1830" y="2406"/>
                    </a:cubicBezTo>
                    <a:cubicBezTo>
                      <a:pt x="1830" y="2406"/>
                      <a:pt x="1805" y="2406"/>
                      <a:pt x="1805" y="2381"/>
                    </a:cubicBezTo>
                    <a:lnTo>
                      <a:pt x="1780" y="2381"/>
                    </a:lnTo>
                    <a:cubicBezTo>
                      <a:pt x="1780" y="2356"/>
                      <a:pt x="1754" y="2356"/>
                      <a:pt x="1754" y="2331"/>
                    </a:cubicBezTo>
                    <a:cubicBezTo>
                      <a:pt x="1729" y="2206"/>
                      <a:pt x="1704" y="2080"/>
                      <a:pt x="1679" y="1980"/>
                    </a:cubicBezTo>
                    <a:cubicBezTo>
                      <a:pt x="1679" y="1930"/>
                      <a:pt x="1654" y="1880"/>
                      <a:pt x="1654" y="1830"/>
                    </a:cubicBezTo>
                    <a:close/>
                    <a:moveTo>
                      <a:pt x="1529" y="1805"/>
                    </a:moveTo>
                    <a:cubicBezTo>
                      <a:pt x="1554" y="1855"/>
                      <a:pt x="1554" y="1905"/>
                      <a:pt x="1579" y="1955"/>
                    </a:cubicBezTo>
                    <a:cubicBezTo>
                      <a:pt x="1604" y="2080"/>
                      <a:pt x="1629" y="2206"/>
                      <a:pt x="1654" y="2331"/>
                    </a:cubicBezTo>
                    <a:cubicBezTo>
                      <a:pt x="1629" y="2356"/>
                      <a:pt x="1629" y="2356"/>
                      <a:pt x="1629" y="2356"/>
                    </a:cubicBezTo>
                    <a:cubicBezTo>
                      <a:pt x="1604" y="2381"/>
                      <a:pt x="1579" y="2406"/>
                      <a:pt x="1579" y="2431"/>
                    </a:cubicBezTo>
                    <a:cubicBezTo>
                      <a:pt x="1554" y="2431"/>
                      <a:pt x="1554" y="2431"/>
                      <a:pt x="1554" y="2456"/>
                    </a:cubicBezTo>
                    <a:cubicBezTo>
                      <a:pt x="1529" y="2456"/>
                      <a:pt x="1529" y="2456"/>
                      <a:pt x="1529" y="2482"/>
                    </a:cubicBezTo>
                    <a:cubicBezTo>
                      <a:pt x="1504" y="2482"/>
                      <a:pt x="1479" y="2507"/>
                      <a:pt x="1454" y="2507"/>
                    </a:cubicBezTo>
                    <a:cubicBezTo>
                      <a:pt x="1454" y="2532"/>
                      <a:pt x="1429" y="2532"/>
                      <a:pt x="1404" y="2557"/>
                    </a:cubicBezTo>
                    <a:cubicBezTo>
                      <a:pt x="1404" y="2557"/>
                      <a:pt x="1379" y="2582"/>
                      <a:pt x="1353" y="2607"/>
                    </a:cubicBezTo>
                    <a:cubicBezTo>
                      <a:pt x="1353" y="2607"/>
                      <a:pt x="1328" y="2607"/>
                      <a:pt x="1303" y="2632"/>
                    </a:cubicBezTo>
                    <a:cubicBezTo>
                      <a:pt x="1303" y="2607"/>
                      <a:pt x="1303" y="2607"/>
                      <a:pt x="1303" y="2582"/>
                    </a:cubicBezTo>
                    <a:cubicBezTo>
                      <a:pt x="1303" y="2557"/>
                      <a:pt x="1303" y="2557"/>
                      <a:pt x="1278" y="2532"/>
                    </a:cubicBezTo>
                    <a:cubicBezTo>
                      <a:pt x="1278" y="2507"/>
                      <a:pt x="1278" y="2482"/>
                      <a:pt x="1278" y="2456"/>
                    </a:cubicBezTo>
                    <a:cubicBezTo>
                      <a:pt x="1253" y="2431"/>
                      <a:pt x="1253" y="2406"/>
                      <a:pt x="1228" y="2381"/>
                    </a:cubicBezTo>
                    <a:cubicBezTo>
                      <a:pt x="1228" y="2356"/>
                      <a:pt x="1228" y="2331"/>
                      <a:pt x="1228" y="2306"/>
                    </a:cubicBezTo>
                    <a:cubicBezTo>
                      <a:pt x="1203" y="2281"/>
                      <a:pt x="1203" y="2256"/>
                      <a:pt x="1203" y="2231"/>
                    </a:cubicBezTo>
                    <a:cubicBezTo>
                      <a:pt x="1178" y="2181"/>
                      <a:pt x="1178" y="2131"/>
                      <a:pt x="1153" y="2106"/>
                    </a:cubicBezTo>
                    <a:cubicBezTo>
                      <a:pt x="1153" y="2080"/>
                      <a:pt x="1178" y="2080"/>
                      <a:pt x="1178" y="2080"/>
                    </a:cubicBezTo>
                    <a:cubicBezTo>
                      <a:pt x="1228" y="2030"/>
                      <a:pt x="1278" y="2005"/>
                      <a:pt x="1328" y="1955"/>
                    </a:cubicBezTo>
                    <a:cubicBezTo>
                      <a:pt x="1379" y="1930"/>
                      <a:pt x="1404" y="1880"/>
                      <a:pt x="1454" y="1830"/>
                    </a:cubicBezTo>
                    <a:cubicBezTo>
                      <a:pt x="1479" y="1830"/>
                      <a:pt x="1504" y="1805"/>
                      <a:pt x="1504" y="1805"/>
                    </a:cubicBezTo>
                    <a:close/>
                    <a:moveTo>
                      <a:pt x="1629" y="0"/>
                    </a:moveTo>
                    <a:cubicBezTo>
                      <a:pt x="1604" y="0"/>
                      <a:pt x="1604" y="25"/>
                      <a:pt x="1604" y="25"/>
                    </a:cubicBezTo>
                    <a:cubicBezTo>
                      <a:pt x="1554" y="151"/>
                      <a:pt x="1479" y="301"/>
                      <a:pt x="1429" y="426"/>
                    </a:cubicBezTo>
                    <a:cubicBezTo>
                      <a:pt x="1404" y="476"/>
                      <a:pt x="1404" y="502"/>
                      <a:pt x="1379" y="552"/>
                    </a:cubicBezTo>
                    <a:lnTo>
                      <a:pt x="1353" y="476"/>
                    </a:lnTo>
                    <a:cubicBezTo>
                      <a:pt x="1353" y="401"/>
                      <a:pt x="1328" y="351"/>
                      <a:pt x="1328" y="301"/>
                    </a:cubicBezTo>
                    <a:cubicBezTo>
                      <a:pt x="1303" y="226"/>
                      <a:pt x="1303" y="176"/>
                      <a:pt x="1278" y="101"/>
                    </a:cubicBezTo>
                    <a:cubicBezTo>
                      <a:pt x="1278" y="75"/>
                      <a:pt x="1253" y="50"/>
                      <a:pt x="1228" y="50"/>
                    </a:cubicBezTo>
                    <a:lnTo>
                      <a:pt x="1203" y="50"/>
                    </a:lnTo>
                    <a:cubicBezTo>
                      <a:pt x="1178" y="75"/>
                      <a:pt x="1153" y="101"/>
                      <a:pt x="1153" y="126"/>
                    </a:cubicBezTo>
                    <a:cubicBezTo>
                      <a:pt x="1178" y="176"/>
                      <a:pt x="1178" y="251"/>
                      <a:pt x="1203" y="301"/>
                    </a:cubicBezTo>
                    <a:cubicBezTo>
                      <a:pt x="1228" y="351"/>
                      <a:pt x="1228" y="426"/>
                      <a:pt x="1253" y="476"/>
                    </a:cubicBezTo>
                    <a:cubicBezTo>
                      <a:pt x="1253" y="502"/>
                      <a:pt x="1253" y="527"/>
                      <a:pt x="1253" y="552"/>
                    </a:cubicBezTo>
                    <a:cubicBezTo>
                      <a:pt x="1228" y="552"/>
                      <a:pt x="1203" y="527"/>
                      <a:pt x="1153" y="502"/>
                    </a:cubicBezTo>
                    <a:cubicBezTo>
                      <a:pt x="1128" y="502"/>
                      <a:pt x="1078" y="476"/>
                      <a:pt x="1028" y="451"/>
                    </a:cubicBezTo>
                    <a:cubicBezTo>
                      <a:pt x="978" y="426"/>
                      <a:pt x="952" y="401"/>
                      <a:pt x="902" y="376"/>
                    </a:cubicBezTo>
                    <a:lnTo>
                      <a:pt x="877" y="376"/>
                    </a:lnTo>
                    <a:cubicBezTo>
                      <a:pt x="852" y="376"/>
                      <a:pt x="827" y="376"/>
                      <a:pt x="802" y="401"/>
                    </a:cubicBezTo>
                    <a:cubicBezTo>
                      <a:pt x="802" y="426"/>
                      <a:pt x="802" y="451"/>
                      <a:pt x="827" y="476"/>
                    </a:cubicBezTo>
                    <a:cubicBezTo>
                      <a:pt x="877" y="502"/>
                      <a:pt x="927" y="527"/>
                      <a:pt x="952" y="577"/>
                    </a:cubicBezTo>
                    <a:cubicBezTo>
                      <a:pt x="1003" y="577"/>
                      <a:pt x="1028" y="602"/>
                      <a:pt x="1078" y="627"/>
                    </a:cubicBezTo>
                    <a:cubicBezTo>
                      <a:pt x="1128" y="652"/>
                      <a:pt x="1153" y="652"/>
                      <a:pt x="1203" y="677"/>
                    </a:cubicBezTo>
                    <a:cubicBezTo>
                      <a:pt x="1228" y="702"/>
                      <a:pt x="1253" y="727"/>
                      <a:pt x="1278" y="727"/>
                    </a:cubicBezTo>
                    <a:cubicBezTo>
                      <a:pt x="1303" y="777"/>
                      <a:pt x="1303" y="802"/>
                      <a:pt x="1303" y="827"/>
                    </a:cubicBezTo>
                    <a:cubicBezTo>
                      <a:pt x="1328" y="903"/>
                      <a:pt x="1328" y="953"/>
                      <a:pt x="1353" y="1028"/>
                    </a:cubicBezTo>
                    <a:cubicBezTo>
                      <a:pt x="1353" y="1028"/>
                      <a:pt x="1353" y="1028"/>
                      <a:pt x="1353" y="1053"/>
                    </a:cubicBezTo>
                    <a:cubicBezTo>
                      <a:pt x="1278" y="1028"/>
                      <a:pt x="1228" y="1003"/>
                      <a:pt x="1178" y="1003"/>
                    </a:cubicBezTo>
                    <a:cubicBezTo>
                      <a:pt x="1153" y="978"/>
                      <a:pt x="1103" y="978"/>
                      <a:pt x="1078" y="978"/>
                    </a:cubicBezTo>
                    <a:cubicBezTo>
                      <a:pt x="1053" y="953"/>
                      <a:pt x="1028" y="953"/>
                      <a:pt x="1003" y="953"/>
                    </a:cubicBezTo>
                    <a:cubicBezTo>
                      <a:pt x="952" y="928"/>
                      <a:pt x="902" y="928"/>
                      <a:pt x="852" y="903"/>
                    </a:cubicBezTo>
                    <a:lnTo>
                      <a:pt x="802" y="903"/>
                    </a:lnTo>
                    <a:cubicBezTo>
                      <a:pt x="777" y="903"/>
                      <a:pt x="752" y="928"/>
                      <a:pt x="752" y="978"/>
                    </a:cubicBezTo>
                    <a:cubicBezTo>
                      <a:pt x="752" y="978"/>
                      <a:pt x="777" y="1003"/>
                      <a:pt x="777" y="1028"/>
                    </a:cubicBezTo>
                    <a:cubicBezTo>
                      <a:pt x="777" y="1053"/>
                      <a:pt x="802" y="1078"/>
                      <a:pt x="802" y="1103"/>
                    </a:cubicBezTo>
                    <a:cubicBezTo>
                      <a:pt x="827" y="1153"/>
                      <a:pt x="852" y="1203"/>
                      <a:pt x="877" y="1253"/>
                    </a:cubicBezTo>
                    <a:cubicBezTo>
                      <a:pt x="902" y="1304"/>
                      <a:pt x="927" y="1354"/>
                      <a:pt x="978" y="1429"/>
                    </a:cubicBezTo>
                    <a:cubicBezTo>
                      <a:pt x="978" y="1429"/>
                      <a:pt x="978" y="1454"/>
                      <a:pt x="1003" y="1479"/>
                    </a:cubicBezTo>
                    <a:cubicBezTo>
                      <a:pt x="952" y="1454"/>
                      <a:pt x="902" y="1454"/>
                      <a:pt x="852" y="1429"/>
                    </a:cubicBezTo>
                    <a:cubicBezTo>
                      <a:pt x="802" y="1404"/>
                      <a:pt x="727" y="1404"/>
                      <a:pt x="677" y="1379"/>
                    </a:cubicBezTo>
                    <a:lnTo>
                      <a:pt x="652" y="1379"/>
                    </a:lnTo>
                    <a:cubicBezTo>
                      <a:pt x="652" y="1354"/>
                      <a:pt x="652" y="1354"/>
                      <a:pt x="652" y="1354"/>
                    </a:cubicBezTo>
                    <a:cubicBezTo>
                      <a:pt x="652" y="1354"/>
                      <a:pt x="652" y="1354"/>
                      <a:pt x="652" y="1329"/>
                    </a:cubicBezTo>
                    <a:cubicBezTo>
                      <a:pt x="602" y="1278"/>
                      <a:pt x="577" y="1228"/>
                      <a:pt x="551" y="1178"/>
                    </a:cubicBezTo>
                    <a:cubicBezTo>
                      <a:pt x="526" y="1153"/>
                      <a:pt x="501" y="1128"/>
                      <a:pt x="476" y="1078"/>
                    </a:cubicBezTo>
                    <a:cubicBezTo>
                      <a:pt x="451" y="1053"/>
                      <a:pt x="451" y="1003"/>
                      <a:pt x="426" y="953"/>
                    </a:cubicBezTo>
                    <a:cubicBezTo>
                      <a:pt x="401" y="928"/>
                      <a:pt x="376" y="928"/>
                      <a:pt x="376" y="928"/>
                    </a:cubicBezTo>
                    <a:lnTo>
                      <a:pt x="326" y="928"/>
                    </a:lnTo>
                    <a:cubicBezTo>
                      <a:pt x="326" y="928"/>
                      <a:pt x="301" y="953"/>
                      <a:pt x="301" y="978"/>
                    </a:cubicBezTo>
                    <a:cubicBezTo>
                      <a:pt x="301" y="978"/>
                      <a:pt x="301" y="1003"/>
                      <a:pt x="301" y="1003"/>
                    </a:cubicBezTo>
                    <a:cubicBezTo>
                      <a:pt x="351" y="1103"/>
                      <a:pt x="376" y="1178"/>
                      <a:pt x="426" y="1253"/>
                    </a:cubicBezTo>
                    <a:cubicBezTo>
                      <a:pt x="426" y="1253"/>
                      <a:pt x="426" y="1278"/>
                      <a:pt x="451" y="1304"/>
                    </a:cubicBezTo>
                    <a:cubicBezTo>
                      <a:pt x="401" y="1278"/>
                      <a:pt x="376" y="1278"/>
                      <a:pt x="326" y="1253"/>
                    </a:cubicBezTo>
                    <a:cubicBezTo>
                      <a:pt x="276" y="1253"/>
                      <a:pt x="226" y="1228"/>
                      <a:pt x="150" y="1203"/>
                    </a:cubicBezTo>
                    <a:cubicBezTo>
                      <a:pt x="125" y="1203"/>
                      <a:pt x="100" y="1178"/>
                      <a:pt x="75" y="1178"/>
                    </a:cubicBezTo>
                    <a:cubicBezTo>
                      <a:pt x="75" y="1153"/>
                      <a:pt x="75" y="1153"/>
                      <a:pt x="50" y="1153"/>
                    </a:cubicBezTo>
                    <a:cubicBezTo>
                      <a:pt x="50" y="1153"/>
                      <a:pt x="25" y="1153"/>
                      <a:pt x="25" y="1178"/>
                    </a:cubicBezTo>
                    <a:cubicBezTo>
                      <a:pt x="0" y="1203"/>
                      <a:pt x="0" y="1228"/>
                      <a:pt x="25" y="1253"/>
                    </a:cubicBezTo>
                    <a:cubicBezTo>
                      <a:pt x="75" y="1278"/>
                      <a:pt x="100" y="1304"/>
                      <a:pt x="150" y="1304"/>
                    </a:cubicBezTo>
                    <a:cubicBezTo>
                      <a:pt x="175" y="1329"/>
                      <a:pt x="201" y="1329"/>
                      <a:pt x="251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51" y="1379"/>
                      <a:pt x="401" y="1404"/>
                      <a:pt x="426" y="1404"/>
                    </a:cubicBezTo>
                    <a:cubicBezTo>
                      <a:pt x="401" y="1429"/>
                      <a:pt x="401" y="1429"/>
                      <a:pt x="376" y="1454"/>
                    </a:cubicBezTo>
                    <a:cubicBezTo>
                      <a:pt x="301" y="1504"/>
                      <a:pt x="251" y="1554"/>
                      <a:pt x="175" y="1604"/>
                    </a:cubicBezTo>
                    <a:cubicBezTo>
                      <a:pt x="150" y="1604"/>
                      <a:pt x="150" y="1654"/>
                      <a:pt x="175" y="1679"/>
                    </a:cubicBezTo>
                    <a:cubicBezTo>
                      <a:pt x="175" y="1705"/>
                      <a:pt x="201" y="1705"/>
                      <a:pt x="226" y="1730"/>
                    </a:cubicBezTo>
                    <a:cubicBezTo>
                      <a:pt x="226" y="1730"/>
                      <a:pt x="251" y="1730"/>
                      <a:pt x="276" y="1705"/>
                    </a:cubicBezTo>
                    <a:cubicBezTo>
                      <a:pt x="351" y="1654"/>
                      <a:pt x="426" y="1604"/>
                      <a:pt x="501" y="1554"/>
                    </a:cubicBezTo>
                    <a:cubicBezTo>
                      <a:pt x="526" y="1529"/>
                      <a:pt x="577" y="1504"/>
                      <a:pt x="602" y="1479"/>
                    </a:cubicBezTo>
                    <a:lnTo>
                      <a:pt x="627" y="1479"/>
                    </a:lnTo>
                    <a:cubicBezTo>
                      <a:pt x="627" y="1479"/>
                      <a:pt x="652" y="1479"/>
                      <a:pt x="677" y="1504"/>
                    </a:cubicBezTo>
                    <a:cubicBezTo>
                      <a:pt x="727" y="1504"/>
                      <a:pt x="802" y="1529"/>
                      <a:pt x="852" y="1554"/>
                    </a:cubicBezTo>
                    <a:cubicBezTo>
                      <a:pt x="902" y="1554"/>
                      <a:pt x="927" y="1579"/>
                      <a:pt x="952" y="1579"/>
                    </a:cubicBezTo>
                    <a:cubicBezTo>
                      <a:pt x="927" y="1604"/>
                      <a:pt x="902" y="1629"/>
                      <a:pt x="877" y="1629"/>
                    </a:cubicBezTo>
                    <a:cubicBezTo>
                      <a:pt x="852" y="1654"/>
                      <a:pt x="827" y="1679"/>
                      <a:pt x="802" y="1705"/>
                    </a:cubicBezTo>
                    <a:cubicBezTo>
                      <a:pt x="777" y="1730"/>
                      <a:pt x="752" y="1730"/>
                      <a:pt x="727" y="1755"/>
                    </a:cubicBezTo>
                    <a:cubicBezTo>
                      <a:pt x="677" y="1805"/>
                      <a:pt x="627" y="1855"/>
                      <a:pt x="551" y="1905"/>
                    </a:cubicBezTo>
                    <a:cubicBezTo>
                      <a:pt x="551" y="1905"/>
                      <a:pt x="526" y="1905"/>
                      <a:pt x="526" y="1930"/>
                    </a:cubicBezTo>
                    <a:cubicBezTo>
                      <a:pt x="526" y="1955"/>
                      <a:pt x="526" y="1980"/>
                      <a:pt x="551" y="1980"/>
                    </a:cubicBezTo>
                    <a:cubicBezTo>
                      <a:pt x="577" y="1980"/>
                      <a:pt x="577" y="1980"/>
                      <a:pt x="602" y="2005"/>
                    </a:cubicBezTo>
                    <a:lnTo>
                      <a:pt x="652" y="2005"/>
                    </a:lnTo>
                    <a:cubicBezTo>
                      <a:pt x="702" y="2030"/>
                      <a:pt x="777" y="2030"/>
                      <a:pt x="827" y="2055"/>
                    </a:cubicBezTo>
                    <a:cubicBezTo>
                      <a:pt x="877" y="2055"/>
                      <a:pt x="927" y="2080"/>
                      <a:pt x="1003" y="2106"/>
                    </a:cubicBezTo>
                    <a:cubicBezTo>
                      <a:pt x="1003" y="2106"/>
                      <a:pt x="1003" y="2131"/>
                      <a:pt x="978" y="2131"/>
                    </a:cubicBezTo>
                    <a:cubicBezTo>
                      <a:pt x="927" y="2181"/>
                      <a:pt x="877" y="2231"/>
                      <a:pt x="852" y="2256"/>
                    </a:cubicBezTo>
                    <a:cubicBezTo>
                      <a:pt x="827" y="2281"/>
                      <a:pt x="802" y="2306"/>
                      <a:pt x="777" y="2331"/>
                    </a:cubicBezTo>
                    <a:cubicBezTo>
                      <a:pt x="777" y="2331"/>
                      <a:pt x="777" y="2331"/>
                      <a:pt x="752" y="2306"/>
                    </a:cubicBezTo>
                    <a:cubicBezTo>
                      <a:pt x="702" y="2306"/>
                      <a:pt x="627" y="2281"/>
                      <a:pt x="551" y="2281"/>
                    </a:cubicBezTo>
                    <a:cubicBezTo>
                      <a:pt x="501" y="2256"/>
                      <a:pt x="426" y="2256"/>
                      <a:pt x="351" y="2256"/>
                    </a:cubicBezTo>
                    <a:lnTo>
                      <a:pt x="276" y="2231"/>
                    </a:lnTo>
                    <a:lnTo>
                      <a:pt x="226" y="2231"/>
                    </a:lnTo>
                    <a:cubicBezTo>
                      <a:pt x="201" y="2256"/>
                      <a:pt x="201" y="2256"/>
                      <a:pt x="175" y="2281"/>
                    </a:cubicBezTo>
                    <a:cubicBezTo>
                      <a:pt x="175" y="2306"/>
                      <a:pt x="201" y="2356"/>
                      <a:pt x="226" y="2381"/>
                    </a:cubicBezTo>
                    <a:cubicBezTo>
                      <a:pt x="276" y="2381"/>
                      <a:pt x="326" y="2406"/>
                      <a:pt x="401" y="2406"/>
                    </a:cubicBezTo>
                    <a:cubicBezTo>
                      <a:pt x="426" y="2431"/>
                      <a:pt x="476" y="2431"/>
                      <a:pt x="501" y="2431"/>
                    </a:cubicBezTo>
                    <a:cubicBezTo>
                      <a:pt x="551" y="2431"/>
                      <a:pt x="602" y="2456"/>
                      <a:pt x="652" y="2456"/>
                    </a:cubicBezTo>
                    <a:cubicBezTo>
                      <a:pt x="627" y="2482"/>
                      <a:pt x="602" y="2507"/>
                      <a:pt x="577" y="2532"/>
                    </a:cubicBezTo>
                    <a:cubicBezTo>
                      <a:pt x="526" y="2582"/>
                      <a:pt x="476" y="2607"/>
                      <a:pt x="426" y="2657"/>
                    </a:cubicBezTo>
                    <a:cubicBezTo>
                      <a:pt x="401" y="2682"/>
                      <a:pt x="351" y="2732"/>
                      <a:pt x="301" y="2757"/>
                    </a:cubicBezTo>
                    <a:cubicBezTo>
                      <a:pt x="301" y="2782"/>
                      <a:pt x="301" y="2782"/>
                      <a:pt x="301" y="2807"/>
                    </a:cubicBezTo>
                    <a:lnTo>
                      <a:pt x="351" y="2807"/>
                    </a:lnTo>
                    <a:cubicBezTo>
                      <a:pt x="401" y="2757"/>
                      <a:pt x="426" y="2732"/>
                      <a:pt x="476" y="2682"/>
                    </a:cubicBezTo>
                    <a:cubicBezTo>
                      <a:pt x="526" y="2657"/>
                      <a:pt x="577" y="2607"/>
                      <a:pt x="602" y="2582"/>
                    </a:cubicBezTo>
                    <a:cubicBezTo>
                      <a:pt x="652" y="2557"/>
                      <a:pt x="677" y="2532"/>
                      <a:pt x="702" y="2507"/>
                    </a:cubicBezTo>
                    <a:cubicBezTo>
                      <a:pt x="702" y="2557"/>
                      <a:pt x="702" y="2607"/>
                      <a:pt x="702" y="2657"/>
                    </a:cubicBezTo>
                    <a:cubicBezTo>
                      <a:pt x="702" y="2757"/>
                      <a:pt x="702" y="2857"/>
                      <a:pt x="702" y="2933"/>
                    </a:cubicBezTo>
                    <a:cubicBezTo>
                      <a:pt x="702" y="2958"/>
                      <a:pt x="702" y="2983"/>
                      <a:pt x="727" y="2983"/>
                    </a:cubicBezTo>
                    <a:cubicBezTo>
                      <a:pt x="752" y="2983"/>
                      <a:pt x="777" y="2958"/>
                      <a:pt x="777" y="2958"/>
                    </a:cubicBezTo>
                    <a:cubicBezTo>
                      <a:pt x="777" y="2782"/>
                      <a:pt x="802" y="2607"/>
                      <a:pt x="777" y="2456"/>
                    </a:cubicBezTo>
                    <a:cubicBezTo>
                      <a:pt x="802" y="2431"/>
                      <a:pt x="802" y="2431"/>
                      <a:pt x="802" y="2431"/>
                    </a:cubicBezTo>
                    <a:cubicBezTo>
                      <a:pt x="802" y="2406"/>
                      <a:pt x="802" y="2406"/>
                      <a:pt x="802" y="2406"/>
                    </a:cubicBezTo>
                    <a:cubicBezTo>
                      <a:pt x="852" y="2381"/>
                      <a:pt x="877" y="2356"/>
                      <a:pt x="902" y="2331"/>
                    </a:cubicBezTo>
                    <a:cubicBezTo>
                      <a:pt x="952" y="2281"/>
                      <a:pt x="1003" y="2231"/>
                      <a:pt x="1028" y="2206"/>
                    </a:cubicBezTo>
                    <a:lnTo>
                      <a:pt x="1053" y="2181"/>
                    </a:lnTo>
                    <a:cubicBezTo>
                      <a:pt x="1053" y="2206"/>
                      <a:pt x="1053" y="2231"/>
                      <a:pt x="1078" y="2256"/>
                    </a:cubicBezTo>
                    <a:cubicBezTo>
                      <a:pt x="1078" y="2281"/>
                      <a:pt x="1103" y="2306"/>
                      <a:pt x="1103" y="2331"/>
                    </a:cubicBezTo>
                    <a:cubicBezTo>
                      <a:pt x="1128" y="2356"/>
                      <a:pt x="1128" y="2381"/>
                      <a:pt x="1128" y="2406"/>
                    </a:cubicBezTo>
                    <a:cubicBezTo>
                      <a:pt x="1153" y="2431"/>
                      <a:pt x="1153" y="2456"/>
                      <a:pt x="1178" y="2482"/>
                    </a:cubicBezTo>
                    <a:cubicBezTo>
                      <a:pt x="1178" y="2507"/>
                      <a:pt x="1178" y="2532"/>
                      <a:pt x="1203" y="2557"/>
                    </a:cubicBezTo>
                    <a:cubicBezTo>
                      <a:pt x="1203" y="2582"/>
                      <a:pt x="1228" y="2607"/>
                      <a:pt x="1228" y="2632"/>
                    </a:cubicBezTo>
                    <a:cubicBezTo>
                      <a:pt x="1228" y="2632"/>
                      <a:pt x="1253" y="2657"/>
                      <a:pt x="1253" y="2682"/>
                    </a:cubicBezTo>
                    <a:cubicBezTo>
                      <a:pt x="1253" y="2682"/>
                      <a:pt x="1253" y="2707"/>
                      <a:pt x="1278" y="2707"/>
                    </a:cubicBezTo>
                    <a:cubicBezTo>
                      <a:pt x="1278" y="2720"/>
                      <a:pt x="1285" y="2726"/>
                      <a:pt x="1291" y="2726"/>
                    </a:cubicBezTo>
                    <a:cubicBezTo>
                      <a:pt x="1297" y="2726"/>
                      <a:pt x="1303" y="2720"/>
                      <a:pt x="1303" y="2707"/>
                    </a:cubicBezTo>
                    <a:cubicBezTo>
                      <a:pt x="1328" y="2707"/>
                      <a:pt x="1353" y="2682"/>
                      <a:pt x="1353" y="2682"/>
                    </a:cubicBezTo>
                    <a:cubicBezTo>
                      <a:pt x="1379" y="2657"/>
                      <a:pt x="1379" y="2657"/>
                      <a:pt x="1404" y="2657"/>
                    </a:cubicBezTo>
                    <a:cubicBezTo>
                      <a:pt x="1429" y="2632"/>
                      <a:pt x="1429" y="2607"/>
                      <a:pt x="1454" y="2607"/>
                    </a:cubicBezTo>
                    <a:cubicBezTo>
                      <a:pt x="1479" y="2582"/>
                      <a:pt x="1479" y="2582"/>
                      <a:pt x="1504" y="2557"/>
                    </a:cubicBezTo>
                    <a:cubicBezTo>
                      <a:pt x="1529" y="2557"/>
                      <a:pt x="1554" y="2532"/>
                      <a:pt x="1554" y="2532"/>
                    </a:cubicBezTo>
                    <a:cubicBezTo>
                      <a:pt x="1579" y="2507"/>
                      <a:pt x="1604" y="2482"/>
                      <a:pt x="1604" y="2482"/>
                    </a:cubicBezTo>
                    <a:cubicBezTo>
                      <a:pt x="1629" y="2456"/>
                      <a:pt x="1654" y="2456"/>
                      <a:pt x="1679" y="2431"/>
                    </a:cubicBezTo>
                    <a:cubicBezTo>
                      <a:pt x="1679" y="2456"/>
                      <a:pt x="1679" y="2507"/>
                      <a:pt x="1704" y="2532"/>
                    </a:cubicBezTo>
                    <a:cubicBezTo>
                      <a:pt x="1704" y="2607"/>
                      <a:pt x="1729" y="2657"/>
                      <a:pt x="1754" y="2732"/>
                    </a:cubicBezTo>
                    <a:cubicBezTo>
                      <a:pt x="1754" y="2732"/>
                      <a:pt x="1754" y="2757"/>
                      <a:pt x="1754" y="2757"/>
                    </a:cubicBezTo>
                    <a:lnTo>
                      <a:pt x="1729" y="2757"/>
                    </a:lnTo>
                    <a:cubicBezTo>
                      <a:pt x="1704" y="2782"/>
                      <a:pt x="1704" y="2832"/>
                      <a:pt x="1679" y="2857"/>
                    </a:cubicBezTo>
                    <a:cubicBezTo>
                      <a:pt x="1654" y="2883"/>
                      <a:pt x="1654" y="2933"/>
                      <a:pt x="1629" y="2983"/>
                    </a:cubicBezTo>
                    <a:cubicBezTo>
                      <a:pt x="1604" y="3008"/>
                      <a:pt x="1579" y="3033"/>
                      <a:pt x="1579" y="3083"/>
                    </a:cubicBezTo>
                    <a:cubicBezTo>
                      <a:pt x="1554" y="3133"/>
                      <a:pt x="1529" y="3158"/>
                      <a:pt x="1504" y="3208"/>
                    </a:cubicBezTo>
                    <a:cubicBezTo>
                      <a:pt x="1504" y="3233"/>
                      <a:pt x="1479" y="3233"/>
                      <a:pt x="1504" y="3258"/>
                    </a:cubicBezTo>
                    <a:cubicBezTo>
                      <a:pt x="1504" y="3258"/>
                      <a:pt x="1504" y="3284"/>
                      <a:pt x="1529" y="3284"/>
                    </a:cubicBezTo>
                    <a:cubicBezTo>
                      <a:pt x="1541" y="3296"/>
                      <a:pt x="1554" y="3302"/>
                      <a:pt x="1566" y="3302"/>
                    </a:cubicBezTo>
                    <a:cubicBezTo>
                      <a:pt x="1579" y="3302"/>
                      <a:pt x="1592" y="3296"/>
                      <a:pt x="1604" y="3284"/>
                    </a:cubicBezTo>
                    <a:cubicBezTo>
                      <a:pt x="1629" y="3233"/>
                      <a:pt x="1654" y="3208"/>
                      <a:pt x="1679" y="3183"/>
                    </a:cubicBezTo>
                    <a:cubicBezTo>
                      <a:pt x="1679" y="3158"/>
                      <a:pt x="1704" y="3133"/>
                      <a:pt x="1704" y="3083"/>
                    </a:cubicBezTo>
                    <a:cubicBezTo>
                      <a:pt x="1729" y="3033"/>
                      <a:pt x="1754" y="2983"/>
                      <a:pt x="1780" y="2933"/>
                    </a:cubicBezTo>
                    <a:cubicBezTo>
                      <a:pt x="1805" y="3008"/>
                      <a:pt x="1830" y="3058"/>
                      <a:pt x="1830" y="3108"/>
                    </a:cubicBezTo>
                    <a:cubicBezTo>
                      <a:pt x="1855" y="3183"/>
                      <a:pt x="1855" y="3258"/>
                      <a:pt x="1880" y="3309"/>
                    </a:cubicBezTo>
                    <a:cubicBezTo>
                      <a:pt x="1880" y="3334"/>
                      <a:pt x="1880" y="3384"/>
                      <a:pt x="1880" y="3409"/>
                    </a:cubicBezTo>
                    <a:cubicBezTo>
                      <a:pt x="1880" y="3434"/>
                      <a:pt x="1905" y="3459"/>
                      <a:pt x="1905" y="3484"/>
                    </a:cubicBezTo>
                    <a:cubicBezTo>
                      <a:pt x="1905" y="3509"/>
                      <a:pt x="1930" y="3534"/>
                      <a:pt x="1955" y="3534"/>
                    </a:cubicBezTo>
                    <a:cubicBezTo>
                      <a:pt x="1980" y="3534"/>
                      <a:pt x="2005" y="3509"/>
                      <a:pt x="2005" y="3484"/>
                    </a:cubicBezTo>
                    <a:cubicBezTo>
                      <a:pt x="2005" y="3409"/>
                      <a:pt x="1980" y="3359"/>
                      <a:pt x="1980" y="3309"/>
                    </a:cubicBezTo>
                    <a:cubicBezTo>
                      <a:pt x="1980" y="3233"/>
                      <a:pt x="1955" y="3183"/>
                      <a:pt x="1955" y="3108"/>
                    </a:cubicBezTo>
                    <a:cubicBezTo>
                      <a:pt x="1930" y="3033"/>
                      <a:pt x="1905" y="2958"/>
                      <a:pt x="1905" y="2883"/>
                    </a:cubicBezTo>
                    <a:lnTo>
                      <a:pt x="1905" y="2883"/>
                    </a:lnTo>
                    <a:cubicBezTo>
                      <a:pt x="1955" y="2908"/>
                      <a:pt x="2005" y="2958"/>
                      <a:pt x="2055" y="2983"/>
                    </a:cubicBezTo>
                    <a:cubicBezTo>
                      <a:pt x="2130" y="3033"/>
                      <a:pt x="2231" y="3083"/>
                      <a:pt x="2306" y="3133"/>
                    </a:cubicBezTo>
                    <a:cubicBezTo>
                      <a:pt x="2331" y="3133"/>
                      <a:pt x="2356" y="3133"/>
                      <a:pt x="2381" y="3108"/>
                    </a:cubicBezTo>
                    <a:cubicBezTo>
                      <a:pt x="2406" y="3083"/>
                      <a:pt x="2381" y="3058"/>
                      <a:pt x="2356" y="3033"/>
                    </a:cubicBezTo>
                    <a:cubicBezTo>
                      <a:pt x="2281" y="2983"/>
                      <a:pt x="2181" y="2933"/>
                      <a:pt x="2105" y="2857"/>
                    </a:cubicBezTo>
                    <a:cubicBezTo>
                      <a:pt x="2030" y="2807"/>
                      <a:pt x="1955" y="2757"/>
                      <a:pt x="1855" y="2732"/>
                    </a:cubicBezTo>
                    <a:cubicBezTo>
                      <a:pt x="1830" y="2632"/>
                      <a:pt x="1805" y="2532"/>
                      <a:pt x="1780" y="2456"/>
                    </a:cubicBezTo>
                    <a:cubicBezTo>
                      <a:pt x="1805" y="2456"/>
                      <a:pt x="1830" y="2482"/>
                      <a:pt x="1855" y="2482"/>
                    </a:cubicBezTo>
                    <a:cubicBezTo>
                      <a:pt x="1905" y="2482"/>
                      <a:pt x="1980" y="2507"/>
                      <a:pt x="2030" y="2507"/>
                    </a:cubicBezTo>
                    <a:cubicBezTo>
                      <a:pt x="2055" y="2532"/>
                      <a:pt x="2080" y="2532"/>
                      <a:pt x="2105" y="2532"/>
                    </a:cubicBezTo>
                    <a:lnTo>
                      <a:pt x="2181" y="2557"/>
                    </a:lnTo>
                    <a:cubicBezTo>
                      <a:pt x="2206" y="2557"/>
                      <a:pt x="2206" y="2582"/>
                      <a:pt x="2231" y="2582"/>
                    </a:cubicBezTo>
                    <a:lnTo>
                      <a:pt x="2331" y="2582"/>
                    </a:lnTo>
                    <a:cubicBezTo>
                      <a:pt x="2338" y="2589"/>
                      <a:pt x="2346" y="2592"/>
                      <a:pt x="2352" y="2592"/>
                    </a:cubicBezTo>
                    <a:cubicBezTo>
                      <a:pt x="2368" y="2592"/>
                      <a:pt x="2381" y="2574"/>
                      <a:pt x="2381" y="2557"/>
                    </a:cubicBezTo>
                    <a:cubicBezTo>
                      <a:pt x="2381" y="2532"/>
                      <a:pt x="2381" y="2532"/>
                      <a:pt x="2356" y="2532"/>
                    </a:cubicBezTo>
                    <a:cubicBezTo>
                      <a:pt x="2356" y="2406"/>
                      <a:pt x="2331" y="2306"/>
                      <a:pt x="2306" y="2206"/>
                    </a:cubicBezTo>
                    <a:cubicBezTo>
                      <a:pt x="2281" y="2156"/>
                      <a:pt x="2281" y="2131"/>
                      <a:pt x="2256" y="2080"/>
                    </a:cubicBezTo>
                    <a:cubicBezTo>
                      <a:pt x="2256" y="2080"/>
                      <a:pt x="2256" y="2055"/>
                      <a:pt x="2256" y="2055"/>
                    </a:cubicBezTo>
                    <a:cubicBezTo>
                      <a:pt x="2331" y="2080"/>
                      <a:pt x="2431" y="2106"/>
                      <a:pt x="2506" y="2131"/>
                    </a:cubicBezTo>
                    <a:cubicBezTo>
                      <a:pt x="2556" y="2131"/>
                      <a:pt x="2582" y="2156"/>
                      <a:pt x="2632" y="2156"/>
                    </a:cubicBezTo>
                    <a:cubicBezTo>
                      <a:pt x="2632" y="2156"/>
                      <a:pt x="2632" y="2156"/>
                      <a:pt x="2632" y="2181"/>
                    </a:cubicBezTo>
                    <a:cubicBezTo>
                      <a:pt x="2682" y="2256"/>
                      <a:pt x="2707" y="2331"/>
                      <a:pt x="2757" y="2431"/>
                    </a:cubicBezTo>
                    <a:cubicBezTo>
                      <a:pt x="2782" y="2456"/>
                      <a:pt x="2807" y="2507"/>
                      <a:pt x="2832" y="2532"/>
                    </a:cubicBezTo>
                    <a:cubicBezTo>
                      <a:pt x="2857" y="2582"/>
                      <a:pt x="2882" y="2632"/>
                      <a:pt x="2932" y="2682"/>
                    </a:cubicBezTo>
                    <a:cubicBezTo>
                      <a:pt x="2932" y="2707"/>
                      <a:pt x="2957" y="2707"/>
                      <a:pt x="2983" y="2707"/>
                    </a:cubicBezTo>
                    <a:cubicBezTo>
                      <a:pt x="2983" y="2682"/>
                      <a:pt x="3008" y="2657"/>
                      <a:pt x="2983" y="2657"/>
                    </a:cubicBezTo>
                    <a:cubicBezTo>
                      <a:pt x="2932" y="2557"/>
                      <a:pt x="2882" y="2482"/>
                      <a:pt x="2832" y="2381"/>
                    </a:cubicBezTo>
                    <a:cubicBezTo>
                      <a:pt x="2807" y="2331"/>
                      <a:pt x="2757" y="2256"/>
                      <a:pt x="2732" y="2181"/>
                    </a:cubicBezTo>
                    <a:lnTo>
                      <a:pt x="2732" y="2181"/>
                    </a:lnTo>
                    <a:cubicBezTo>
                      <a:pt x="2782" y="2206"/>
                      <a:pt x="2832" y="2231"/>
                      <a:pt x="2882" y="2231"/>
                    </a:cubicBezTo>
                    <a:cubicBezTo>
                      <a:pt x="2957" y="2256"/>
                      <a:pt x="3008" y="2281"/>
                      <a:pt x="3058" y="2306"/>
                    </a:cubicBezTo>
                    <a:cubicBezTo>
                      <a:pt x="3108" y="2306"/>
                      <a:pt x="3158" y="2331"/>
                      <a:pt x="3208" y="2331"/>
                    </a:cubicBezTo>
                    <a:cubicBezTo>
                      <a:pt x="3223" y="2338"/>
                      <a:pt x="3235" y="2342"/>
                      <a:pt x="3246" y="2342"/>
                    </a:cubicBezTo>
                    <a:cubicBezTo>
                      <a:pt x="3273" y="2342"/>
                      <a:pt x="3291" y="2324"/>
                      <a:pt x="3308" y="2306"/>
                    </a:cubicBezTo>
                    <a:cubicBezTo>
                      <a:pt x="3308" y="2281"/>
                      <a:pt x="3308" y="2231"/>
                      <a:pt x="3283" y="2206"/>
                    </a:cubicBezTo>
                    <a:cubicBezTo>
                      <a:pt x="3208" y="2181"/>
                      <a:pt x="3158" y="2156"/>
                      <a:pt x="3083" y="2131"/>
                    </a:cubicBezTo>
                    <a:cubicBezTo>
                      <a:pt x="3033" y="2131"/>
                      <a:pt x="2957" y="2106"/>
                      <a:pt x="2907" y="2080"/>
                    </a:cubicBezTo>
                    <a:cubicBezTo>
                      <a:pt x="2882" y="2080"/>
                      <a:pt x="2882" y="2080"/>
                      <a:pt x="2857" y="2055"/>
                    </a:cubicBezTo>
                    <a:cubicBezTo>
                      <a:pt x="2907" y="2055"/>
                      <a:pt x="2957" y="2030"/>
                      <a:pt x="3008" y="2005"/>
                    </a:cubicBezTo>
                    <a:cubicBezTo>
                      <a:pt x="3133" y="1980"/>
                      <a:pt x="3233" y="1930"/>
                      <a:pt x="3358" y="1880"/>
                    </a:cubicBezTo>
                    <a:cubicBezTo>
                      <a:pt x="3384" y="1880"/>
                      <a:pt x="3409" y="1830"/>
                      <a:pt x="3384" y="1805"/>
                    </a:cubicBezTo>
                    <a:cubicBezTo>
                      <a:pt x="3384" y="1780"/>
                      <a:pt x="3384" y="1755"/>
                      <a:pt x="3358" y="1755"/>
                    </a:cubicBezTo>
                    <a:cubicBezTo>
                      <a:pt x="3358" y="1730"/>
                      <a:pt x="3333" y="1730"/>
                      <a:pt x="3308" y="1730"/>
                    </a:cubicBezTo>
                    <a:cubicBezTo>
                      <a:pt x="3183" y="1780"/>
                      <a:pt x="3083" y="1805"/>
                      <a:pt x="2983" y="1855"/>
                    </a:cubicBezTo>
                    <a:cubicBezTo>
                      <a:pt x="2857" y="1880"/>
                      <a:pt x="2757" y="1930"/>
                      <a:pt x="2657" y="1980"/>
                    </a:cubicBezTo>
                    <a:lnTo>
                      <a:pt x="2607" y="1980"/>
                    </a:lnTo>
                    <a:cubicBezTo>
                      <a:pt x="2582" y="1980"/>
                      <a:pt x="2556" y="1955"/>
                      <a:pt x="2531" y="1955"/>
                    </a:cubicBezTo>
                    <a:cubicBezTo>
                      <a:pt x="2456" y="1930"/>
                      <a:pt x="2381" y="1905"/>
                      <a:pt x="2306" y="1880"/>
                    </a:cubicBezTo>
                    <a:cubicBezTo>
                      <a:pt x="2331" y="1880"/>
                      <a:pt x="2356" y="1855"/>
                      <a:pt x="2406" y="1855"/>
                    </a:cubicBezTo>
                    <a:cubicBezTo>
                      <a:pt x="2431" y="1830"/>
                      <a:pt x="2481" y="1805"/>
                      <a:pt x="2506" y="1780"/>
                    </a:cubicBezTo>
                    <a:cubicBezTo>
                      <a:pt x="2556" y="1755"/>
                      <a:pt x="2607" y="1730"/>
                      <a:pt x="2657" y="1705"/>
                    </a:cubicBezTo>
                    <a:cubicBezTo>
                      <a:pt x="2682" y="1679"/>
                      <a:pt x="2732" y="1654"/>
                      <a:pt x="2757" y="1629"/>
                    </a:cubicBezTo>
                    <a:cubicBezTo>
                      <a:pt x="2782" y="1629"/>
                      <a:pt x="2782" y="1629"/>
                      <a:pt x="2807" y="1604"/>
                    </a:cubicBezTo>
                    <a:cubicBezTo>
                      <a:pt x="2807" y="1579"/>
                      <a:pt x="2832" y="1554"/>
                      <a:pt x="2807" y="1529"/>
                    </a:cubicBezTo>
                    <a:cubicBezTo>
                      <a:pt x="2807" y="1504"/>
                      <a:pt x="2782" y="1479"/>
                      <a:pt x="2757" y="1479"/>
                    </a:cubicBezTo>
                    <a:cubicBezTo>
                      <a:pt x="2707" y="1454"/>
                      <a:pt x="2657" y="1429"/>
                      <a:pt x="2607" y="1429"/>
                    </a:cubicBezTo>
                    <a:cubicBezTo>
                      <a:pt x="2556" y="1404"/>
                      <a:pt x="2506" y="1404"/>
                      <a:pt x="2481" y="1379"/>
                    </a:cubicBezTo>
                    <a:cubicBezTo>
                      <a:pt x="2431" y="1354"/>
                      <a:pt x="2381" y="1354"/>
                      <a:pt x="2356" y="1329"/>
                    </a:cubicBezTo>
                    <a:cubicBezTo>
                      <a:pt x="2306" y="1304"/>
                      <a:pt x="2281" y="1278"/>
                      <a:pt x="2231" y="1278"/>
                    </a:cubicBezTo>
                    <a:cubicBezTo>
                      <a:pt x="2206" y="1253"/>
                      <a:pt x="2181" y="1253"/>
                      <a:pt x="2155" y="1228"/>
                    </a:cubicBezTo>
                    <a:cubicBezTo>
                      <a:pt x="2155" y="1228"/>
                      <a:pt x="2155" y="1203"/>
                      <a:pt x="2181" y="1203"/>
                    </a:cubicBezTo>
                    <a:cubicBezTo>
                      <a:pt x="2231" y="1178"/>
                      <a:pt x="2256" y="1128"/>
                      <a:pt x="2306" y="1078"/>
                    </a:cubicBezTo>
                    <a:cubicBezTo>
                      <a:pt x="2356" y="1053"/>
                      <a:pt x="2381" y="1028"/>
                      <a:pt x="2406" y="1003"/>
                    </a:cubicBezTo>
                    <a:cubicBezTo>
                      <a:pt x="2406" y="1028"/>
                      <a:pt x="2431" y="1028"/>
                      <a:pt x="2431" y="1028"/>
                    </a:cubicBezTo>
                    <a:cubicBezTo>
                      <a:pt x="2506" y="1053"/>
                      <a:pt x="2607" y="1078"/>
                      <a:pt x="2682" y="1103"/>
                    </a:cubicBezTo>
                    <a:cubicBezTo>
                      <a:pt x="2782" y="1128"/>
                      <a:pt x="2857" y="1153"/>
                      <a:pt x="2957" y="1178"/>
                    </a:cubicBezTo>
                    <a:cubicBezTo>
                      <a:pt x="2983" y="1178"/>
                      <a:pt x="3033" y="1178"/>
                      <a:pt x="3033" y="1128"/>
                    </a:cubicBezTo>
                    <a:cubicBezTo>
                      <a:pt x="3033" y="1103"/>
                      <a:pt x="3033" y="1053"/>
                      <a:pt x="2983" y="1053"/>
                    </a:cubicBezTo>
                    <a:cubicBezTo>
                      <a:pt x="2907" y="1028"/>
                      <a:pt x="2807" y="1003"/>
                      <a:pt x="2732" y="978"/>
                    </a:cubicBezTo>
                    <a:cubicBezTo>
                      <a:pt x="2657" y="953"/>
                      <a:pt x="2607" y="928"/>
                      <a:pt x="2531" y="903"/>
                    </a:cubicBezTo>
                    <a:cubicBezTo>
                      <a:pt x="2556" y="903"/>
                      <a:pt x="2582" y="877"/>
                      <a:pt x="2607" y="852"/>
                    </a:cubicBezTo>
                    <a:cubicBezTo>
                      <a:pt x="2632" y="852"/>
                      <a:pt x="2632" y="827"/>
                      <a:pt x="2657" y="802"/>
                    </a:cubicBezTo>
                    <a:cubicBezTo>
                      <a:pt x="2682" y="777"/>
                      <a:pt x="2707" y="777"/>
                      <a:pt x="2732" y="752"/>
                    </a:cubicBezTo>
                    <a:cubicBezTo>
                      <a:pt x="2782" y="727"/>
                      <a:pt x="2832" y="677"/>
                      <a:pt x="2857" y="652"/>
                    </a:cubicBezTo>
                    <a:cubicBezTo>
                      <a:pt x="2882" y="627"/>
                      <a:pt x="2882" y="602"/>
                      <a:pt x="2857" y="577"/>
                    </a:cubicBezTo>
                    <a:lnTo>
                      <a:pt x="2807" y="577"/>
                    </a:lnTo>
                    <a:cubicBezTo>
                      <a:pt x="2757" y="627"/>
                      <a:pt x="2732" y="652"/>
                      <a:pt x="2682" y="677"/>
                    </a:cubicBezTo>
                    <a:cubicBezTo>
                      <a:pt x="2632" y="727"/>
                      <a:pt x="2582" y="777"/>
                      <a:pt x="2531" y="802"/>
                    </a:cubicBezTo>
                    <a:cubicBezTo>
                      <a:pt x="2531" y="827"/>
                      <a:pt x="2531" y="827"/>
                      <a:pt x="2506" y="827"/>
                    </a:cubicBezTo>
                    <a:cubicBezTo>
                      <a:pt x="2506" y="802"/>
                      <a:pt x="2506" y="752"/>
                      <a:pt x="2506" y="702"/>
                    </a:cubicBezTo>
                    <a:cubicBezTo>
                      <a:pt x="2506" y="627"/>
                      <a:pt x="2506" y="527"/>
                      <a:pt x="2531" y="426"/>
                    </a:cubicBezTo>
                    <a:cubicBezTo>
                      <a:pt x="2531" y="401"/>
                      <a:pt x="2481" y="376"/>
                      <a:pt x="2456" y="376"/>
                    </a:cubicBezTo>
                    <a:cubicBezTo>
                      <a:pt x="2431" y="376"/>
                      <a:pt x="2381" y="401"/>
                      <a:pt x="2381" y="426"/>
                    </a:cubicBezTo>
                    <a:cubicBezTo>
                      <a:pt x="2381" y="527"/>
                      <a:pt x="2381" y="602"/>
                      <a:pt x="2381" y="702"/>
                    </a:cubicBezTo>
                    <a:cubicBezTo>
                      <a:pt x="2381" y="777"/>
                      <a:pt x="2381" y="852"/>
                      <a:pt x="2381" y="928"/>
                    </a:cubicBezTo>
                    <a:cubicBezTo>
                      <a:pt x="2381" y="953"/>
                      <a:pt x="2381" y="953"/>
                      <a:pt x="2381" y="953"/>
                    </a:cubicBezTo>
                    <a:cubicBezTo>
                      <a:pt x="2331" y="978"/>
                      <a:pt x="2306" y="1003"/>
                      <a:pt x="2256" y="1053"/>
                    </a:cubicBezTo>
                    <a:cubicBezTo>
                      <a:pt x="2231" y="1078"/>
                      <a:pt x="2181" y="1128"/>
                      <a:pt x="2130" y="1153"/>
                    </a:cubicBezTo>
                    <a:cubicBezTo>
                      <a:pt x="2130" y="1153"/>
                      <a:pt x="2130" y="1128"/>
                      <a:pt x="2130" y="1128"/>
                    </a:cubicBezTo>
                    <a:cubicBezTo>
                      <a:pt x="2130" y="1078"/>
                      <a:pt x="2105" y="1028"/>
                      <a:pt x="2105" y="978"/>
                    </a:cubicBezTo>
                    <a:cubicBezTo>
                      <a:pt x="2105" y="928"/>
                      <a:pt x="2080" y="877"/>
                      <a:pt x="2080" y="827"/>
                    </a:cubicBezTo>
                    <a:cubicBezTo>
                      <a:pt x="2055" y="802"/>
                      <a:pt x="2055" y="777"/>
                      <a:pt x="2055" y="752"/>
                    </a:cubicBezTo>
                    <a:cubicBezTo>
                      <a:pt x="2055" y="727"/>
                      <a:pt x="2055" y="702"/>
                      <a:pt x="2055" y="702"/>
                    </a:cubicBezTo>
                    <a:cubicBezTo>
                      <a:pt x="2055" y="677"/>
                      <a:pt x="2030" y="677"/>
                      <a:pt x="2030" y="677"/>
                    </a:cubicBezTo>
                    <a:cubicBezTo>
                      <a:pt x="2030" y="652"/>
                      <a:pt x="2005" y="652"/>
                      <a:pt x="1980" y="652"/>
                    </a:cubicBezTo>
                    <a:lnTo>
                      <a:pt x="1955" y="652"/>
                    </a:lnTo>
                    <a:cubicBezTo>
                      <a:pt x="1930" y="652"/>
                      <a:pt x="1905" y="677"/>
                      <a:pt x="1880" y="702"/>
                    </a:cubicBezTo>
                    <a:cubicBezTo>
                      <a:pt x="1855" y="702"/>
                      <a:pt x="1830" y="727"/>
                      <a:pt x="1805" y="752"/>
                    </a:cubicBezTo>
                    <a:cubicBezTo>
                      <a:pt x="1780" y="777"/>
                      <a:pt x="1754" y="802"/>
                      <a:pt x="1729" y="827"/>
                    </a:cubicBezTo>
                    <a:cubicBezTo>
                      <a:pt x="1704" y="852"/>
                      <a:pt x="1679" y="877"/>
                      <a:pt x="1654" y="903"/>
                    </a:cubicBezTo>
                    <a:cubicBezTo>
                      <a:pt x="1629" y="903"/>
                      <a:pt x="1629" y="928"/>
                      <a:pt x="1604" y="953"/>
                    </a:cubicBezTo>
                    <a:cubicBezTo>
                      <a:pt x="1579" y="978"/>
                      <a:pt x="1554" y="978"/>
                      <a:pt x="1554" y="1003"/>
                    </a:cubicBezTo>
                    <a:cubicBezTo>
                      <a:pt x="1529" y="1028"/>
                      <a:pt x="1504" y="1053"/>
                      <a:pt x="1479" y="1078"/>
                    </a:cubicBezTo>
                    <a:cubicBezTo>
                      <a:pt x="1454" y="1053"/>
                      <a:pt x="1454" y="1053"/>
                      <a:pt x="1454" y="1028"/>
                    </a:cubicBezTo>
                    <a:cubicBezTo>
                      <a:pt x="1429" y="953"/>
                      <a:pt x="1429" y="903"/>
                      <a:pt x="1429" y="827"/>
                    </a:cubicBezTo>
                    <a:cubicBezTo>
                      <a:pt x="1404" y="802"/>
                      <a:pt x="1404" y="777"/>
                      <a:pt x="1404" y="752"/>
                    </a:cubicBezTo>
                    <a:cubicBezTo>
                      <a:pt x="1404" y="752"/>
                      <a:pt x="1429" y="752"/>
                      <a:pt x="1429" y="727"/>
                    </a:cubicBezTo>
                    <a:cubicBezTo>
                      <a:pt x="1454" y="677"/>
                      <a:pt x="1479" y="627"/>
                      <a:pt x="1504" y="577"/>
                    </a:cubicBezTo>
                    <a:cubicBezTo>
                      <a:pt x="1529" y="527"/>
                      <a:pt x="1554" y="476"/>
                      <a:pt x="1579" y="401"/>
                    </a:cubicBezTo>
                    <a:cubicBezTo>
                      <a:pt x="1604" y="351"/>
                      <a:pt x="1629" y="301"/>
                      <a:pt x="1629" y="251"/>
                    </a:cubicBezTo>
                    <a:cubicBezTo>
                      <a:pt x="1654" y="176"/>
                      <a:pt x="1679" y="126"/>
                      <a:pt x="1704" y="50"/>
                    </a:cubicBezTo>
                    <a:cubicBezTo>
                      <a:pt x="1704" y="25"/>
                      <a:pt x="1704" y="0"/>
                      <a:pt x="16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3" name="Google Shape;5783;p50"/>
              <p:cNvSpPr/>
              <p:nvPr/>
            </p:nvSpPr>
            <p:spPr>
              <a:xfrm>
                <a:off x="4929975" y="1156675"/>
                <a:ext cx="61425" cy="58900"/>
              </a:xfrm>
              <a:custGeom>
                <a:rect b="b" l="l" r="r" t="t"/>
                <a:pathLst>
                  <a:path extrusionOk="0" h="2356" w="2457">
                    <a:moveTo>
                      <a:pt x="1028" y="476"/>
                    </a:moveTo>
                    <a:cubicBezTo>
                      <a:pt x="1078" y="476"/>
                      <a:pt x="1129" y="501"/>
                      <a:pt x="1204" y="526"/>
                    </a:cubicBezTo>
                    <a:cubicBezTo>
                      <a:pt x="1254" y="551"/>
                      <a:pt x="1304" y="576"/>
                      <a:pt x="1379" y="602"/>
                    </a:cubicBezTo>
                    <a:lnTo>
                      <a:pt x="1354" y="602"/>
                    </a:lnTo>
                    <a:cubicBezTo>
                      <a:pt x="1329" y="652"/>
                      <a:pt x="1279" y="677"/>
                      <a:pt x="1229" y="727"/>
                    </a:cubicBezTo>
                    <a:cubicBezTo>
                      <a:pt x="1179" y="777"/>
                      <a:pt x="1129" y="802"/>
                      <a:pt x="1078" y="852"/>
                    </a:cubicBezTo>
                    <a:cubicBezTo>
                      <a:pt x="1078" y="852"/>
                      <a:pt x="1053" y="877"/>
                      <a:pt x="1053" y="877"/>
                    </a:cubicBezTo>
                    <a:lnTo>
                      <a:pt x="978" y="877"/>
                    </a:lnTo>
                    <a:cubicBezTo>
                      <a:pt x="903" y="852"/>
                      <a:pt x="853" y="827"/>
                      <a:pt x="803" y="827"/>
                    </a:cubicBezTo>
                    <a:cubicBezTo>
                      <a:pt x="753" y="802"/>
                      <a:pt x="703" y="777"/>
                      <a:pt x="652" y="777"/>
                    </a:cubicBezTo>
                    <a:cubicBezTo>
                      <a:pt x="627" y="777"/>
                      <a:pt x="627" y="752"/>
                      <a:pt x="602" y="752"/>
                    </a:cubicBezTo>
                    <a:cubicBezTo>
                      <a:pt x="627" y="752"/>
                      <a:pt x="652" y="727"/>
                      <a:pt x="652" y="727"/>
                    </a:cubicBezTo>
                    <a:cubicBezTo>
                      <a:pt x="677" y="702"/>
                      <a:pt x="703" y="702"/>
                      <a:pt x="703" y="677"/>
                    </a:cubicBezTo>
                    <a:cubicBezTo>
                      <a:pt x="728" y="652"/>
                      <a:pt x="753" y="627"/>
                      <a:pt x="778" y="627"/>
                    </a:cubicBezTo>
                    <a:cubicBezTo>
                      <a:pt x="828" y="602"/>
                      <a:pt x="878" y="551"/>
                      <a:pt x="928" y="526"/>
                    </a:cubicBezTo>
                    <a:cubicBezTo>
                      <a:pt x="928" y="526"/>
                      <a:pt x="953" y="526"/>
                      <a:pt x="978" y="501"/>
                    </a:cubicBezTo>
                    <a:cubicBezTo>
                      <a:pt x="1003" y="501"/>
                      <a:pt x="1003" y="476"/>
                      <a:pt x="1028" y="476"/>
                    </a:cubicBezTo>
                    <a:close/>
                    <a:moveTo>
                      <a:pt x="1479" y="627"/>
                    </a:moveTo>
                    <a:cubicBezTo>
                      <a:pt x="1505" y="627"/>
                      <a:pt x="1505" y="627"/>
                      <a:pt x="1505" y="652"/>
                    </a:cubicBezTo>
                    <a:cubicBezTo>
                      <a:pt x="1530" y="702"/>
                      <a:pt x="1530" y="752"/>
                      <a:pt x="1555" y="802"/>
                    </a:cubicBezTo>
                    <a:cubicBezTo>
                      <a:pt x="1580" y="927"/>
                      <a:pt x="1605" y="1053"/>
                      <a:pt x="1630" y="1178"/>
                    </a:cubicBezTo>
                    <a:cubicBezTo>
                      <a:pt x="1605" y="1178"/>
                      <a:pt x="1605" y="1203"/>
                      <a:pt x="1605" y="1203"/>
                    </a:cubicBezTo>
                    <a:cubicBezTo>
                      <a:pt x="1580" y="1228"/>
                      <a:pt x="1555" y="1253"/>
                      <a:pt x="1530" y="1253"/>
                    </a:cubicBezTo>
                    <a:cubicBezTo>
                      <a:pt x="1530" y="1278"/>
                      <a:pt x="1530" y="1278"/>
                      <a:pt x="1505" y="1278"/>
                    </a:cubicBezTo>
                    <a:cubicBezTo>
                      <a:pt x="1505" y="1303"/>
                      <a:pt x="1505" y="1303"/>
                      <a:pt x="1479" y="1303"/>
                    </a:cubicBezTo>
                    <a:cubicBezTo>
                      <a:pt x="1479" y="1328"/>
                      <a:pt x="1454" y="1328"/>
                      <a:pt x="1429" y="1353"/>
                    </a:cubicBezTo>
                    <a:cubicBezTo>
                      <a:pt x="1429" y="1353"/>
                      <a:pt x="1404" y="1379"/>
                      <a:pt x="1379" y="1404"/>
                    </a:cubicBezTo>
                    <a:cubicBezTo>
                      <a:pt x="1354" y="1404"/>
                      <a:pt x="1354" y="1429"/>
                      <a:pt x="1329" y="1429"/>
                    </a:cubicBezTo>
                    <a:cubicBezTo>
                      <a:pt x="1304" y="1454"/>
                      <a:pt x="1304" y="1454"/>
                      <a:pt x="1279" y="1479"/>
                    </a:cubicBezTo>
                    <a:cubicBezTo>
                      <a:pt x="1279" y="1454"/>
                      <a:pt x="1279" y="1429"/>
                      <a:pt x="1279" y="1429"/>
                    </a:cubicBezTo>
                    <a:cubicBezTo>
                      <a:pt x="1279" y="1404"/>
                      <a:pt x="1254" y="1379"/>
                      <a:pt x="1254" y="1353"/>
                    </a:cubicBezTo>
                    <a:cubicBezTo>
                      <a:pt x="1254" y="1328"/>
                      <a:pt x="1254" y="1303"/>
                      <a:pt x="1229" y="1278"/>
                    </a:cubicBezTo>
                    <a:cubicBezTo>
                      <a:pt x="1229" y="1253"/>
                      <a:pt x="1229" y="1228"/>
                      <a:pt x="1204" y="1203"/>
                    </a:cubicBezTo>
                    <a:cubicBezTo>
                      <a:pt x="1204" y="1178"/>
                      <a:pt x="1204" y="1153"/>
                      <a:pt x="1179" y="1128"/>
                    </a:cubicBezTo>
                    <a:cubicBezTo>
                      <a:pt x="1179" y="1103"/>
                      <a:pt x="1179" y="1078"/>
                      <a:pt x="1154" y="1053"/>
                    </a:cubicBezTo>
                    <a:cubicBezTo>
                      <a:pt x="1154" y="1028"/>
                      <a:pt x="1129" y="978"/>
                      <a:pt x="1129" y="952"/>
                    </a:cubicBezTo>
                    <a:cubicBezTo>
                      <a:pt x="1129" y="927"/>
                      <a:pt x="1129" y="927"/>
                      <a:pt x="1129" y="927"/>
                    </a:cubicBezTo>
                    <a:lnTo>
                      <a:pt x="1154" y="927"/>
                    </a:lnTo>
                    <a:cubicBezTo>
                      <a:pt x="1204" y="877"/>
                      <a:pt x="1254" y="827"/>
                      <a:pt x="1304" y="802"/>
                    </a:cubicBezTo>
                    <a:cubicBezTo>
                      <a:pt x="1354" y="752"/>
                      <a:pt x="1379" y="727"/>
                      <a:pt x="1429" y="677"/>
                    </a:cubicBezTo>
                    <a:cubicBezTo>
                      <a:pt x="1454" y="652"/>
                      <a:pt x="1479" y="652"/>
                      <a:pt x="1479" y="627"/>
                    </a:cubicBezTo>
                    <a:close/>
                    <a:moveTo>
                      <a:pt x="803" y="0"/>
                    </a:moveTo>
                    <a:cubicBezTo>
                      <a:pt x="828" y="25"/>
                      <a:pt x="828" y="50"/>
                      <a:pt x="853" y="100"/>
                    </a:cubicBezTo>
                    <a:cubicBezTo>
                      <a:pt x="878" y="150"/>
                      <a:pt x="903" y="201"/>
                      <a:pt x="928" y="251"/>
                    </a:cubicBezTo>
                    <a:cubicBezTo>
                      <a:pt x="953" y="276"/>
                      <a:pt x="953" y="301"/>
                      <a:pt x="978" y="326"/>
                    </a:cubicBezTo>
                    <a:cubicBezTo>
                      <a:pt x="928" y="301"/>
                      <a:pt x="878" y="276"/>
                      <a:pt x="828" y="276"/>
                    </a:cubicBezTo>
                    <a:cubicBezTo>
                      <a:pt x="778" y="251"/>
                      <a:pt x="703" y="226"/>
                      <a:pt x="652" y="201"/>
                    </a:cubicBezTo>
                    <a:lnTo>
                      <a:pt x="627" y="201"/>
                    </a:lnTo>
                    <a:cubicBezTo>
                      <a:pt x="627" y="201"/>
                      <a:pt x="627" y="201"/>
                      <a:pt x="627" y="175"/>
                    </a:cubicBezTo>
                    <a:lnTo>
                      <a:pt x="602" y="175"/>
                    </a:lnTo>
                    <a:cubicBezTo>
                      <a:pt x="577" y="125"/>
                      <a:pt x="552" y="75"/>
                      <a:pt x="527" y="25"/>
                    </a:cubicBezTo>
                    <a:lnTo>
                      <a:pt x="377" y="25"/>
                    </a:lnTo>
                    <a:cubicBezTo>
                      <a:pt x="377" y="50"/>
                      <a:pt x="377" y="75"/>
                      <a:pt x="377" y="75"/>
                    </a:cubicBezTo>
                    <a:lnTo>
                      <a:pt x="427" y="125"/>
                    </a:lnTo>
                    <a:cubicBezTo>
                      <a:pt x="377" y="125"/>
                      <a:pt x="352" y="125"/>
                      <a:pt x="302" y="100"/>
                    </a:cubicBezTo>
                    <a:cubicBezTo>
                      <a:pt x="251" y="75"/>
                      <a:pt x="226" y="75"/>
                      <a:pt x="176" y="50"/>
                    </a:cubicBezTo>
                    <a:cubicBezTo>
                      <a:pt x="101" y="75"/>
                      <a:pt x="51" y="75"/>
                      <a:pt x="1" y="75"/>
                    </a:cubicBezTo>
                    <a:cubicBezTo>
                      <a:pt x="51" y="100"/>
                      <a:pt x="76" y="125"/>
                      <a:pt x="126" y="150"/>
                    </a:cubicBezTo>
                    <a:cubicBezTo>
                      <a:pt x="151" y="175"/>
                      <a:pt x="176" y="175"/>
                      <a:pt x="226" y="175"/>
                    </a:cubicBezTo>
                    <a:cubicBezTo>
                      <a:pt x="251" y="201"/>
                      <a:pt x="276" y="201"/>
                      <a:pt x="302" y="226"/>
                    </a:cubicBezTo>
                    <a:cubicBezTo>
                      <a:pt x="327" y="226"/>
                      <a:pt x="377" y="251"/>
                      <a:pt x="402" y="251"/>
                    </a:cubicBezTo>
                    <a:cubicBezTo>
                      <a:pt x="377" y="276"/>
                      <a:pt x="352" y="276"/>
                      <a:pt x="352" y="301"/>
                    </a:cubicBezTo>
                    <a:cubicBezTo>
                      <a:pt x="276" y="351"/>
                      <a:pt x="226" y="376"/>
                      <a:pt x="151" y="426"/>
                    </a:cubicBezTo>
                    <a:cubicBezTo>
                      <a:pt x="126" y="451"/>
                      <a:pt x="126" y="501"/>
                      <a:pt x="151" y="526"/>
                    </a:cubicBezTo>
                    <a:cubicBezTo>
                      <a:pt x="151" y="526"/>
                      <a:pt x="176" y="551"/>
                      <a:pt x="176" y="551"/>
                    </a:cubicBezTo>
                    <a:lnTo>
                      <a:pt x="251" y="551"/>
                    </a:lnTo>
                    <a:cubicBezTo>
                      <a:pt x="327" y="501"/>
                      <a:pt x="402" y="451"/>
                      <a:pt x="477" y="376"/>
                    </a:cubicBezTo>
                    <a:cubicBezTo>
                      <a:pt x="502" y="351"/>
                      <a:pt x="527" y="351"/>
                      <a:pt x="577" y="326"/>
                    </a:cubicBezTo>
                    <a:cubicBezTo>
                      <a:pt x="577" y="326"/>
                      <a:pt x="577" y="326"/>
                      <a:pt x="577" y="301"/>
                    </a:cubicBezTo>
                    <a:cubicBezTo>
                      <a:pt x="602" y="326"/>
                      <a:pt x="627" y="326"/>
                      <a:pt x="652" y="326"/>
                    </a:cubicBezTo>
                    <a:cubicBezTo>
                      <a:pt x="703" y="351"/>
                      <a:pt x="778" y="376"/>
                      <a:pt x="828" y="401"/>
                    </a:cubicBezTo>
                    <a:cubicBezTo>
                      <a:pt x="853" y="401"/>
                      <a:pt x="903" y="426"/>
                      <a:pt x="928" y="426"/>
                    </a:cubicBezTo>
                    <a:cubicBezTo>
                      <a:pt x="903" y="451"/>
                      <a:pt x="878" y="451"/>
                      <a:pt x="853" y="476"/>
                    </a:cubicBezTo>
                    <a:cubicBezTo>
                      <a:pt x="828" y="501"/>
                      <a:pt x="803" y="526"/>
                      <a:pt x="778" y="526"/>
                    </a:cubicBezTo>
                    <a:cubicBezTo>
                      <a:pt x="753" y="551"/>
                      <a:pt x="728" y="576"/>
                      <a:pt x="703" y="602"/>
                    </a:cubicBezTo>
                    <a:cubicBezTo>
                      <a:pt x="652" y="652"/>
                      <a:pt x="602" y="677"/>
                      <a:pt x="527" y="727"/>
                    </a:cubicBezTo>
                    <a:cubicBezTo>
                      <a:pt x="527" y="727"/>
                      <a:pt x="527" y="727"/>
                      <a:pt x="527" y="752"/>
                    </a:cubicBezTo>
                    <a:cubicBezTo>
                      <a:pt x="527" y="752"/>
                      <a:pt x="502" y="752"/>
                      <a:pt x="502" y="777"/>
                    </a:cubicBezTo>
                    <a:cubicBezTo>
                      <a:pt x="502" y="777"/>
                      <a:pt x="502" y="802"/>
                      <a:pt x="527" y="827"/>
                    </a:cubicBezTo>
                    <a:lnTo>
                      <a:pt x="577" y="827"/>
                    </a:lnTo>
                    <a:cubicBezTo>
                      <a:pt x="577" y="827"/>
                      <a:pt x="602" y="852"/>
                      <a:pt x="627" y="852"/>
                    </a:cubicBezTo>
                    <a:cubicBezTo>
                      <a:pt x="677" y="852"/>
                      <a:pt x="728" y="877"/>
                      <a:pt x="803" y="877"/>
                    </a:cubicBezTo>
                    <a:cubicBezTo>
                      <a:pt x="853" y="902"/>
                      <a:pt x="903" y="927"/>
                      <a:pt x="953" y="927"/>
                    </a:cubicBezTo>
                    <a:cubicBezTo>
                      <a:pt x="978" y="927"/>
                      <a:pt x="978" y="952"/>
                      <a:pt x="978" y="952"/>
                    </a:cubicBezTo>
                    <a:cubicBezTo>
                      <a:pt x="978" y="952"/>
                      <a:pt x="953" y="952"/>
                      <a:pt x="953" y="978"/>
                    </a:cubicBezTo>
                    <a:cubicBezTo>
                      <a:pt x="903" y="1003"/>
                      <a:pt x="853" y="1053"/>
                      <a:pt x="803" y="1103"/>
                    </a:cubicBezTo>
                    <a:cubicBezTo>
                      <a:pt x="803" y="1128"/>
                      <a:pt x="778" y="1153"/>
                      <a:pt x="753" y="1153"/>
                    </a:cubicBezTo>
                    <a:lnTo>
                      <a:pt x="728" y="1153"/>
                    </a:lnTo>
                    <a:cubicBezTo>
                      <a:pt x="652" y="1153"/>
                      <a:pt x="602" y="1128"/>
                      <a:pt x="527" y="1103"/>
                    </a:cubicBezTo>
                    <a:cubicBezTo>
                      <a:pt x="452" y="1103"/>
                      <a:pt x="377" y="1103"/>
                      <a:pt x="327" y="1078"/>
                    </a:cubicBezTo>
                    <a:lnTo>
                      <a:pt x="201" y="1078"/>
                    </a:lnTo>
                    <a:cubicBezTo>
                      <a:pt x="176" y="1078"/>
                      <a:pt x="176" y="1103"/>
                      <a:pt x="151" y="1128"/>
                    </a:cubicBezTo>
                    <a:cubicBezTo>
                      <a:pt x="151" y="1153"/>
                      <a:pt x="176" y="1203"/>
                      <a:pt x="201" y="1203"/>
                    </a:cubicBezTo>
                    <a:cubicBezTo>
                      <a:pt x="251" y="1228"/>
                      <a:pt x="302" y="1228"/>
                      <a:pt x="352" y="1253"/>
                    </a:cubicBezTo>
                    <a:cubicBezTo>
                      <a:pt x="402" y="1253"/>
                      <a:pt x="452" y="1253"/>
                      <a:pt x="477" y="1278"/>
                    </a:cubicBezTo>
                    <a:cubicBezTo>
                      <a:pt x="527" y="1278"/>
                      <a:pt x="577" y="1278"/>
                      <a:pt x="602" y="1303"/>
                    </a:cubicBezTo>
                    <a:cubicBezTo>
                      <a:pt x="577" y="1328"/>
                      <a:pt x="552" y="1353"/>
                      <a:pt x="527" y="1379"/>
                    </a:cubicBezTo>
                    <a:cubicBezTo>
                      <a:pt x="502" y="1404"/>
                      <a:pt x="452" y="1454"/>
                      <a:pt x="402" y="1479"/>
                    </a:cubicBezTo>
                    <a:cubicBezTo>
                      <a:pt x="352" y="1529"/>
                      <a:pt x="327" y="1554"/>
                      <a:pt x="276" y="1604"/>
                    </a:cubicBezTo>
                    <a:cubicBezTo>
                      <a:pt x="276" y="1604"/>
                      <a:pt x="276" y="1629"/>
                      <a:pt x="276" y="1654"/>
                    </a:cubicBezTo>
                    <a:lnTo>
                      <a:pt x="327" y="1654"/>
                    </a:lnTo>
                    <a:cubicBezTo>
                      <a:pt x="377" y="1604"/>
                      <a:pt x="402" y="1579"/>
                      <a:pt x="452" y="1529"/>
                    </a:cubicBezTo>
                    <a:cubicBezTo>
                      <a:pt x="502" y="1504"/>
                      <a:pt x="527" y="1454"/>
                      <a:pt x="577" y="1404"/>
                    </a:cubicBezTo>
                    <a:cubicBezTo>
                      <a:pt x="602" y="1379"/>
                      <a:pt x="652" y="1353"/>
                      <a:pt x="677" y="1328"/>
                    </a:cubicBezTo>
                    <a:cubicBezTo>
                      <a:pt x="677" y="1379"/>
                      <a:pt x="677" y="1454"/>
                      <a:pt x="677" y="1504"/>
                    </a:cubicBezTo>
                    <a:cubicBezTo>
                      <a:pt x="677" y="1604"/>
                      <a:pt x="677" y="1679"/>
                      <a:pt x="652" y="1780"/>
                    </a:cubicBezTo>
                    <a:cubicBezTo>
                      <a:pt x="652" y="1805"/>
                      <a:pt x="677" y="1830"/>
                      <a:pt x="703" y="1830"/>
                    </a:cubicBezTo>
                    <a:cubicBezTo>
                      <a:pt x="728" y="1830"/>
                      <a:pt x="753" y="1805"/>
                      <a:pt x="753" y="1780"/>
                    </a:cubicBezTo>
                    <a:cubicBezTo>
                      <a:pt x="753" y="1629"/>
                      <a:pt x="778" y="1454"/>
                      <a:pt x="753" y="1278"/>
                    </a:cubicBezTo>
                    <a:cubicBezTo>
                      <a:pt x="778" y="1278"/>
                      <a:pt x="778" y="1278"/>
                      <a:pt x="778" y="1253"/>
                    </a:cubicBezTo>
                    <a:cubicBezTo>
                      <a:pt x="778" y="1253"/>
                      <a:pt x="778" y="1253"/>
                      <a:pt x="778" y="1228"/>
                    </a:cubicBezTo>
                    <a:cubicBezTo>
                      <a:pt x="803" y="1203"/>
                      <a:pt x="853" y="1178"/>
                      <a:pt x="878" y="1153"/>
                    </a:cubicBezTo>
                    <a:cubicBezTo>
                      <a:pt x="903" y="1128"/>
                      <a:pt x="953" y="1078"/>
                      <a:pt x="1003" y="1028"/>
                    </a:cubicBezTo>
                    <a:lnTo>
                      <a:pt x="1028" y="1028"/>
                    </a:lnTo>
                    <a:cubicBezTo>
                      <a:pt x="1028" y="1053"/>
                      <a:pt x="1028" y="1078"/>
                      <a:pt x="1053" y="1103"/>
                    </a:cubicBezTo>
                    <a:cubicBezTo>
                      <a:pt x="1053" y="1128"/>
                      <a:pt x="1078" y="1153"/>
                      <a:pt x="1078" y="1178"/>
                    </a:cubicBezTo>
                    <a:cubicBezTo>
                      <a:pt x="1078" y="1203"/>
                      <a:pt x="1104" y="1228"/>
                      <a:pt x="1104" y="1253"/>
                    </a:cubicBezTo>
                    <a:cubicBezTo>
                      <a:pt x="1129" y="1278"/>
                      <a:pt x="1129" y="1303"/>
                      <a:pt x="1154" y="1328"/>
                    </a:cubicBezTo>
                    <a:cubicBezTo>
                      <a:pt x="1154" y="1353"/>
                      <a:pt x="1154" y="1379"/>
                      <a:pt x="1179" y="1404"/>
                    </a:cubicBezTo>
                    <a:cubicBezTo>
                      <a:pt x="1179" y="1429"/>
                      <a:pt x="1179" y="1429"/>
                      <a:pt x="1204" y="1454"/>
                    </a:cubicBezTo>
                    <a:cubicBezTo>
                      <a:pt x="1204" y="1479"/>
                      <a:pt x="1204" y="1504"/>
                      <a:pt x="1229" y="1504"/>
                    </a:cubicBezTo>
                    <a:cubicBezTo>
                      <a:pt x="1229" y="1504"/>
                      <a:pt x="1229" y="1529"/>
                      <a:pt x="1229" y="1529"/>
                    </a:cubicBezTo>
                    <a:cubicBezTo>
                      <a:pt x="1229" y="1529"/>
                      <a:pt x="1229" y="1554"/>
                      <a:pt x="1229" y="1554"/>
                    </a:cubicBezTo>
                    <a:cubicBezTo>
                      <a:pt x="1241" y="1566"/>
                      <a:pt x="1254" y="1573"/>
                      <a:pt x="1263" y="1573"/>
                    </a:cubicBezTo>
                    <a:cubicBezTo>
                      <a:pt x="1273" y="1573"/>
                      <a:pt x="1279" y="1566"/>
                      <a:pt x="1279" y="1554"/>
                    </a:cubicBezTo>
                    <a:cubicBezTo>
                      <a:pt x="1304" y="1554"/>
                      <a:pt x="1304" y="1529"/>
                      <a:pt x="1329" y="1529"/>
                    </a:cubicBezTo>
                    <a:cubicBezTo>
                      <a:pt x="1354" y="1504"/>
                      <a:pt x="1354" y="1504"/>
                      <a:pt x="1379" y="1479"/>
                    </a:cubicBezTo>
                    <a:cubicBezTo>
                      <a:pt x="1379" y="1479"/>
                      <a:pt x="1404" y="1454"/>
                      <a:pt x="1429" y="1454"/>
                    </a:cubicBezTo>
                    <a:cubicBezTo>
                      <a:pt x="1454" y="1429"/>
                      <a:pt x="1454" y="1404"/>
                      <a:pt x="1479" y="1404"/>
                    </a:cubicBezTo>
                    <a:cubicBezTo>
                      <a:pt x="1505" y="1379"/>
                      <a:pt x="1505" y="1379"/>
                      <a:pt x="1530" y="1353"/>
                    </a:cubicBezTo>
                    <a:cubicBezTo>
                      <a:pt x="1555" y="1353"/>
                      <a:pt x="1580" y="1328"/>
                      <a:pt x="1580" y="1303"/>
                    </a:cubicBezTo>
                    <a:cubicBezTo>
                      <a:pt x="1605" y="1303"/>
                      <a:pt x="1630" y="1278"/>
                      <a:pt x="1630" y="1278"/>
                    </a:cubicBezTo>
                    <a:lnTo>
                      <a:pt x="1655" y="1278"/>
                    </a:lnTo>
                    <a:cubicBezTo>
                      <a:pt x="1655" y="1303"/>
                      <a:pt x="1655" y="1328"/>
                      <a:pt x="1655" y="1379"/>
                    </a:cubicBezTo>
                    <a:cubicBezTo>
                      <a:pt x="1680" y="1429"/>
                      <a:pt x="1705" y="1504"/>
                      <a:pt x="1705" y="1579"/>
                    </a:cubicBezTo>
                    <a:lnTo>
                      <a:pt x="1730" y="1579"/>
                    </a:lnTo>
                    <a:cubicBezTo>
                      <a:pt x="1705" y="1604"/>
                      <a:pt x="1705" y="1604"/>
                      <a:pt x="1705" y="1604"/>
                    </a:cubicBezTo>
                    <a:cubicBezTo>
                      <a:pt x="1680" y="1629"/>
                      <a:pt x="1680" y="1654"/>
                      <a:pt x="1655" y="1679"/>
                    </a:cubicBezTo>
                    <a:cubicBezTo>
                      <a:pt x="1630" y="1729"/>
                      <a:pt x="1630" y="1780"/>
                      <a:pt x="1605" y="1805"/>
                    </a:cubicBezTo>
                    <a:cubicBezTo>
                      <a:pt x="1580" y="1855"/>
                      <a:pt x="1555" y="1880"/>
                      <a:pt x="1530" y="1905"/>
                    </a:cubicBezTo>
                    <a:cubicBezTo>
                      <a:pt x="1505" y="1955"/>
                      <a:pt x="1505" y="2005"/>
                      <a:pt x="1479" y="2055"/>
                    </a:cubicBezTo>
                    <a:cubicBezTo>
                      <a:pt x="1454" y="2055"/>
                      <a:pt x="1454" y="2080"/>
                      <a:pt x="1454" y="2080"/>
                    </a:cubicBezTo>
                    <a:cubicBezTo>
                      <a:pt x="1479" y="2105"/>
                      <a:pt x="1479" y="2130"/>
                      <a:pt x="1479" y="2130"/>
                    </a:cubicBezTo>
                    <a:cubicBezTo>
                      <a:pt x="1494" y="2138"/>
                      <a:pt x="1507" y="2141"/>
                      <a:pt x="1518" y="2141"/>
                    </a:cubicBezTo>
                    <a:cubicBezTo>
                      <a:pt x="1544" y="2141"/>
                      <a:pt x="1562" y="2123"/>
                      <a:pt x="1580" y="2105"/>
                    </a:cubicBezTo>
                    <a:cubicBezTo>
                      <a:pt x="1605" y="2080"/>
                      <a:pt x="1630" y="2055"/>
                      <a:pt x="1630" y="2030"/>
                    </a:cubicBezTo>
                    <a:cubicBezTo>
                      <a:pt x="1655" y="1980"/>
                      <a:pt x="1680" y="1955"/>
                      <a:pt x="1680" y="1930"/>
                    </a:cubicBezTo>
                    <a:cubicBezTo>
                      <a:pt x="1705" y="1880"/>
                      <a:pt x="1730" y="1830"/>
                      <a:pt x="1755" y="1780"/>
                    </a:cubicBezTo>
                    <a:cubicBezTo>
                      <a:pt x="1780" y="1830"/>
                      <a:pt x="1780" y="1905"/>
                      <a:pt x="1805" y="1955"/>
                    </a:cubicBezTo>
                    <a:cubicBezTo>
                      <a:pt x="1805" y="2030"/>
                      <a:pt x="1830" y="2080"/>
                      <a:pt x="1855" y="2155"/>
                    </a:cubicBezTo>
                    <a:cubicBezTo>
                      <a:pt x="1855" y="2181"/>
                      <a:pt x="1855" y="2206"/>
                      <a:pt x="1855" y="2231"/>
                    </a:cubicBezTo>
                    <a:cubicBezTo>
                      <a:pt x="1855" y="2281"/>
                      <a:pt x="1880" y="2306"/>
                      <a:pt x="1880" y="2331"/>
                    </a:cubicBezTo>
                    <a:cubicBezTo>
                      <a:pt x="1880" y="2356"/>
                      <a:pt x="1906" y="2356"/>
                      <a:pt x="1931" y="2356"/>
                    </a:cubicBezTo>
                    <a:cubicBezTo>
                      <a:pt x="1931" y="2306"/>
                      <a:pt x="1956" y="2256"/>
                      <a:pt x="1956" y="2206"/>
                    </a:cubicBezTo>
                    <a:cubicBezTo>
                      <a:pt x="1956" y="2181"/>
                      <a:pt x="1956" y="2155"/>
                      <a:pt x="1956" y="2130"/>
                    </a:cubicBezTo>
                    <a:cubicBezTo>
                      <a:pt x="1956" y="2080"/>
                      <a:pt x="1931" y="2005"/>
                      <a:pt x="1906" y="1955"/>
                    </a:cubicBezTo>
                    <a:cubicBezTo>
                      <a:pt x="1906" y="1880"/>
                      <a:pt x="1880" y="1805"/>
                      <a:pt x="1855" y="1729"/>
                    </a:cubicBezTo>
                    <a:lnTo>
                      <a:pt x="1855" y="1729"/>
                    </a:lnTo>
                    <a:cubicBezTo>
                      <a:pt x="1931" y="1754"/>
                      <a:pt x="1981" y="1780"/>
                      <a:pt x="2031" y="1830"/>
                    </a:cubicBezTo>
                    <a:lnTo>
                      <a:pt x="2056" y="1830"/>
                    </a:lnTo>
                    <a:cubicBezTo>
                      <a:pt x="2056" y="1805"/>
                      <a:pt x="2081" y="1754"/>
                      <a:pt x="2081" y="1704"/>
                    </a:cubicBezTo>
                    <a:cubicBezTo>
                      <a:pt x="2006" y="1654"/>
                      <a:pt x="1906" y="1604"/>
                      <a:pt x="1830" y="1579"/>
                    </a:cubicBezTo>
                    <a:cubicBezTo>
                      <a:pt x="1830" y="1554"/>
                      <a:pt x="1830" y="1554"/>
                      <a:pt x="1830" y="1554"/>
                    </a:cubicBezTo>
                    <a:cubicBezTo>
                      <a:pt x="1805" y="1479"/>
                      <a:pt x="1780" y="1379"/>
                      <a:pt x="1755" y="1303"/>
                    </a:cubicBezTo>
                    <a:lnTo>
                      <a:pt x="1830" y="1303"/>
                    </a:lnTo>
                    <a:cubicBezTo>
                      <a:pt x="1880" y="1328"/>
                      <a:pt x="1931" y="1328"/>
                      <a:pt x="1981" y="1353"/>
                    </a:cubicBezTo>
                    <a:cubicBezTo>
                      <a:pt x="2031" y="1353"/>
                      <a:pt x="2056" y="1379"/>
                      <a:pt x="2081" y="1379"/>
                    </a:cubicBezTo>
                    <a:cubicBezTo>
                      <a:pt x="2106" y="1379"/>
                      <a:pt x="2131" y="1404"/>
                      <a:pt x="2131" y="1404"/>
                    </a:cubicBezTo>
                    <a:lnTo>
                      <a:pt x="2156" y="1404"/>
                    </a:lnTo>
                    <a:cubicBezTo>
                      <a:pt x="2181" y="1379"/>
                      <a:pt x="2181" y="1353"/>
                      <a:pt x="2181" y="1328"/>
                    </a:cubicBezTo>
                    <a:cubicBezTo>
                      <a:pt x="2156" y="1328"/>
                      <a:pt x="2131" y="1303"/>
                      <a:pt x="2106" y="1303"/>
                    </a:cubicBezTo>
                    <a:lnTo>
                      <a:pt x="2006" y="1303"/>
                    </a:lnTo>
                    <a:cubicBezTo>
                      <a:pt x="2006" y="1278"/>
                      <a:pt x="1981" y="1278"/>
                      <a:pt x="1956" y="1278"/>
                    </a:cubicBezTo>
                    <a:cubicBezTo>
                      <a:pt x="1931" y="1278"/>
                      <a:pt x="1906" y="1278"/>
                      <a:pt x="1906" y="1253"/>
                    </a:cubicBezTo>
                    <a:cubicBezTo>
                      <a:pt x="1880" y="1253"/>
                      <a:pt x="1830" y="1253"/>
                      <a:pt x="1805" y="1228"/>
                    </a:cubicBezTo>
                    <a:lnTo>
                      <a:pt x="1755" y="1228"/>
                    </a:lnTo>
                    <a:cubicBezTo>
                      <a:pt x="1730" y="1203"/>
                      <a:pt x="1730" y="1178"/>
                      <a:pt x="1730" y="1178"/>
                    </a:cubicBezTo>
                    <a:cubicBezTo>
                      <a:pt x="1705" y="1053"/>
                      <a:pt x="1680" y="927"/>
                      <a:pt x="1655" y="802"/>
                    </a:cubicBezTo>
                    <a:cubicBezTo>
                      <a:pt x="1655" y="752"/>
                      <a:pt x="1630" y="727"/>
                      <a:pt x="1630" y="677"/>
                    </a:cubicBezTo>
                    <a:lnTo>
                      <a:pt x="1630" y="677"/>
                    </a:lnTo>
                    <a:cubicBezTo>
                      <a:pt x="1780" y="727"/>
                      <a:pt x="1956" y="802"/>
                      <a:pt x="2106" y="852"/>
                    </a:cubicBezTo>
                    <a:lnTo>
                      <a:pt x="2131" y="852"/>
                    </a:lnTo>
                    <a:cubicBezTo>
                      <a:pt x="2131" y="877"/>
                      <a:pt x="2131" y="902"/>
                      <a:pt x="2156" y="927"/>
                    </a:cubicBezTo>
                    <a:cubicBezTo>
                      <a:pt x="2156" y="952"/>
                      <a:pt x="2156" y="1003"/>
                      <a:pt x="2181" y="1053"/>
                    </a:cubicBezTo>
                    <a:cubicBezTo>
                      <a:pt x="2181" y="1103"/>
                      <a:pt x="2206" y="1153"/>
                      <a:pt x="2206" y="1203"/>
                    </a:cubicBezTo>
                    <a:cubicBezTo>
                      <a:pt x="2231" y="1128"/>
                      <a:pt x="2256" y="1078"/>
                      <a:pt x="2256" y="1003"/>
                    </a:cubicBezTo>
                    <a:cubicBezTo>
                      <a:pt x="2256" y="978"/>
                      <a:pt x="2256" y="952"/>
                      <a:pt x="2231" y="927"/>
                    </a:cubicBezTo>
                    <a:cubicBezTo>
                      <a:pt x="2231" y="902"/>
                      <a:pt x="2231" y="902"/>
                      <a:pt x="2231" y="877"/>
                    </a:cubicBezTo>
                    <a:cubicBezTo>
                      <a:pt x="2256" y="877"/>
                      <a:pt x="2281" y="902"/>
                      <a:pt x="2281" y="902"/>
                    </a:cubicBezTo>
                    <a:cubicBezTo>
                      <a:pt x="2307" y="852"/>
                      <a:pt x="2307" y="802"/>
                      <a:pt x="2332" y="752"/>
                    </a:cubicBezTo>
                    <a:cubicBezTo>
                      <a:pt x="2307" y="727"/>
                      <a:pt x="2307" y="727"/>
                      <a:pt x="2281" y="727"/>
                    </a:cubicBezTo>
                    <a:cubicBezTo>
                      <a:pt x="2307" y="727"/>
                      <a:pt x="2332" y="702"/>
                      <a:pt x="2332" y="702"/>
                    </a:cubicBezTo>
                    <a:cubicBezTo>
                      <a:pt x="2357" y="652"/>
                      <a:pt x="2357" y="602"/>
                      <a:pt x="2382" y="576"/>
                    </a:cubicBezTo>
                    <a:lnTo>
                      <a:pt x="2357" y="576"/>
                    </a:lnTo>
                    <a:cubicBezTo>
                      <a:pt x="2307" y="602"/>
                      <a:pt x="2281" y="627"/>
                      <a:pt x="2231" y="652"/>
                    </a:cubicBezTo>
                    <a:cubicBezTo>
                      <a:pt x="2206" y="652"/>
                      <a:pt x="2206" y="652"/>
                      <a:pt x="2181" y="677"/>
                    </a:cubicBezTo>
                    <a:lnTo>
                      <a:pt x="2131" y="677"/>
                    </a:lnTo>
                    <a:cubicBezTo>
                      <a:pt x="2056" y="652"/>
                      <a:pt x="1981" y="627"/>
                      <a:pt x="1931" y="627"/>
                    </a:cubicBezTo>
                    <a:cubicBezTo>
                      <a:pt x="1855" y="602"/>
                      <a:pt x="1805" y="576"/>
                      <a:pt x="1730" y="551"/>
                    </a:cubicBezTo>
                    <a:cubicBezTo>
                      <a:pt x="1680" y="551"/>
                      <a:pt x="1655" y="526"/>
                      <a:pt x="1605" y="526"/>
                    </a:cubicBezTo>
                    <a:cubicBezTo>
                      <a:pt x="1630" y="476"/>
                      <a:pt x="1680" y="451"/>
                      <a:pt x="1705" y="426"/>
                    </a:cubicBezTo>
                    <a:cubicBezTo>
                      <a:pt x="1755" y="376"/>
                      <a:pt x="1805" y="326"/>
                      <a:pt x="1855" y="301"/>
                    </a:cubicBezTo>
                    <a:cubicBezTo>
                      <a:pt x="1906" y="251"/>
                      <a:pt x="1956" y="201"/>
                      <a:pt x="1981" y="175"/>
                    </a:cubicBezTo>
                    <a:cubicBezTo>
                      <a:pt x="2006" y="150"/>
                      <a:pt x="2031" y="150"/>
                      <a:pt x="2056" y="125"/>
                    </a:cubicBezTo>
                    <a:cubicBezTo>
                      <a:pt x="2106" y="150"/>
                      <a:pt x="2131" y="175"/>
                      <a:pt x="2181" y="201"/>
                    </a:cubicBezTo>
                    <a:cubicBezTo>
                      <a:pt x="2256" y="226"/>
                      <a:pt x="2307" y="251"/>
                      <a:pt x="2357" y="276"/>
                    </a:cubicBezTo>
                    <a:cubicBezTo>
                      <a:pt x="2382" y="301"/>
                      <a:pt x="2407" y="301"/>
                      <a:pt x="2432" y="301"/>
                    </a:cubicBezTo>
                    <a:cubicBezTo>
                      <a:pt x="2457" y="276"/>
                      <a:pt x="2457" y="251"/>
                      <a:pt x="2457" y="226"/>
                    </a:cubicBezTo>
                    <a:cubicBezTo>
                      <a:pt x="2407" y="201"/>
                      <a:pt x="2357" y="175"/>
                      <a:pt x="2332" y="150"/>
                    </a:cubicBezTo>
                    <a:cubicBezTo>
                      <a:pt x="2281" y="150"/>
                      <a:pt x="2256" y="125"/>
                      <a:pt x="2206" y="100"/>
                    </a:cubicBezTo>
                    <a:cubicBezTo>
                      <a:pt x="2181" y="100"/>
                      <a:pt x="2156" y="75"/>
                      <a:pt x="2106" y="75"/>
                    </a:cubicBezTo>
                    <a:cubicBezTo>
                      <a:pt x="2131" y="50"/>
                      <a:pt x="2131" y="50"/>
                      <a:pt x="2156" y="50"/>
                    </a:cubicBezTo>
                    <a:cubicBezTo>
                      <a:pt x="2106" y="25"/>
                      <a:pt x="2081" y="25"/>
                      <a:pt x="2031" y="25"/>
                    </a:cubicBezTo>
                    <a:cubicBezTo>
                      <a:pt x="2031" y="25"/>
                      <a:pt x="2031" y="50"/>
                      <a:pt x="2031" y="50"/>
                    </a:cubicBezTo>
                    <a:cubicBezTo>
                      <a:pt x="2006" y="75"/>
                      <a:pt x="1981" y="100"/>
                      <a:pt x="1956" y="125"/>
                    </a:cubicBezTo>
                    <a:cubicBezTo>
                      <a:pt x="1906" y="150"/>
                      <a:pt x="1855" y="201"/>
                      <a:pt x="1805" y="226"/>
                    </a:cubicBezTo>
                    <a:cubicBezTo>
                      <a:pt x="1755" y="276"/>
                      <a:pt x="1705" y="326"/>
                      <a:pt x="1655" y="351"/>
                    </a:cubicBezTo>
                    <a:cubicBezTo>
                      <a:pt x="1630" y="376"/>
                      <a:pt x="1605" y="401"/>
                      <a:pt x="1555" y="426"/>
                    </a:cubicBezTo>
                    <a:cubicBezTo>
                      <a:pt x="1530" y="301"/>
                      <a:pt x="1505" y="175"/>
                      <a:pt x="1479" y="50"/>
                    </a:cubicBezTo>
                    <a:lnTo>
                      <a:pt x="1454" y="0"/>
                    </a:lnTo>
                    <a:lnTo>
                      <a:pt x="1354" y="0"/>
                    </a:lnTo>
                    <a:cubicBezTo>
                      <a:pt x="1354" y="0"/>
                      <a:pt x="1354" y="25"/>
                      <a:pt x="1354" y="50"/>
                    </a:cubicBezTo>
                    <a:cubicBezTo>
                      <a:pt x="1404" y="175"/>
                      <a:pt x="1429" y="301"/>
                      <a:pt x="1454" y="426"/>
                    </a:cubicBezTo>
                    <a:cubicBezTo>
                      <a:pt x="1454" y="451"/>
                      <a:pt x="1479" y="476"/>
                      <a:pt x="1479" y="476"/>
                    </a:cubicBezTo>
                    <a:cubicBezTo>
                      <a:pt x="1429" y="476"/>
                      <a:pt x="1404" y="476"/>
                      <a:pt x="1379" y="451"/>
                    </a:cubicBezTo>
                    <a:cubicBezTo>
                      <a:pt x="1279" y="426"/>
                      <a:pt x="1179" y="401"/>
                      <a:pt x="1053" y="351"/>
                    </a:cubicBezTo>
                    <a:cubicBezTo>
                      <a:pt x="1053" y="351"/>
                      <a:pt x="1053" y="326"/>
                      <a:pt x="1053" y="326"/>
                    </a:cubicBezTo>
                    <a:cubicBezTo>
                      <a:pt x="1028" y="301"/>
                      <a:pt x="1028" y="276"/>
                      <a:pt x="1028" y="251"/>
                    </a:cubicBezTo>
                    <a:cubicBezTo>
                      <a:pt x="1003" y="201"/>
                      <a:pt x="978" y="150"/>
                      <a:pt x="953" y="100"/>
                    </a:cubicBezTo>
                    <a:cubicBezTo>
                      <a:pt x="953" y="50"/>
                      <a:pt x="928" y="25"/>
                      <a:pt x="9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4" name="Google Shape;5784;p50"/>
              <p:cNvSpPr/>
              <p:nvPr/>
            </p:nvSpPr>
            <p:spPr>
              <a:xfrm>
                <a:off x="4814700" y="1506300"/>
                <a:ext cx="63925" cy="67675"/>
              </a:xfrm>
              <a:custGeom>
                <a:rect b="b" l="l" r="r" t="t"/>
                <a:pathLst>
                  <a:path extrusionOk="0" h="2707" w="2557">
                    <a:moveTo>
                      <a:pt x="777" y="0"/>
                    </a:moveTo>
                    <a:cubicBezTo>
                      <a:pt x="752" y="25"/>
                      <a:pt x="752" y="25"/>
                      <a:pt x="752" y="50"/>
                    </a:cubicBezTo>
                    <a:cubicBezTo>
                      <a:pt x="702" y="176"/>
                      <a:pt x="627" y="301"/>
                      <a:pt x="577" y="451"/>
                    </a:cubicBezTo>
                    <a:cubicBezTo>
                      <a:pt x="552" y="476"/>
                      <a:pt x="552" y="526"/>
                      <a:pt x="527" y="551"/>
                    </a:cubicBezTo>
                    <a:cubicBezTo>
                      <a:pt x="527" y="526"/>
                      <a:pt x="501" y="501"/>
                      <a:pt x="501" y="476"/>
                    </a:cubicBezTo>
                    <a:cubicBezTo>
                      <a:pt x="501" y="426"/>
                      <a:pt x="476" y="376"/>
                      <a:pt x="476" y="301"/>
                    </a:cubicBezTo>
                    <a:cubicBezTo>
                      <a:pt x="451" y="251"/>
                      <a:pt x="451" y="176"/>
                      <a:pt x="426" y="125"/>
                    </a:cubicBezTo>
                    <a:cubicBezTo>
                      <a:pt x="426" y="75"/>
                      <a:pt x="401" y="75"/>
                      <a:pt x="376" y="75"/>
                    </a:cubicBezTo>
                    <a:lnTo>
                      <a:pt x="351" y="75"/>
                    </a:lnTo>
                    <a:cubicBezTo>
                      <a:pt x="326" y="75"/>
                      <a:pt x="301" y="100"/>
                      <a:pt x="301" y="150"/>
                    </a:cubicBezTo>
                    <a:cubicBezTo>
                      <a:pt x="326" y="201"/>
                      <a:pt x="326" y="251"/>
                      <a:pt x="351" y="326"/>
                    </a:cubicBezTo>
                    <a:cubicBezTo>
                      <a:pt x="376" y="376"/>
                      <a:pt x="376" y="426"/>
                      <a:pt x="401" y="501"/>
                    </a:cubicBezTo>
                    <a:cubicBezTo>
                      <a:pt x="401" y="526"/>
                      <a:pt x="401" y="551"/>
                      <a:pt x="401" y="577"/>
                    </a:cubicBezTo>
                    <a:cubicBezTo>
                      <a:pt x="376" y="551"/>
                      <a:pt x="351" y="551"/>
                      <a:pt x="301" y="526"/>
                    </a:cubicBezTo>
                    <a:cubicBezTo>
                      <a:pt x="276" y="501"/>
                      <a:pt x="226" y="476"/>
                      <a:pt x="176" y="476"/>
                    </a:cubicBezTo>
                    <a:cubicBezTo>
                      <a:pt x="126" y="451"/>
                      <a:pt x="100" y="426"/>
                      <a:pt x="50" y="376"/>
                    </a:cubicBezTo>
                    <a:lnTo>
                      <a:pt x="0" y="376"/>
                    </a:lnTo>
                    <a:cubicBezTo>
                      <a:pt x="75" y="451"/>
                      <a:pt x="126" y="551"/>
                      <a:pt x="201" y="627"/>
                    </a:cubicBezTo>
                    <a:cubicBezTo>
                      <a:pt x="201" y="627"/>
                      <a:pt x="226" y="627"/>
                      <a:pt x="226" y="652"/>
                    </a:cubicBezTo>
                    <a:cubicBezTo>
                      <a:pt x="276" y="652"/>
                      <a:pt x="301" y="677"/>
                      <a:pt x="351" y="702"/>
                    </a:cubicBezTo>
                    <a:cubicBezTo>
                      <a:pt x="376" y="702"/>
                      <a:pt x="401" y="727"/>
                      <a:pt x="426" y="752"/>
                    </a:cubicBezTo>
                    <a:cubicBezTo>
                      <a:pt x="451" y="777"/>
                      <a:pt x="451" y="827"/>
                      <a:pt x="451" y="852"/>
                    </a:cubicBezTo>
                    <a:cubicBezTo>
                      <a:pt x="476" y="902"/>
                      <a:pt x="476" y="952"/>
                      <a:pt x="476" y="1003"/>
                    </a:cubicBezTo>
                    <a:cubicBezTo>
                      <a:pt x="527" y="1078"/>
                      <a:pt x="602" y="1153"/>
                      <a:pt x="652" y="1203"/>
                    </a:cubicBezTo>
                    <a:cubicBezTo>
                      <a:pt x="652" y="1203"/>
                      <a:pt x="627" y="1178"/>
                      <a:pt x="627" y="1153"/>
                    </a:cubicBezTo>
                    <a:lnTo>
                      <a:pt x="652" y="1153"/>
                    </a:lnTo>
                    <a:cubicBezTo>
                      <a:pt x="677" y="1153"/>
                      <a:pt x="702" y="1128"/>
                      <a:pt x="752" y="1103"/>
                    </a:cubicBezTo>
                    <a:cubicBezTo>
                      <a:pt x="777" y="1078"/>
                      <a:pt x="802" y="1053"/>
                      <a:pt x="827" y="1028"/>
                    </a:cubicBezTo>
                    <a:cubicBezTo>
                      <a:pt x="852" y="1003"/>
                      <a:pt x="877" y="978"/>
                      <a:pt x="902" y="952"/>
                    </a:cubicBezTo>
                    <a:cubicBezTo>
                      <a:pt x="928" y="952"/>
                      <a:pt x="953" y="927"/>
                      <a:pt x="978" y="902"/>
                    </a:cubicBezTo>
                    <a:cubicBezTo>
                      <a:pt x="1003" y="852"/>
                      <a:pt x="1053" y="827"/>
                      <a:pt x="1103" y="802"/>
                    </a:cubicBezTo>
                    <a:cubicBezTo>
                      <a:pt x="1103" y="802"/>
                      <a:pt x="1103" y="802"/>
                      <a:pt x="1128" y="777"/>
                    </a:cubicBezTo>
                    <a:cubicBezTo>
                      <a:pt x="1128" y="802"/>
                      <a:pt x="1128" y="827"/>
                      <a:pt x="1128" y="852"/>
                    </a:cubicBezTo>
                    <a:cubicBezTo>
                      <a:pt x="1128" y="902"/>
                      <a:pt x="1153" y="952"/>
                      <a:pt x="1153" y="1003"/>
                    </a:cubicBezTo>
                    <a:cubicBezTo>
                      <a:pt x="1178" y="1053"/>
                      <a:pt x="1178" y="1103"/>
                      <a:pt x="1203" y="1153"/>
                    </a:cubicBezTo>
                    <a:cubicBezTo>
                      <a:pt x="1203" y="1178"/>
                      <a:pt x="1203" y="1203"/>
                      <a:pt x="1228" y="1228"/>
                    </a:cubicBezTo>
                    <a:cubicBezTo>
                      <a:pt x="1178" y="1253"/>
                      <a:pt x="1153" y="1278"/>
                      <a:pt x="1128" y="1303"/>
                    </a:cubicBezTo>
                    <a:cubicBezTo>
                      <a:pt x="1078" y="1328"/>
                      <a:pt x="1028" y="1379"/>
                      <a:pt x="978" y="1404"/>
                    </a:cubicBezTo>
                    <a:cubicBezTo>
                      <a:pt x="953" y="1429"/>
                      <a:pt x="902" y="1479"/>
                      <a:pt x="877" y="1504"/>
                    </a:cubicBezTo>
                    <a:cubicBezTo>
                      <a:pt x="902" y="1529"/>
                      <a:pt x="902" y="1529"/>
                      <a:pt x="928" y="1554"/>
                    </a:cubicBezTo>
                    <a:cubicBezTo>
                      <a:pt x="953" y="1529"/>
                      <a:pt x="1003" y="1504"/>
                      <a:pt x="1028" y="1454"/>
                    </a:cubicBezTo>
                    <a:cubicBezTo>
                      <a:pt x="1078" y="1429"/>
                      <a:pt x="1128" y="1379"/>
                      <a:pt x="1178" y="1353"/>
                    </a:cubicBezTo>
                    <a:cubicBezTo>
                      <a:pt x="1178" y="1328"/>
                      <a:pt x="1203" y="1303"/>
                      <a:pt x="1228" y="1303"/>
                    </a:cubicBezTo>
                    <a:cubicBezTo>
                      <a:pt x="1278" y="1328"/>
                      <a:pt x="1303" y="1353"/>
                      <a:pt x="1354" y="1353"/>
                    </a:cubicBezTo>
                    <a:cubicBezTo>
                      <a:pt x="1429" y="1404"/>
                      <a:pt x="1479" y="1429"/>
                      <a:pt x="1554" y="1454"/>
                    </a:cubicBezTo>
                    <a:cubicBezTo>
                      <a:pt x="1629" y="1504"/>
                      <a:pt x="1730" y="1529"/>
                      <a:pt x="1830" y="1579"/>
                    </a:cubicBezTo>
                    <a:cubicBezTo>
                      <a:pt x="1805" y="1579"/>
                      <a:pt x="1805" y="1604"/>
                      <a:pt x="1780" y="1604"/>
                    </a:cubicBezTo>
                    <a:cubicBezTo>
                      <a:pt x="1755" y="1629"/>
                      <a:pt x="1704" y="1654"/>
                      <a:pt x="1654" y="1679"/>
                    </a:cubicBezTo>
                    <a:cubicBezTo>
                      <a:pt x="1604" y="1704"/>
                      <a:pt x="1579" y="1729"/>
                      <a:pt x="1529" y="1754"/>
                    </a:cubicBezTo>
                    <a:cubicBezTo>
                      <a:pt x="1479" y="1780"/>
                      <a:pt x="1454" y="1805"/>
                      <a:pt x="1404" y="1805"/>
                    </a:cubicBezTo>
                    <a:cubicBezTo>
                      <a:pt x="1379" y="1830"/>
                      <a:pt x="1379" y="1830"/>
                      <a:pt x="1354" y="1830"/>
                    </a:cubicBezTo>
                    <a:cubicBezTo>
                      <a:pt x="1354" y="1855"/>
                      <a:pt x="1329" y="1855"/>
                      <a:pt x="1329" y="1855"/>
                    </a:cubicBezTo>
                    <a:lnTo>
                      <a:pt x="1303" y="1855"/>
                    </a:lnTo>
                    <a:cubicBezTo>
                      <a:pt x="1228" y="1830"/>
                      <a:pt x="1178" y="1805"/>
                      <a:pt x="1128" y="1805"/>
                    </a:cubicBezTo>
                    <a:cubicBezTo>
                      <a:pt x="1178" y="1880"/>
                      <a:pt x="1228" y="1955"/>
                      <a:pt x="1303" y="2030"/>
                    </a:cubicBezTo>
                    <a:lnTo>
                      <a:pt x="1329" y="2030"/>
                    </a:lnTo>
                    <a:cubicBezTo>
                      <a:pt x="1329" y="2030"/>
                      <a:pt x="1329" y="2030"/>
                      <a:pt x="1329" y="2055"/>
                    </a:cubicBezTo>
                    <a:cubicBezTo>
                      <a:pt x="1354" y="2080"/>
                      <a:pt x="1404" y="2130"/>
                      <a:pt x="1429" y="2181"/>
                    </a:cubicBezTo>
                    <a:cubicBezTo>
                      <a:pt x="1429" y="2155"/>
                      <a:pt x="1429" y="2130"/>
                      <a:pt x="1404" y="2105"/>
                    </a:cubicBezTo>
                    <a:cubicBezTo>
                      <a:pt x="1404" y="2080"/>
                      <a:pt x="1404" y="2080"/>
                      <a:pt x="1404" y="2055"/>
                    </a:cubicBezTo>
                    <a:cubicBezTo>
                      <a:pt x="1479" y="2080"/>
                      <a:pt x="1579" y="2105"/>
                      <a:pt x="1654" y="2130"/>
                    </a:cubicBezTo>
                    <a:cubicBezTo>
                      <a:pt x="1704" y="2155"/>
                      <a:pt x="1730" y="2155"/>
                      <a:pt x="1780" y="2181"/>
                    </a:cubicBezTo>
                    <a:cubicBezTo>
                      <a:pt x="1830" y="2281"/>
                      <a:pt x="1855" y="2356"/>
                      <a:pt x="1905" y="2431"/>
                    </a:cubicBezTo>
                    <a:cubicBezTo>
                      <a:pt x="1930" y="2481"/>
                      <a:pt x="1955" y="2506"/>
                      <a:pt x="1980" y="2556"/>
                    </a:cubicBezTo>
                    <a:cubicBezTo>
                      <a:pt x="2005" y="2607"/>
                      <a:pt x="2030" y="2657"/>
                      <a:pt x="2080" y="2682"/>
                    </a:cubicBezTo>
                    <a:cubicBezTo>
                      <a:pt x="2080" y="2707"/>
                      <a:pt x="2105" y="2707"/>
                      <a:pt x="2131" y="2707"/>
                    </a:cubicBezTo>
                    <a:cubicBezTo>
                      <a:pt x="2131" y="2707"/>
                      <a:pt x="2156" y="2682"/>
                      <a:pt x="2131" y="2657"/>
                    </a:cubicBezTo>
                    <a:cubicBezTo>
                      <a:pt x="2080" y="2582"/>
                      <a:pt x="2030" y="2481"/>
                      <a:pt x="1980" y="2406"/>
                    </a:cubicBezTo>
                    <a:cubicBezTo>
                      <a:pt x="1955" y="2331"/>
                      <a:pt x="1905" y="2281"/>
                      <a:pt x="1880" y="2206"/>
                    </a:cubicBezTo>
                    <a:lnTo>
                      <a:pt x="1880" y="2206"/>
                    </a:lnTo>
                    <a:cubicBezTo>
                      <a:pt x="1930" y="2231"/>
                      <a:pt x="1980" y="2231"/>
                      <a:pt x="2030" y="2256"/>
                    </a:cubicBezTo>
                    <a:cubicBezTo>
                      <a:pt x="2105" y="2281"/>
                      <a:pt x="2156" y="2281"/>
                      <a:pt x="2206" y="2306"/>
                    </a:cubicBezTo>
                    <a:cubicBezTo>
                      <a:pt x="2256" y="2331"/>
                      <a:pt x="2306" y="2331"/>
                      <a:pt x="2356" y="2356"/>
                    </a:cubicBezTo>
                    <a:cubicBezTo>
                      <a:pt x="2406" y="2356"/>
                      <a:pt x="2431" y="2356"/>
                      <a:pt x="2456" y="2331"/>
                    </a:cubicBezTo>
                    <a:cubicBezTo>
                      <a:pt x="2456" y="2281"/>
                      <a:pt x="2456" y="2256"/>
                      <a:pt x="2431" y="2231"/>
                    </a:cubicBezTo>
                    <a:cubicBezTo>
                      <a:pt x="2356" y="2206"/>
                      <a:pt x="2306" y="2181"/>
                      <a:pt x="2231" y="2155"/>
                    </a:cubicBezTo>
                    <a:cubicBezTo>
                      <a:pt x="2181" y="2130"/>
                      <a:pt x="2105" y="2105"/>
                      <a:pt x="2055" y="2080"/>
                    </a:cubicBezTo>
                    <a:lnTo>
                      <a:pt x="2005" y="2080"/>
                    </a:lnTo>
                    <a:cubicBezTo>
                      <a:pt x="2055" y="2055"/>
                      <a:pt x="2105" y="2055"/>
                      <a:pt x="2156" y="2030"/>
                    </a:cubicBezTo>
                    <a:cubicBezTo>
                      <a:pt x="2281" y="1980"/>
                      <a:pt x="2381" y="1930"/>
                      <a:pt x="2506" y="1905"/>
                    </a:cubicBezTo>
                    <a:cubicBezTo>
                      <a:pt x="2532" y="1880"/>
                      <a:pt x="2557" y="1830"/>
                      <a:pt x="2532" y="1805"/>
                    </a:cubicBezTo>
                    <a:cubicBezTo>
                      <a:pt x="2532" y="1780"/>
                      <a:pt x="2532" y="1780"/>
                      <a:pt x="2506" y="1754"/>
                    </a:cubicBezTo>
                    <a:lnTo>
                      <a:pt x="2456" y="1754"/>
                    </a:lnTo>
                    <a:cubicBezTo>
                      <a:pt x="2331" y="1780"/>
                      <a:pt x="2231" y="1830"/>
                      <a:pt x="2131" y="1855"/>
                    </a:cubicBezTo>
                    <a:cubicBezTo>
                      <a:pt x="2005" y="1905"/>
                      <a:pt x="1905" y="1955"/>
                      <a:pt x="1805" y="1980"/>
                    </a:cubicBezTo>
                    <a:cubicBezTo>
                      <a:pt x="1780" y="1980"/>
                      <a:pt x="1780" y="1980"/>
                      <a:pt x="1755" y="2005"/>
                    </a:cubicBezTo>
                    <a:cubicBezTo>
                      <a:pt x="1730" y="1980"/>
                      <a:pt x="1704" y="1980"/>
                      <a:pt x="1679" y="1980"/>
                    </a:cubicBezTo>
                    <a:cubicBezTo>
                      <a:pt x="1604" y="1955"/>
                      <a:pt x="1529" y="1930"/>
                      <a:pt x="1454" y="1905"/>
                    </a:cubicBezTo>
                    <a:cubicBezTo>
                      <a:pt x="1479" y="1880"/>
                      <a:pt x="1504" y="1880"/>
                      <a:pt x="1554" y="1855"/>
                    </a:cubicBezTo>
                    <a:cubicBezTo>
                      <a:pt x="1579" y="1830"/>
                      <a:pt x="1629" y="1805"/>
                      <a:pt x="1654" y="1805"/>
                    </a:cubicBezTo>
                    <a:cubicBezTo>
                      <a:pt x="1704" y="1780"/>
                      <a:pt x="1755" y="1754"/>
                      <a:pt x="1805" y="1729"/>
                    </a:cubicBezTo>
                    <a:cubicBezTo>
                      <a:pt x="1830" y="1704"/>
                      <a:pt x="1880" y="1679"/>
                      <a:pt x="1905" y="1654"/>
                    </a:cubicBezTo>
                    <a:cubicBezTo>
                      <a:pt x="1930" y="1629"/>
                      <a:pt x="1930" y="1629"/>
                      <a:pt x="1955" y="1629"/>
                    </a:cubicBezTo>
                    <a:cubicBezTo>
                      <a:pt x="1955" y="1604"/>
                      <a:pt x="1980" y="1579"/>
                      <a:pt x="1955" y="1554"/>
                    </a:cubicBezTo>
                    <a:cubicBezTo>
                      <a:pt x="1955" y="1529"/>
                      <a:pt x="1930" y="1504"/>
                      <a:pt x="1905" y="1479"/>
                    </a:cubicBezTo>
                    <a:cubicBezTo>
                      <a:pt x="1855" y="1479"/>
                      <a:pt x="1805" y="1454"/>
                      <a:pt x="1755" y="1429"/>
                    </a:cubicBezTo>
                    <a:cubicBezTo>
                      <a:pt x="1704" y="1429"/>
                      <a:pt x="1654" y="1404"/>
                      <a:pt x="1629" y="1379"/>
                    </a:cubicBezTo>
                    <a:cubicBezTo>
                      <a:pt x="1579" y="1379"/>
                      <a:pt x="1529" y="1353"/>
                      <a:pt x="1504" y="1328"/>
                    </a:cubicBezTo>
                    <a:cubicBezTo>
                      <a:pt x="1454" y="1328"/>
                      <a:pt x="1429" y="1303"/>
                      <a:pt x="1379" y="1278"/>
                    </a:cubicBezTo>
                    <a:cubicBezTo>
                      <a:pt x="1354" y="1278"/>
                      <a:pt x="1329" y="1253"/>
                      <a:pt x="1303" y="1253"/>
                    </a:cubicBezTo>
                    <a:cubicBezTo>
                      <a:pt x="1303" y="1228"/>
                      <a:pt x="1303" y="1228"/>
                      <a:pt x="1329" y="1228"/>
                    </a:cubicBezTo>
                    <a:cubicBezTo>
                      <a:pt x="1379" y="1178"/>
                      <a:pt x="1404" y="1153"/>
                      <a:pt x="1454" y="1103"/>
                    </a:cubicBezTo>
                    <a:cubicBezTo>
                      <a:pt x="1504" y="1078"/>
                      <a:pt x="1529" y="1053"/>
                      <a:pt x="1554" y="1028"/>
                    </a:cubicBezTo>
                    <a:cubicBezTo>
                      <a:pt x="1554" y="1028"/>
                      <a:pt x="1579" y="1053"/>
                      <a:pt x="1579" y="1053"/>
                    </a:cubicBezTo>
                    <a:cubicBezTo>
                      <a:pt x="1654" y="1078"/>
                      <a:pt x="1755" y="1103"/>
                      <a:pt x="1830" y="1128"/>
                    </a:cubicBezTo>
                    <a:cubicBezTo>
                      <a:pt x="1930" y="1128"/>
                      <a:pt x="2005" y="1153"/>
                      <a:pt x="2105" y="1178"/>
                    </a:cubicBezTo>
                    <a:cubicBezTo>
                      <a:pt x="2113" y="1185"/>
                      <a:pt x="2122" y="1188"/>
                      <a:pt x="2132" y="1188"/>
                    </a:cubicBezTo>
                    <a:cubicBezTo>
                      <a:pt x="2156" y="1188"/>
                      <a:pt x="2181" y="1171"/>
                      <a:pt x="2181" y="1153"/>
                    </a:cubicBezTo>
                    <a:cubicBezTo>
                      <a:pt x="2181" y="1103"/>
                      <a:pt x="2181" y="1078"/>
                      <a:pt x="2131" y="1053"/>
                    </a:cubicBezTo>
                    <a:cubicBezTo>
                      <a:pt x="2055" y="1028"/>
                      <a:pt x="1955" y="1003"/>
                      <a:pt x="1880" y="978"/>
                    </a:cubicBezTo>
                    <a:cubicBezTo>
                      <a:pt x="1805" y="952"/>
                      <a:pt x="1755" y="952"/>
                      <a:pt x="1679" y="927"/>
                    </a:cubicBezTo>
                    <a:cubicBezTo>
                      <a:pt x="1704" y="902"/>
                      <a:pt x="1730" y="902"/>
                      <a:pt x="1755" y="877"/>
                    </a:cubicBezTo>
                    <a:cubicBezTo>
                      <a:pt x="1780" y="852"/>
                      <a:pt x="1780" y="827"/>
                      <a:pt x="1805" y="827"/>
                    </a:cubicBezTo>
                    <a:cubicBezTo>
                      <a:pt x="1830" y="802"/>
                      <a:pt x="1855" y="777"/>
                      <a:pt x="1880" y="752"/>
                    </a:cubicBezTo>
                    <a:cubicBezTo>
                      <a:pt x="1930" y="727"/>
                      <a:pt x="1980" y="702"/>
                      <a:pt x="2005" y="652"/>
                    </a:cubicBezTo>
                    <a:cubicBezTo>
                      <a:pt x="2030" y="652"/>
                      <a:pt x="2030" y="627"/>
                      <a:pt x="2005" y="602"/>
                    </a:cubicBezTo>
                    <a:cubicBezTo>
                      <a:pt x="2005" y="602"/>
                      <a:pt x="2005" y="577"/>
                      <a:pt x="1980" y="577"/>
                    </a:cubicBezTo>
                    <a:cubicBezTo>
                      <a:pt x="1980" y="577"/>
                      <a:pt x="1955" y="602"/>
                      <a:pt x="1955" y="602"/>
                    </a:cubicBezTo>
                    <a:cubicBezTo>
                      <a:pt x="1905" y="627"/>
                      <a:pt x="1880" y="677"/>
                      <a:pt x="1830" y="702"/>
                    </a:cubicBezTo>
                    <a:cubicBezTo>
                      <a:pt x="1780" y="727"/>
                      <a:pt x="1730" y="777"/>
                      <a:pt x="1679" y="827"/>
                    </a:cubicBezTo>
                    <a:cubicBezTo>
                      <a:pt x="1679" y="827"/>
                      <a:pt x="1679" y="827"/>
                      <a:pt x="1654" y="852"/>
                    </a:cubicBezTo>
                    <a:cubicBezTo>
                      <a:pt x="1654" y="802"/>
                      <a:pt x="1654" y="777"/>
                      <a:pt x="1654" y="727"/>
                    </a:cubicBezTo>
                    <a:cubicBezTo>
                      <a:pt x="1654" y="627"/>
                      <a:pt x="1654" y="551"/>
                      <a:pt x="1679" y="451"/>
                    </a:cubicBezTo>
                    <a:cubicBezTo>
                      <a:pt x="1679" y="401"/>
                      <a:pt x="1629" y="376"/>
                      <a:pt x="1604" y="376"/>
                    </a:cubicBezTo>
                    <a:cubicBezTo>
                      <a:pt x="1579" y="376"/>
                      <a:pt x="1529" y="401"/>
                      <a:pt x="1529" y="451"/>
                    </a:cubicBezTo>
                    <a:cubicBezTo>
                      <a:pt x="1529" y="526"/>
                      <a:pt x="1529" y="627"/>
                      <a:pt x="1529" y="702"/>
                    </a:cubicBezTo>
                    <a:cubicBezTo>
                      <a:pt x="1529" y="777"/>
                      <a:pt x="1529" y="877"/>
                      <a:pt x="1529" y="952"/>
                    </a:cubicBezTo>
                    <a:cubicBezTo>
                      <a:pt x="1529" y="952"/>
                      <a:pt x="1529" y="952"/>
                      <a:pt x="1529" y="978"/>
                    </a:cubicBezTo>
                    <a:cubicBezTo>
                      <a:pt x="1479" y="1003"/>
                      <a:pt x="1454" y="1028"/>
                      <a:pt x="1404" y="1053"/>
                    </a:cubicBezTo>
                    <a:cubicBezTo>
                      <a:pt x="1379" y="1103"/>
                      <a:pt x="1329" y="1128"/>
                      <a:pt x="1278" y="1178"/>
                    </a:cubicBezTo>
                    <a:cubicBezTo>
                      <a:pt x="1278" y="1153"/>
                      <a:pt x="1278" y="1153"/>
                      <a:pt x="1278" y="1128"/>
                    </a:cubicBezTo>
                    <a:cubicBezTo>
                      <a:pt x="1278" y="1078"/>
                      <a:pt x="1253" y="1028"/>
                      <a:pt x="1253" y="978"/>
                    </a:cubicBezTo>
                    <a:cubicBezTo>
                      <a:pt x="1253" y="927"/>
                      <a:pt x="1228" y="877"/>
                      <a:pt x="1228" y="827"/>
                    </a:cubicBezTo>
                    <a:cubicBezTo>
                      <a:pt x="1203" y="802"/>
                      <a:pt x="1203" y="777"/>
                      <a:pt x="1203" y="752"/>
                    </a:cubicBezTo>
                    <a:cubicBezTo>
                      <a:pt x="1203" y="752"/>
                      <a:pt x="1203" y="727"/>
                      <a:pt x="1203" y="702"/>
                    </a:cubicBezTo>
                    <a:cubicBezTo>
                      <a:pt x="1203" y="702"/>
                      <a:pt x="1178" y="702"/>
                      <a:pt x="1178" y="677"/>
                    </a:cubicBezTo>
                    <a:cubicBezTo>
                      <a:pt x="1178" y="677"/>
                      <a:pt x="1153" y="652"/>
                      <a:pt x="1128" y="652"/>
                    </a:cubicBezTo>
                    <a:lnTo>
                      <a:pt x="1103" y="652"/>
                    </a:lnTo>
                    <a:cubicBezTo>
                      <a:pt x="1078" y="677"/>
                      <a:pt x="1053" y="702"/>
                      <a:pt x="1028" y="702"/>
                    </a:cubicBezTo>
                    <a:cubicBezTo>
                      <a:pt x="1003" y="727"/>
                      <a:pt x="978" y="752"/>
                      <a:pt x="953" y="777"/>
                    </a:cubicBezTo>
                    <a:cubicBezTo>
                      <a:pt x="928" y="777"/>
                      <a:pt x="902" y="802"/>
                      <a:pt x="877" y="827"/>
                    </a:cubicBezTo>
                    <a:cubicBezTo>
                      <a:pt x="852" y="852"/>
                      <a:pt x="827" y="877"/>
                      <a:pt x="802" y="902"/>
                    </a:cubicBezTo>
                    <a:cubicBezTo>
                      <a:pt x="777" y="927"/>
                      <a:pt x="777" y="952"/>
                      <a:pt x="752" y="978"/>
                    </a:cubicBezTo>
                    <a:cubicBezTo>
                      <a:pt x="727" y="978"/>
                      <a:pt x="702" y="1003"/>
                      <a:pt x="702" y="1028"/>
                    </a:cubicBezTo>
                    <a:cubicBezTo>
                      <a:pt x="677" y="1053"/>
                      <a:pt x="652" y="1078"/>
                      <a:pt x="627" y="1103"/>
                    </a:cubicBezTo>
                    <a:cubicBezTo>
                      <a:pt x="602" y="1078"/>
                      <a:pt x="602" y="1053"/>
                      <a:pt x="602" y="1028"/>
                    </a:cubicBezTo>
                    <a:cubicBezTo>
                      <a:pt x="577" y="978"/>
                      <a:pt x="577" y="902"/>
                      <a:pt x="577" y="852"/>
                    </a:cubicBezTo>
                    <a:cubicBezTo>
                      <a:pt x="552" y="827"/>
                      <a:pt x="552" y="802"/>
                      <a:pt x="552" y="777"/>
                    </a:cubicBezTo>
                    <a:cubicBezTo>
                      <a:pt x="552" y="752"/>
                      <a:pt x="577" y="752"/>
                      <a:pt x="577" y="752"/>
                    </a:cubicBezTo>
                    <a:cubicBezTo>
                      <a:pt x="602" y="702"/>
                      <a:pt x="627" y="652"/>
                      <a:pt x="652" y="602"/>
                    </a:cubicBezTo>
                    <a:cubicBezTo>
                      <a:pt x="677" y="551"/>
                      <a:pt x="702" y="476"/>
                      <a:pt x="727" y="426"/>
                    </a:cubicBezTo>
                    <a:cubicBezTo>
                      <a:pt x="752" y="376"/>
                      <a:pt x="777" y="326"/>
                      <a:pt x="777" y="251"/>
                    </a:cubicBezTo>
                    <a:cubicBezTo>
                      <a:pt x="802" y="201"/>
                      <a:pt x="827" y="125"/>
                      <a:pt x="852" y="75"/>
                    </a:cubicBezTo>
                    <a:cubicBezTo>
                      <a:pt x="852" y="50"/>
                      <a:pt x="852" y="25"/>
                      <a:pt x="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5" name="Google Shape;5785;p50"/>
              <p:cNvSpPr/>
              <p:nvPr/>
            </p:nvSpPr>
            <p:spPr>
              <a:xfrm>
                <a:off x="4955050" y="1632850"/>
                <a:ext cx="58300" cy="55175"/>
              </a:xfrm>
              <a:custGeom>
                <a:rect b="b" l="l" r="r" t="t"/>
                <a:pathLst>
                  <a:path extrusionOk="0" h="2207" w="2332">
                    <a:moveTo>
                      <a:pt x="1203" y="778"/>
                    </a:moveTo>
                    <a:cubicBezTo>
                      <a:pt x="1203" y="803"/>
                      <a:pt x="1228" y="828"/>
                      <a:pt x="1228" y="853"/>
                    </a:cubicBezTo>
                    <a:cubicBezTo>
                      <a:pt x="1228" y="903"/>
                      <a:pt x="1253" y="953"/>
                      <a:pt x="1253" y="1003"/>
                    </a:cubicBezTo>
                    <a:cubicBezTo>
                      <a:pt x="1278" y="1053"/>
                      <a:pt x="1278" y="1104"/>
                      <a:pt x="1304" y="1154"/>
                    </a:cubicBezTo>
                    <a:cubicBezTo>
                      <a:pt x="1304" y="1179"/>
                      <a:pt x="1304" y="1204"/>
                      <a:pt x="1304" y="1229"/>
                    </a:cubicBezTo>
                    <a:cubicBezTo>
                      <a:pt x="1278" y="1254"/>
                      <a:pt x="1253" y="1279"/>
                      <a:pt x="1203" y="1304"/>
                    </a:cubicBezTo>
                    <a:cubicBezTo>
                      <a:pt x="1178" y="1329"/>
                      <a:pt x="1128" y="1379"/>
                      <a:pt x="1078" y="1404"/>
                    </a:cubicBezTo>
                    <a:cubicBezTo>
                      <a:pt x="1028" y="1454"/>
                      <a:pt x="978" y="1479"/>
                      <a:pt x="928" y="1530"/>
                    </a:cubicBezTo>
                    <a:cubicBezTo>
                      <a:pt x="903" y="1555"/>
                      <a:pt x="852" y="1580"/>
                      <a:pt x="827" y="1605"/>
                    </a:cubicBezTo>
                    <a:cubicBezTo>
                      <a:pt x="802" y="1479"/>
                      <a:pt x="777" y="1354"/>
                      <a:pt x="752" y="1229"/>
                    </a:cubicBezTo>
                    <a:cubicBezTo>
                      <a:pt x="727" y="1204"/>
                      <a:pt x="727" y="1179"/>
                      <a:pt x="727" y="1154"/>
                    </a:cubicBezTo>
                    <a:lnTo>
                      <a:pt x="752" y="1154"/>
                    </a:lnTo>
                    <a:cubicBezTo>
                      <a:pt x="777" y="1154"/>
                      <a:pt x="802" y="1129"/>
                      <a:pt x="827" y="1104"/>
                    </a:cubicBezTo>
                    <a:cubicBezTo>
                      <a:pt x="877" y="1078"/>
                      <a:pt x="903" y="1053"/>
                      <a:pt x="928" y="1003"/>
                    </a:cubicBezTo>
                    <a:cubicBezTo>
                      <a:pt x="953" y="1003"/>
                      <a:pt x="978" y="978"/>
                      <a:pt x="1003" y="953"/>
                    </a:cubicBezTo>
                    <a:cubicBezTo>
                      <a:pt x="1028" y="953"/>
                      <a:pt x="1053" y="928"/>
                      <a:pt x="1078" y="903"/>
                    </a:cubicBezTo>
                    <a:cubicBezTo>
                      <a:pt x="1103" y="853"/>
                      <a:pt x="1153" y="828"/>
                      <a:pt x="1203" y="803"/>
                    </a:cubicBezTo>
                    <a:cubicBezTo>
                      <a:pt x="1203" y="803"/>
                      <a:pt x="1203" y="803"/>
                      <a:pt x="1203" y="778"/>
                    </a:cubicBezTo>
                    <a:close/>
                    <a:moveTo>
                      <a:pt x="1329" y="1304"/>
                    </a:moveTo>
                    <a:cubicBezTo>
                      <a:pt x="1354" y="1329"/>
                      <a:pt x="1404" y="1354"/>
                      <a:pt x="1454" y="1354"/>
                    </a:cubicBezTo>
                    <a:cubicBezTo>
                      <a:pt x="1504" y="1404"/>
                      <a:pt x="1579" y="1429"/>
                      <a:pt x="1629" y="1454"/>
                    </a:cubicBezTo>
                    <a:cubicBezTo>
                      <a:pt x="1730" y="1505"/>
                      <a:pt x="1830" y="1530"/>
                      <a:pt x="1930" y="1580"/>
                    </a:cubicBezTo>
                    <a:cubicBezTo>
                      <a:pt x="1905" y="1580"/>
                      <a:pt x="1905" y="1605"/>
                      <a:pt x="1880" y="1605"/>
                    </a:cubicBezTo>
                    <a:cubicBezTo>
                      <a:pt x="1830" y="1630"/>
                      <a:pt x="1805" y="1655"/>
                      <a:pt x="1755" y="1680"/>
                    </a:cubicBezTo>
                    <a:cubicBezTo>
                      <a:pt x="1705" y="1705"/>
                      <a:pt x="1654" y="1730"/>
                      <a:pt x="1604" y="1755"/>
                    </a:cubicBezTo>
                    <a:cubicBezTo>
                      <a:pt x="1579" y="1780"/>
                      <a:pt x="1529" y="1805"/>
                      <a:pt x="1504" y="1805"/>
                    </a:cubicBezTo>
                    <a:cubicBezTo>
                      <a:pt x="1479" y="1830"/>
                      <a:pt x="1479" y="1830"/>
                      <a:pt x="1454" y="1830"/>
                    </a:cubicBezTo>
                    <a:cubicBezTo>
                      <a:pt x="1429" y="1855"/>
                      <a:pt x="1429" y="1855"/>
                      <a:pt x="1429" y="1855"/>
                    </a:cubicBezTo>
                    <a:lnTo>
                      <a:pt x="1404" y="1855"/>
                    </a:lnTo>
                    <a:cubicBezTo>
                      <a:pt x="1329" y="1830"/>
                      <a:pt x="1253" y="1805"/>
                      <a:pt x="1203" y="1805"/>
                    </a:cubicBezTo>
                    <a:cubicBezTo>
                      <a:pt x="1128" y="1780"/>
                      <a:pt x="1078" y="1755"/>
                      <a:pt x="1003" y="1730"/>
                    </a:cubicBezTo>
                    <a:cubicBezTo>
                      <a:pt x="953" y="1730"/>
                      <a:pt x="928" y="1705"/>
                      <a:pt x="877" y="1705"/>
                    </a:cubicBezTo>
                    <a:cubicBezTo>
                      <a:pt x="903" y="1655"/>
                      <a:pt x="953" y="1630"/>
                      <a:pt x="978" y="1605"/>
                    </a:cubicBezTo>
                    <a:cubicBezTo>
                      <a:pt x="1028" y="1555"/>
                      <a:pt x="1078" y="1505"/>
                      <a:pt x="1128" y="1454"/>
                    </a:cubicBezTo>
                    <a:cubicBezTo>
                      <a:pt x="1178" y="1429"/>
                      <a:pt x="1228" y="1379"/>
                      <a:pt x="1253" y="1354"/>
                    </a:cubicBezTo>
                    <a:cubicBezTo>
                      <a:pt x="1278" y="1329"/>
                      <a:pt x="1304" y="1304"/>
                      <a:pt x="1329" y="1304"/>
                    </a:cubicBezTo>
                    <a:close/>
                    <a:moveTo>
                      <a:pt x="877" y="1"/>
                    </a:moveTo>
                    <a:cubicBezTo>
                      <a:pt x="852" y="26"/>
                      <a:pt x="852" y="26"/>
                      <a:pt x="852" y="51"/>
                    </a:cubicBezTo>
                    <a:cubicBezTo>
                      <a:pt x="777" y="176"/>
                      <a:pt x="727" y="302"/>
                      <a:pt x="677" y="452"/>
                    </a:cubicBezTo>
                    <a:cubicBezTo>
                      <a:pt x="652" y="477"/>
                      <a:pt x="627" y="527"/>
                      <a:pt x="627" y="552"/>
                    </a:cubicBezTo>
                    <a:cubicBezTo>
                      <a:pt x="602" y="527"/>
                      <a:pt x="602" y="502"/>
                      <a:pt x="602" y="477"/>
                    </a:cubicBezTo>
                    <a:cubicBezTo>
                      <a:pt x="602" y="427"/>
                      <a:pt x="577" y="377"/>
                      <a:pt x="577" y="302"/>
                    </a:cubicBezTo>
                    <a:cubicBezTo>
                      <a:pt x="552" y="251"/>
                      <a:pt x="527" y="176"/>
                      <a:pt x="527" y="126"/>
                    </a:cubicBezTo>
                    <a:cubicBezTo>
                      <a:pt x="502" y="76"/>
                      <a:pt x="502" y="76"/>
                      <a:pt x="451" y="76"/>
                    </a:cubicBezTo>
                    <a:cubicBezTo>
                      <a:pt x="426" y="76"/>
                      <a:pt x="401" y="101"/>
                      <a:pt x="401" y="151"/>
                    </a:cubicBezTo>
                    <a:cubicBezTo>
                      <a:pt x="426" y="201"/>
                      <a:pt x="426" y="251"/>
                      <a:pt x="451" y="327"/>
                    </a:cubicBezTo>
                    <a:cubicBezTo>
                      <a:pt x="451" y="377"/>
                      <a:pt x="476" y="427"/>
                      <a:pt x="476" y="502"/>
                    </a:cubicBezTo>
                    <a:cubicBezTo>
                      <a:pt x="476" y="527"/>
                      <a:pt x="502" y="552"/>
                      <a:pt x="502" y="577"/>
                    </a:cubicBezTo>
                    <a:cubicBezTo>
                      <a:pt x="476" y="552"/>
                      <a:pt x="426" y="552"/>
                      <a:pt x="401" y="527"/>
                    </a:cubicBezTo>
                    <a:cubicBezTo>
                      <a:pt x="351" y="502"/>
                      <a:pt x="326" y="477"/>
                      <a:pt x="276" y="477"/>
                    </a:cubicBezTo>
                    <a:cubicBezTo>
                      <a:pt x="226" y="452"/>
                      <a:pt x="176" y="402"/>
                      <a:pt x="151" y="377"/>
                    </a:cubicBezTo>
                    <a:lnTo>
                      <a:pt x="101" y="377"/>
                    </a:lnTo>
                    <a:cubicBezTo>
                      <a:pt x="75" y="377"/>
                      <a:pt x="75" y="377"/>
                      <a:pt x="50" y="402"/>
                    </a:cubicBezTo>
                    <a:cubicBezTo>
                      <a:pt x="25" y="427"/>
                      <a:pt x="50" y="477"/>
                      <a:pt x="75" y="502"/>
                    </a:cubicBezTo>
                    <a:cubicBezTo>
                      <a:pt x="126" y="527"/>
                      <a:pt x="151" y="552"/>
                      <a:pt x="201" y="577"/>
                    </a:cubicBezTo>
                    <a:cubicBezTo>
                      <a:pt x="251" y="602"/>
                      <a:pt x="276" y="627"/>
                      <a:pt x="326" y="652"/>
                    </a:cubicBezTo>
                    <a:cubicBezTo>
                      <a:pt x="351" y="652"/>
                      <a:pt x="401" y="677"/>
                      <a:pt x="426" y="703"/>
                    </a:cubicBezTo>
                    <a:cubicBezTo>
                      <a:pt x="476" y="703"/>
                      <a:pt x="502" y="728"/>
                      <a:pt x="527" y="753"/>
                    </a:cubicBezTo>
                    <a:cubicBezTo>
                      <a:pt x="527" y="778"/>
                      <a:pt x="552" y="803"/>
                      <a:pt x="552" y="853"/>
                    </a:cubicBezTo>
                    <a:cubicBezTo>
                      <a:pt x="552" y="903"/>
                      <a:pt x="577" y="978"/>
                      <a:pt x="577" y="1028"/>
                    </a:cubicBezTo>
                    <a:cubicBezTo>
                      <a:pt x="577" y="1053"/>
                      <a:pt x="602" y="1053"/>
                      <a:pt x="602" y="1053"/>
                    </a:cubicBezTo>
                    <a:cubicBezTo>
                      <a:pt x="527" y="1053"/>
                      <a:pt x="476" y="1028"/>
                      <a:pt x="401" y="1003"/>
                    </a:cubicBezTo>
                    <a:cubicBezTo>
                      <a:pt x="376" y="1003"/>
                      <a:pt x="351" y="978"/>
                      <a:pt x="326" y="978"/>
                    </a:cubicBezTo>
                    <a:cubicBezTo>
                      <a:pt x="301" y="978"/>
                      <a:pt x="251" y="978"/>
                      <a:pt x="226" y="953"/>
                    </a:cubicBezTo>
                    <a:cubicBezTo>
                      <a:pt x="176" y="953"/>
                      <a:pt x="151" y="928"/>
                      <a:pt x="101" y="928"/>
                    </a:cubicBezTo>
                    <a:cubicBezTo>
                      <a:pt x="75" y="903"/>
                      <a:pt x="75" y="903"/>
                      <a:pt x="50" y="903"/>
                    </a:cubicBezTo>
                    <a:cubicBezTo>
                      <a:pt x="0" y="928"/>
                      <a:pt x="0" y="953"/>
                      <a:pt x="0" y="978"/>
                    </a:cubicBezTo>
                    <a:cubicBezTo>
                      <a:pt x="0" y="1003"/>
                      <a:pt x="0" y="1028"/>
                      <a:pt x="25" y="1053"/>
                    </a:cubicBezTo>
                    <a:cubicBezTo>
                      <a:pt x="25" y="1078"/>
                      <a:pt x="25" y="1078"/>
                      <a:pt x="50" y="1104"/>
                    </a:cubicBezTo>
                    <a:cubicBezTo>
                      <a:pt x="50" y="1154"/>
                      <a:pt x="75" y="1179"/>
                      <a:pt x="101" y="1229"/>
                    </a:cubicBezTo>
                    <a:cubicBezTo>
                      <a:pt x="151" y="1254"/>
                      <a:pt x="201" y="1304"/>
                      <a:pt x="251" y="1329"/>
                    </a:cubicBezTo>
                    <a:cubicBezTo>
                      <a:pt x="251" y="1304"/>
                      <a:pt x="226" y="1279"/>
                      <a:pt x="226" y="1279"/>
                    </a:cubicBezTo>
                    <a:cubicBezTo>
                      <a:pt x="201" y="1229"/>
                      <a:pt x="201" y="1179"/>
                      <a:pt x="176" y="1129"/>
                    </a:cubicBezTo>
                    <a:cubicBezTo>
                      <a:pt x="151" y="1078"/>
                      <a:pt x="151" y="1053"/>
                      <a:pt x="126" y="1003"/>
                    </a:cubicBezTo>
                    <a:cubicBezTo>
                      <a:pt x="151" y="1003"/>
                      <a:pt x="176" y="1003"/>
                      <a:pt x="201" y="1028"/>
                    </a:cubicBezTo>
                    <a:cubicBezTo>
                      <a:pt x="226" y="1028"/>
                      <a:pt x="276" y="1028"/>
                      <a:pt x="301" y="1053"/>
                    </a:cubicBezTo>
                    <a:cubicBezTo>
                      <a:pt x="326" y="1053"/>
                      <a:pt x="351" y="1053"/>
                      <a:pt x="401" y="1078"/>
                    </a:cubicBezTo>
                    <a:cubicBezTo>
                      <a:pt x="451" y="1078"/>
                      <a:pt x="502" y="1104"/>
                      <a:pt x="577" y="1129"/>
                    </a:cubicBezTo>
                    <a:lnTo>
                      <a:pt x="602" y="1129"/>
                    </a:lnTo>
                    <a:cubicBezTo>
                      <a:pt x="627" y="1154"/>
                      <a:pt x="627" y="1204"/>
                      <a:pt x="627" y="1229"/>
                    </a:cubicBezTo>
                    <a:cubicBezTo>
                      <a:pt x="677" y="1354"/>
                      <a:pt x="702" y="1479"/>
                      <a:pt x="727" y="1605"/>
                    </a:cubicBezTo>
                    <a:cubicBezTo>
                      <a:pt x="727" y="1630"/>
                      <a:pt x="727" y="1655"/>
                      <a:pt x="752" y="1655"/>
                    </a:cubicBezTo>
                    <a:lnTo>
                      <a:pt x="702" y="1655"/>
                    </a:lnTo>
                    <a:cubicBezTo>
                      <a:pt x="852" y="1755"/>
                      <a:pt x="1003" y="1855"/>
                      <a:pt x="1153" y="1931"/>
                    </a:cubicBezTo>
                    <a:cubicBezTo>
                      <a:pt x="1228" y="1981"/>
                      <a:pt x="1304" y="2006"/>
                      <a:pt x="1379" y="2031"/>
                    </a:cubicBezTo>
                    <a:lnTo>
                      <a:pt x="1404" y="2031"/>
                    </a:lnTo>
                    <a:cubicBezTo>
                      <a:pt x="1404" y="2056"/>
                      <a:pt x="1404" y="2081"/>
                      <a:pt x="1429" y="2081"/>
                    </a:cubicBezTo>
                    <a:cubicBezTo>
                      <a:pt x="1429" y="2106"/>
                      <a:pt x="1429" y="2106"/>
                      <a:pt x="1429" y="2106"/>
                    </a:cubicBezTo>
                    <a:cubicBezTo>
                      <a:pt x="1454" y="2131"/>
                      <a:pt x="1479" y="2156"/>
                      <a:pt x="1529" y="2181"/>
                    </a:cubicBezTo>
                    <a:cubicBezTo>
                      <a:pt x="1529" y="2156"/>
                      <a:pt x="1504" y="2131"/>
                      <a:pt x="1504" y="2106"/>
                    </a:cubicBezTo>
                    <a:cubicBezTo>
                      <a:pt x="1504" y="2081"/>
                      <a:pt x="1504" y="2081"/>
                      <a:pt x="1504" y="2056"/>
                    </a:cubicBezTo>
                    <a:cubicBezTo>
                      <a:pt x="1579" y="2081"/>
                      <a:pt x="1679" y="2106"/>
                      <a:pt x="1755" y="2131"/>
                    </a:cubicBezTo>
                    <a:lnTo>
                      <a:pt x="1855" y="2181"/>
                    </a:lnTo>
                    <a:lnTo>
                      <a:pt x="1880" y="2181"/>
                    </a:lnTo>
                    <a:cubicBezTo>
                      <a:pt x="1880" y="2181"/>
                      <a:pt x="1880" y="2206"/>
                      <a:pt x="1880" y="2206"/>
                    </a:cubicBezTo>
                    <a:lnTo>
                      <a:pt x="2331" y="1830"/>
                    </a:lnTo>
                    <a:cubicBezTo>
                      <a:pt x="2306" y="1830"/>
                      <a:pt x="2256" y="1855"/>
                      <a:pt x="2206" y="1855"/>
                    </a:cubicBezTo>
                    <a:cubicBezTo>
                      <a:pt x="2106" y="1906"/>
                      <a:pt x="2005" y="1956"/>
                      <a:pt x="1880" y="1981"/>
                    </a:cubicBezTo>
                    <a:cubicBezTo>
                      <a:pt x="1880" y="1981"/>
                      <a:pt x="1855" y="1981"/>
                      <a:pt x="1855" y="2006"/>
                    </a:cubicBezTo>
                    <a:cubicBezTo>
                      <a:pt x="1830" y="1981"/>
                      <a:pt x="1805" y="1981"/>
                      <a:pt x="1780" y="1981"/>
                    </a:cubicBezTo>
                    <a:cubicBezTo>
                      <a:pt x="1705" y="1956"/>
                      <a:pt x="1629" y="1931"/>
                      <a:pt x="1554" y="1906"/>
                    </a:cubicBezTo>
                    <a:cubicBezTo>
                      <a:pt x="1579" y="1880"/>
                      <a:pt x="1604" y="1880"/>
                      <a:pt x="1629" y="1855"/>
                    </a:cubicBezTo>
                    <a:cubicBezTo>
                      <a:pt x="1679" y="1830"/>
                      <a:pt x="1705" y="1805"/>
                      <a:pt x="1755" y="1805"/>
                    </a:cubicBezTo>
                    <a:cubicBezTo>
                      <a:pt x="1805" y="1780"/>
                      <a:pt x="1855" y="1755"/>
                      <a:pt x="1880" y="1730"/>
                    </a:cubicBezTo>
                    <a:cubicBezTo>
                      <a:pt x="1930" y="1705"/>
                      <a:pt x="1955" y="1680"/>
                      <a:pt x="2005" y="1655"/>
                    </a:cubicBezTo>
                    <a:cubicBezTo>
                      <a:pt x="2005" y="1630"/>
                      <a:pt x="2030" y="1630"/>
                      <a:pt x="2030" y="1630"/>
                    </a:cubicBezTo>
                    <a:cubicBezTo>
                      <a:pt x="2055" y="1605"/>
                      <a:pt x="2080" y="1580"/>
                      <a:pt x="2055" y="1555"/>
                    </a:cubicBezTo>
                    <a:cubicBezTo>
                      <a:pt x="2030" y="1530"/>
                      <a:pt x="2005" y="1505"/>
                      <a:pt x="1980" y="1479"/>
                    </a:cubicBezTo>
                    <a:cubicBezTo>
                      <a:pt x="1930" y="1479"/>
                      <a:pt x="1905" y="1454"/>
                      <a:pt x="1855" y="1429"/>
                    </a:cubicBezTo>
                    <a:cubicBezTo>
                      <a:pt x="1805" y="1429"/>
                      <a:pt x="1755" y="1404"/>
                      <a:pt x="1705" y="1379"/>
                    </a:cubicBezTo>
                    <a:cubicBezTo>
                      <a:pt x="1679" y="1379"/>
                      <a:pt x="1629" y="1354"/>
                      <a:pt x="1579" y="1329"/>
                    </a:cubicBezTo>
                    <a:cubicBezTo>
                      <a:pt x="1554" y="1329"/>
                      <a:pt x="1504" y="1304"/>
                      <a:pt x="1479" y="1279"/>
                    </a:cubicBezTo>
                    <a:cubicBezTo>
                      <a:pt x="1454" y="1279"/>
                      <a:pt x="1404" y="1254"/>
                      <a:pt x="1379" y="1254"/>
                    </a:cubicBezTo>
                    <a:cubicBezTo>
                      <a:pt x="1404" y="1229"/>
                      <a:pt x="1404" y="1229"/>
                      <a:pt x="1404" y="1229"/>
                    </a:cubicBezTo>
                    <a:cubicBezTo>
                      <a:pt x="1454" y="1179"/>
                      <a:pt x="1504" y="1154"/>
                      <a:pt x="1554" y="1104"/>
                    </a:cubicBezTo>
                    <a:cubicBezTo>
                      <a:pt x="1579" y="1078"/>
                      <a:pt x="1604" y="1053"/>
                      <a:pt x="1654" y="1028"/>
                    </a:cubicBezTo>
                    <a:cubicBezTo>
                      <a:pt x="1654" y="1028"/>
                      <a:pt x="1654" y="1053"/>
                      <a:pt x="1679" y="1053"/>
                    </a:cubicBezTo>
                    <a:cubicBezTo>
                      <a:pt x="1755" y="1078"/>
                      <a:pt x="1830" y="1104"/>
                      <a:pt x="1930" y="1129"/>
                    </a:cubicBezTo>
                    <a:cubicBezTo>
                      <a:pt x="2005" y="1129"/>
                      <a:pt x="2106" y="1154"/>
                      <a:pt x="2181" y="1179"/>
                    </a:cubicBezTo>
                    <a:cubicBezTo>
                      <a:pt x="2195" y="1186"/>
                      <a:pt x="2208" y="1189"/>
                      <a:pt x="2219" y="1189"/>
                    </a:cubicBezTo>
                    <a:cubicBezTo>
                      <a:pt x="2246" y="1189"/>
                      <a:pt x="2263" y="1171"/>
                      <a:pt x="2281" y="1154"/>
                    </a:cubicBezTo>
                    <a:cubicBezTo>
                      <a:pt x="2281" y="1104"/>
                      <a:pt x="2256" y="1078"/>
                      <a:pt x="2231" y="1053"/>
                    </a:cubicBezTo>
                    <a:cubicBezTo>
                      <a:pt x="2131" y="1028"/>
                      <a:pt x="2055" y="1003"/>
                      <a:pt x="1955" y="978"/>
                    </a:cubicBezTo>
                    <a:cubicBezTo>
                      <a:pt x="1905" y="953"/>
                      <a:pt x="1830" y="953"/>
                      <a:pt x="1780" y="928"/>
                    </a:cubicBezTo>
                    <a:cubicBezTo>
                      <a:pt x="1805" y="903"/>
                      <a:pt x="1805" y="903"/>
                      <a:pt x="1830" y="878"/>
                    </a:cubicBezTo>
                    <a:cubicBezTo>
                      <a:pt x="1855" y="853"/>
                      <a:pt x="1880" y="828"/>
                      <a:pt x="1905" y="828"/>
                    </a:cubicBezTo>
                    <a:cubicBezTo>
                      <a:pt x="1930" y="803"/>
                      <a:pt x="1955" y="778"/>
                      <a:pt x="1980" y="753"/>
                    </a:cubicBezTo>
                    <a:cubicBezTo>
                      <a:pt x="2030" y="728"/>
                      <a:pt x="2055" y="703"/>
                      <a:pt x="2106" y="652"/>
                    </a:cubicBezTo>
                    <a:cubicBezTo>
                      <a:pt x="2131" y="652"/>
                      <a:pt x="2131" y="627"/>
                      <a:pt x="2106" y="602"/>
                    </a:cubicBezTo>
                    <a:cubicBezTo>
                      <a:pt x="2106" y="602"/>
                      <a:pt x="2080" y="577"/>
                      <a:pt x="2080" y="577"/>
                    </a:cubicBezTo>
                    <a:cubicBezTo>
                      <a:pt x="2055" y="577"/>
                      <a:pt x="2055" y="602"/>
                      <a:pt x="2055" y="602"/>
                    </a:cubicBezTo>
                    <a:cubicBezTo>
                      <a:pt x="2005" y="627"/>
                      <a:pt x="1955" y="677"/>
                      <a:pt x="1930" y="703"/>
                    </a:cubicBezTo>
                    <a:cubicBezTo>
                      <a:pt x="1880" y="728"/>
                      <a:pt x="1830" y="778"/>
                      <a:pt x="1780" y="828"/>
                    </a:cubicBezTo>
                    <a:cubicBezTo>
                      <a:pt x="1780" y="828"/>
                      <a:pt x="1755" y="828"/>
                      <a:pt x="1755" y="853"/>
                    </a:cubicBezTo>
                    <a:cubicBezTo>
                      <a:pt x="1755" y="803"/>
                      <a:pt x="1755" y="753"/>
                      <a:pt x="1755" y="728"/>
                    </a:cubicBezTo>
                    <a:cubicBezTo>
                      <a:pt x="1755" y="627"/>
                      <a:pt x="1755" y="552"/>
                      <a:pt x="1755" y="452"/>
                    </a:cubicBezTo>
                    <a:cubicBezTo>
                      <a:pt x="1755" y="402"/>
                      <a:pt x="1730" y="377"/>
                      <a:pt x="1705" y="377"/>
                    </a:cubicBezTo>
                    <a:cubicBezTo>
                      <a:pt x="1654" y="377"/>
                      <a:pt x="1629" y="402"/>
                      <a:pt x="1629" y="452"/>
                    </a:cubicBezTo>
                    <a:cubicBezTo>
                      <a:pt x="1629" y="527"/>
                      <a:pt x="1629" y="627"/>
                      <a:pt x="1629" y="703"/>
                    </a:cubicBezTo>
                    <a:cubicBezTo>
                      <a:pt x="1629" y="778"/>
                      <a:pt x="1604" y="878"/>
                      <a:pt x="1604" y="953"/>
                    </a:cubicBezTo>
                    <a:cubicBezTo>
                      <a:pt x="1604" y="953"/>
                      <a:pt x="1604" y="953"/>
                      <a:pt x="1604" y="978"/>
                    </a:cubicBezTo>
                    <a:cubicBezTo>
                      <a:pt x="1579" y="1003"/>
                      <a:pt x="1554" y="1028"/>
                      <a:pt x="1504" y="1053"/>
                    </a:cubicBezTo>
                    <a:cubicBezTo>
                      <a:pt x="1454" y="1104"/>
                      <a:pt x="1429" y="1129"/>
                      <a:pt x="1379" y="1179"/>
                    </a:cubicBezTo>
                    <a:cubicBezTo>
                      <a:pt x="1379" y="1154"/>
                      <a:pt x="1379" y="1154"/>
                      <a:pt x="1379" y="1129"/>
                    </a:cubicBezTo>
                    <a:cubicBezTo>
                      <a:pt x="1354" y="1078"/>
                      <a:pt x="1354" y="1028"/>
                      <a:pt x="1354" y="978"/>
                    </a:cubicBezTo>
                    <a:cubicBezTo>
                      <a:pt x="1329" y="928"/>
                      <a:pt x="1329" y="878"/>
                      <a:pt x="1304" y="828"/>
                    </a:cubicBezTo>
                    <a:cubicBezTo>
                      <a:pt x="1304" y="803"/>
                      <a:pt x="1304" y="778"/>
                      <a:pt x="1304" y="753"/>
                    </a:cubicBezTo>
                    <a:cubicBezTo>
                      <a:pt x="1304" y="753"/>
                      <a:pt x="1278" y="728"/>
                      <a:pt x="1278" y="703"/>
                    </a:cubicBezTo>
                    <a:cubicBezTo>
                      <a:pt x="1278" y="703"/>
                      <a:pt x="1278" y="703"/>
                      <a:pt x="1278" y="677"/>
                    </a:cubicBezTo>
                    <a:cubicBezTo>
                      <a:pt x="1278" y="677"/>
                      <a:pt x="1253" y="652"/>
                      <a:pt x="1228" y="652"/>
                    </a:cubicBezTo>
                    <a:lnTo>
                      <a:pt x="1203" y="652"/>
                    </a:lnTo>
                    <a:cubicBezTo>
                      <a:pt x="1178" y="677"/>
                      <a:pt x="1153" y="703"/>
                      <a:pt x="1128" y="703"/>
                    </a:cubicBezTo>
                    <a:cubicBezTo>
                      <a:pt x="1103" y="728"/>
                      <a:pt x="1078" y="753"/>
                      <a:pt x="1053" y="778"/>
                    </a:cubicBezTo>
                    <a:cubicBezTo>
                      <a:pt x="1028" y="778"/>
                      <a:pt x="1003" y="803"/>
                      <a:pt x="978" y="828"/>
                    </a:cubicBezTo>
                    <a:cubicBezTo>
                      <a:pt x="953" y="853"/>
                      <a:pt x="928" y="878"/>
                      <a:pt x="903" y="903"/>
                    </a:cubicBezTo>
                    <a:cubicBezTo>
                      <a:pt x="877" y="928"/>
                      <a:pt x="852" y="953"/>
                      <a:pt x="827" y="978"/>
                    </a:cubicBezTo>
                    <a:cubicBezTo>
                      <a:pt x="827" y="978"/>
                      <a:pt x="802" y="1003"/>
                      <a:pt x="777" y="1003"/>
                    </a:cubicBezTo>
                    <a:cubicBezTo>
                      <a:pt x="752" y="1053"/>
                      <a:pt x="727" y="1078"/>
                      <a:pt x="702" y="1104"/>
                    </a:cubicBezTo>
                    <a:cubicBezTo>
                      <a:pt x="702" y="1078"/>
                      <a:pt x="702" y="1053"/>
                      <a:pt x="702" y="1028"/>
                    </a:cubicBezTo>
                    <a:cubicBezTo>
                      <a:pt x="677" y="978"/>
                      <a:pt x="677" y="903"/>
                      <a:pt x="652" y="853"/>
                    </a:cubicBezTo>
                    <a:cubicBezTo>
                      <a:pt x="652" y="828"/>
                      <a:pt x="652" y="803"/>
                      <a:pt x="652" y="778"/>
                    </a:cubicBezTo>
                    <a:cubicBezTo>
                      <a:pt x="652" y="753"/>
                      <a:pt x="652" y="753"/>
                      <a:pt x="677" y="753"/>
                    </a:cubicBezTo>
                    <a:cubicBezTo>
                      <a:pt x="677" y="703"/>
                      <a:pt x="702" y="652"/>
                      <a:pt x="727" y="602"/>
                    </a:cubicBezTo>
                    <a:cubicBezTo>
                      <a:pt x="777" y="552"/>
                      <a:pt x="802" y="477"/>
                      <a:pt x="827" y="427"/>
                    </a:cubicBezTo>
                    <a:cubicBezTo>
                      <a:pt x="852" y="377"/>
                      <a:pt x="852" y="302"/>
                      <a:pt x="877" y="251"/>
                    </a:cubicBezTo>
                    <a:cubicBezTo>
                      <a:pt x="903" y="201"/>
                      <a:pt x="928" y="126"/>
                      <a:pt x="953" y="76"/>
                    </a:cubicBezTo>
                    <a:cubicBezTo>
                      <a:pt x="953" y="51"/>
                      <a:pt x="928" y="26"/>
                      <a:pt x="9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6" name="Google Shape;5786;p50"/>
              <p:cNvSpPr/>
              <p:nvPr/>
            </p:nvSpPr>
            <p:spPr>
              <a:xfrm>
                <a:off x="5158675" y="1610300"/>
                <a:ext cx="101525" cy="64550"/>
              </a:xfrm>
              <a:custGeom>
                <a:rect b="b" l="l" r="r" t="t"/>
                <a:pathLst>
                  <a:path extrusionOk="0" h="2582" w="4061">
                    <a:moveTo>
                      <a:pt x="502" y="1"/>
                    </a:moveTo>
                    <a:lnTo>
                      <a:pt x="1" y="903"/>
                    </a:lnTo>
                    <a:lnTo>
                      <a:pt x="3184" y="2582"/>
                    </a:lnTo>
                    <a:lnTo>
                      <a:pt x="4061" y="1855"/>
                    </a:lnTo>
                    <a:lnTo>
                      <a:pt x="50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7" name="Google Shape;5787;p50"/>
              <p:cNvSpPr/>
              <p:nvPr/>
            </p:nvSpPr>
            <p:spPr>
              <a:xfrm>
                <a:off x="5018950" y="1127225"/>
                <a:ext cx="161675" cy="137850"/>
              </a:xfrm>
              <a:custGeom>
                <a:rect b="b" l="l" r="r" t="t"/>
                <a:pathLst>
                  <a:path extrusionOk="0" h="5514" w="6467">
                    <a:moveTo>
                      <a:pt x="3234" y="0"/>
                    </a:moveTo>
                    <a:cubicBezTo>
                      <a:pt x="1454" y="0"/>
                      <a:pt x="1" y="1253"/>
                      <a:pt x="1" y="2757"/>
                    </a:cubicBezTo>
                    <a:cubicBezTo>
                      <a:pt x="1" y="4286"/>
                      <a:pt x="1454" y="5514"/>
                      <a:pt x="3234" y="5514"/>
                    </a:cubicBezTo>
                    <a:cubicBezTo>
                      <a:pt x="5013" y="5514"/>
                      <a:pt x="6467" y="4286"/>
                      <a:pt x="6467" y="2757"/>
                    </a:cubicBezTo>
                    <a:cubicBezTo>
                      <a:pt x="6467" y="1253"/>
                      <a:pt x="5013" y="0"/>
                      <a:pt x="32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8" name="Google Shape;5788;p50"/>
              <p:cNvSpPr/>
              <p:nvPr/>
            </p:nvSpPr>
            <p:spPr>
              <a:xfrm>
                <a:off x="5022725" y="1083350"/>
                <a:ext cx="142875" cy="158575"/>
              </a:xfrm>
              <a:custGeom>
                <a:rect b="b" l="l" r="r" t="t"/>
                <a:pathLst>
                  <a:path extrusionOk="0" h="6343" w="5715">
                    <a:moveTo>
                      <a:pt x="0" y="1"/>
                    </a:moveTo>
                    <a:lnTo>
                      <a:pt x="677" y="4312"/>
                    </a:lnTo>
                    <a:cubicBezTo>
                      <a:pt x="850" y="5473"/>
                      <a:pt x="1851" y="6342"/>
                      <a:pt x="3033" y="6342"/>
                    </a:cubicBezTo>
                    <a:cubicBezTo>
                      <a:pt x="3049" y="6342"/>
                      <a:pt x="3066" y="6342"/>
                      <a:pt x="3083" y="6342"/>
                    </a:cubicBezTo>
                    <a:cubicBezTo>
                      <a:pt x="4612" y="6317"/>
                      <a:pt x="5714" y="4913"/>
                      <a:pt x="5389" y="3434"/>
                    </a:cubicBezTo>
                    <a:lnTo>
                      <a:pt x="4687" y="17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9" name="Google Shape;5789;p50"/>
              <p:cNvSpPr/>
              <p:nvPr/>
            </p:nvSpPr>
            <p:spPr>
              <a:xfrm>
                <a:off x="5022725" y="1083350"/>
                <a:ext cx="128450" cy="73175"/>
              </a:xfrm>
              <a:custGeom>
                <a:rect b="b" l="l" r="r" t="t"/>
                <a:pathLst>
                  <a:path extrusionOk="0" h="2927" w="5138">
                    <a:moveTo>
                      <a:pt x="0" y="1"/>
                    </a:moveTo>
                    <a:lnTo>
                      <a:pt x="401" y="2657"/>
                    </a:lnTo>
                    <a:cubicBezTo>
                      <a:pt x="827" y="2795"/>
                      <a:pt x="1441" y="2927"/>
                      <a:pt x="2234" y="2927"/>
                    </a:cubicBezTo>
                    <a:cubicBezTo>
                      <a:pt x="3026" y="2927"/>
                      <a:pt x="3998" y="2795"/>
                      <a:pt x="5138" y="2407"/>
                    </a:cubicBezTo>
                    <a:lnTo>
                      <a:pt x="4687" y="17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0" name="Google Shape;5790;p50"/>
              <p:cNvSpPr/>
              <p:nvPr/>
            </p:nvSpPr>
            <p:spPr>
              <a:xfrm>
                <a:off x="4844775" y="516700"/>
                <a:ext cx="626575" cy="569300"/>
              </a:xfrm>
              <a:custGeom>
                <a:rect b="b" l="l" r="r" t="t"/>
                <a:pathLst>
                  <a:path extrusionOk="0" h="22772" w="25063">
                    <a:moveTo>
                      <a:pt x="12493" y="0"/>
                    </a:moveTo>
                    <a:cubicBezTo>
                      <a:pt x="6706" y="0"/>
                      <a:pt x="1681" y="4234"/>
                      <a:pt x="877" y="10085"/>
                    </a:cubicBezTo>
                    <a:cubicBezTo>
                      <a:pt x="0" y="16501"/>
                      <a:pt x="5314" y="20712"/>
                      <a:pt x="11604" y="22316"/>
                    </a:cubicBezTo>
                    <a:cubicBezTo>
                      <a:pt x="12816" y="22626"/>
                      <a:pt x="13938" y="22771"/>
                      <a:pt x="14971" y="22771"/>
                    </a:cubicBezTo>
                    <a:cubicBezTo>
                      <a:pt x="20456" y="22771"/>
                      <a:pt x="23448" y="18671"/>
                      <a:pt x="24186" y="13293"/>
                    </a:cubicBezTo>
                    <a:cubicBezTo>
                      <a:pt x="25063" y="6902"/>
                      <a:pt x="20552" y="987"/>
                      <a:pt x="14111" y="110"/>
                    </a:cubicBezTo>
                    <a:cubicBezTo>
                      <a:pt x="13567" y="36"/>
                      <a:pt x="13027" y="0"/>
                      <a:pt x="12493" y="0"/>
                    </a:cubicBezTo>
                    <a:close/>
                  </a:path>
                </a:pathLst>
              </a:custGeom>
              <a:solidFill>
                <a:srgbClr val="3730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1" name="Google Shape;5791;p50"/>
              <p:cNvSpPr/>
              <p:nvPr/>
            </p:nvSpPr>
            <p:spPr>
              <a:xfrm>
                <a:off x="4781475" y="558650"/>
                <a:ext cx="628475" cy="556350"/>
              </a:xfrm>
              <a:custGeom>
                <a:rect b="b" l="l" r="r" t="t"/>
                <a:pathLst>
                  <a:path extrusionOk="0" h="22254" w="25139">
                    <a:moveTo>
                      <a:pt x="12757" y="1"/>
                    </a:moveTo>
                    <a:cubicBezTo>
                      <a:pt x="11974" y="1"/>
                      <a:pt x="11177" y="77"/>
                      <a:pt x="10377" y="237"/>
                    </a:cubicBezTo>
                    <a:cubicBezTo>
                      <a:pt x="4111" y="1515"/>
                      <a:pt x="1" y="7405"/>
                      <a:pt x="1204" y="13420"/>
                    </a:cubicBezTo>
                    <a:cubicBezTo>
                      <a:pt x="2253" y="18666"/>
                      <a:pt x="7001" y="22254"/>
                      <a:pt x="12371" y="22254"/>
                    </a:cubicBezTo>
                    <a:cubicBezTo>
                      <a:pt x="13158" y="22254"/>
                      <a:pt x="13959" y="22176"/>
                      <a:pt x="14763" y="22016"/>
                    </a:cubicBezTo>
                    <a:cubicBezTo>
                      <a:pt x="21029" y="20763"/>
                      <a:pt x="25139" y="14873"/>
                      <a:pt x="23936" y="8858"/>
                    </a:cubicBezTo>
                    <a:cubicBezTo>
                      <a:pt x="22886" y="3609"/>
                      <a:pt x="18132" y="1"/>
                      <a:pt x="12757" y="1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2" name="Google Shape;5792;p50"/>
              <p:cNvSpPr/>
              <p:nvPr/>
            </p:nvSpPr>
            <p:spPr>
              <a:xfrm>
                <a:off x="5090375" y="763800"/>
                <a:ext cx="82750" cy="96525"/>
              </a:xfrm>
              <a:custGeom>
                <a:rect b="b" l="l" r="r" t="t"/>
                <a:pathLst>
                  <a:path extrusionOk="0" fill="none" h="3861" w="3310">
                    <a:moveTo>
                      <a:pt x="3309" y="728"/>
                    </a:moveTo>
                    <a:cubicBezTo>
                      <a:pt x="3309" y="728"/>
                      <a:pt x="126" y="3860"/>
                      <a:pt x="1" y="1"/>
                    </a:cubicBezTo>
                  </a:path>
                </a:pathLst>
              </a:custGeom>
              <a:noFill/>
              <a:ln cap="rnd" cmpd="sng" w="6900">
                <a:solidFill>
                  <a:srgbClr val="443B39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3" name="Google Shape;5793;p50"/>
              <p:cNvSpPr/>
              <p:nvPr/>
            </p:nvSpPr>
            <p:spPr>
              <a:xfrm>
                <a:off x="4869825" y="729975"/>
                <a:ext cx="66450" cy="95875"/>
              </a:xfrm>
              <a:custGeom>
                <a:rect b="b" l="l" r="r" t="t"/>
                <a:pathLst>
                  <a:path extrusionOk="0" fill="none" h="3835" w="2658">
                    <a:moveTo>
                      <a:pt x="2582" y="552"/>
                    </a:moveTo>
                    <a:cubicBezTo>
                      <a:pt x="2657" y="476"/>
                      <a:pt x="327" y="3835"/>
                      <a:pt x="1" y="0"/>
                    </a:cubicBezTo>
                  </a:path>
                </a:pathLst>
              </a:custGeom>
              <a:noFill/>
              <a:ln cap="rnd" cmpd="sng" w="6900">
                <a:solidFill>
                  <a:srgbClr val="443B39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4" name="Google Shape;5794;p50"/>
              <p:cNvSpPr/>
              <p:nvPr/>
            </p:nvSpPr>
            <p:spPr>
              <a:xfrm>
                <a:off x="4963825" y="926725"/>
                <a:ext cx="40125" cy="26325"/>
              </a:xfrm>
              <a:custGeom>
                <a:rect b="b" l="l" r="r" t="t"/>
                <a:pathLst>
                  <a:path extrusionOk="0" fill="none" h="1053" w="1605">
                    <a:moveTo>
                      <a:pt x="1529" y="0"/>
                    </a:moveTo>
                    <a:cubicBezTo>
                      <a:pt x="1529" y="0"/>
                      <a:pt x="1604" y="902"/>
                      <a:pt x="877" y="977"/>
                    </a:cubicBezTo>
                    <a:cubicBezTo>
                      <a:pt x="151" y="1053"/>
                      <a:pt x="0" y="251"/>
                      <a:pt x="0" y="251"/>
                    </a:cubicBezTo>
                  </a:path>
                </a:pathLst>
              </a:custGeom>
              <a:noFill/>
              <a:ln cap="rnd" cmpd="sng" w="7525">
                <a:solidFill>
                  <a:srgbClr val="443B39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5" name="Google Shape;5795;p50"/>
              <p:cNvSpPr/>
              <p:nvPr/>
            </p:nvSpPr>
            <p:spPr>
              <a:xfrm>
                <a:off x="5101650" y="844375"/>
                <a:ext cx="80875" cy="49550"/>
              </a:xfrm>
              <a:custGeom>
                <a:rect b="b" l="l" r="r" t="t"/>
                <a:pathLst>
                  <a:path extrusionOk="0" h="1982" w="3235">
                    <a:moveTo>
                      <a:pt x="1477" y="1"/>
                    </a:moveTo>
                    <a:cubicBezTo>
                      <a:pt x="723" y="1"/>
                      <a:pt x="97" y="336"/>
                      <a:pt x="51" y="838"/>
                    </a:cubicBezTo>
                    <a:cubicBezTo>
                      <a:pt x="1" y="1364"/>
                      <a:pt x="653" y="1890"/>
                      <a:pt x="1505" y="1966"/>
                    </a:cubicBezTo>
                    <a:cubicBezTo>
                      <a:pt x="1600" y="1977"/>
                      <a:pt x="1694" y="1982"/>
                      <a:pt x="1786" y="1982"/>
                    </a:cubicBezTo>
                    <a:cubicBezTo>
                      <a:pt x="2538" y="1982"/>
                      <a:pt x="3139" y="1630"/>
                      <a:pt x="3184" y="1139"/>
                    </a:cubicBezTo>
                    <a:cubicBezTo>
                      <a:pt x="3234" y="612"/>
                      <a:pt x="2582" y="111"/>
                      <a:pt x="1705" y="11"/>
                    </a:cubicBezTo>
                    <a:cubicBezTo>
                      <a:pt x="1628" y="4"/>
                      <a:pt x="1552" y="1"/>
                      <a:pt x="1477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6" name="Google Shape;5796;p50"/>
              <p:cNvSpPr/>
              <p:nvPr/>
            </p:nvSpPr>
            <p:spPr>
              <a:xfrm>
                <a:off x="4830350" y="816825"/>
                <a:ext cx="80850" cy="49550"/>
              </a:xfrm>
              <a:custGeom>
                <a:rect b="b" l="l" r="r" t="t"/>
                <a:pathLst>
                  <a:path extrusionOk="0" h="1982" w="3234">
                    <a:moveTo>
                      <a:pt x="1488" y="0"/>
                    </a:moveTo>
                    <a:cubicBezTo>
                      <a:pt x="729" y="0"/>
                      <a:pt x="97" y="356"/>
                      <a:pt x="51" y="837"/>
                    </a:cubicBezTo>
                    <a:cubicBezTo>
                      <a:pt x="1" y="1388"/>
                      <a:pt x="652" y="1890"/>
                      <a:pt x="1530" y="1965"/>
                    </a:cubicBezTo>
                    <a:cubicBezTo>
                      <a:pt x="1623" y="1976"/>
                      <a:pt x="1715" y="1981"/>
                      <a:pt x="1805" y="1981"/>
                    </a:cubicBezTo>
                    <a:cubicBezTo>
                      <a:pt x="2538" y="1981"/>
                      <a:pt x="3139" y="1632"/>
                      <a:pt x="3184" y="1163"/>
                    </a:cubicBezTo>
                    <a:cubicBezTo>
                      <a:pt x="3234" y="612"/>
                      <a:pt x="2582" y="110"/>
                      <a:pt x="1705" y="10"/>
                    </a:cubicBezTo>
                    <a:cubicBezTo>
                      <a:pt x="1632" y="4"/>
                      <a:pt x="1560" y="0"/>
                      <a:pt x="1488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7" name="Google Shape;5797;p50"/>
              <p:cNvSpPr/>
              <p:nvPr/>
            </p:nvSpPr>
            <p:spPr>
              <a:xfrm>
                <a:off x="4937500" y="800150"/>
                <a:ext cx="35750" cy="47650"/>
              </a:xfrm>
              <a:custGeom>
                <a:rect b="b" l="l" r="r" t="t"/>
                <a:pathLst>
                  <a:path extrusionOk="0" fill="none" h="1906" w="1430">
                    <a:moveTo>
                      <a:pt x="1429" y="577"/>
                    </a:moveTo>
                    <a:cubicBezTo>
                      <a:pt x="1429" y="577"/>
                      <a:pt x="452" y="0"/>
                      <a:pt x="226" y="953"/>
                    </a:cubicBezTo>
                    <a:cubicBezTo>
                      <a:pt x="1" y="1905"/>
                      <a:pt x="1254" y="1404"/>
                      <a:pt x="1254" y="1404"/>
                    </a:cubicBezTo>
                  </a:path>
                </a:pathLst>
              </a:custGeom>
              <a:noFill/>
              <a:ln cap="rnd" cmpd="sng" w="7525">
                <a:solidFill>
                  <a:srgbClr val="443B39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8" name="Google Shape;5798;p50"/>
              <p:cNvSpPr/>
              <p:nvPr/>
            </p:nvSpPr>
            <p:spPr>
              <a:xfrm>
                <a:off x="4864200" y="506100"/>
                <a:ext cx="615925" cy="319125"/>
              </a:xfrm>
              <a:custGeom>
                <a:rect b="b" l="l" r="r" t="t"/>
                <a:pathLst>
                  <a:path extrusionOk="0" h="12765" w="24637">
                    <a:moveTo>
                      <a:pt x="10267" y="1"/>
                    </a:moveTo>
                    <a:cubicBezTo>
                      <a:pt x="8991" y="1"/>
                      <a:pt x="7614" y="188"/>
                      <a:pt x="6166" y="660"/>
                    </a:cubicBezTo>
                    <a:cubicBezTo>
                      <a:pt x="978" y="2364"/>
                      <a:pt x="0" y="6524"/>
                      <a:pt x="0" y="6524"/>
                    </a:cubicBezTo>
                    <a:lnTo>
                      <a:pt x="5714" y="7527"/>
                    </a:lnTo>
                    <a:cubicBezTo>
                      <a:pt x="6316" y="7633"/>
                      <a:pt x="6920" y="7685"/>
                      <a:pt x="7521" y="7685"/>
                    </a:cubicBezTo>
                    <a:cubicBezTo>
                      <a:pt x="9901" y="7685"/>
                      <a:pt x="12229" y="6867"/>
                      <a:pt x="14111" y="5346"/>
                    </a:cubicBezTo>
                    <a:cubicBezTo>
                      <a:pt x="15138" y="8680"/>
                      <a:pt x="16291" y="11712"/>
                      <a:pt x="20827" y="12614"/>
                    </a:cubicBezTo>
                    <a:lnTo>
                      <a:pt x="21404" y="12765"/>
                    </a:lnTo>
                    <a:cubicBezTo>
                      <a:pt x="21404" y="12765"/>
                      <a:pt x="24637" y="5371"/>
                      <a:pt x="16667" y="1537"/>
                    </a:cubicBezTo>
                    <a:cubicBezTo>
                      <a:pt x="15143" y="809"/>
                      <a:pt x="12923" y="1"/>
                      <a:pt x="10267" y="1"/>
                    </a:cubicBezTo>
                    <a:close/>
                  </a:path>
                </a:pathLst>
              </a:custGeom>
              <a:solidFill>
                <a:srgbClr val="3730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9" name="Google Shape;5799;p50"/>
              <p:cNvSpPr/>
              <p:nvPr/>
            </p:nvSpPr>
            <p:spPr>
              <a:xfrm>
                <a:off x="5322225" y="817875"/>
                <a:ext cx="137425" cy="98850"/>
              </a:xfrm>
              <a:custGeom>
                <a:rect b="b" l="l" r="r" t="t"/>
                <a:pathLst>
                  <a:path extrusionOk="0" h="3954" w="5497">
                    <a:moveTo>
                      <a:pt x="3586" y="0"/>
                    </a:moveTo>
                    <a:cubicBezTo>
                      <a:pt x="3286" y="0"/>
                      <a:pt x="2928" y="45"/>
                      <a:pt x="2506" y="143"/>
                    </a:cubicBezTo>
                    <a:cubicBezTo>
                      <a:pt x="2506" y="143"/>
                      <a:pt x="0" y="3026"/>
                      <a:pt x="1980" y="3953"/>
                    </a:cubicBezTo>
                    <a:cubicBezTo>
                      <a:pt x="1980" y="3953"/>
                      <a:pt x="3384" y="3727"/>
                      <a:pt x="4035" y="3001"/>
                    </a:cubicBezTo>
                    <a:cubicBezTo>
                      <a:pt x="5075" y="1809"/>
                      <a:pt x="5497" y="0"/>
                      <a:pt x="3586" y="0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0" name="Google Shape;5800;p50"/>
              <p:cNvSpPr/>
              <p:nvPr/>
            </p:nvSpPr>
            <p:spPr>
              <a:xfrm>
                <a:off x="5381100" y="855025"/>
                <a:ext cx="34250" cy="29725"/>
              </a:xfrm>
              <a:custGeom>
                <a:rect b="b" l="l" r="r" t="t"/>
                <a:pathLst>
                  <a:path extrusionOk="0" h="1189" w="1370">
                    <a:moveTo>
                      <a:pt x="732" y="1"/>
                    </a:moveTo>
                    <a:cubicBezTo>
                      <a:pt x="251" y="1"/>
                      <a:pt x="1" y="1189"/>
                      <a:pt x="1" y="1189"/>
                    </a:cubicBezTo>
                    <a:cubicBezTo>
                      <a:pt x="1" y="1189"/>
                      <a:pt x="187" y="668"/>
                      <a:pt x="575" y="668"/>
                    </a:cubicBezTo>
                    <a:cubicBezTo>
                      <a:pt x="637" y="668"/>
                      <a:pt x="705" y="681"/>
                      <a:pt x="778" y="713"/>
                    </a:cubicBezTo>
                    <a:cubicBezTo>
                      <a:pt x="859" y="746"/>
                      <a:pt x="932" y="761"/>
                      <a:pt x="994" y="761"/>
                    </a:cubicBezTo>
                    <a:cubicBezTo>
                      <a:pt x="1351" y="761"/>
                      <a:pt x="1369" y="271"/>
                      <a:pt x="878" y="36"/>
                    </a:cubicBezTo>
                    <a:cubicBezTo>
                      <a:pt x="827" y="12"/>
                      <a:pt x="779" y="1"/>
                      <a:pt x="732" y="1"/>
                    </a:cubicBezTo>
                    <a:close/>
                  </a:path>
                </a:pathLst>
              </a:custGeom>
              <a:solidFill>
                <a:srgbClr val="FFAC9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1" name="Google Shape;5801;p50"/>
              <p:cNvSpPr/>
              <p:nvPr/>
            </p:nvSpPr>
            <p:spPr>
              <a:xfrm>
                <a:off x="5288375" y="992500"/>
                <a:ext cx="236875" cy="258175"/>
              </a:xfrm>
              <a:custGeom>
                <a:rect b="b" l="l" r="r" t="t"/>
                <a:pathLst>
                  <a:path extrusionOk="0" h="10327" w="9475">
                    <a:moveTo>
                      <a:pt x="4211" y="1"/>
                    </a:moveTo>
                    <a:lnTo>
                      <a:pt x="1780" y="2156"/>
                    </a:lnTo>
                    <a:cubicBezTo>
                      <a:pt x="1780" y="2156"/>
                      <a:pt x="1" y="8722"/>
                      <a:pt x="3936" y="10326"/>
                    </a:cubicBezTo>
                    <a:lnTo>
                      <a:pt x="9474" y="7895"/>
                    </a:lnTo>
                    <a:cubicBezTo>
                      <a:pt x="9474" y="7895"/>
                      <a:pt x="3560" y="2833"/>
                      <a:pt x="4211" y="1"/>
                    </a:cubicBezTo>
                    <a:close/>
                  </a:path>
                </a:pathLst>
              </a:custGeom>
              <a:solidFill>
                <a:srgbClr val="3730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2" name="Google Shape;5802;p50"/>
              <p:cNvSpPr/>
              <p:nvPr/>
            </p:nvSpPr>
            <p:spPr>
              <a:xfrm>
                <a:off x="5370450" y="938550"/>
                <a:ext cx="75850" cy="76525"/>
              </a:xfrm>
              <a:custGeom>
                <a:rect b="b" l="l" r="r" t="t"/>
                <a:pathLst>
                  <a:path extrusionOk="0" h="3061" w="3034">
                    <a:moveTo>
                      <a:pt x="1223" y="0"/>
                    </a:moveTo>
                    <a:cubicBezTo>
                      <a:pt x="85" y="0"/>
                      <a:pt x="1" y="3061"/>
                      <a:pt x="1" y="3061"/>
                    </a:cubicBezTo>
                    <a:cubicBezTo>
                      <a:pt x="1" y="3061"/>
                      <a:pt x="3033" y="730"/>
                      <a:pt x="1555" y="78"/>
                    </a:cubicBezTo>
                    <a:cubicBezTo>
                      <a:pt x="1435" y="25"/>
                      <a:pt x="1325" y="0"/>
                      <a:pt x="12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3" name="Google Shape;5803;p50"/>
              <p:cNvSpPr/>
              <p:nvPr/>
            </p:nvSpPr>
            <p:spPr>
              <a:xfrm>
                <a:off x="5370450" y="969550"/>
                <a:ext cx="101700" cy="45900"/>
              </a:xfrm>
              <a:custGeom>
                <a:rect b="b" l="l" r="r" t="t"/>
                <a:pathLst>
                  <a:path extrusionOk="0" h="1836" w="4068">
                    <a:moveTo>
                      <a:pt x="2498" y="1"/>
                    </a:moveTo>
                    <a:cubicBezTo>
                      <a:pt x="1401" y="1"/>
                      <a:pt x="1" y="1821"/>
                      <a:pt x="1" y="1821"/>
                    </a:cubicBezTo>
                    <a:cubicBezTo>
                      <a:pt x="1" y="1821"/>
                      <a:pt x="245" y="1835"/>
                      <a:pt x="604" y="1835"/>
                    </a:cubicBezTo>
                    <a:cubicBezTo>
                      <a:pt x="1751" y="1835"/>
                      <a:pt x="4067" y="1690"/>
                      <a:pt x="3284" y="467"/>
                    </a:cubicBezTo>
                    <a:cubicBezTo>
                      <a:pt x="3066" y="133"/>
                      <a:pt x="2793" y="1"/>
                      <a:pt x="24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4" name="Google Shape;5804;p50"/>
              <p:cNvSpPr/>
              <p:nvPr/>
            </p:nvSpPr>
            <p:spPr>
              <a:xfrm>
                <a:off x="5331600" y="992500"/>
                <a:ext cx="62075" cy="62050"/>
              </a:xfrm>
              <a:custGeom>
                <a:rect b="b" l="l" r="r" t="t"/>
                <a:pathLst>
                  <a:path extrusionOk="0" h="2482" w="2483">
                    <a:moveTo>
                      <a:pt x="2482" y="1"/>
                    </a:moveTo>
                    <a:cubicBezTo>
                      <a:pt x="2482" y="1"/>
                      <a:pt x="477" y="728"/>
                      <a:pt x="1" y="2482"/>
                    </a:cubicBezTo>
                    <a:lnTo>
                      <a:pt x="2457" y="803"/>
                    </a:lnTo>
                    <a:lnTo>
                      <a:pt x="248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5" name="Google Shape;5805;p50"/>
              <p:cNvSpPr/>
              <p:nvPr/>
            </p:nvSpPr>
            <p:spPr>
              <a:xfrm>
                <a:off x="4865450" y="1768825"/>
                <a:ext cx="84600" cy="88375"/>
              </a:xfrm>
              <a:custGeom>
                <a:rect b="b" l="l" r="r" t="t"/>
                <a:pathLst>
                  <a:path extrusionOk="0" h="3535" w="3384">
                    <a:moveTo>
                      <a:pt x="1955" y="777"/>
                    </a:moveTo>
                    <a:cubicBezTo>
                      <a:pt x="1955" y="802"/>
                      <a:pt x="1980" y="827"/>
                      <a:pt x="1980" y="853"/>
                    </a:cubicBezTo>
                    <a:cubicBezTo>
                      <a:pt x="1980" y="903"/>
                      <a:pt x="2005" y="953"/>
                      <a:pt x="2005" y="1003"/>
                    </a:cubicBezTo>
                    <a:cubicBezTo>
                      <a:pt x="2030" y="1053"/>
                      <a:pt x="2030" y="1103"/>
                      <a:pt x="2055" y="1153"/>
                    </a:cubicBezTo>
                    <a:cubicBezTo>
                      <a:pt x="2055" y="1178"/>
                      <a:pt x="2055" y="1203"/>
                      <a:pt x="2055" y="1203"/>
                    </a:cubicBezTo>
                    <a:cubicBezTo>
                      <a:pt x="2030" y="1254"/>
                      <a:pt x="2005" y="1279"/>
                      <a:pt x="1955" y="1304"/>
                    </a:cubicBezTo>
                    <a:cubicBezTo>
                      <a:pt x="1930" y="1329"/>
                      <a:pt x="1880" y="1379"/>
                      <a:pt x="1830" y="1404"/>
                    </a:cubicBezTo>
                    <a:cubicBezTo>
                      <a:pt x="1780" y="1454"/>
                      <a:pt x="1730" y="1479"/>
                      <a:pt x="1679" y="1529"/>
                    </a:cubicBezTo>
                    <a:cubicBezTo>
                      <a:pt x="1654" y="1554"/>
                      <a:pt x="1629" y="1579"/>
                      <a:pt x="1579" y="1604"/>
                    </a:cubicBezTo>
                    <a:cubicBezTo>
                      <a:pt x="1554" y="1479"/>
                      <a:pt x="1529" y="1354"/>
                      <a:pt x="1504" y="1228"/>
                    </a:cubicBezTo>
                    <a:cubicBezTo>
                      <a:pt x="1479" y="1203"/>
                      <a:pt x="1479" y="1178"/>
                      <a:pt x="1479" y="1153"/>
                    </a:cubicBezTo>
                    <a:lnTo>
                      <a:pt x="1504" y="1153"/>
                    </a:lnTo>
                    <a:cubicBezTo>
                      <a:pt x="1529" y="1128"/>
                      <a:pt x="1554" y="1103"/>
                      <a:pt x="1579" y="1103"/>
                    </a:cubicBezTo>
                    <a:cubicBezTo>
                      <a:pt x="1629" y="1078"/>
                      <a:pt x="1654" y="1028"/>
                      <a:pt x="1679" y="1003"/>
                    </a:cubicBezTo>
                    <a:cubicBezTo>
                      <a:pt x="1705" y="1003"/>
                      <a:pt x="1730" y="978"/>
                      <a:pt x="1755" y="953"/>
                    </a:cubicBezTo>
                    <a:cubicBezTo>
                      <a:pt x="1780" y="928"/>
                      <a:pt x="1805" y="928"/>
                      <a:pt x="1830" y="903"/>
                    </a:cubicBezTo>
                    <a:cubicBezTo>
                      <a:pt x="1855" y="853"/>
                      <a:pt x="1905" y="827"/>
                      <a:pt x="1955" y="802"/>
                    </a:cubicBezTo>
                    <a:cubicBezTo>
                      <a:pt x="1955" y="777"/>
                      <a:pt x="1955" y="777"/>
                      <a:pt x="1955" y="777"/>
                    </a:cubicBezTo>
                    <a:close/>
                    <a:moveTo>
                      <a:pt x="877" y="1003"/>
                    </a:moveTo>
                    <a:cubicBezTo>
                      <a:pt x="903" y="1003"/>
                      <a:pt x="928" y="1003"/>
                      <a:pt x="953" y="1028"/>
                    </a:cubicBezTo>
                    <a:lnTo>
                      <a:pt x="1053" y="1028"/>
                    </a:lnTo>
                    <a:cubicBezTo>
                      <a:pt x="1078" y="1053"/>
                      <a:pt x="1103" y="1053"/>
                      <a:pt x="1153" y="1078"/>
                    </a:cubicBezTo>
                    <a:cubicBezTo>
                      <a:pt x="1203" y="1078"/>
                      <a:pt x="1253" y="1103"/>
                      <a:pt x="1329" y="1128"/>
                    </a:cubicBezTo>
                    <a:lnTo>
                      <a:pt x="1354" y="1128"/>
                    </a:lnTo>
                    <a:lnTo>
                      <a:pt x="1379" y="1228"/>
                    </a:lnTo>
                    <a:cubicBezTo>
                      <a:pt x="1429" y="1354"/>
                      <a:pt x="1454" y="1479"/>
                      <a:pt x="1479" y="1604"/>
                    </a:cubicBezTo>
                    <a:cubicBezTo>
                      <a:pt x="1479" y="1629"/>
                      <a:pt x="1479" y="1629"/>
                      <a:pt x="1504" y="1655"/>
                    </a:cubicBezTo>
                    <a:cubicBezTo>
                      <a:pt x="1454" y="1655"/>
                      <a:pt x="1429" y="1629"/>
                      <a:pt x="1404" y="1629"/>
                    </a:cubicBezTo>
                    <a:cubicBezTo>
                      <a:pt x="1304" y="1604"/>
                      <a:pt x="1203" y="1554"/>
                      <a:pt x="1078" y="1529"/>
                    </a:cubicBezTo>
                    <a:cubicBezTo>
                      <a:pt x="1078" y="1504"/>
                      <a:pt x="1078" y="1504"/>
                      <a:pt x="1078" y="1479"/>
                    </a:cubicBezTo>
                    <a:cubicBezTo>
                      <a:pt x="1053" y="1454"/>
                      <a:pt x="1053" y="1429"/>
                      <a:pt x="1053" y="1429"/>
                    </a:cubicBezTo>
                    <a:cubicBezTo>
                      <a:pt x="1028" y="1379"/>
                      <a:pt x="1003" y="1304"/>
                      <a:pt x="978" y="1254"/>
                    </a:cubicBezTo>
                    <a:cubicBezTo>
                      <a:pt x="953" y="1203"/>
                      <a:pt x="953" y="1178"/>
                      <a:pt x="928" y="1128"/>
                    </a:cubicBezTo>
                    <a:cubicBezTo>
                      <a:pt x="928" y="1078"/>
                      <a:pt x="903" y="1053"/>
                      <a:pt x="877" y="1003"/>
                    </a:cubicBezTo>
                    <a:close/>
                    <a:moveTo>
                      <a:pt x="2080" y="1304"/>
                    </a:moveTo>
                    <a:cubicBezTo>
                      <a:pt x="2106" y="1329"/>
                      <a:pt x="2156" y="1329"/>
                      <a:pt x="2206" y="1354"/>
                    </a:cubicBezTo>
                    <a:cubicBezTo>
                      <a:pt x="2256" y="1379"/>
                      <a:pt x="2331" y="1429"/>
                      <a:pt x="2381" y="1454"/>
                    </a:cubicBezTo>
                    <a:cubicBezTo>
                      <a:pt x="2481" y="1504"/>
                      <a:pt x="2582" y="1529"/>
                      <a:pt x="2682" y="1579"/>
                    </a:cubicBezTo>
                    <a:cubicBezTo>
                      <a:pt x="2657" y="1579"/>
                      <a:pt x="2657" y="1579"/>
                      <a:pt x="2632" y="1604"/>
                    </a:cubicBezTo>
                    <a:cubicBezTo>
                      <a:pt x="2607" y="1629"/>
                      <a:pt x="2557" y="1655"/>
                      <a:pt x="2507" y="1680"/>
                    </a:cubicBezTo>
                    <a:cubicBezTo>
                      <a:pt x="2456" y="1705"/>
                      <a:pt x="2406" y="1730"/>
                      <a:pt x="2381" y="1755"/>
                    </a:cubicBezTo>
                    <a:cubicBezTo>
                      <a:pt x="2331" y="1780"/>
                      <a:pt x="2281" y="1805"/>
                      <a:pt x="2256" y="1805"/>
                    </a:cubicBezTo>
                    <a:cubicBezTo>
                      <a:pt x="2231" y="1830"/>
                      <a:pt x="2231" y="1830"/>
                      <a:pt x="2206" y="1830"/>
                    </a:cubicBezTo>
                    <a:cubicBezTo>
                      <a:pt x="2206" y="1830"/>
                      <a:pt x="2181" y="1855"/>
                      <a:pt x="2181" y="1855"/>
                    </a:cubicBezTo>
                    <a:lnTo>
                      <a:pt x="2156" y="1855"/>
                    </a:lnTo>
                    <a:cubicBezTo>
                      <a:pt x="2080" y="1830"/>
                      <a:pt x="2005" y="1805"/>
                      <a:pt x="1955" y="1780"/>
                    </a:cubicBezTo>
                    <a:cubicBezTo>
                      <a:pt x="1880" y="1780"/>
                      <a:pt x="1830" y="1755"/>
                      <a:pt x="1755" y="1730"/>
                    </a:cubicBezTo>
                    <a:cubicBezTo>
                      <a:pt x="1705" y="1730"/>
                      <a:pt x="1679" y="1705"/>
                      <a:pt x="1629" y="1705"/>
                    </a:cubicBezTo>
                    <a:cubicBezTo>
                      <a:pt x="1654" y="1655"/>
                      <a:pt x="1705" y="1629"/>
                      <a:pt x="1730" y="1579"/>
                    </a:cubicBezTo>
                    <a:cubicBezTo>
                      <a:pt x="1780" y="1554"/>
                      <a:pt x="1830" y="1504"/>
                      <a:pt x="1880" y="1454"/>
                    </a:cubicBezTo>
                    <a:cubicBezTo>
                      <a:pt x="1930" y="1429"/>
                      <a:pt x="1980" y="1379"/>
                      <a:pt x="2005" y="1354"/>
                    </a:cubicBezTo>
                    <a:cubicBezTo>
                      <a:pt x="2030" y="1329"/>
                      <a:pt x="2055" y="1304"/>
                      <a:pt x="2080" y="1304"/>
                    </a:cubicBezTo>
                    <a:close/>
                    <a:moveTo>
                      <a:pt x="1053" y="1629"/>
                    </a:moveTo>
                    <a:cubicBezTo>
                      <a:pt x="1103" y="1655"/>
                      <a:pt x="1153" y="1680"/>
                      <a:pt x="1228" y="1705"/>
                    </a:cubicBezTo>
                    <a:cubicBezTo>
                      <a:pt x="1278" y="1730"/>
                      <a:pt x="1329" y="1755"/>
                      <a:pt x="1404" y="1755"/>
                    </a:cubicBezTo>
                    <a:cubicBezTo>
                      <a:pt x="1404" y="1780"/>
                      <a:pt x="1404" y="1780"/>
                      <a:pt x="1379" y="1780"/>
                    </a:cubicBezTo>
                    <a:cubicBezTo>
                      <a:pt x="1354" y="1805"/>
                      <a:pt x="1304" y="1855"/>
                      <a:pt x="1253" y="1905"/>
                    </a:cubicBezTo>
                    <a:cubicBezTo>
                      <a:pt x="1203" y="1930"/>
                      <a:pt x="1153" y="1980"/>
                      <a:pt x="1103" y="2030"/>
                    </a:cubicBezTo>
                    <a:cubicBezTo>
                      <a:pt x="1103" y="2030"/>
                      <a:pt x="1078" y="2056"/>
                      <a:pt x="1078" y="2056"/>
                    </a:cubicBezTo>
                    <a:cubicBezTo>
                      <a:pt x="1053" y="2056"/>
                      <a:pt x="1028" y="2056"/>
                      <a:pt x="1003" y="2030"/>
                    </a:cubicBezTo>
                    <a:cubicBezTo>
                      <a:pt x="928" y="2030"/>
                      <a:pt x="877" y="2005"/>
                      <a:pt x="827" y="1980"/>
                    </a:cubicBezTo>
                    <a:cubicBezTo>
                      <a:pt x="777" y="1980"/>
                      <a:pt x="727" y="1955"/>
                      <a:pt x="677" y="1930"/>
                    </a:cubicBezTo>
                    <a:lnTo>
                      <a:pt x="627" y="1930"/>
                    </a:lnTo>
                    <a:cubicBezTo>
                      <a:pt x="652" y="1905"/>
                      <a:pt x="652" y="1905"/>
                      <a:pt x="677" y="1880"/>
                    </a:cubicBezTo>
                    <a:cubicBezTo>
                      <a:pt x="702" y="1880"/>
                      <a:pt x="727" y="1855"/>
                      <a:pt x="727" y="1855"/>
                    </a:cubicBezTo>
                    <a:cubicBezTo>
                      <a:pt x="752" y="1830"/>
                      <a:pt x="777" y="1805"/>
                      <a:pt x="802" y="1780"/>
                    </a:cubicBezTo>
                    <a:cubicBezTo>
                      <a:pt x="852" y="1755"/>
                      <a:pt x="903" y="1730"/>
                      <a:pt x="928" y="1705"/>
                    </a:cubicBezTo>
                    <a:cubicBezTo>
                      <a:pt x="953" y="1705"/>
                      <a:pt x="978" y="1680"/>
                      <a:pt x="1003" y="1680"/>
                    </a:cubicBezTo>
                    <a:cubicBezTo>
                      <a:pt x="1003" y="1655"/>
                      <a:pt x="1028" y="1655"/>
                      <a:pt x="1053" y="1629"/>
                    </a:cubicBezTo>
                    <a:close/>
                    <a:moveTo>
                      <a:pt x="1654" y="1855"/>
                    </a:moveTo>
                    <a:lnTo>
                      <a:pt x="1654" y="1855"/>
                    </a:lnTo>
                    <a:cubicBezTo>
                      <a:pt x="1805" y="1905"/>
                      <a:pt x="1980" y="1955"/>
                      <a:pt x="2131" y="2005"/>
                    </a:cubicBezTo>
                    <a:cubicBezTo>
                      <a:pt x="2156" y="2030"/>
                      <a:pt x="2156" y="2030"/>
                      <a:pt x="2156" y="2030"/>
                    </a:cubicBezTo>
                    <a:cubicBezTo>
                      <a:pt x="2156" y="2056"/>
                      <a:pt x="2156" y="2056"/>
                      <a:pt x="2181" y="2081"/>
                    </a:cubicBezTo>
                    <a:cubicBezTo>
                      <a:pt x="2181" y="2131"/>
                      <a:pt x="2181" y="2181"/>
                      <a:pt x="2206" y="2206"/>
                    </a:cubicBezTo>
                    <a:cubicBezTo>
                      <a:pt x="2206" y="2281"/>
                      <a:pt x="2231" y="2331"/>
                      <a:pt x="2256" y="2406"/>
                    </a:cubicBezTo>
                    <a:cubicBezTo>
                      <a:pt x="2256" y="2431"/>
                      <a:pt x="2256" y="2482"/>
                      <a:pt x="2281" y="2507"/>
                    </a:cubicBezTo>
                    <a:lnTo>
                      <a:pt x="2231" y="2507"/>
                    </a:lnTo>
                    <a:cubicBezTo>
                      <a:pt x="2206" y="2482"/>
                      <a:pt x="2156" y="2482"/>
                      <a:pt x="2131" y="2482"/>
                    </a:cubicBezTo>
                    <a:cubicBezTo>
                      <a:pt x="2106" y="2482"/>
                      <a:pt x="2080" y="2482"/>
                      <a:pt x="2030" y="2457"/>
                    </a:cubicBezTo>
                    <a:lnTo>
                      <a:pt x="1980" y="2457"/>
                    </a:lnTo>
                    <a:cubicBezTo>
                      <a:pt x="1955" y="2431"/>
                      <a:pt x="1930" y="2431"/>
                      <a:pt x="1930" y="2431"/>
                    </a:cubicBezTo>
                    <a:cubicBezTo>
                      <a:pt x="1880" y="2431"/>
                      <a:pt x="1855" y="2406"/>
                      <a:pt x="1830" y="2406"/>
                    </a:cubicBezTo>
                    <a:lnTo>
                      <a:pt x="1805" y="2406"/>
                    </a:lnTo>
                    <a:cubicBezTo>
                      <a:pt x="1780" y="2406"/>
                      <a:pt x="1780" y="2381"/>
                      <a:pt x="1755" y="2381"/>
                    </a:cubicBezTo>
                    <a:cubicBezTo>
                      <a:pt x="1755" y="2381"/>
                      <a:pt x="1755" y="2356"/>
                      <a:pt x="1755" y="2356"/>
                    </a:cubicBezTo>
                    <a:cubicBezTo>
                      <a:pt x="1730" y="2231"/>
                      <a:pt x="1705" y="2106"/>
                      <a:pt x="1679" y="1980"/>
                    </a:cubicBezTo>
                    <a:cubicBezTo>
                      <a:pt x="1654" y="1930"/>
                      <a:pt x="1654" y="1905"/>
                      <a:pt x="1654" y="1855"/>
                    </a:cubicBezTo>
                    <a:close/>
                    <a:moveTo>
                      <a:pt x="1529" y="1805"/>
                    </a:moveTo>
                    <a:cubicBezTo>
                      <a:pt x="1554" y="1855"/>
                      <a:pt x="1554" y="1930"/>
                      <a:pt x="1579" y="1980"/>
                    </a:cubicBezTo>
                    <a:cubicBezTo>
                      <a:pt x="1604" y="2106"/>
                      <a:pt x="1629" y="2231"/>
                      <a:pt x="1654" y="2356"/>
                    </a:cubicBezTo>
                    <a:cubicBezTo>
                      <a:pt x="1629" y="2356"/>
                      <a:pt x="1629" y="2356"/>
                      <a:pt x="1604" y="2381"/>
                    </a:cubicBezTo>
                    <a:cubicBezTo>
                      <a:pt x="1604" y="2406"/>
                      <a:pt x="1579" y="2406"/>
                      <a:pt x="1554" y="2431"/>
                    </a:cubicBezTo>
                    <a:cubicBezTo>
                      <a:pt x="1554" y="2431"/>
                      <a:pt x="1554" y="2457"/>
                      <a:pt x="1529" y="2457"/>
                    </a:cubicBezTo>
                    <a:cubicBezTo>
                      <a:pt x="1529" y="2457"/>
                      <a:pt x="1529" y="2482"/>
                      <a:pt x="1504" y="2482"/>
                    </a:cubicBezTo>
                    <a:cubicBezTo>
                      <a:pt x="1504" y="2507"/>
                      <a:pt x="1479" y="2507"/>
                      <a:pt x="1454" y="2532"/>
                    </a:cubicBezTo>
                    <a:cubicBezTo>
                      <a:pt x="1454" y="2532"/>
                      <a:pt x="1429" y="2557"/>
                      <a:pt x="1404" y="2557"/>
                    </a:cubicBezTo>
                    <a:cubicBezTo>
                      <a:pt x="1379" y="2582"/>
                      <a:pt x="1379" y="2582"/>
                      <a:pt x="1354" y="2607"/>
                    </a:cubicBezTo>
                    <a:cubicBezTo>
                      <a:pt x="1329" y="2607"/>
                      <a:pt x="1329" y="2632"/>
                      <a:pt x="1304" y="2632"/>
                    </a:cubicBezTo>
                    <a:cubicBezTo>
                      <a:pt x="1304" y="2632"/>
                      <a:pt x="1304" y="2607"/>
                      <a:pt x="1304" y="2607"/>
                    </a:cubicBezTo>
                    <a:cubicBezTo>
                      <a:pt x="1304" y="2582"/>
                      <a:pt x="1278" y="2557"/>
                      <a:pt x="1278" y="2532"/>
                    </a:cubicBezTo>
                    <a:cubicBezTo>
                      <a:pt x="1278" y="2507"/>
                      <a:pt x="1278" y="2482"/>
                      <a:pt x="1253" y="2457"/>
                    </a:cubicBezTo>
                    <a:cubicBezTo>
                      <a:pt x="1253" y="2431"/>
                      <a:pt x="1253" y="2406"/>
                      <a:pt x="1228" y="2381"/>
                    </a:cubicBezTo>
                    <a:cubicBezTo>
                      <a:pt x="1228" y="2356"/>
                      <a:pt x="1228" y="2331"/>
                      <a:pt x="1203" y="2306"/>
                    </a:cubicBezTo>
                    <a:cubicBezTo>
                      <a:pt x="1203" y="2281"/>
                      <a:pt x="1203" y="2256"/>
                      <a:pt x="1178" y="2231"/>
                    </a:cubicBezTo>
                    <a:cubicBezTo>
                      <a:pt x="1178" y="2181"/>
                      <a:pt x="1153" y="2156"/>
                      <a:pt x="1153" y="2106"/>
                    </a:cubicBezTo>
                    <a:lnTo>
                      <a:pt x="1178" y="2081"/>
                    </a:lnTo>
                    <a:cubicBezTo>
                      <a:pt x="1228" y="2056"/>
                      <a:pt x="1278" y="2005"/>
                      <a:pt x="1329" y="1955"/>
                    </a:cubicBezTo>
                    <a:cubicBezTo>
                      <a:pt x="1354" y="1930"/>
                      <a:pt x="1404" y="1880"/>
                      <a:pt x="1454" y="1855"/>
                    </a:cubicBezTo>
                    <a:cubicBezTo>
                      <a:pt x="1479" y="1830"/>
                      <a:pt x="1479" y="1830"/>
                      <a:pt x="1504" y="1805"/>
                    </a:cubicBezTo>
                    <a:close/>
                    <a:moveTo>
                      <a:pt x="1629" y="0"/>
                    </a:moveTo>
                    <a:cubicBezTo>
                      <a:pt x="1604" y="25"/>
                      <a:pt x="1604" y="25"/>
                      <a:pt x="1604" y="51"/>
                    </a:cubicBezTo>
                    <a:cubicBezTo>
                      <a:pt x="1529" y="176"/>
                      <a:pt x="1479" y="301"/>
                      <a:pt x="1429" y="426"/>
                    </a:cubicBezTo>
                    <a:cubicBezTo>
                      <a:pt x="1404" y="477"/>
                      <a:pt x="1379" y="527"/>
                      <a:pt x="1379" y="552"/>
                    </a:cubicBezTo>
                    <a:cubicBezTo>
                      <a:pt x="1354" y="527"/>
                      <a:pt x="1354" y="502"/>
                      <a:pt x="1354" y="477"/>
                    </a:cubicBezTo>
                    <a:cubicBezTo>
                      <a:pt x="1354" y="426"/>
                      <a:pt x="1329" y="351"/>
                      <a:pt x="1329" y="301"/>
                    </a:cubicBezTo>
                    <a:cubicBezTo>
                      <a:pt x="1304" y="226"/>
                      <a:pt x="1278" y="176"/>
                      <a:pt x="1278" y="101"/>
                    </a:cubicBezTo>
                    <a:cubicBezTo>
                      <a:pt x="1278" y="76"/>
                      <a:pt x="1253" y="76"/>
                      <a:pt x="1228" y="51"/>
                    </a:cubicBezTo>
                    <a:cubicBezTo>
                      <a:pt x="1203" y="51"/>
                      <a:pt x="1203" y="51"/>
                      <a:pt x="1203" y="76"/>
                    </a:cubicBezTo>
                    <a:cubicBezTo>
                      <a:pt x="1178" y="76"/>
                      <a:pt x="1153" y="101"/>
                      <a:pt x="1153" y="126"/>
                    </a:cubicBezTo>
                    <a:cubicBezTo>
                      <a:pt x="1178" y="201"/>
                      <a:pt x="1178" y="251"/>
                      <a:pt x="1203" y="326"/>
                    </a:cubicBezTo>
                    <a:cubicBezTo>
                      <a:pt x="1203" y="376"/>
                      <a:pt x="1228" y="426"/>
                      <a:pt x="1228" y="477"/>
                    </a:cubicBezTo>
                    <a:cubicBezTo>
                      <a:pt x="1253" y="527"/>
                      <a:pt x="1253" y="552"/>
                      <a:pt x="1253" y="577"/>
                    </a:cubicBezTo>
                    <a:cubicBezTo>
                      <a:pt x="1228" y="552"/>
                      <a:pt x="1178" y="527"/>
                      <a:pt x="1153" y="527"/>
                    </a:cubicBezTo>
                    <a:cubicBezTo>
                      <a:pt x="1103" y="502"/>
                      <a:pt x="1078" y="477"/>
                      <a:pt x="1028" y="452"/>
                    </a:cubicBezTo>
                    <a:cubicBezTo>
                      <a:pt x="978" y="426"/>
                      <a:pt x="928" y="401"/>
                      <a:pt x="903" y="376"/>
                    </a:cubicBezTo>
                    <a:lnTo>
                      <a:pt x="852" y="376"/>
                    </a:lnTo>
                    <a:cubicBezTo>
                      <a:pt x="827" y="376"/>
                      <a:pt x="827" y="376"/>
                      <a:pt x="802" y="401"/>
                    </a:cubicBezTo>
                    <a:cubicBezTo>
                      <a:pt x="777" y="426"/>
                      <a:pt x="802" y="477"/>
                      <a:pt x="827" y="477"/>
                    </a:cubicBezTo>
                    <a:cubicBezTo>
                      <a:pt x="877" y="527"/>
                      <a:pt x="903" y="552"/>
                      <a:pt x="953" y="577"/>
                    </a:cubicBezTo>
                    <a:cubicBezTo>
                      <a:pt x="1003" y="602"/>
                      <a:pt x="1028" y="627"/>
                      <a:pt x="1078" y="627"/>
                    </a:cubicBezTo>
                    <a:cubicBezTo>
                      <a:pt x="1103" y="652"/>
                      <a:pt x="1153" y="677"/>
                      <a:pt x="1178" y="702"/>
                    </a:cubicBezTo>
                    <a:cubicBezTo>
                      <a:pt x="1228" y="702"/>
                      <a:pt x="1253" y="727"/>
                      <a:pt x="1278" y="752"/>
                    </a:cubicBezTo>
                    <a:cubicBezTo>
                      <a:pt x="1278" y="777"/>
                      <a:pt x="1304" y="802"/>
                      <a:pt x="1304" y="853"/>
                    </a:cubicBezTo>
                    <a:cubicBezTo>
                      <a:pt x="1304" y="903"/>
                      <a:pt x="1329" y="978"/>
                      <a:pt x="1329" y="1028"/>
                    </a:cubicBezTo>
                    <a:cubicBezTo>
                      <a:pt x="1329" y="1028"/>
                      <a:pt x="1354" y="1053"/>
                      <a:pt x="1354" y="1053"/>
                    </a:cubicBezTo>
                    <a:cubicBezTo>
                      <a:pt x="1278" y="1028"/>
                      <a:pt x="1228" y="1028"/>
                      <a:pt x="1153" y="1003"/>
                    </a:cubicBezTo>
                    <a:cubicBezTo>
                      <a:pt x="1128" y="1003"/>
                      <a:pt x="1103" y="978"/>
                      <a:pt x="1078" y="978"/>
                    </a:cubicBezTo>
                    <a:cubicBezTo>
                      <a:pt x="1053" y="978"/>
                      <a:pt x="1028" y="953"/>
                      <a:pt x="978" y="953"/>
                    </a:cubicBezTo>
                    <a:cubicBezTo>
                      <a:pt x="928" y="953"/>
                      <a:pt x="903" y="928"/>
                      <a:pt x="852" y="928"/>
                    </a:cubicBezTo>
                    <a:cubicBezTo>
                      <a:pt x="827" y="903"/>
                      <a:pt x="827" y="903"/>
                      <a:pt x="802" y="903"/>
                    </a:cubicBezTo>
                    <a:cubicBezTo>
                      <a:pt x="777" y="903"/>
                      <a:pt x="752" y="953"/>
                      <a:pt x="752" y="978"/>
                    </a:cubicBezTo>
                    <a:cubicBezTo>
                      <a:pt x="752" y="1003"/>
                      <a:pt x="752" y="1028"/>
                      <a:pt x="777" y="1028"/>
                    </a:cubicBezTo>
                    <a:cubicBezTo>
                      <a:pt x="777" y="1053"/>
                      <a:pt x="777" y="1078"/>
                      <a:pt x="802" y="1103"/>
                    </a:cubicBezTo>
                    <a:cubicBezTo>
                      <a:pt x="827" y="1153"/>
                      <a:pt x="852" y="1203"/>
                      <a:pt x="877" y="1254"/>
                    </a:cubicBezTo>
                    <a:cubicBezTo>
                      <a:pt x="903" y="1329"/>
                      <a:pt x="928" y="1379"/>
                      <a:pt x="953" y="1429"/>
                    </a:cubicBezTo>
                    <a:cubicBezTo>
                      <a:pt x="978" y="1454"/>
                      <a:pt x="978" y="1479"/>
                      <a:pt x="1003" y="1479"/>
                    </a:cubicBezTo>
                    <a:cubicBezTo>
                      <a:pt x="953" y="1479"/>
                      <a:pt x="903" y="1454"/>
                      <a:pt x="852" y="1429"/>
                    </a:cubicBezTo>
                    <a:cubicBezTo>
                      <a:pt x="777" y="1429"/>
                      <a:pt x="727" y="1404"/>
                      <a:pt x="652" y="1379"/>
                    </a:cubicBezTo>
                    <a:cubicBezTo>
                      <a:pt x="652" y="1379"/>
                      <a:pt x="652" y="1354"/>
                      <a:pt x="652" y="1354"/>
                    </a:cubicBezTo>
                    <a:lnTo>
                      <a:pt x="627" y="1354"/>
                    </a:lnTo>
                    <a:cubicBezTo>
                      <a:pt x="602" y="1304"/>
                      <a:pt x="577" y="1228"/>
                      <a:pt x="527" y="1178"/>
                    </a:cubicBezTo>
                    <a:cubicBezTo>
                      <a:pt x="527" y="1153"/>
                      <a:pt x="502" y="1128"/>
                      <a:pt x="476" y="1103"/>
                    </a:cubicBezTo>
                    <a:cubicBezTo>
                      <a:pt x="451" y="1053"/>
                      <a:pt x="426" y="1003"/>
                      <a:pt x="401" y="978"/>
                    </a:cubicBezTo>
                    <a:cubicBezTo>
                      <a:pt x="401" y="953"/>
                      <a:pt x="376" y="928"/>
                      <a:pt x="351" y="928"/>
                    </a:cubicBezTo>
                    <a:cubicBezTo>
                      <a:pt x="351" y="928"/>
                      <a:pt x="351" y="928"/>
                      <a:pt x="326" y="953"/>
                    </a:cubicBezTo>
                    <a:cubicBezTo>
                      <a:pt x="326" y="953"/>
                      <a:pt x="301" y="953"/>
                      <a:pt x="301" y="978"/>
                    </a:cubicBezTo>
                    <a:cubicBezTo>
                      <a:pt x="301" y="1003"/>
                      <a:pt x="301" y="1003"/>
                      <a:pt x="301" y="1028"/>
                    </a:cubicBezTo>
                    <a:cubicBezTo>
                      <a:pt x="351" y="1103"/>
                      <a:pt x="376" y="1178"/>
                      <a:pt x="401" y="1254"/>
                    </a:cubicBezTo>
                    <a:cubicBezTo>
                      <a:pt x="426" y="1279"/>
                      <a:pt x="426" y="1279"/>
                      <a:pt x="451" y="1304"/>
                    </a:cubicBezTo>
                    <a:cubicBezTo>
                      <a:pt x="401" y="1304"/>
                      <a:pt x="376" y="1279"/>
                      <a:pt x="326" y="1279"/>
                    </a:cubicBezTo>
                    <a:cubicBezTo>
                      <a:pt x="276" y="1254"/>
                      <a:pt x="201" y="1228"/>
                      <a:pt x="151" y="1203"/>
                    </a:cubicBezTo>
                    <a:cubicBezTo>
                      <a:pt x="126" y="1203"/>
                      <a:pt x="101" y="1178"/>
                      <a:pt x="75" y="1178"/>
                    </a:cubicBezTo>
                    <a:lnTo>
                      <a:pt x="0" y="1178"/>
                    </a:lnTo>
                    <a:cubicBezTo>
                      <a:pt x="0" y="1203"/>
                      <a:pt x="0" y="1254"/>
                      <a:pt x="25" y="1254"/>
                    </a:cubicBezTo>
                    <a:cubicBezTo>
                      <a:pt x="75" y="1279"/>
                      <a:pt x="101" y="1304"/>
                      <a:pt x="151" y="1329"/>
                    </a:cubicBezTo>
                    <a:cubicBezTo>
                      <a:pt x="176" y="1329"/>
                      <a:pt x="201" y="1354"/>
                      <a:pt x="226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51" y="1404"/>
                      <a:pt x="401" y="1404"/>
                      <a:pt x="426" y="1429"/>
                    </a:cubicBezTo>
                    <a:cubicBezTo>
                      <a:pt x="401" y="1429"/>
                      <a:pt x="376" y="1454"/>
                      <a:pt x="376" y="1454"/>
                    </a:cubicBezTo>
                    <a:cubicBezTo>
                      <a:pt x="301" y="1504"/>
                      <a:pt x="251" y="1554"/>
                      <a:pt x="176" y="1604"/>
                    </a:cubicBezTo>
                    <a:cubicBezTo>
                      <a:pt x="151" y="1629"/>
                      <a:pt x="151" y="1655"/>
                      <a:pt x="176" y="1705"/>
                    </a:cubicBezTo>
                    <a:cubicBezTo>
                      <a:pt x="176" y="1705"/>
                      <a:pt x="201" y="1730"/>
                      <a:pt x="201" y="1730"/>
                    </a:cubicBezTo>
                    <a:lnTo>
                      <a:pt x="276" y="1730"/>
                    </a:lnTo>
                    <a:cubicBezTo>
                      <a:pt x="351" y="1680"/>
                      <a:pt x="426" y="1604"/>
                      <a:pt x="502" y="1554"/>
                    </a:cubicBezTo>
                    <a:cubicBezTo>
                      <a:pt x="527" y="1529"/>
                      <a:pt x="552" y="1504"/>
                      <a:pt x="602" y="1479"/>
                    </a:cubicBezTo>
                    <a:cubicBezTo>
                      <a:pt x="627" y="1479"/>
                      <a:pt x="652" y="1504"/>
                      <a:pt x="677" y="1504"/>
                    </a:cubicBezTo>
                    <a:cubicBezTo>
                      <a:pt x="727" y="1529"/>
                      <a:pt x="802" y="1554"/>
                      <a:pt x="852" y="1554"/>
                    </a:cubicBezTo>
                    <a:cubicBezTo>
                      <a:pt x="877" y="1579"/>
                      <a:pt x="903" y="1579"/>
                      <a:pt x="953" y="1604"/>
                    </a:cubicBezTo>
                    <a:cubicBezTo>
                      <a:pt x="928" y="1604"/>
                      <a:pt x="903" y="1629"/>
                      <a:pt x="877" y="1655"/>
                    </a:cubicBezTo>
                    <a:cubicBezTo>
                      <a:pt x="852" y="1680"/>
                      <a:pt x="827" y="1680"/>
                      <a:pt x="802" y="1705"/>
                    </a:cubicBezTo>
                    <a:cubicBezTo>
                      <a:pt x="777" y="1730"/>
                      <a:pt x="752" y="1755"/>
                      <a:pt x="727" y="1755"/>
                    </a:cubicBezTo>
                    <a:cubicBezTo>
                      <a:pt x="677" y="1805"/>
                      <a:pt x="602" y="1855"/>
                      <a:pt x="552" y="1905"/>
                    </a:cubicBezTo>
                    <a:cubicBezTo>
                      <a:pt x="527" y="1905"/>
                      <a:pt x="527" y="1930"/>
                      <a:pt x="527" y="1930"/>
                    </a:cubicBezTo>
                    <a:cubicBezTo>
                      <a:pt x="502" y="1955"/>
                      <a:pt x="527" y="1980"/>
                      <a:pt x="552" y="1980"/>
                    </a:cubicBezTo>
                    <a:cubicBezTo>
                      <a:pt x="552" y="1980"/>
                      <a:pt x="577" y="2005"/>
                      <a:pt x="602" y="2005"/>
                    </a:cubicBezTo>
                    <a:lnTo>
                      <a:pt x="652" y="2005"/>
                    </a:lnTo>
                    <a:cubicBezTo>
                      <a:pt x="702" y="2030"/>
                      <a:pt x="752" y="2030"/>
                      <a:pt x="827" y="2056"/>
                    </a:cubicBezTo>
                    <a:cubicBezTo>
                      <a:pt x="877" y="2081"/>
                      <a:pt x="928" y="2081"/>
                      <a:pt x="978" y="2106"/>
                    </a:cubicBezTo>
                    <a:lnTo>
                      <a:pt x="1003" y="2106"/>
                    </a:lnTo>
                    <a:cubicBezTo>
                      <a:pt x="1003" y="2131"/>
                      <a:pt x="978" y="2131"/>
                      <a:pt x="978" y="2131"/>
                    </a:cubicBezTo>
                    <a:cubicBezTo>
                      <a:pt x="928" y="2181"/>
                      <a:pt x="877" y="2231"/>
                      <a:pt x="827" y="2281"/>
                    </a:cubicBezTo>
                    <a:cubicBezTo>
                      <a:pt x="827" y="2306"/>
                      <a:pt x="802" y="2306"/>
                      <a:pt x="777" y="2331"/>
                    </a:cubicBezTo>
                    <a:lnTo>
                      <a:pt x="752" y="2331"/>
                    </a:lnTo>
                    <a:cubicBezTo>
                      <a:pt x="677" y="2306"/>
                      <a:pt x="627" y="2306"/>
                      <a:pt x="552" y="2281"/>
                    </a:cubicBezTo>
                    <a:cubicBezTo>
                      <a:pt x="476" y="2281"/>
                      <a:pt x="401" y="2256"/>
                      <a:pt x="351" y="2256"/>
                    </a:cubicBezTo>
                    <a:cubicBezTo>
                      <a:pt x="326" y="2256"/>
                      <a:pt x="301" y="2256"/>
                      <a:pt x="276" y="2231"/>
                    </a:cubicBezTo>
                    <a:lnTo>
                      <a:pt x="251" y="2231"/>
                    </a:lnTo>
                    <a:cubicBezTo>
                      <a:pt x="251" y="2231"/>
                      <a:pt x="226" y="2231"/>
                      <a:pt x="226" y="2256"/>
                    </a:cubicBezTo>
                    <a:cubicBezTo>
                      <a:pt x="201" y="2256"/>
                      <a:pt x="176" y="2281"/>
                      <a:pt x="176" y="2281"/>
                    </a:cubicBezTo>
                    <a:cubicBezTo>
                      <a:pt x="176" y="2331"/>
                      <a:pt x="201" y="2356"/>
                      <a:pt x="226" y="2381"/>
                    </a:cubicBezTo>
                    <a:cubicBezTo>
                      <a:pt x="276" y="2406"/>
                      <a:pt x="326" y="2406"/>
                      <a:pt x="376" y="2431"/>
                    </a:cubicBezTo>
                    <a:lnTo>
                      <a:pt x="502" y="2431"/>
                    </a:lnTo>
                    <a:cubicBezTo>
                      <a:pt x="552" y="2457"/>
                      <a:pt x="602" y="2457"/>
                      <a:pt x="627" y="2457"/>
                    </a:cubicBezTo>
                    <a:cubicBezTo>
                      <a:pt x="602" y="2482"/>
                      <a:pt x="577" y="2507"/>
                      <a:pt x="552" y="2532"/>
                    </a:cubicBezTo>
                    <a:cubicBezTo>
                      <a:pt x="527" y="2582"/>
                      <a:pt x="476" y="2607"/>
                      <a:pt x="426" y="2657"/>
                    </a:cubicBezTo>
                    <a:cubicBezTo>
                      <a:pt x="376" y="2682"/>
                      <a:pt x="351" y="2732"/>
                      <a:pt x="301" y="2757"/>
                    </a:cubicBezTo>
                    <a:cubicBezTo>
                      <a:pt x="301" y="2782"/>
                      <a:pt x="301" y="2807"/>
                      <a:pt x="301" y="2807"/>
                    </a:cubicBezTo>
                    <a:cubicBezTo>
                      <a:pt x="314" y="2820"/>
                      <a:pt x="320" y="2826"/>
                      <a:pt x="326" y="2826"/>
                    </a:cubicBezTo>
                    <a:cubicBezTo>
                      <a:pt x="332" y="2826"/>
                      <a:pt x="339" y="2820"/>
                      <a:pt x="351" y="2807"/>
                    </a:cubicBezTo>
                    <a:cubicBezTo>
                      <a:pt x="401" y="2782"/>
                      <a:pt x="426" y="2732"/>
                      <a:pt x="476" y="2707"/>
                    </a:cubicBezTo>
                    <a:cubicBezTo>
                      <a:pt x="527" y="2657"/>
                      <a:pt x="552" y="2632"/>
                      <a:pt x="602" y="2582"/>
                    </a:cubicBezTo>
                    <a:cubicBezTo>
                      <a:pt x="627" y="2557"/>
                      <a:pt x="652" y="2532"/>
                      <a:pt x="702" y="2507"/>
                    </a:cubicBezTo>
                    <a:cubicBezTo>
                      <a:pt x="702" y="2557"/>
                      <a:pt x="702" y="2607"/>
                      <a:pt x="702" y="2657"/>
                    </a:cubicBezTo>
                    <a:cubicBezTo>
                      <a:pt x="677" y="2757"/>
                      <a:pt x="677" y="2858"/>
                      <a:pt x="677" y="2958"/>
                    </a:cubicBezTo>
                    <a:cubicBezTo>
                      <a:pt x="677" y="2983"/>
                      <a:pt x="702" y="3008"/>
                      <a:pt x="727" y="3008"/>
                    </a:cubicBezTo>
                    <a:cubicBezTo>
                      <a:pt x="752" y="3008"/>
                      <a:pt x="777" y="2983"/>
                      <a:pt x="777" y="2958"/>
                    </a:cubicBezTo>
                    <a:cubicBezTo>
                      <a:pt x="777" y="2782"/>
                      <a:pt x="777" y="2632"/>
                      <a:pt x="777" y="2457"/>
                    </a:cubicBezTo>
                    <a:cubicBezTo>
                      <a:pt x="802" y="2457"/>
                      <a:pt x="802" y="2431"/>
                      <a:pt x="802" y="2431"/>
                    </a:cubicBezTo>
                    <a:cubicBezTo>
                      <a:pt x="802" y="2431"/>
                      <a:pt x="802" y="2406"/>
                      <a:pt x="802" y="2406"/>
                    </a:cubicBezTo>
                    <a:cubicBezTo>
                      <a:pt x="827" y="2381"/>
                      <a:pt x="852" y="2356"/>
                      <a:pt x="903" y="2331"/>
                    </a:cubicBezTo>
                    <a:cubicBezTo>
                      <a:pt x="928" y="2281"/>
                      <a:pt x="978" y="2256"/>
                      <a:pt x="1028" y="2206"/>
                    </a:cubicBezTo>
                    <a:cubicBezTo>
                      <a:pt x="1053" y="2231"/>
                      <a:pt x="1053" y="2256"/>
                      <a:pt x="1078" y="2281"/>
                    </a:cubicBezTo>
                    <a:cubicBezTo>
                      <a:pt x="1078" y="2281"/>
                      <a:pt x="1078" y="2306"/>
                      <a:pt x="1103" y="2331"/>
                    </a:cubicBezTo>
                    <a:cubicBezTo>
                      <a:pt x="1103" y="2356"/>
                      <a:pt x="1128" y="2381"/>
                      <a:pt x="1128" y="2406"/>
                    </a:cubicBezTo>
                    <a:cubicBezTo>
                      <a:pt x="1153" y="2431"/>
                      <a:pt x="1153" y="2457"/>
                      <a:pt x="1153" y="2482"/>
                    </a:cubicBezTo>
                    <a:cubicBezTo>
                      <a:pt x="1178" y="2507"/>
                      <a:pt x="1178" y="2532"/>
                      <a:pt x="1203" y="2557"/>
                    </a:cubicBezTo>
                    <a:cubicBezTo>
                      <a:pt x="1203" y="2582"/>
                      <a:pt x="1203" y="2607"/>
                      <a:pt x="1228" y="2632"/>
                    </a:cubicBezTo>
                    <a:cubicBezTo>
                      <a:pt x="1228" y="2657"/>
                      <a:pt x="1228" y="2657"/>
                      <a:pt x="1253" y="2682"/>
                    </a:cubicBezTo>
                    <a:cubicBezTo>
                      <a:pt x="1253" y="2707"/>
                      <a:pt x="1253" y="2707"/>
                      <a:pt x="1253" y="2732"/>
                    </a:cubicBezTo>
                    <a:lnTo>
                      <a:pt x="1304" y="2732"/>
                    </a:lnTo>
                    <a:cubicBezTo>
                      <a:pt x="1329" y="2707"/>
                      <a:pt x="1329" y="2707"/>
                      <a:pt x="1354" y="2682"/>
                    </a:cubicBezTo>
                    <a:cubicBezTo>
                      <a:pt x="1354" y="2682"/>
                      <a:pt x="1379" y="2657"/>
                      <a:pt x="1404" y="2657"/>
                    </a:cubicBezTo>
                    <a:cubicBezTo>
                      <a:pt x="1404" y="2632"/>
                      <a:pt x="1429" y="2632"/>
                      <a:pt x="1454" y="2607"/>
                    </a:cubicBezTo>
                    <a:cubicBezTo>
                      <a:pt x="1454" y="2607"/>
                      <a:pt x="1479" y="2582"/>
                      <a:pt x="1504" y="2582"/>
                    </a:cubicBezTo>
                    <a:cubicBezTo>
                      <a:pt x="1529" y="2557"/>
                      <a:pt x="1529" y="2532"/>
                      <a:pt x="1554" y="2532"/>
                    </a:cubicBezTo>
                    <a:cubicBezTo>
                      <a:pt x="1579" y="2507"/>
                      <a:pt x="1579" y="2507"/>
                      <a:pt x="1604" y="2482"/>
                    </a:cubicBezTo>
                    <a:cubicBezTo>
                      <a:pt x="1629" y="2457"/>
                      <a:pt x="1654" y="2457"/>
                      <a:pt x="1654" y="2431"/>
                    </a:cubicBezTo>
                    <a:cubicBezTo>
                      <a:pt x="1679" y="2482"/>
                      <a:pt x="1679" y="2507"/>
                      <a:pt x="1679" y="2532"/>
                    </a:cubicBezTo>
                    <a:cubicBezTo>
                      <a:pt x="1705" y="2607"/>
                      <a:pt x="1730" y="2682"/>
                      <a:pt x="1730" y="2732"/>
                    </a:cubicBezTo>
                    <a:cubicBezTo>
                      <a:pt x="1730" y="2757"/>
                      <a:pt x="1730" y="2757"/>
                      <a:pt x="1730" y="2757"/>
                    </a:cubicBezTo>
                    <a:cubicBezTo>
                      <a:pt x="1730" y="2757"/>
                      <a:pt x="1730" y="2757"/>
                      <a:pt x="1730" y="2782"/>
                    </a:cubicBezTo>
                    <a:cubicBezTo>
                      <a:pt x="1705" y="2807"/>
                      <a:pt x="1705" y="2832"/>
                      <a:pt x="1679" y="2858"/>
                    </a:cubicBezTo>
                    <a:cubicBezTo>
                      <a:pt x="1654" y="2908"/>
                      <a:pt x="1629" y="2933"/>
                      <a:pt x="1629" y="2983"/>
                    </a:cubicBezTo>
                    <a:cubicBezTo>
                      <a:pt x="1604" y="3008"/>
                      <a:pt x="1579" y="3058"/>
                      <a:pt x="1554" y="3083"/>
                    </a:cubicBezTo>
                    <a:cubicBezTo>
                      <a:pt x="1529" y="3133"/>
                      <a:pt x="1504" y="3183"/>
                      <a:pt x="1504" y="3208"/>
                    </a:cubicBezTo>
                    <a:cubicBezTo>
                      <a:pt x="1479" y="3234"/>
                      <a:pt x="1479" y="3234"/>
                      <a:pt x="1479" y="3259"/>
                    </a:cubicBezTo>
                    <a:cubicBezTo>
                      <a:pt x="1479" y="3284"/>
                      <a:pt x="1504" y="3284"/>
                      <a:pt x="1504" y="3309"/>
                    </a:cubicBezTo>
                    <a:cubicBezTo>
                      <a:pt x="1554" y="3309"/>
                      <a:pt x="1579" y="3309"/>
                      <a:pt x="1604" y="3284"/>
                    </a:cubicBezTo>
                    <a:cubicBezTo>
                      <a:pt x="1629" y="3259"/>
                      <a:pt x="1654" y="3234"/>
                      <a:pt x="1654" y="3183"/>
                    </a:cubicBezTo>
                    <a:cubicBezTo>
                      <a:pt x="1679" y="3158"/>
                      <a:pt x="1705" y="3133"/>
                      <a:pt x="1705" y="3108"/>
                    </a:cubicBezTo>
                    <a:cubicBezTo>
                      <a:pt x="1730" y="3058"/>
                      <a:pt x="1755" y="3008"/>
                      <a:pt x="1780" y="2933"/>
                    </a:cubicBezTo>
                    <a:cubicBezTo>
                      <a:pt x="1805" y="3008"/>
                      <a:pt x="1805" y="3058"/>
                      <a:pt x="1830" y="3133"/>
                    </a:cubicBezTo>
                    <a:cubicBezTo>
                      <a:pt x="1830" y="3183"/>
                      <a:pt x="1855" y="3259"/>
                      <a:pt x="1855" y="3334"/>
                    </a:cubicBezTo>
                    <a:cubicBezTo>
                      <a:pt x="1880" y="3359"/>
                      <a:pt x="1880" y="3384"/>
                      <a:pt x="1880" y="3409"/>
                    </a:cubicBezTo>
                    <a:cubicBezTo>
                      <a:pt x="1880" y="3434"/>
                      <a:pt x="1905" y="3459"/>
                      <a:pt x="1905" y="3484"/>
                    </a:cubicBezTo>
                    <a:cubicBezTo>
                      <a:pt x="1905" y="3509"/>
                      <a:pt x="1930" y="3534"/>
                      <a:pt x="1955" y="3534"/>
                    </a:cubicBezTo>
                    <a:cubicBezTo>
                      <a:pt x="1980" y="3534"/>
                      <a:pt x="2005" y="3509"/>
                      <a:pt x="2005" y="3484"/>
                    </a:cubicBezTo>
                    <a:cubicBezTo>
                      <a:pt x="1980" y="3434"/>
                      <a:pt x="1980" y="3359"/>
                      <a:pt x="1980" y="3309"/>
                    </a:cubicBezTo>
                    <a:cubicBezTo>
                      <a:pt x="1955" y="3234"/>
                      <a:pt x="1955" y="3183"/>
                      <a:pt x="1930" y="3108"/>
                    </a:cubicBezTo>
                    <a:cubicBezTo>
                      <a:pt x="1930" y="3033"/>
                      <a:pt x="1905" y="2958"/>
                      <a:pt x="1880" y="2883"/>
                    </a:cubicBezTo>
                    <a:lnTo>
                      <a:pt x="1880" y="2883"/>
                    </a:lnTo>
                    <a:cubicBezTo>
                      <a:pt x="1930" y="2933"/>
                      <a:pt x="2005" y="2958"/>
                      <a:pt x="2055" y="2983"/>
                    </a:cubicBezTo>
                    <a:cubicBezTo>
                      <a:pt x="2131" y="3033"/>
                      <a:pt x="2206" y="3083"/>
                      <a:pt x="2306" y="3133"/>
                    </a:cubicBezTo>
                    <a:cubicBezTo>
                      <a:pt x="2313" y="3141"/>
                      <a:pt x="2321" y="3144"/>
                      <a:pt x="2328" y="3144"/>
                    </a:cubicBezTo>
                    <a:cubicBezTo>
                      <a:pt x="2346" y="3144"/>
                      <a:pt x="2364" y="3126"/>
                      <a:pt x="2381" y="3108"/>
                    </a:cubicBezTo>
                    <a:cubicBezTo>
                      <a:pt x="2381" y="3083"/>
                      <a:pt x="2381" y="3058"/>
                      <a:pt x="2356" y="3033"/>
                    </a:cubicBezTo>
                    <a:cubicBezTo>
                      <a:pt x="2281" y="2983"/>
                      <a:pt x="2181" y="2933"/>
                      <a:pt x="2080" y="2883"/>
                    </a:cubicBezTo>
                    <a:cubicBezTo>
                      <a:pt x="2005" y="2832"/>
                      <a:pt x="1930" y="2782"/>
                      <a:pt x="1855" y="2732"/>
                    </a:cubicBezTo>
                    <a:cubicBezTo>
                      <a:pt x="1830" y="2632"/>
                      <a:pt x="1805" y="2557"/>
                      <a:pt x="1780" y="2457"/>
                    </a:cubicBezTo>
                    <a:lnTo>
                      <a:pt x="1780" y="2457"/>
                    </a:lnTo>
                    <a:cubicBezTo>
                      <a:pt x="1805" y="2482"/>
                      <a:pt x="1830" y="2482"/>
                      <a:pt x="1855" y="2482"/>
                    </a:cubicBezTo>
                    <a:cubicBezTo>
                      <a:pt x="1905" y="2507"/>
                      <a:pt x="1955" y="2507"/>
                      <a:pt x="2005" y="2532"/>
                    </a:cubicBezTo>
                    <a:cubicBezTo>
                      <a:pt x="2030" y="2532"/>
                      <a:pt x="2080" y="2532"/>
                      <a:pt x="2106" y="2557"/>
                    </a:cubicBezTo>
                    <a:cubicBezTo>
                      <a:pt x="2131" y="2557"/>
                      <a:pt x="2131" y="2557"/>
                      <a:pt x="2156" y="2582"/>
                    </a:cubicBezTo>
                    <a:lnTo>
                      <a:pt x="2231" y="2582"/>
                    </a:lnTo>
                    <a:cubicBezTo>
                      <a:pt x="2256" y="2607"/>
                      <a:pt x="2281" y="2607"/>
                      <a:pt x="2331" y="2607"/>
                    </a:cubicBezTo>
                    <a:cubicBezTo>
                      <a:pt x="2356" y="2607"/>
                      <a:pt x="2356" y="2582"/>
                      <a:pt x="2356" y="2557"/>
                    </a:cubicBezTo>
                    <a:cubicBezTo>
                      <a:pt x="2356" y="2557"/>
                      <a:pt x="2356" y="2532"/>
                      <a:pt x="2356" y="2532"/>
                    </a:cubicBezTo>
                    <a:cubicBezTo>
                      <a:pt x="2331" y="2431"/>
                      <a:pt x="2306" y="2331"/>
                      <a:pt x="2281" y="2206"/>
                    </a:cubicBezTo>
                    <a:cubicBezTo>
                      <a:pt x="2281" y="2181"/>
                      <a:pt x="2281" y="2131"/>
                      <a:pt x="2256" y="2081"/>
                    </a:cubicBezTo>
                    <a:lnTo>
                      <a:pt x="2256" y="2056"/>
                    </a:lnTo>
                    <a:cubicBezTo>
                      <a:pt x="2331" y="2081"/>
                      <a:pt x="2431" y="2106"/>
                      <a:pt x="2507" y="2131"/>
                    </a:cubicBezTo>
                    <a:cubicBezTo>
                      <a:pt x="2557" y="2156"/>
                      <a:pt x="2582" y="2156"/>
                      <a:pt x="2607" y="2156"/>
                    </a:cubicBezTo>
                    <a:cubicBezTo>
                      <a:pt x="2607" y="2181"/>
                      <a:pt x="2632" y="2181"/>
                      <a:pt x="2632" y="2181"/>
                    </a:cubicBezTo>
                    <a:cubicBezTo>
                      <a:pt x="2657" y="2256"/>
                      <a:pt x="2707" y="2356"/>
                      <a:pt x="2757" y="2431"/>
                    </a:cubicBezTo>
                    <a:cubicBezTo>
                      <a:pt x="2782" y="2482"/>
                      <a:pt x="2807" y="2507"/>
                      <a:pt x="2832" y="2557"/>
                    </a:cubicBezTo>
                    <a:cubicBezTo>
                      <a:pt x="2857" y="2607"/>
                      <a:pt x="2883" y="2632"/>
                      <a:pt x="2908" y="2682"/>
                    </a:cubicBezTo>
                    <a:cubicBezTo>
                      <a:pt x="2933" y="2707"/>
                      <a:pt x="2958" y="2707"/>
                      <a:pt x="2958" y="2707"/>
                    </a:cubicBezTo>
                    <a:cubicBezTo>
                      <a:pt x="2983" y="2707"/>
                      <a:pt x="2983" y="2682"/>
                      <a:pt x="2983" y="2657"/>
                    </a:cubicBezTo>
                    <a:cubicBezTo>
                      <a:pt x="2933" y="2582"/>
                      <a:pt x="2883" y="2482"/>
                      <a:pt x="2832" y="2406"/>
                    </a:cubicBezTo>
                    <a:cubicBezTo>
                      <a:pt x="2807" y="2331"/>
                      <a:pt x="2757" y="2256"/>
                      <a:pt x="2732" y="2206"/>
                    </a:cubicBezTo>
                    <a:cubicBezTo>
                      <a:pt x="2782" y="2206"/>
                      <a:pt x="2832" y="2231"/>
                      <a:pt x="2883" y="2256"/>
                    </a:cubicBezTo>
                    <a:cubicBezTo>
                      <a:pt x="2933" y="2281"/>
                      <a:pt x="3008" y="2281"/>
                      <a:pt x="3058" y="2306"/>
                    </a:cubicBezTo>
                    <a:cubicBezTo>
                      <a:pt x="3108" y="2331"/>
                      <a:pt x="3158" y="2331"/>
                      <a:pt x="3208" y="2356"/>
                    </a:cubicBezTo>
                    <a:cubicBezTo>
                      <a:pt x="3233" y="2356"/>
                      <a:pt x="3284" y="2356"/>
                      <a:pt x="3284" y="2331"/>
                    </a:cubicBezTo>
                    <a:cubicBezTo>
                      <a:pt x="3309" y="2281"/>
                      <a:pt x="3309" y="2231"/>
                      <a:pt x="3284" y="2231"/>
                    </a:cubicBezTo>
                    <a:cubicBezTo>
                      <a:pt x="3208" y="2181"/>
                      <a:pt x="3158" y="2181"/>
                      <a:pt x="3083" y="2156"/>
                    </a:cubicBezTo>
                    <a:cubicBezTo>
                      <a:pt x="3033" y="2131"/>
                      <a:pt x="2958" y="2106"/>
                      <a:pt x="2908" y="2081"/>
                    </a:cubicBezTo>
                    <a:lnTo>
                      <a:pt x="2857" y="2081"/>
                    </a:lnTo>
                    <a:cubicBezTo>
                      <a:pt x="2908" y="2056"/>
                      <a:pt x="2958" y="2030"/>
                      <a:pt x="3008" y="2030"/>
                    </a:cubicBezTo>
                    <a:cubicBezTo>
                      <a:pt x="3108" y="1980"/>
                      <a:pt x="3233" y="1930"/>
                      <a:pt x="3359" y="1880"/>
                    </a:cubicBezTo>
                    <a:cubicBezTo>
                      <a:pt x="3384" y="1880"/>
                      <a:pt x="3384" y="1830"/>
                      <a:pt x="3384" y="1805"/>
                    </a:cubicBezTo>
                    <a:cubicBezTo>
                      <a:pt x="3384" y="1780"/>
                      <a:pt x="3359" y="1755"/>
                      <a:pt x="3359" y="1755"/>
                    </a:cubicBezTo>
                    <a:lnTo>
                      <a:pt x="3284" y="1755"/>
                    </a:lnTo>
                    <a:cubicBezTo>
                      <a:pt x="3183" y="1780"/>
                      <a:pt x="3083" y="1830"/>
                      <a:pt x="2958" y="1855"/>
                    </a:cubicBezTo>
                    <a:cubicBezTo>
                      <a:pt x="2857" y="1905"/>
                      <a:pt x="2757" y="1930"/>
                      <a:pt x="2632" y="1980"/>
                    </a:cubicBezTo>
                    <a:cubicBezTo>
                      <a:pt x="2632" y="1980"/>
                      <a:pt x="2607" y="1980"/>
                      <a:pt x="2607" y="2005"/>
                    </a:cubicBezTo>
                    <a:cubicBezTo>
                      <a:pt x="2582" y="1980"/>
                      <a:pt x="2557" y="1980"/>
                      <a:pt x="2532" y="1955"/>
                    </a:cubicBezTo>
                    <a:cubicBezTo>
                      <a:pt x="2456" y="1930"/>
                      <a:pt x="2381" y="1930"/>
                      <a:pt x="2306" y="1905"/>
                    </a:cubicBezTo>
                    <a:cubicBezTo>
                      <a:pt x="2331" y="1880"/>
                      <a:pt x="2356" y="1880"/>
                      <a:pt x="2381" y="1855"/>
                    </a:cubicBezTo>
                    <a:cubicBezTo>
                      <a:pt x="2431" y="1830"/>
                      <a:pt x="2456" y="1805"/>
                      <a:pt x="2507" y="1780"/>
                    </a:cubicBezTo>
                    <a:cubicBezTo>
                      <a:pt x="2557" y="1780"/>
                      <a:pt x="2607" y="1755"/>
                      <a:pt x="2632" y="1730"/>
                    </a:cubicBezTo>
                    <a:cubicBezTo>
                      <a:pt x="2682" y="1705"/>
                      <a:pt x="2707" y="1680"/>
                      <a:pt x="2757" y="1655"/>
                    </a:cubicBezTo>
                    <a:cubicBezTo>
                      <a:pt x="2757" y="1629"/>
                      <a:pt x="2782" y="1629"/>
                      <a:pt x="2782" y="1604"/>
                    </a:cubicBezTo>
                    <a:cubicBezTo>
                      <a:pt x="2807" y="1604"/>
                      <a:pt x="2832" y="1554"/>
                      <a:pt x="2807" y="1529"/>
                    </a:cubicBezTo>
                    <a:cubicBezTo>
                      <a:pt x="2782" y="1504"/>
                      <a:pt x="2757" y="1504"/>
                      <a:pt x="2732" y="1479"/>
                    </a:cubicBezTo>
                    <a:cubicBezTo>
                      <a:pt x="2707" y="1454"/>
                      <a:pt x="2657" y="1454"/>
                      <a:pt x="2607" y="1429"/>
                    </a:cubicBezTo>
                    <a:cubicBezTo>
                      <a:pt x="2557" y="1429"/>
                      <a:pt x="2507" y="1404"/>
                      <a:pt x="2456" y="1379"/>
                    </a:cubicBezTo>
                    <a:cubicBezTo>
                      <a:pt x="2431" y="1379"/>
                      <a:pt x="2381" y="1354"/>
                      <a:pt x="2331" y="1329"/>
                    </a:cubicBezTo>
                    <a:lnTo>
                      <a:pt x="2356" y="1329"/>
                    </a:lnTo>
                    <a:cubicBezTo>
                      <a:pt x="2306" y="1304"/>
                      <a:pt x="2256" y="1304"/>
                      <a:pt x="2231" y="1279"/>
                    </a:cubicBezTo>
                    <a:cubicBezTo>
                      <a:pt x="2206" y="1279"/>
                      <a:pt x="2181" y="1254"/>
                      <a:pt x="2131" y="1254"/>
                    </a:cubicBezTo>
                    <a:cubicBezTo>
                      <a:pt x="2131" y="1254"/>
                      <a:pt x="2131" y="1254"/>
                      <a:pt x="2131" y="1228"/>
                    </a:cubicBezTo>
                    <a:cubicBezTo>
                      <a:pt x="2156" y="1228"/>
                      <a:pt x="2156" y="1228"/>
                      <a:pt x="2181" y="1203"/>
                    </a:cubicBezTo>
                    <a:cubicBezTo>
                      <a:pt x="2206" y="1178"/>
                      <a:pt x="2256" y="1128"/>
                      <a:pt x="2306" y="1103"/>
                    </a:cubicBezTo>
                    <a:cubicBezTo>
                      <a:pt x="2331" y="1078"/>
                      <a:pt x="2381" y="1053"/>
                      <a:pt x="2406" y="1028"/>
                    </a:cubicBezTo>
                    <a:cubicBezTo>
                      <a:pt x="2406" y="1028"/>
                      <a:pt x="2431" y="1053"/>
                      <a:pt x="2431" y="1053"/>
                    </a:cubicBezTo>
                    <a:cubicBezTo>
                      <a:pt x="2507" y="1078"/>
                      <a:pt x="2607" y="1103"/>
                      <a:pt x="2682" y="1103"/>
                    </a:cubicBezTo>
                    <a:cubicBezTo>
                      <a:pt x="2757" y="1128"/>
                      <a:pt x="2857" y="1153"/>
                      <a:pt x="2933" y="1178"/>
                    </a:cubicBezTo>
                    <a:cubicBezTo>
                      <a:pt x="2947" y="1186"/>
                      <a:pt x="2960" y="1189"/>
                      <a:pt x="2971" y="1189"/>
                    </a:cubicBezTo>
                    <a:cubicBezTo>
                      <a:pt x="2997" y="1189"/>
                      <a:pt x="3015" y="1171"/>
                      <a:pt x="3033" y="1153"/>
                    </a:cubicBezTo>
                    <a:cubicBezTo>
                      <a:pt x="3033" y="1103"/>
                      <a:pt x="3008" y="1078"/>
                      <a:pt x="2983" y="1053"/>
                    </a:cubicBezTo>
                    <a:cubicBezTo>
                      <a:pt x="2908" y="1028"/>
                      <a:pt x="2807" y="1003"/>
                      <a:pt x="2707" y="978"/>
                    </a:cubicBezTo>
                    <a:cubicBezTo>
                      <a:pt x="2657" y="953"/>
                      <a:pt x="2582" y="953"/>
                      <a:pt x="2532" y="928"/>
                    </a:cubicBezTo>
                    <a:cubicBezTo>
                      <a:pt x="2557" y="903"/>
                      <a:pt x="2582" y="878"/>
                      <a:pt x="2582" y="878"/>
                    </a:cubicBezTo>
                    <a:cubicBezTo>
                      <a:pt x="2607" y="853"/>
                      <a:pt x="2632" y="827"/>
                      <a:pt x="2657" y="802"/>
                    </a:cubicBezTo>
                    <a:cubicBezTo>
                      <a:pt x="2682" y="802"/>
                      <a:pt x="2707" y="777"/>
                      <a:pt x="2732" y="752"/>
                    </a:cubicBezTo>
                    <a:cubicBezTo>
                      <a:pt x="2782" y="727"/>
                      <a:pt x="2807" y="702"/>
                      <a:pt x="2857" y="652"/>
                    </a:cubicBezTo>
                    <a:cubicBezTo>
                      <a:pt x="2883" y="652"/>
                      <a:pt x="2883" y="602"/>
                      <a:pt x="2857" y="602"/>
                    </a:cubicBezTo>
                    <a:cubicBezTo>
                      <a:pt x="2857" y="577"/>
                      <a:pt x="2832" y="577"/>
                      <a:pt x="2832" y="577"/>
                    </a:cubicBezTo>
                    <a:cubicBezTo>
                      <a:pt x="2807" y="577"/>
                      <a:pt x="2807" y="577"/>
                      <a:pt x="2807" y="602"/>
                    </a:cubicBezTo>
                    <a:cubicBezTo>
                      <a:pt x="2757" y="627"/>
                      <a:pt x="2707" y="652"/>
                      <a:pt x="2682" y="702"/>
                    </a:cubicBezTo>
                    <a:cubicBezTo>
                      <a:pt x="2632" y="727"/>
                      <a:pt x="2582" y="777"/>
                      <a:pt x="2532" y="827"/>
                    </a:cubicBezTo>
                    <a:cubicBezTo>
                      <a:pt x="2532" y="827"/>
                      <a:pt x="2532" y="827"/>
                      <a:pt x="2507" y="853"/>
                    </a:cubicBezTo>
                    <a:cubicBezTo>
                      <a:pt x="2507" y="802"/>
                      <a:pt x="2507" y="752"/>
                      <a:pt x="2507" y="727"/>
                    </a:cubicBezTo>
                    <a:cubicBezTo>
                      <a:pt x="2507" y="627"/>
                      <a:pt x="2507" y="527"/>
                      <a:pt x="2507" y="452"/>
                    </a:cubicBezTo>
                    <a:cubicBezTo>
                      <a:pt x="2507" y="401"/>
                      <a:pt x="2481" y="376"/>
                      <a:pt x="2456" y="376"/>
                    </a:cubicBezTo>
                    <a:cubicBezTo>
                      <a:pt x="2406" y="376"/>
                      <a:pt x="2381" y="401"/>
                      <a:pt x="2381" y="426"/>
                    </a:cubicBezTo>
                    <a:cubicBezTo>
                      <a:pt x="2381" y="527"/>
                      <a:pt x="2381" y="627"/>
                      <a:pt x="2381" y="702"/>
                    </a:cubicBezTo>
                    <a:cubicBezTo>
                      <a:pt x="2381" y="777"/>
                      <a:pt x="2356" y="878"/>
                      <a:pt x="2356" y="953"/>
                    </a:cubicBezTo>
                    <a:cubicBezTo>
                      <a:pt x="2331" y="1003"/>
                      <a:pt x="2306" y="1028"/>
                      <a:pt x="2256" y="1053"/>
                    </a:cubicBezTo>
                    <a:cubicBezTo>
                      <a:pt x="2206" y="1078"/>
                      <a:pt x="2181" y="1128"/>
                      <a:pt x="2131" y="1153"/>
                    </a:cubicBezTo>
                    <a:cubicBezTo>
                      <a:pt x="2131" y="1153"/>
                      <a:pt x="2131" y="1153"/>
                      <a:pt x="2131" y="1128"/>
                    </a:cubicBezTo>
                    <a:cubicBezTo>
                      <a:pt x="2106" y="1078"/>
                      <a:pt x="2106" y="1028"/>
                      <a:pt x="2106" y="978"/>
                    </a:cubicBezTo>
                    <a:cubicBezTo>
                      <a:pt x="2080" y="928"/>
                      <a:pt x="2080" y="878"/>
                      <a:pt x="2055" y="827"/>
                    </a:cubicBezTo>
                    <a:cubicBezTo>
                      <a:pt x="2055" y="802"/>
                      <a:pt x="2055" y="777"/>
                      <a:pt x="2055" y="752"/>
                    </a:cubicBezTo>
                    <a:cubicBezTo>
                      <a:pt x="2055" y="727"/>
                      <a:pt x="2030" y="727"/>
                      <a:pt x="2030" y="702"/>
                    </a:cubicBezTo>
                    <a:cubicBezTo>
                      <a:pt x="2030" y="702"/>
                      <a:pt x="2030" y="677"/>
                      <a:pt x="2030" y="677"/>
                    </a:cubicBezTo>
                    <a:cubicBezTo>
                      <a:pt x="2030" y="652"/>
                      <a:pt x="2005" y="652"/>
                      <a:pt x="1980" y="652"/>
                    </a:cubicBezTo>
                    <a:lnTo>
                      <a:pt x="1955" y="652"/>
                    </a:lnTo>
                    <a:cubicBezTo>
                      <a:pt x="1930" y="677"/>
                      <a:pt x="1905" y="677"/>
                      <a:pt x="1880" y="702"/>
                    </a:cubicBezTo>
                    <a:cubicBezTo>
                      <a:pt x="1855" y="727"/>
                      <a:pt x="1830" y="752"/>
                      <a:pt x="1805" y="752"/>
                    </a:cubicBezTo>
                    <a:cubicBezTo>
                      <a:pt x="1780" y="777"/>
                      <a:pt x="1755" y="802"/>
                      <a:pt x="1730" y="827"/>
                    </a:cubicBezTo>
                    <a:cubicBezTo>
                      <a:pt x="1705" y="853"/>
                      <a:pt x="1679" y="878"/>
                      <a:pt x="1654" y="903"/>
                    </a:cubicBezTo>
                    <a:cubicBezTo>
                      <a:pt x="1629" y="928"/>
                      <a:pt x="1604" y="953"/>
                      <a:pt x="1604" y="953"/>
                    </a:cubicBezTo>
                    <a:cubicBezTo>
                      <a:pt x="1579" y="978"/>
                      <a:pt x="1554" y="1003"/>
                      <a:pt x="1554" y="1003"/>
                    </a:cubicBezTo>
                    <a:cubicBezTo>
                      <a:pt x="1504" y="1028"/>
                      <a:pt x="1479" y="1078"/>
                      <a:pt x="1454" y="1103"/>
                    </a:cubicBezTo>
                    <a:cubicBezTo>
                      <a:pt x="1454" y="1078"/>
                      <a:pt x="1454" y="1053"/>
                      <a:pt x="1454" y="1028"/>
                    </a:cubicBezTo>
                    <a:cubicBezTo>
                      <a:pt x="1429" y="978"/>
                      <a:pt x="1429" y="903"/>
                      <a:pt x="1404" y="853"/>
                    </a:cubicBezTo>
                    <a:cubicBezTo>
                      <a:pt x="1404" y="827"/>
                      <a:pt x="1404" y="802"/>
                      <a:pt x="1404" y="752"/>
                    </a:cubicBezTo>
                    <a:lnTo>
                      <a:pt x="1429" y="752"/>
                    </a:lnTo>
                    <a:cubicBezTo>
                      <a:pt x="1454" y="702"/>
                      <a:pt x="1479" y="652"/>
                      <a:pt x="1504" y="602"/>
                    </a:cubicBezTo>
                    <a:cubicBezTo>
                      <a:pt x="1529" y="527"/>
                      <a:pt x="1554" y="477"/>
                      <a:pt x="1579" y="426"/>
                    </a:cubicBezTo>
                    <a:cubicBezTo>
                      <a:pt x="1604" y="376"/>
                      <a:pt x="1604" y="301"/>
                      <a:pt x="1629" y="251"/>
                    </a:cubicBezTo>
                    <a:lnTo>
                      <a:pt x="1705" y="76"/>
                    </a:lnTo>
                    <a:cubicBezTo>
                      <a:pt x="1705" y="51"/>
                      <a:pt x="1679" y="0"/>
                      <a:pt x="16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6" name="Google Shape;5806;p50"/>
              <p:cNvSpPr/>
              <p:nvPr/>
            </p:nvSpPr>
            <p:spPr>
              <a:xfrm>
                <a:off x="4865450" y="1768825"/>
                <a:ext cx="84600" cy="88375"/>
              </a:xfrm>
              <a:custGeom>
                <a:rect b="b" l="l" r="r" t="t"/>
                <a:pathLst>
                  <a:path extrusionOk="0" fill="none" h="3535" w="3384">
                    <a:moveTo>
                      <a:pt x="2181" y="2081"/>
                    </a:moveTo>
                    <a:cubicBezTo>
                      <a:pt x="2181" y="2131"/>
                      <a:pt x="2181" y="2181"/>
                      <a:pt x="2206" y="2206"/>
                    </a:cubicBezTo>
                    <a:cubicBezTo>
                      <a:pt x="2206" y="2281"/>
                      <a:pt x="2231" y="2331"/>
                      <a:pt x="2256" y="2406"/>
                    </a:cubicBezTo>
                    <a:cubicBezTo>
                      <a:pt x="2256" y="2431"/>
                      <a:pt x="2256" y="2482"/>
                      <a:pt x="2281" y="2507"/>
                    </a:cubicBezTo>
                    <a:cubicBezTo>
                      <a:pt x="2256" y="2507"/>
                      <a:pt x="2256" y="2507"/>
                      <a:pt x="2231" y="2507"/>
                    </a:cubicBezTo>
                    <a:cubicBezTo>
                      <a:pt x="2206" y="2482"/>
                      <a:pt x="2156" y="2482"/>
                      <a:pt x="2131" y="2482"/>
                    </a:cubicBezTo>
                    <a:cubicBezTo>
                      <a:pt x="2106" y="2482"/>
                      <a:pt x="2080" y="2482"/>
                      <a:pt x="2030" y="2457"/>
                    </a:cubicBezTo>
                    <a:cubicBezTo>
                      <a:pt x="2005" y="2457"/>
                      <a:pt x="2005" y="2457"/>
                      <a:pt x="1980" y="2457"/>
                    </a:cubicBezTo>
                    <a:cubicBezTo>
                      <a:pt x="1955" y="2431"/>
                      <a:pt x="1930" y="2431"/>
                      <a:pt x="1930" y="2431"/>
                    </a:cubicBezTo>
                    <a:cubicBezTo>
                      <a:pt x="1880" y="2431"/>
                      <a:pt x="1855" y="2406"/>
                      <a:pt x="1830" y="2406"/>
                    </a:cubicBezTo>
                    <a:cubicBezTo>
                      <a:pt x="1830" y="2406"/>
                      <a:pt x="1805" y="2406"/>
                      <a:pt x="1805" y="2406"/>
                    </a:cubicBezTo>
                    <a:cubicBezTo>
                      <a:pt x="1780" y="2406"/>
                      <a:pt x="1780" y="2381"/>
                      <a:pt x="1755" y="2381"/>
                    </a:cubicBezTo>
                    <a:cubicBezTo>
                      <a:pt x="1755" y="2381"/>
                      <a:pt x="1755" y="2356"/>
                      <a:pt x="1755" y="2356"/>
                    </a:cubicBezTo>
                    <a:cubicBezTo>
                      <a:pt x="1730" y="2231"/>
                      <a:pt x="1705" y="2106"/>
                      <a:pt x="1679" y="1980"/>
                    </a:cubicBezTo>
                    <a:cubicBezTo>
                      <a:pt x="1654" y="1930"/>
                      <a:pt x="1654" y="1905"/>
                      <a:pt x="1654" y="1855"/>
                    </a:cubicBezTo>
                    <a:cubicBezTo>
                      <a:pt x="1805" y="1905"/>
                      <a:pt x="1980" y="1955"/>
                      <a:pt x="2131" y="2005"/>
                    </a:cubicBezTo>
                    <a:cubicBezTo>
                      <a:pt x="2156" y="2030"/>
                      <a:pt x="2156" y="2030"/>
                      <a:pt x="2156" y="2030"/>
                    </a:cubicBezTo>
                    <a:cubicBezTo>
                      <a:pt x="2156" y="2056"/>
                      <a:pt x="2156" y="2056"/>
                      <a:pt x="2181" y="2081"/>
                    </a:cubicBezTo>
                    <a:close/>
                    <a:moveTo>
                      <a:pt x="1554" y="2431"/>
                    </a:moveTo>
                    <a:cubicBezTo>
                      <a:pt x="1554" y="2431"/>
                      <a:pt x="1554" y="2457"/>
                      <a:pt x="1529" y="2457"/>
                    </a:cubicBezTo>
                    <a:cubicBezTo>
                      <a:pt x="1529" y="2457"/>
                      <a:pt x="1529" y="2482"/>
                      <a:pt x="1504" y="2482"/>
                    </a:cubicBezTo>
                    <a:cubicBezTo>
                      <a:pt x="1504" y="2507"/>
                      <a:pt x="1479" y="2507"/>
                      <a:pt x="1454" y="2532"/>
                    </a:cubicBezTo>
                    <a:cubicBezTo>
                      <a:pt x="1454" y="2532"/>
                      <a:pt x="1429" y="2557"/>
                      <a:pt x="1404" y="2557"/>
                    </a:cubicBezTo>
                    <a:cubicBezTo>
                      <a:pt x="1379" y="2582"/>
                      <a:pt x="1379" y="2582"/>
                      <a:pt x="1354" y="2607"/>
                    </a:cubicBezTo>
                    <a:cubicBezTo>
                      <a:pt x="1329" y="2607"/>
                      <a:pt x="1329" y="2632"/>
                      <a:pt x="1304" y="2632"/>
                    </a:cubicBezTo>
                    <a:cubicBezTo>
                      <a:pt x="1304" y="2632"/>
                      <a:pt x="1304" y="2607"/>
                      <a:pt x="1304" y="2607"/>
                    </a:cubicBezTo>
                    <a:cubicBezTo>
                      <a:pt x="1304" y="2582"/>
                      <a:pt x="1278" y="2557"/>
                      <a:pt x="1278" y="2532"/>
                    </a:cubicBezTo>
                    <a:cubicBezTo>
                      <a:pt x="1278" y="2507"/>
                      <a:pt x="1278" y="2482"/>
                      <a:pt x="1253" y="2457"/>
                    </a:cubicBezTo>
                    <a:cubicBezTo>
                      <a:pt x="1253" y="2431"/>
                      <a:pt x="1253" y="2406"/>
                      <a:pt x="1228" y="2381"/>
                    </a:cubicBezTo>
                    <a:cubicBezTo>
                      <a:pt x="1228" y="2356"/>
                      <a:pt x="1228" y="2331"/>
                      <a:pt x="1203" y="2306"/>
                    </a:cubicBezTo>
                    <a:cubicBezTo>
                      <a:pt x="1203" y="2281"/>
                      <a:pt x="1203" y="2256"/>
                      <a:pt x="1178" y="2231"/>
                    </a:cubicBezTo>
                    <a:cubicBezTo>
                      <a:pt x="1178" y="2181"/>
                      <a:pt x="1153" y="2156"/>
                      <a:pt x="1153" y="2106"/>
                    </a:cubicBezTo>
                    <a:cubicBezTo>
                      <a:pt x="1153" y="2106"/>
                      <a:pt x="1153" y="2106"/>
                      <a:pt x="1153" y="2106"/>
                    </a:cubicBezTo>
                    <a:lnTo>
                      <a:pt x="1178" y="2081"/>
                    </a:lnTo>
                    <a:cubicBezTo>
                      <a:pt x="1228" y="2056"/>
                      <a:pt x="1278" y="2005"/>
                      <a:pt x="1329" y="1955"/>
                    </a:cubicBezTo>
                    <a:cubicBezTo>
                      <a:pt x="1354" y="1930"/>
                      <a:pt x="1404" y="1880"/>
                      <a:pt x="1454" y="1855"/>
                    </a:cubicBezTo>
                    <a:cubicBezTo>
                      <a:pt x="1479" y="1830"/>
                      <a:pt x="1479" y="1830"/>
                      <a:pt x="1504" y="1805"/>
                    </a:cubicBezTo>
                    <a:cubicBezTo>
                      <a:pt x="1504" y="1805"/>
                      <a:pt x="1529" y="1805"/>
                      <a:pt x="1529" y="1805"/>
                    </a:cubicBezTo>
                    <a:cubicBezTo>
                      <a:pt x="1554" y="1855"/>
                      <a:pt x="1554" y="1930"/>
                      <a:pt x="1579" y="1980"/>
                    </a:cubicBezTo>
                    <a:cubicBezTo>
                      <a:pt x="1604" y="2106"/>
                      <a:pt x="1629" y="2231"/>
                      <a:pt x="1654" y="2356"/>
                    </a:cubicBezTo>
                    <a:cubicBezTo>
                      <a:pt x="1629" y="2356"/>
                      <a:pt x="1629" y="2356"/>
                      <a:pt x="1604" y="2381"/>
                    </a:cubicBezTo>
                    <a:cubicBezTo>
                      <a:pt x="1604" y="2406"/>
                      <a:pt x="1579" y="2406"/>
                      <a:pt x="1554" y="2431"/>
                    </a:cubicBezTo>
                    <a:close/>
                    <a:moveTo>
                      <a:pt x="827" y="1980"/>
                    </a:moveTo>
                    <a:cubicBezTo>
                      <a:pt x="777" y="1980"/>
                      <a:pt x="727" y="1955"/>
                      <a:pt x="677" y="1930"/>
                    </a:cubicBezTo>
                    <a:cubicBezTo>
                      <a:pt x="652" y="1930"/>
                      <a:pt x="652" y="1930"/>
                      <a:pt x="627" y="1930"/>
                    </a:cubicBezTo>
                    <a:cubicBezTo>
                      <a:pt x="652" y="1905"/>
                      <a:pt x="652" y="1905"/>
                      <a:pt x="677" y="1880"/>
                    </a:cubicBezTo>
                    <a:cubicBezTo>
                      <a:pt x="702" y="1880"/>
                      <a:pt x="727" y="1855"/>
                      <a:pt x="727" y="1855"/>
                    </a:cubicBezTo>
                    <a:cubicBezTo>
                      <a:pt x="752" y="1830"/>
                      <a:pt x="777" y="1805"/>
                      <a:pt x="802" y="1780"/>
                    </a:cubicBezTo>
                    <a:cubicBezTo>
                      <a:pt x="852" y="1755"/>
                      <a:pt x="903" y="1730"/>
                      <a:pt x="928" y="1705"/>
                    </a:cubicBezTo>
                    <a:cubicBezTo>
                      <a:pt x="953" y="1705"/>
                      <a:pt x="978" y="1680"/>
                      <a:pt x="1003" y="1680"/>
                    </a:cubicBezTo>
                    <a:cubicBezTo>
                      <a:pt x="1003" y="1655"/>
                      <a:pt x="1028" y="1655"/>
                      <a:pt x="1053" y="1629"/>
                    </a:cubicBezTo>
                    <a:cubicBezTo>
                      <a:pt x="1103" y="1655"/>
                      <a:pt x="1153" y="1680"/>
                      <a:pt x="1228" y="1705"/>
                    </a:cubicBezTo>
                    <a:cubicBezTo>
                      <a:pt x="1278" y="1730"/>
                      <a:pt x="1329" y="1755"/>
                      <a:pt x="1404" y="1755"/>
                    </a:cubicBezTo>
                    <a:cubicBezTo>
                      <a:pt x="1404" y="1755"/>
                      <a:pt x="1404" y="1755"/>
                      <a:pt x="1404" y="1755"/>
                    </a:cubicBezTo>
                    <a:cubicBezTo>
                      <a:pt x="1404" y="1780"/>
                      <a:pt x="1404" y="1780"/>
                      <a:pt x="1379" y="1780"/>
                    </a:cubicBezTo>
                    <a:cubicBezTo>
                      <a:pt x="1354" y="1805"/>
                      <a:pt x="1304" y="1855"/>
                      <a:pt x="1253" y="1905"/>
                    </a:cubicBezTo>
                    <a:cubicBezTo>
                      <a:pt x="1203" y="1930"/>
                      <a:pt x="1153" y="1980"/>
                      <a:pt x="1103" y="2030"/>
                    </a:cubicBezTo>
                    <a:cubicBezTo>
                      <a:pt x="1103" y="2030"/>
                      <a:pt x="1078" y="2056"/>
                      <a:pt x="1078" y="2056"/>
                    </a:cubicBezTo>
                    <a:cubicBezTo>
                      <a:pt x="1053" y="2056"/>
                      <a:pt x="1028" y="2056"/>
                      <a:pt x="1003" y="2030"/>
                    </a:cubicBezTo>
                    <a:cubicBezTo>
                      <a:pt x="928" y="2030"/>
                      <a:pt x="877" y="2005"/>
                      <a:pt x="827" y="1980"/>
                    </a:cubicBezTo>
                    <a:close/>
                    <a:moveTo>
                      <a:pt x="928" y="1128"/>
                    </a:moveTo>
                    <a:cubicBezTo>
                      <a:pt x="928" y="1078"/>
                      <a:pt x="903" y="1053"/>
                      <a:pt x="877" y="1003"/>
                    </a:cubicBezTo>
                    <a:cubicBezTo>
                      <a:pt x="877" y="1003"/>
                      <a:pt x="877" y="1003"/>
                      <a:pt x="877" y="1003"/>
                    </a:cubicBezTo>
                    <a:cubicBezTo>
                      <a:pt x="877" y="1003"/>
                      <a:pt x="877" y="1003"/>
                      <a:pt x="877" y="1003"/>
                    </a:cubicBezTo>
                    <a:cubicBezTo>
                      <a:pt x="903" y="1003"/>
                      <a:pt x="928" y="1003"/>
                      <a:pt x="953" y="1028"/>
                    </a:cubicBezTo>
                    <a:cubicBezTo>
                      <a:pt x="978" y="1028"/>
                      <a:pt x="1028" y="1028"/>
                      <a:pt x="1053" y="1028"/>
                    </a:cubicBezTo>
                    <a:cubicBezTo>
                      <a:pt x="1078" y="1053"/>
                      <a:pt x="1103" y="1053"/>
                      <a:pt x="1153" y="1078"/>
                    </a:cubicBezTo>
                    <a:cubicBezTo>
                      <a:pt x="1203" y="1078"/>
                      <a:pt x="1253" y="1103"/>
                      <a:pt x="1329" y="1128"/>
                    </a:cubicBezTo>
                    <a:cubicBezTo>
                      <a:pt x="1329" y="1128"/>
                      <a:pt x="1354" y="1128"/>
                      <a:pt x="1354" y="1128"/>
                    </a:cubicBezTo>
                    <a:lnTo>
                      <a:pt x="1379" y="1228"/>
                    </a:lnTo>
                    <a:cubicBezTo>
                      <a:pt x="1429" y="1354"/>
                      <a:pt x="1454" y="1479"/>
                      <a:pt x="1479" y="1604"/>
                    </a:cubicBezTo>
                    <a:cubicBezTo>
                      <a:pt x="1479" y="1629"/>
                      <a:pt x="1479" y="1629"/>
                      <a:pt x="1504" y="1655"/>
                    </a:cubicBezTo>
                    <a:cubicBezTo>
                      <a:pt x="1454" y="1655"/>
                      <a:pt x="1429" y="1629"/>
                      <a:pt x="1404" y="1629"/>
                    </a:cubicBezTo>
                    <a:cubicBezTo>
                      <a:pt x="1304" y="1604"/>
                      <a:pt x="1203" y="1554"/>
                      <a:pt x="1078" y="1529"/>
                    </a:cubicBezTo>
                    <a:cubicBezTo>
                      <a:pt x="1078" y="1504"/>
                      <a:pt x="1078" y="1504"/>
                      <a:pt x="1078" y="1479"/>
                    </a:cubicBezTo>
                    <a:cubicBezTo>
                      <a:pt x="1053" y="1454"/>
                      <a:pt x="1053" y="1429"/>
                      <a:pt x="1053" y="1429"/>
                    </a:cubicBezTo>
                    <a:cubicBezTo>
                      <a:pt x="1028" y="1379"/>
                      <a:pt x="1003" y="1304"/>
                      <a:pt x="978" y="1254"/>
                    </a:cubicBezTo>
                    <a:cubicBezTo>
                      <a:pt x="953" y="1203"/>
                      <a:pt x="953" y="1178"/>
                      <a:pt x="928" y="1128"/>
                    </a:cubicBezTo>
                    <a:close/>
                    <a:moveTo>
                      <a:pt x="1504" y="1153"/>
                    </a:moveTo>
                    <a:cubicBezTo>
                      <a:pt x="1529" y="1128"/>
                      <a:pt x="1554" y="1103"/>
                      <a:pt x="1579" y="1103"/>
                    </a:cubicBezTo>
                    <a:cubicBezTo>
                      <a:pt x="1629" y="1078"/>
                      <a:pt x="1654" y="1028"/>
                      <a:pt x="1679" y="1003"/>
                    </a:cubicBezTo>
                    <a:cubicBezTo>
                      <a:pt x="1705" y="1003"/>
                      <a:pt x="1730" y="978"/>
                      <a:pt x="1755" y="953"/>
                    </a:cubicBezTo>
                    <a:cubicBezTo>
                      <a:pt x="1780" y="928"/>
                      <a:pt x="1805" y="928"/>
                      <a:pt x="1830" y="903"/>
                    </a:cubicBezTo>
                    <a:cubicBezTo>
                      <a:pt x="1855" y="853"/>
                      <a:pt x="1905" y="827"/>
                      <a:pt x="1955" y="802"/>
                    </a:cubicBezTo>
                    <a:cubicBezTo>
                      <a:pt x="1955" y="777"/>
                      <a:pt x="1955" y="777"/>
                      <a:pt x="1955" y="777"/>
                    </a:cubicBezTo>
                    <a:cubicBezTo>
                      <a:pt x="1955" y="802"/>
                      <a:pt x="1980" y="827"/>
                      <a:pt x="1980" y="853"/>
                    </a:cubicBezTo>
                    <a:cubicBezTo>
                      <a:pt x="1980" y="903"/>
                      <a:pt x="2005" y="953"/>
                      <a:pt x="2005" y="1003"/>
                    </a:cubicBezTo>
                    <a:cubicBezTo>
                      <a:pt x="2030" y="1053"/>
                      <a:pt x="2030" y="1103"/>
                      <a:pt x="2055" y="1153"/>
                    </a:cubicBezTo>
                    <a:cubicBezTo>
                      <a:pt x="2055" y="1178"/>
                      <a:pt x="2055" y="1203"/>
                      <a:pt x="2055" y="1203"/>
                    </a:cubicBezTo>
                    <a:cubicBezTo>
                      <a:pt x="2030" y="1254"/>
                      <a:pt x="2005" y="1279"/>
                      <a:pt x="1955" y="1304"/>
                    </a:cubicBezTo>
                    <a:cubicBezTo>
                      <a:pt x="1930" y="1329"/>
                      <a:pt x="1880" y="1379"/>
                      <a:pt x="1830" y="1404"/>
                    </a:cubicBezTo>
                    <a:cubicBezTo>
                      <a:pt x="1780" y="1454"/>
                      <a:pt x="1730" y="1479"/>
                      <a:pt x="1679" y="1529"/>
                    </a:cubicBezTo>
                    <a:cubicBezTo>
                      <a:pt x="1654" y="1554"/>
                      <a:pt x="1629" y="1579"/>
                      <a:pt x="1579" y="1604"/>
                    </a:cubicBezTo>
                    <a:cubicBezTo>
                      <a:pt x="1579" y="1604"/>
                      <a:pt x="1579" y="1604"/>
                      <a:pt x="1579" y="1604"/>
                    </a:cubicBezTo>
                    <a:cubicBezTo>
                      <a:pt x="1554" y="1479"/>
                      <a:pt x="1529" y="1354"/>
                      <a:pt x="1504" y="1228"/>
                    </a:cubicBezTo>
                    <a:cubicBezTo>
                      <a:pt x="1479" y="1203"/>
                      <a:pt x="1479" y="1178"/>
                      <a:pt x="1479" y="1153"/>
                    </a:cubicBezTo>
                    <a:cubicBezTo>
                      <a:pt x="1479" y="1153"/>
                      <a:pt x="1479" y="1153"/>
                      <a:pt x="1504" y="1153"/>
                    </a:cubicBezTo>
                    <a:close/>
                    <a:moveTo>
                      <a:pt x="2381" y="1454"/>
                    </a:moveTo>
                    <a:cubicBezTo>
                      <a:pt x="2481" y="1504"/>
                      <a:pt x="2582" y="1529"/>
                      <a:pt x="2682" y="1579"/>
                    </a:cubicBezTo>
                    <a:cubicBezTo>
                      <a:pt x="2657" y="1579"/>
                      <a:pt x="2657" y="1579"/>
                      <a:pt x="2632" y="1604"/>
                    </a:cubicBezTo>
                    <a:cubicBezTo>
                      <a:pt x="2607" y="1629"/>
                      <a:pt x="2557" y="1655"/>
                      <a:pt x="2507" y="1680"/>
                    </a:cubicBezTo>
                    <a:cubicBezTo>
                      <a:pt x="2456" y="1705"/>
                      <a:pt x="2406" y="1730"/>
                      <a:pt x="2381" y="1755"/>
                    </a:cubicBezTo>
                    <a:cubicBezTo>
                      <a:pt x="2331" y="1780"/>
                      <a:pt x="2281" y="1805"/>
                      <a:pt x="2256" y="1805"/>
                    </a:cubicBezTo>
                    <a:cubicBezTo>
                      <a:pt x="2231" y="1830"/>
                      <a:pt x="2231" y="1830"/>
                      <a:pt x="2206" y="1830"/>
                    </a:cubicBezTo>
                    <a:cubicBezTo>
                      <a:pt x="2206" y="1830"/>
                      <a:pt x="2181" y="1855"/>
                      <a:pt x="2181" y="1855"/>
                    </a:cubicBezTo>
                    <a:cubicBezTo>
                      <a:pt x="2156" y="1855"/>
                      <a:pt x="2156" y="1855"/>
                      <a:pt x="2156" y="1855"/>
                    </a:cubicBezTo>
                    <a:cubicBezTo>
                      <a:pt x="2080" y="1830"/>
                      <a:pt x="2005" y="1805"/>
                      <a:pt x="1955" y="1780"/>
                    </a:cubicBezTo>
                    <a:cubicBezTo>
                      <a:pt x="1880" y="1780"/>
                      <a:pt x="1830" y="1755"/>
                      <a:pt x="1755" y="1730"/>
                    </a:cubicBezTo>
                    <a:cubicBezTo>
                      <a:pt x="1705" y="1730"/>
                      <a:pt x="1679" y="1705"/>
                      <a:pt x="1629" y="1705"/>
                    </a:cubicBezTo>
                    <a:cubicBezTo>
                      <a:pt x="1654" y="1655"/>
                      <a:pt x="1705" y="1629"/>
                      <a:pt x="1730" y="1579"/>
                    </a:cubicBezTo>
                    <a:cubicBezTo>
                      <a:pt x="1780" y="1554"/>
                      <a:pt x="1830" y="1504"/>
                      <a:pt x="1880" y="1454"/>
                    </a:cubicBezTo>
                    <a:cubicBezTo>
                      <a:pt x="1930" y="1429"/>
                      <a:pt x="1980" y="1379"/>
                      <a:pt x="2005" y="1354"/>
                    </a:cubicBezTo>
                    <a:cubicBezTo>
                      <a:pt x="2030" y="1329"/>
                      <a:pt x="2055" y="1304"/>
                      <a:pt x="2080" y="1304"/>
                    </a:cubicBezTo>
                    <a:cubicBezTo>
                      <a:pt x="2106" y="1329"/>
                      <a:pt x="2156" y="1329"/>
                      <a:pt x="2206" y="1354"/>
                    </a:cubicBezTo>
                    <a:cubicBezTo>
                      <a:pt x="2256" y="1379"/>
                      <a:pt x="2331" y="1429"/>
                      <a:pt x="2381" y="1454"/>
                    </a:cubicBezTo>
                    <a:close/>
                    <a:moveTo>
                      <a:pt x="2707" y="1579"/>
                    </a:moveTo>
                    <a:cubicBezTo>
                      <a:pt x="2707" y="1579"/>
                      <a:pt x="2707" y="1579"/>
                      <a:pt x="2707" y="1579"/>
                    </a:cubicBezTo>
                    <a:cubicBezTo>
                      <a:pt x="2707" y="1579"/>
                      <a:pt x="2707" y="1579"/>
                      <a:pt x="2707" y="1579"/>
                    </a:cubicBezTo>
                    <a:cubicBezTo>
                      <a:pt x="2707" y="1579"/>
                      <a:pt x="2707" y="1579"/>
                      <a:pt x="2707" y="1579"/>
                    </a:cubicBezTo>
                    <a:close/>
                    <a:moveTo>
                      <a:pt x="3384" y="1805"/>
                    </a:moveTo>
                    <a:cubicBezTo>
                      <a:pt x="3384" y="1780"/>
                      <a:pt x="3359" y="1755"/>
                      <a:pt x="3359" y="1755"/>
                    </a:cubicBezTo>
                    <a:cubicBezTo>
                      <a:pt x="3334" y="1755"/>
                      <a:pt x="3334" y="1755"/>
                      <a:pt x="3309" y="1755"/>
                    </a:cubicBezTo>
                    <a:cubicBezTo>
                      <a:pt x="3309" y="1755"/>
                      <a:pt x="3309" y="1755"/>
                      <a:pt x="3284" y="1755"/>
                    </a:cubicBezTo>
                    <a:cubicBezTo>
                      <a:pt x="3183" y="1780"/>
                      <a:pt x="3083" y="1830"/>
                      <a:pt x="2958" y="1855"/>
                    </a:cubicBezTo>
                    <a:cubicBezTo>
                      <a:pt x="2857" y="1905"/>
                      <a:pt x="2757" y="1930"/>
                      <a:pt x="2632" y="1980"/>
                    </a:cubicBezTo>
                    <a:cubicBezTo>
                      <a:pt x="2632" y="1980"/>
                      <a:pt x="2607" y="1980"/>
                      <a:pt x="2607" y="2005"/>
                    </a:cubicBezTo>
                    <a:cubicBezTo>
                      <a:pt x="2582" y="1980"/>
                      <a:pt x="2557" y="1980"/>
                      <a:pt x="2532" y="1955"/>
                    </a:cubicBezTo>
                    <a:cubicBezTo>
                      <a:pt x="2456" y="1930"/>
                      <a:pt x="2381" y="1930"/>
                      <a:pt x="2306" y="1905"/>
                    </a:cubicBezTo>
                    <a:cubicBezTo>
                      <a:pt x="2331" y="1880"/>
                      <a:pt x="2356" y="1880"/>
                      <a:pt x="2381" y="1855"/>
                    </a:cubicBezTo>
                    <a:cubicBezTo>
                      <a:pt x="2431" y="1830"/>
                      <a:pt x="2456" y="1805"/>
                      <a:pt x="2507" y="1780"/>
                    </a:cubicBezTo>
                    <a:cubicBezTo>
                      <a:pt x="2557" y="1780"/>
                      <a:pt x="2607" y="1755"/>
                      <a:pt x="2632" y="1730"/>
                    </a:cubicBezTo>
                    <a:cubicBezTo>
                      <a:pt x="2682" y="1705"/>
                      <a:pt x="2707" y="1680"/>
                      <a:pt x="2757" y="1655"/>
                    </a:cubicBezTo>
                    <a:cubicBezTo>
                      <a:pt x="2757" y="1629"/>
                      <a:pt x="2782" y="1629"/>
                      <a:pt x="2782" y="1604"/>
                    </a:cubicBezTo>
                    <a:cubicBezTo>
                      <a:pt x="2807" y="1604"/>
                      <a:pt x="2832" y="1554"/>
                      <a:pt x="2807" y="1529"/>
                    </a:cubicBezTo>
                    <a:cubicBezTo>
                      <a:pt x="2782" y="1504"/>
                      <a:pt x="2757" y="1504"/>
                      <a:pt x="2732" y="1479"/>
                    </a:cubicBezTo>
                    <a:cubicBezTo>
                      <a:pt x="2707" y="1454"/>
                      <a:pt x="2657" y="1454"/>
                      <a:pt x="2607" y="1429"/>
                    </a:cubicBezTo>
                    <a:cubicBezTo>
                      <a:pt x="2557" y="1429"/>
                      <a:pt x="2507" y="1404"/>
                      <a:pt x="2456" y="1379"/>
                    </a:cubicBezTo>
                    <a:cubicBezTo>
                      <a:pt x="2431" y="1379"/>
                      <a:pt x="2381" y="1354"/>
                      <a:pt x="2331" y="1329"/>
                    </a:cubicBezTo>
                    <a:cubicBezTo>
                      <a:pt x="2331" y="1329"/>
                      <a:pt x="2356" y="1329"/>
                      <a:pt x="2356" y="1329"/>
                    </a:cubicBezTo>
                    <a:cubicBezTo>
                      <a:pt x="2306" y="1304"/>
                      <a:pt x="2256" y="1304"/>
                      <a:pt x="2231" y="1279"/>
                    </a:cubicBezTo>
                    <a:cubicBezTo>
                      <a:pt x="2206" y="1279"/>
                      <a:pt x="2181" y="1254"/>
                      <a:pt x="2131" y="1254"/>
                    </a:cubicBezTo>
                    <a:cubicBezTo>
                      <a:pt x="2131" y="1254"/>
                      <a:pt x="2131" y="1254"/>
                      <a:pt x="2131" y="1228"/>
                    </a:cubicBezTo>
                    <a:cubicBezTo>
                      <a:pt x="2156" y="1228"/>
                      <a:pt x="2156" y="1228"/>
                      <a:pt x="2181" y="1203"/>
                    </a:cubicBezTo>
                    <a:cubicBezTo>
                      <a:pt x="2206" y="1178"/>
                      <a:pt x="2256" y="1128"/>
                      <a:pt x="2306" y="1103"/>
                    </a:cubicBezTo>
                    <a:cubicBezTo>
                      <a:pt x="2331" y="1078"/>
                      <a:pt x="2381" y="1053"/>
                      <a:pt x="2406" y="1028"/>
                    </a:cubicBezTo>
                    <a:cubicBezTo>
                      <a:pt x="2406" y="1028"/>
                      <a:pt x="2431" y="1053"/>
                      <a:pt x="2431" y="1053"/>
                    </a:cubicBezTo>
                    <a:cubicBezTo>
                      <a:pt x="2507" y="1078"/>
                      <a:pt x="2607" y="1103"/>
                      <a:pt x="2682" y="1103"/>
                    </a:cubicBezTo>
                    <a:cubicBezTo>
                      <a:pt x="2757" y="1128"/>
                      <a:pt x="2857" y="1153"/>
                      <a:pt x="2933" y="1178"/>
                    </a:cubicBezTo>
                    <a:cubicBezTo>
                      <a:pt x="2983" y="1203"/>
                      <a:pt x="3008" y="1178"/>
                      <a:pt x="3033" y="1153"/>
                    </a:cubicBezTo>
                    <a:cubicBezTo>
                      <a:pt x="3033" y="1103"/>
                      <a:pt x="3008" y="1078"/>
                      <a:pt x="2983" y="1053"/>
                    </a:cubicBezTo>
                    <a:cubicBezTo>
                      <a:pt x="2908" y="1028"/>
                      <a:pt x="2807" y="1003"/>
                      <a:pt x="2707" y="978"/>
                    </a:cubicBezTo>
                    <a:cubicBezTo>
                      <a:pt x="2657" y="953"/>
                      <a:pt x="2582" y="953"/>
                      <a:pt x="2532" y="928"/>
                    </a:cubicBezTo>
                    <a:cubicBezTo>
                      <a:pt x="2557" y="903"/>
                      <a:pt x="2582" y="878"/>
                      <a:pt x="2582" y="878"/>
                    </a:cubicBezTo>
                    <a:cubicBezTo>
                      <a:pt x="2607" y="853"/>
                      <a:pt x="2632" y="827"/>
                      <a:pt x="2657" y="802"/>
                    </a:cubicBezTo>
                    <a:cubicBezTo>
                      <a:pt x="2682" y="802"/>
                      <a:pt x="2707" y="777"/>
                      <a:pt x="2732" y="752"/>
                    </a:cubicBezTo>
                    <a:cubicBezTo>
                      <a:pt x="2782" y="727"/>
                      <a:pt x="2807" y="702"/>
                      <a:pt x="2857" y="652"/>
                    </a:cubicBezTo>
                    <a:cubicBezTo>
                      <a:pt x="2883" y="652"/>
                      <a:pt x="2883" y="602"/>
                      <a:pt x="2857" y="602"/>
                    </a:cubicBezTo>
                    <a:cubicBezTo>
                      <a:pt x="2857" y="577"/>
                      <a:pt x="2832" y="577"/>
                      <a:pt x="2832" y="577"/>
                    </a:cubicBezTo>
                    <a:cubicBezTo>
                      <a:pt x="2807" y="577"/>
                      <a:pt x="2807" y="577"/>
                      <a:pt x="2807" y="602"/>
                    </a:cubicBezTo>
                    <a:cubicBezTo>
                      <a:pt x="2757" y="627"/>
                      <a:pt x="2707" y="652"/>
                      <a:pt x="2682" y="702"/>
                    </a:cubicBezTo>
                    <a:cubicBezTo>
                      <a:pt x="2632" y="727"/>
                      <a:pt x="2582" y="777"/>
                      <a:pt x="2532" y="827"/>
                    </a:cubicBezTo>
                    <a:cubicBezTo>
                      <a:pt x="2532" y="827"/>
                      <a:pt x="2532" y="827"/>
                      <a:pt x="2507" y="853"/>
                    </a:cubicBezTo>
                    <a:cubicBezTo>
                      <a:pt x="2507" y="802"/>
                      <a:pt x="2507" y="752"/>
                      <a:pt x="2507" y="727"/>
                    </a:cubicBezTo>
                    <a:cubicBezTo>
                      <a:pt x="2507" y="627"/>
                      <a:pt x="2507" y="527"/>
                      <a:pt x="2507" y="452"/>
                    </a:cubicBezTo>
                    <a:cubicBezTo>
                      <a:pt x="2507" y="401"/>
                      <a:pt x="2481" y="376"/>
                      <a:pt x="2456" y="376"/>
                    </a:cubicBezTo>
                    <a:cubicBezTo>
                      <a:pt x="2406" y="376"/>
                      <a:pt x="2381" y="401"/>
                      <a:pt x="2381" y="426"/>
                    </a:cubicBezTo>
                    <a:cubicBezTo>
                      <a:pt x="2381" y="527"/>
                      <a:pt x="2381" y="627"/>
                      <a:pt x="2381" y="702"/>
                    </a:cubicBezTo>
                    <a:cubicBezTo>
                      <a:pt x="2381" y="777"/>
                      <a:pt x="2356" y="878"/>
                      <a:pt x="2356" y="953"/>
                    </a:cubicBezTo>
                    <a:cubicBezTo>
                      <a:pt x="2356" y="953"/>
                      <a:pt x="2356" y="953"/>
                      <a:pt x="2356" y="953"/>
                    </a:cubicBezTo>
                    <a:cubicBezTo>
                      <a:pt x="2331" y="1003"/>
                      <a:pt x="2306" y="1028"/>
                      <a:pt x="2256" y="1053"/>
                    </a:cubicBezTo>
                    <a:cubicBezTo>
                      <a:pt x="2206" y="1078"/>
                      <a:pt x="2181" y="1128"/>
                      <a:pt x="2131" y="1153"/>
                    </a:cubicBezTo>
                    <a:cubicBezTo>
                      <a:pt x="2131" y="1153"/>
                      <a:pt x="2131" y="1153"/>
                      <a:pt x="2131" y="1128"/>
                    </a:cubicBezTo>
                    <a:cubicBezTo>
                      <a:pt x="2106" y="1078"/>
                      <a:pt x="2106" y="1028"/>
                      <a:pt x="2106" y="978"/>
                    </a:cubicBezTo>
                    <a:cubicBezTo>
                      <a:pt x="2080" y="928"/>
                      <a:pt x="2080" y="878"/>
                      <a:pt x="2055" y="827"/>
                    </a:cubicBezTo>
                    <a:cubicBezTo>
                      <a:pt x="2055" y="802"/>
                      <a:pt x="2055" y="777"/>
                      <a:pt x="2055" y="752"/>
                    </a:cubicBezTo>
                    <a:cubicBezTo>
                      <a:pt x="2055" y="727"/>
                      <a:pt x="2030" y="727"/>
                      <a:pt x="2030" y="702"/>
                    </a:cubicBezTo>
                    <a:cubicBezTo>
                      <a:pt x="2030" y="702"/>
                      <a:pt x="2030" y="677"/>
                      <a:pt x="2030" y="677"/>
                    </a:cubicBezTo>
                    <a:cubicBezTo>
                      <a:pt x="2030" y="677"/>
                      <a:pt x="2030" y="677"/>
                      <a:pt x="2030" y="677"/>
                    </a:cubicBezTo>
                    <a:cubicBezTo>
                      <a:pt x="2030" y="652"/>
                      <a:pt x="2005" y="652"/>
                      <a:pt x="1980" y="652"/>
                    </a:cubicBezTo>
                    <a:cubicBezTo>
                      <a:pt x="1980" y="652"/>
                      <a:pt x="1955" y="652"/>
                      <a:pt x="1955" y="652"/>
                    </a:cubicBezTo>
                    <a:cubicBezTo>
                      <a:pt x="1930" y="677"/>
                      <a:pt x="1905" y="677"/>
                      <a:pt x="1880" y="702"/>
                    </a:cubicBezTo>
                    <a:cubicBezTo>
                      <a:pt x="1855" y="727"/>
                      <a:pt x="1830" y="752"/>
                      <a:pt x="1805" y="752"/>
                    </a:cubicBezTo>
                    <a:cubicBezTo>
                      <a:pt x="1780" y="777"/>
                      <a:pt x="1755" y="802"/>
                      <a:pt x="1730" y="827"/>
                    </a:cubicBezTo>
                    <a:cubicBezTo>
                      <a:pt x="1705" y="853"/>
                      <a:pt x="1679" y="878"/>
                      <a:pt x="1654" y="903"/>
                    </a:cubicBezTo>
                    <a:cubicBezTo>
                      <a:pt x="1629" y="928"/>
                      <a:pt x="1604" y="953"/>
                      <a:pt x="1604" y="953"/>
                    </a:cubicBezTo>
                    <a:cubicBezTo>
                      <a:pt x="1579" y="978"/>
                      <a:pt x="1554" y="1003"/>
                      <a:pt x="1554" y="1003"/>
                    </a:cubicBezTo>
                    <a:cubicBezTo>
                      <a:pt x="1504" y="1028"/>
                      <a:pt x="1479" y="1078"/>
                      <a:pt x="1454" y="1103"/>
                    </a:cubicBezTo>
                    <a:cubicBezTo>
                      <a:pt x="1454" y="1078"/>
                      <a:pt x="1454" y="1053"/>
                      <a:pt x="1454" y="1028"/>
                    </a:cubicBezTo>
                    <a:cubicBezTo>
                      <a:pt x="1429" y="978"/>
                      <a:pt x="1429" y="903"/>
                      <a:pt x="1404" y="853"/>
                    </a:cubicBezTo>
                    <a:cubicBezTo>
                      <a:pt x="1404" y="827"/>
                      <a:pt x="1404" y="802"/>
                      <a:pt x="1404" y="752"/>
                    </a:cubicBezTo>
                    <a:cubicBezTo>
                      <a:pt x="1404" y="752"/>
                      <a:pt x="1404" y="752"/>
                      <a:pt x="1429" y="752"/>
                    </a:cubicBezTo>
                    <a:cubicBezTo>
                      <a:pt x="1454" y="702"/>
                      <a:pt x="1479" y="652"/>
                      <a:pt x="1504" y="602"/>
                    </a:cubicBezTo>
                    <a:cubicBezTo>
                      <a:pt x="1529" y="527"/>
                      <a:pt x="1554" y="477"/>
                      <a:pt x="1579" y="426"/>
                    </a:cubicBezTo>
                    <a:cubicBezTo>
                      <a:pt x="1604" y="376"/>
                      <a:pt x="1604" y="301"/>
                      <a:pt x="1629" y="251"/>
                    </a:cubicBezTo>
                    <a:lnTo>
                      <a:pt x="1705" y="76"/>
                    </a:lnTo>
                    <a:cubicBezTo>
                      <a:pt x="1705" y="51"/>
                      <a:pt x="1679" y="0"/>
                      <a:pt x="1654" y="0"/>
                    </a:cubicBezTo>
                    <a:cubicBezTo>
                      <a:pt x="1654" y="0"/>
                      <a:pt x="1654" y="0"/>
                      <a:pt x="1654" y="0"/>
                    </a:cubicBezTo>
                    <a:cubicBezTo>
                      <a:pt x="1629" y="0"/>
                      <a:pt x="1629" y="0"/>
                      <a:pt x="1629" y="0"/>
                    </a:cubicBezTo>
                    <a:cubicBezTo>
                      <a:pt x="1604" y="25"/>
                      <a:pt x="1604" y="25"/>
                      <a:pt x="1604" y="51"/>
                    </a:cubicBezTo>
                    <a:cubicBezTo>
                      <a:pt x="1529" y="176"/>
                      <a:pt x="1479" y="301"/>
                      <a:pt x="1429" y="426"/>
                    </a:cubicBezTo>
                    <a:cubicBezTo>
                      <a:pt x="1404" y="477"/>
                      <a:pt x="1379" y="527"/>
                      <a:pt x="1379" y="552"/>
                    </a:cubicBezTo>
                    <a:cubicBezTo>
                      <a:pt x="1354" y="527"/>
                      <a:pt x="1354" y="502"/>
                      <a:pt x="1354" y="477"/>
                    </a:cubicBezTo>
                    <a:cubicBezTo>
                      <a:pt x="1354" y="426"/>
                      <a:pt x="1329" y="351"/>
                      <a:pt x="1329" y="301"/>
                    </a:cubicBezTo>
                    <a:cubicBezTo>
                      <a:pt x="1304" y="226"/>
                      <a:pt x="1278" y="176"/>
                      <a:pt x="1278" y="101"/>
                    </a:cubicBezTo>
                    <a:cubicBezTo>
                      <a:pt x="1278" y="76"/>
                      <a:pt x="1253" y="76"/>
                      <a:pt x="1228" y="51"/>
                    </a:cubicBezTo>
                    <a:cubicBezTo>
                      <a:pt x="1203" y="51"/>
                      <a:pt x="1203" y="51"/>
                      <a:pt x="1203" y="76"/>
                    </a:cubicBezTo>
                    <a:cubicBezTo>
                      <a:pt x="1178" y="76"/>
                      <a:pt x="1153" y="101"/>
                      <a:pt x="1153" y="126"/>
                    </a:cubicBezTo>
                    <a:cubicBezTo>
                      <a:pt x="1178" y="201"/>
                      <a:pt x="1178" y="251"/>
                      <a:pt x="1203" y="326"/>
                    </a:cubicBezTo>
                    <a:cubicBezTo>
                      <a:pt x="1203" y="376"/>
                      <a:pt x="1228" y="426"/>
                      <a:pt x="1228" y="477"/>
                    </a:cubicBezTo>
                    <a:cubicBezTo>
                      <a:pt x="1253" y="527"/>
                      <a:pt x="1253" y="552"/>
                      <a:pt x="1253" y="577"/>
                    </a:cubicBezTo>
                    <a:cubicBezTo>
                      <a:pt x="1228" y="552"/>
                      <a:pt x="1178" y="527"/>
                      <a:pt x="1153" y="527"/>
                    </a:cubicBezTo>
                    <a:cubicBezTo>
                      <a:pt x="1103" y="502"/>
                      <a:pt x="1078" y="477"/>
                      <a:pt x="1028" y="452"/>
                    </a:cubicBezTo>
                    <a:cubicBezTo>
                      <a:pt x="978" y="426"/>
                      <a:pt x="928" y="401"/>
                      <a:pt x="903" y="376"/>
                    </a:cubicBezTo>
                    <a:cubicBezTo>
                      <a:pt x="877" y="376"/>
                      <a:pt x="877" y="376"/>
                      <a:pt x="852" y="376"/>
                    </a:cubicBezTo>
                    <a:cubicBezTo>
                      <a:pt x="827" y="376"/>
                      <a:pt x="827" y="376"/>
                      <a:pt x="802" y="401"/>
                    </a:cubicBezTo>
                    <a:cubicBezTo>
                      <a:pt x="777" y="426"/>
                      <a:pt x="802" y="477"/>
                      <a:pt x="827" y="477"/>
                    </a:cubicBezTo>
                    <a:cubicBezTo>
                      <a:pt x="877" y="527"/>
                      <a:pt x="903" y="552"/>
                      <a:pt x="953" y="577"/>
                    </a:cubicBezTo>
                    <a:cubicBezTo>
                      <a:pt x="1003" y="602"/>
                      <a:pt x="1028" y="627"/>
                      <a:pt x="1078" y="627"/>
                    </a:cubicBezTo>
                    <a:cubicBezTo>
                      <a:pt x="1103" y="652"/>
                      <a:pt x="1153" y="677"/>
                      <a:pt x="1178" y="702"/>
                    </a:cubicBezTo>
                    <a:cubicBezTo>
                      <a:pt x="1228" y="702"/>
                      <a:pt x="1253" y="727"/>
                      <a:pt x="1278" y="752"/>
                    </a:cubicBezTo>
                    <a:cubicBezTo>
                      <a:pt x="1278" y="777"/>
                      <a:pt x="1304" y="802"/>
                      <a:pt x="1304" y="853"/>
                    </a:cubicBezTo>
                    <a:cubicBezTo>
                      <a:pt x="1304" y="903"/>
                      <a:pt x="1329" y="978"/>
                      <a:pt x="1329" y="1028"/>
                    </a:cubicBezTo>
                    <a:cubicBezTo>
                      <a:pt x="1329" y="1028"/>
                      <a:pt x="1354" y="1053"/>
                      <a:pt x="1354" y="1053"/>
                    </a:cubicBezTo>
                    <a:cubicBezTo>
                      <a:pt x="1278" y="1028"/>
                      <a:pt x="1228" y="1028"/>
                      <a:pt x="1153" y="1003"/>
                    </a:cubicBezTo>
                    <a:cubicBezTo>
                      <a:pt x="1128" y="1003"/>
                      <a:pt x="1103" y="978"/>
                      <a:pt x="1078" y="978"/>
                    </a:cubicBezTo>
                    <a:cubicBezTo>
                      <a:pt x="1053" y="978"/>
                      <a:pt x="1028" y="953"/>
                      <a:pt x="978" y="953"/>
                    </a:cubicBezTo>
                    <a:cubicBezTo>
                      <a:pt x="928" y="953"/>
                      <a:pt x="903" y="928"/>
                      <a:pt x="852" y="928"/>
                    </a:cubicBezTo>
                    <a:cubicBezTo>
                      <a:pt x="827" y="903"/>
                      <a:pt x="827" y="903"/>
                      <a:pt x="802" y="903"/>
                    </a:cubicBezTo>
                    <a:cubicBezTo>
                      <a:pt x="802" y="903"/>
                      <a:pt x="802" y="903"/>
                      <a:pt x="802" y="903"/>
                    </a:cubicBezTo>
                    <a:cubicBezTo>
                      <a:pt x="777" y="903"/>
                      <a:pt x="752" y="953"/>
                      <a:pt x="752" y="978"/>
                    </a:cubicBezTo>
                    <a:cubicBezTo>
                      <a:pt x="752" y="1003"/>
                      <a:pt x="752" y="1028"/>
                      <a:pt x="777" y="1028"/>
                    </a:cubicBezTo>
                    <a:cubicBezTo>
                      <a:pt x="777" y="1053"/>
                      <a:pt x="777" y="1078"/>
                      <a:pt x="802" y="1103"/>
                    </a:cubicBezTo>
                    <a:cubicBezTo>
                      <a:pt x="827" y="1153"/>
                      <a:pt x="852" y="1203"/>
                      <a:pt x="877" y="1254"/>
                    </a:cubicBezTo>
                    <a:cubicBezTo>
                      <a:pt x="903" y="1329"/>
                      <a:pt x="928" y="1379"/>
                      <a:pt x="953" y="1429"/>
                    </a:cubicBezTo>
                    <a:cubicBezTo>
                      <a:pt x="978" y="1454"/>
                      <a:pt x="978" y="1479"/>
                      <a:pt x="1003" y="1479"/>
                    </a:cubicBezTo>
                    <a:cubicBezTo>
                      <a:pt x="953" y="1479"/>
                      <a:pt x="903" y="1454"/>
                      <a:pt x="852" y="1429"/>
                    </a:cubicBezTo>
                    <a:cubicBezTo>
                      <a:pt x="777" y="1429"/>
                      <a:pt x="727" y="1404"/>
                      <a:pt x="652" y="1379"/>
                    </a:cubicBezTo>
                    <a:cubicBezTo>
                      <a:pt x="652" y="1379"/>
                      <a:pt x="652" y="1379"/>
                      <a:pt x="652" y="1379"/>
                    </a:cubicBezTo>
                    <a:cubicBezTo>
                      <a:pt x="652" y="1379"/>
                      <a:pt x="652" y="1354"/>
                      <a:pt x="652" y="1354"/>
                    </a:cubicBezTo>
                    <a:cubicBezTo>
                      <a:pt x="627" y="1354"/>
                      <a:pt x="627" y="1354"/>
                      <a:pt x="627" y="1354"/>
                    </a:cubicBezTo>
                    <a:cubicBezTo>
                      <a:pt x="602" y="1304"/>
                      <a:pt x="577" y="1228"/>
                      <a:pt x="527" y="1178"/>
                    </a:cubicBezTo>
                    <a:cubicBezTo>
                      <a:pt x="527" y="1153"/>
                      <a:pt x="502" y="1128"/>
                      <a:pt x="476" y="1103"/>
                    </a:cubicBezTo>
                    <a:cubicBezTo>
                      <a:pt x="451" y="1053"/>
                      <a:pt x="426" y="1003"/>
                      <a:pt x="401" y="978"/>
                    </a:cubicBezTo>
                    <a:cubicBezTo>
                      <a:pt x="401" y="953"/>
                      <a:pt x="376" y="928"/>
                      <a:pt x="351" y="928"/>
                    </a:cubicBezTo>
                    <a:cubicBezTo>
                      <a:pt x="351" y="928"/>
                      <a:pt x="351" y="928"/>
                      <a:pt x="326" y="953"/>
                    </a:cubicBezTo>
                    <a:cubicBezTo>
                      <a:pt x="326" y="953"/>
                      <a:pt x="301" y="953"/>
                      <a:pt x="301" y="978"/>
                    </a:cubicBezTo>
                    <a:cubicBezTo>
                      <a:pt x="301" y="1003"/>
                      <a:pt x="301" y="1003"/>
                      <a:pt x="301" y="1028"/>
                    </a:cubicBezTo>
                    <a:cubicBezTo>
                      <a:pt x="351" y="1103"/>
                      <a:pt x="376" y="1178"/>
                      <a:pt x="401" y="1254"/>
                    </a:cubicBezTo>
                    <a:cubicBezTo>
                      <a:pt x="426" y="1279"/>
                      <a:pt x="426" y="1279"/>
                      <a:pt x="451" y="1304"/>
                    </a:cubicBezTo>
                    <a:cubicBezTo>
                      <a:pt x="401" y="1304"/>
                      <a:pt x="376" y="1279"/>
                      <a:pt x="326" y="1279"/>
                    </a:cubicBezTo>
                    <a:cubicBezTo>
                      <a:pt x="276" y="1254"/>
                      <a:pt x="201" y="1228"/>
                      <a:pt x="151" y="1203"/>
                    </a:cubicBezTo>
                    <a:cubicBezTo>
                      <a:pt x="126" y="1203"/>
                      <a:pt x="101" y="1178"/>
                      <a:pt x="75" y="1178"/>
                    </a:cubicBezTo>
                    <a:cubicBezTo>
                      <a:pt x="75" y="1178"/>
                      <a:pt x="50" y="1178"/>
                      <a:pt x="50" y="1178"/>
                    </a:cubicBezTo>
                    <a:cubicBezTo>
                      <a:pt x="25" y="1178"/>
                      <a:pt x="25" y="1178"/>
                      <a:pt x="0" y="1178"/>
                    </a:cubicBezTo>
                    <a:cubicBezTo>
                      <a:pt x="0" y="1203"/>
                      <a:pt x="0" y="1254"/>
                      <a:pt x="25" y="1254"/>
                    </a:cubicBezTo>
                    <a:cubicBezTo>
                      <a:pt x="75" y="1279"/>
                      <a:pt x="101" y="1304"/>
                      <a:pt x="151" y="1329"/>
                    </a:cubicBezTo>
                    <a:cubicBezTo>
                      <a:pt x="176" y="1329"/>
                      <a:pt x="201" y="1354"/>
                      <a:pt x="226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51" y="1404"/>
                      <a:pt x="401" y="1404"/>
                      <a:pt x="426" y="1429"/>
                    </a:cubicBezTo>
                    <a:cubicBezTo>
                      <a:pt x="401" y="1429"/>
                      <a:pt x="376" y="1454"/>
                      <a:pt x="376" y="1454"/>
                    </a:cubicBezTo>
                    <a:cubicBezTo>
                      <a:pt x="301" y="1504"/>
                      <a:pt x="251" y="1554"/>
                      <a:pt x="176" y="1604"/>
                    </a:cubicBezTo>
                    <a:cubicBezTo>
                      <a:pt x="151" y="1629"/>
                      <a:pt x="151" y="1655"/>
                      <a:pt x="176" y="1705"/>
                    </a:cubicBezTo>
                    <a:cubicBezTo>
                      <a:pt x="176" y="1705"/>
                      <a:pt x="201" y="1730"/>
                      <a:pt x="201" y="1730"/>
                    </a:cubicBezTo>
                    <a:cubicBezTo>
                      <a:pt x="226" y="1730"/>
                      <a:pt x="251" y="1730"/>
                      <a:pt x="276" y="1730"/>
                    </a:cubicBezTo>
                    <a:cubicBezTo>
                      <a:pt x="351" y="1680"/>
                      <a:pt x="426" y="1604"/>
                      <a:pt x="502" y="1554"/>
                    </a:cubicBezTo>
                    <a:cubicBezTo>
                      <a:pt x="527" y="1529"/>
                      <a:pt x="552" y="1504"/>
                      <a:pt x="602" y="1479"/>
                    </a:cubicBezTo>
                    <a:cubicBezTo>
                      <a:pt x="602" y="1479"/>
                      <a:pt x="602" y="1479"/>
                      <a:pt x="602" y="1479"/>
                    </a:cubicBezTo>
                    <a:cubicBezTo>
                      <a:pt x="627" y="1479"/>
                      <a:pt x="652" y="1504"/>
                      <a:pt x="677" y="1504"/>
                    </a:cubicBezTo>
                    <a:cubicBezTo>
                      <a:pt x="727" y="1529"/>
                      <a:pt x="802" y="1554"/>
                      <a:pt x="852" y="1554"/>
                    </a:cubicBezTo>
                    <a:cubicBezTo>
                      <a:pt x="877" y="1579"/>
                      <a:pt x="903" y="1579"/>
                      <a:pt x="953" y="1604"/>
                    </a:cubicBezTo>
                    <a:cubicBezTo>
                      <a:pt x="928" y="1604"/>
                      <a:pt x="903" y="1629"/>
                      <a:pt x="877" y="1655"/>
                    </a:cubicBezTo>
                    <a:cubicBezTo>
                      <a:pt x="852" y="1680"/>
                      <a:pt x="827" y="1680"/>
                      <a:pt x="802" y="1705"/>
                    </a:cubicBezTo>
                    <a:cubicBezTo>
                      <a:pt x="777" y="1730"/>
                      <a:pt x="752" y="1755"/>
                      <a:pt x="727" y="1755"/>
                    </a:cubicBezTo>
                    <a:cubicBezTo>
                      <a:pt x="677" y="1805"/>
                      <a:pt x="602" y="1855"/>
                      <a:pt x="552" y="1905"/>
                    </a:cubicBezTo>
                    <a:cubicBezTo>
                      <a:pt x="552" y="1905"/>
                      <a:pt x="552" y="1905"/>
                      <a:pt x="552" y="1905"/>
                    </a:cubicBezTo>
                    <a:cubicBezTo>
                      <a:pt x="527" y="1905"/>
                      <a:pt x="527" y="1930"/>
                      <a:pt x="527" y="1930"/>
                    </a:cubicBezTo>
                    <a:cubicBezTo>
                      <a:pt x="502" y="1955"/>
                      <a:pt x="527" y="1980"/>
                      <a:pt x="552" y="1980"/>
                    </a:cubicBezTo>
                    <a:cubicBezTo>
                      <a:pt x="552" y="1980"/>
                      <a:pt x="577" y="2005"/>
                      <a:pt x="602" y="2005"/>
                    </a:cubicBezTo>
                    <a:cubicBezTo>
                      <a:pt x="602" y="2005"/>
                      <a:pt x="627" y="2005"/>
                      <a:pt x="652" y="2005"/>
                    </a:cubicBezTo>
                    <a:cubicBezTo>
                      <a:pt x="702" y="2030"/>
                      <a:pt x="752" y="2030"/>
                      <a:pt x="827" y="2056"/>
                    </a:cubicBezTo>
                    <a:cubicBezTo>
                      <a:pt x="877" y="2081"/>
                      <a:pt x="928" y="2081"/>
                      <a:pt x="978" y="2106"/>
                    </a:cubicBezTo>
                    <a:cubicBezTo>
                      <a:pt x="1003" y="2106"/>
                      <a:pt x="1003" y="2106"/>
                      <a:pt x="1003" y="2106"/>
                    </a:cubicBezTo>
                    <a:cubicBezTo>
                      <a:pt x="1003" y="2131"/>
                      <a:pt x="978" y="2131"/>
                      <a:pt x="978" y="2131"/>
                    </a:cubicBezTo>
                    <a:cubicBezTo>
                      <a:pt x="928" y="2181"/>
                      <a:pt x="877" y="2231"/>
                      <a:pt x="827" y="2281"/>
                    </a:cubicBezTo>
                    <a:cubicBezTo>
                      <a:pt x="827" y="2306"/>
                      <a:pt x="802" y="2306"/>
                      <a:pt x="777" y="2331"/>
                    </a:cubicBezTo>
                    <a:cubicBezTo>
                      <a:pt x="777" y="2331"/>
                      <a:pt x="752" y="2331"/>
                      <a:pt x="752" y="2331"/>
                    </a:cubicBezTo>
                    <a:cubicBezTo>
                      <a:pt x="677" y="2306"/>
                      <a:pt x="627" y="2306"/>
                      <a:pt x="552" y="2281"/>
                    </a:cubicBezTo>
                    <a:cubicBezTo>
                      <a:pt x="476" y="2281"/>
                      <a:pt x="401" y="2256"/>
                      <a:pt x="351" y="2256"/>
                    </a:cubicBezTo>
                    <a:cubicBezTo>
                      <a:pt x="326" y="2256"/>
                      <a:pt x="301" y="2256"/>
                      <a:pt x="276" y="2231"/>
                    </a:cubicBezTo>
                    <a:cubicBezTo>
                      <a:pt x="276" y="2231"/>
                      <a:pt x="251" y="2231"/>
                      <a:pt x="251" y="2231"/>
                    </a:cubicBezTo>
                    <a:cubicBezTo>
                      <a:pt x="251" y="2231"/>
                      <a:pt x="226" y="2231"/>
                      <a:pt x="226" y="2256"/>
                    </a:cubicBezTo>
                    <a:cubicBezTo>
                      <a:pt x="201" y="2256"/>
                      <a:pt x="176" y="2281"/>
                      <a:pt x="176" y="2281"/>
                    </a:cubicBezTo>
                    <a:cubicBezTo>
                      <a:pt x="176" y="2331"/>
                      <a:pt x="201" y="2356"/>
                      <a:pt x="226" y="2381"/>
                    </a:cubicBezTo>
                    <a:cubicBezTo>
                      <a:pt x="276" y="2406"/>
                      <a:pt x="326" y="2406"/>
                      <a:pt x="376" y="2431"/>
                    </a:cubicBezTo>
                    <a:cubicBezTo>
                      <a:pt x="426" y="2431"/>
                      <a:pt x="476" y="2431"/>
                      <a:pt x="502" y="2431"/>
                    </a:cubicBezTo>
                    <a:cubicBezTo>
                      <a:pt x="552" y="2457"/>
                      <a:pt x="602" y="2457"/>
                      <a:pt x="627" y="2457"/>
                    </a:cubicBezTo>
                    <a:cubicBezTo>
                      <a:pt x="602" y="2482"/>
                      <a:pt x="577" y="2507"/>
                      <a:pt x="552" y="2532"/>
                    </a:cubicBezTo>
                    <a:cubicBezTo>
                      <a:pt x="527" y="2582"/>
                      <a:pt x="476" y="2607"/>
                      <a:pt x="426" y="2657"/>
                    </a:cubicBezTo>
                    <a:cubicBezTo>
                      <a:pt x="376" y="2682"/>
                      <a:pt x="351" y="2732"/>
                      <a:pt x="301" y="2757"/>
                    </a:cubicBezTo>
                    <a:cubicBezTo>
                      <a:pt x="301" y="2782"/>
                      <a:pt x="301" y="2807"/>
                      <a:pt x="301" y="2807"/>
                    </a:cubicBezTo>
                    <a:cubicBezTo>
                      <a:pt x="326" y="2832"/>
                      <a:pt x="326" y="2832"/>
                      <a:pt x="351" y="2807"/>
                    </a:cubicBezTo>
                    <a:cubicBezTo>
                      <a:pt x="401" y="2782"/>
                      <a:pt x="426" y="2732"/>
                      <a:pt x="476" y="2707"/>
                    </a:cubicBezTo>
                    <a:cubicBezTo>
                      <a:pt x="527" y="2657"/>
                      <a:pt x="552" y="2632"/>
                      <a:pt x="602" y="2582"/>
                    </a:cubicBezTo>
                    <a:cubicBezTo>
                      <a:pt x="627" y="2557"/>
                      <a:pt x="652" y="2532"/>
                      <a:pt x="702" y="2507"/>
                    </a:cubicBezTo>
                    <a:cubicBezTo>
                      <a:pt x="702" y="2557"/>
                      <a:pt x="702" y="2607"/>
                      <a:pt x="702" y="2657"/>
                    </a:cubicBezTo>
                    <a:cubicBezTo>
                      <a:pt x="677" y="2757"/>
                      <a:pt x="677" y="2858"/>
                      <a:pt x="677" y="2958"/>
                    </a:cubicBezTo>
                    <a:cubicBezTo>
                      <a:pt x="677" y="2983"/>
                      <a:pt x="702" y="3008"/>
                      <a:pt x="727" y="3008"/>
                    </a:cubicBezTo>
                    <a:cubicBezTo>
                      <a:pt x="752" y="3008"/>
                      <a:pt x="777" y="2983"/>
                      <a:pt x="777" y="2958"/>
                    </a:cubicBezTo>
                    <a:cubicBezTo>
                      <a:pt x="777" y="2782"/>
                      <a:pt x="777" y="2632"/>
                      <a:pt x="777" y="2457"/>
                    </a:cubicBezTo>
                    <a:cubicBezTo>
                      <a:pt x="802" y="2457"/>
                      <a:pt x="802" y="2431"/>
                      <a:pt x="802" y="2431"/>
                    </a:cubicBezTo>
                    <a:cubicBezTo>
                      <a:pt x="802" y="2431"/>
                      <a:pt x="802" y="2406"/>
                      <a:pt x="802" y="2406"/>
                    </a:cubicBezTo>
                    <a:cubicBezTo>
                      <a:pt x="827" y="2381"/>
                      <a:pt x="852" y="2356"/>
                      <a:pt x="903" y="2331"/>
                    </a:cubicBezTo>
                    <a:cubicBezTo>
                      <a:pt x="928" y="2281"/>
                      <a:pt x="978" y="2256"/>
                      <a:pt x="1028" y="2206"/>
                    </a:cubicBezTo>
                    <a:lnTo>
                      <a:pt x="1028" y="2206"/>
                    </a:lnTo>
                    <a:cubicBezTo>
                      <a:pt x="1053" y="2231"/>
                      <a:pt x="1053" y="2256"/>
                      <a:pt x="1078" y="2281"/>
                    </a:cubicBezTo>
                    <a:cubicBezTo>
                      <a:pt x="1078" y="2281"/>
                      <a:pt x="1078" y="2306"/>
                      <a:pt x="1103" y="2331"/>
                    </a:cubicBezTo>
                    <a:cubicBezTo>
                      <a:pt x="1103" y="2356"/>
                      <a:pt x="1128" y="2381"/>
                      <a:pt x="1128" y="2406"/>
                    </a:cubicBezTo>
                    <a:cubicBezTo>
                      <a:pt x="1153" y="2431"/>
                      <a:pt x="1153" y="2457"/>
                      <a:pt x="1153" y="2482"/>
                    </a:cubicBezTo>
                    <a:cubicBezTo>
                      <a:pt x="1178" y="2507"/>
                      <a:pt x="1178" y="2532"/>
                      <a:pt x="1203" y="2557"/>
                    </a:cubicBezTo>
                    <a:cubicBezTo>
                      <a:pt x="1203" y="2582"/>
                      <a:pt x="1203" y="2607"/>
                      <a:pt x="1228" y="2632"/>
                    </a:cubicBezTo>
                    <a:cubicBezTo>
                      <a:pt x="1228" y="2657"/>
                      <a:pt x="1228" y="2657"/>
                      <a:pt x="1253" y="2682"/>
                    </a:cubicBezTo>
                    <a:cubicBezTo>
                      <a:pt x="1253" y="2682"/>
                      <a:pt x="1253" y="2682"/>
                      <a:pt x="1253" y="2682"/>
                    </a:cubicBezTo>
                    <a:cubicBezTo>
                      <a:pt x="1253" y="2707"/>
                      <a:pt x="1253" y="2707"/>
                      <a:pt x="1253" y="2732"/>
                    </a:cubicBezTo>
                    <a:cubicBezTo>
                      <a:pt x="1278" y="2732"/>
                      <a:pt x="1304" y="2732"/>
                      <a:pt x="1304" y="2732"/>
                    </a:cubicBezTo>
                    <a:cubicBezTo>
                      <a:pt x="1329" y="2707"/>
                      <a:pt x="1329" y="2707"/>
                      <a:pt x="1354" y="2682"/>
                    </a:cubicBezTo>
                    <a:cubicBezTo>
                      <a:pt x="1354" y="2682"/>
                      <a:pt x="1379" y="2657"/>
                      <a:pt x="1404" y="2657"/>
                    </a:cubicBezTo>
                    <a:cubicBezTo>
                      <a:pt x="1404" y="2632"/>
                      <a:pt x="1429" y="2632"/>
                      <a:pt x="1454" y="2607"/>
                    </a:cubicBezTo>
                    <a:cubicBezTo>
                      <a:pt x="1454" y="2607"/>
                      <a:pt x="1479" y="2582"/>
                      <a:pt x="1504" y="2582"/>
                    </a:cubicBezTo>
                    <a:cubicBezTo>
                      <a:pt x="1529" y="2557"/>
                      <a:pt x="1529" y="2532"/>
                      <a:pt x="1554" y="2532"/>
                    </a:cubicBezTo>
                    <a:cubicBezTo>
                      <a:pt x="1579" y="2507"/>
                      <a:pt x="1579" y="2507"/>
                      <a:pt x="1604" y="2482"/>
                    </a:cubicBezTo>
                    <a:cubicBezTo>
                      <a:pt x="1629" y="2457"/>
                      <a:pt x="1654" y="2457"/>
                      <a:pt x="1654" y="2431"/>
                    </a:cubicBezTo>
                    <a:cubicBezTo>
                      <a:pt x="1654" y="2431"/>
                      <a:pt x="1654" y="2431"/>
                      <a:pt x="1654" y="2431"/>
                    </a:cubicBezTo>
                    <a:cubicBezTo>
                      <a:pt x="1679" y="2482"/>
                      <a:pt x="1679" y="2507"/>
                      <a:pt x="1679" y="2532"/>
                    </a:cubicBezTo>
                    <a:cubicBezTo>
                      <a:pt x="1705" y="2607"/>
                      <a:pt x="1730" y="2682"/>
                      <a:pt x="1730" y="2732"/>
                    </a:cubicBezTo>
                    <a:cubicBezTo>
                      <a:pt x="1730" y="2757"/>
                      <a:pt x="1730" y="2757"/>
                      <a:pt x="1730" y="2757"/>
                    </a:cubicBezTo>
                    <a:cubicBezTo>
                      <a:pt x="1730" y="2757"/>
                      <a:pt x="1730" y="2757"/>
                      <a:pt x="1730" y="2782"/>
                    </a:cubicBezTo>
                    <a:cubicBezTo>
                      <a:pt x="1705" y="2807"/>
                      <a:pt x="1705" y="2832"/>
                      <a:pt x="1679" y="2858"/>
                    </a:cubicBezTo>
                    <a:cubicBezTo>
                      <a:pt x="1654" y="2908"/>
                      <a:pt x="1629" y="2933"/>
                      <a:pt x="1629" y="2983"/>
                    </a:cubicBezTo>
                    <a:cubicBezTo>
                      <a:pt x="1604" y="3008"/>
                      <a:pt x="1579" y="3058"/>
                      <a:pt x="1554" y="3083"/>
                    </a:cubicBezTo>
                    <a:cubicBezTo>
                      <a:pt x="1529" y="3133"/>
                      <a:pt x="1504" y="3183"/>
                      <a:pt x="1504" y="3208"/>
                    </a:cubicBezTo>
                    <a:cubicBezTo>
                      <a:pt x="1479" y="3234"/>
                      <a:pt x="1479" y="3234"/>
                      <a:pt x="1479" y="3259"/>
                    </a:cubicBezTo>
                    <a:cubicBezTo>
                      <a:pt x="1479" y="3284"/>
                      <a:pt x="1504" y="3284"/>
                      <a:pt x="1504" y="3309"/>
                    </a:cubicBezTo>
                    <a:cubicBezTo>
                      <a:pt x="1554" y="3309"/>
                      <a:pt x="1579" y="3309"/>
                      <a:pt x="1604" y="3284"/>
                    </a:cubicBezTo>
                    <a:cubicBezTo>
                      <a:pt x="1629" y="3259"/>
                      <a:pt x="1654" y="3234"/>
                      <a:pt x="1654" y="3183"/>
                    </a:cubicBezTo>
                    <a:cubicBezTo>
                      <a:pt x="1679" y="3158"/>
                      <a:pt x="1705" y="3133"/>
                      <a:pt x="1705" y="3108"/>
                    </a:cubicBezTo>
                    <a:cubicBezTo>
                      <a:pt x="1730" y="3058"/>
                      <a:pt x="1755" y="3008"/>
                      <a:pt x="1780" y="2933"/>
                    </a:cubicBezTo>
                    <a:cubicBezTo>
                      <a:pt x="1805" y="3008"/>
                      <a:pt x="1805" y="3058"/>
                      <a:pt x="1830" y="3133"/>
                    </a:cubicBezTo>
                    <a:cubicBezTo>
                      <a:pt x="1830" y="3183"/>
                      <a:pt x="1855" y="3259"/>
                      <a:pt x="1855" y="3334"/>
                    </a:cubicBezTo>
                    <a:cubicBezTo>
                      <a:pt x="1880" y="3359"/>
                      <a:pt x="1880" y="3384"/>
                      <a:pt x="1880" y="3409"/>
                    </a:cubicBezTo>
                    <a:cubicBezTo>
                      <a:pt x="1880" y="3434"/>
                      <a:pt x="1905" y="3459"/>
                      <a:pt x="1905" y="3484"/>
                    </a:cubicBezTo>
                    <a:cubicBezTo>
                      <a:pt x="1905" y="3509"/>
                      <a:pt x="1930" y="3534"/>
                      <a:pt x="1955" y="3534"/>
                    </a:cubicBezTo>
                    <a:cubicBezTo>
                      <a:pt x="1980" y="3534"/>
                      <a:pt x="2005" y="3509"/>
                      <a:pt x="2005" y="3484"/>
                    </a:cubicBezTo>
                    <a:cubicBezTo>
                      <a:pt x="1980" y="3434"/>
                      <a:pt x="1980" y="3359"/>
                      <a:pt x="1980" y="3309"/>
                    </a:cubicBezTo>
                    <a:cubicBezTo>
                      <a:pt x="1955" y="3234"/>
                      <a:pt x="1955" y="3183"/>
                      <a:pt x="1930" y="3108"/>
                    </a:cubicBezTo>
                    <a:cubicBezTo>
                      <a:pt x="1930" y="3033"/>
                      <a:pt x="1905" y="2958"/>
                      <a:pt x="1880" y="2883"/>
                    </a:cubicBezTo>
                    <a:cubicBezTo>
                      <a:pt x="1930" y="2933"/>
                      <a:pt x="2005" y="2958"/>
                      <a:pt x="2055" y="2983"/>
                    </a:cubicBezTo>
                    <a:cubicBezTo>
                      <a:pt x="2131" y="3033"/>
                      <a:pt x="2206" y="3083"/>
                      <a:pt x="2306" y="3133"/>
                    </a:cubicBezTo>
                    <a:cubicBezTo>
                      <a:pt x="2331" y="3158"/>
                      <a:pt x="2356" y="3133"/>
                      <a:pt x="2381" y="3108"/>
                    </a:cubicBezTo>
                    <a:cubicBezTo>
                      <a:pt x="2381" y="3083"/>
                      <a:pt x="2381" y="3058"/>
                      <a:pt x="2356" y="3033"/>
                    </a:cubicBezTo>
                    <a:cubicBezTo>
                      <a:pt x="2281" y="2983"/>
                      <a:pt x="2181" y="2933"/>
                      <a:pt x="2080" y="2883"/>
                    </a:cubicBezTo>
                    <a:cubicBezTo>
                      <a:pt x="2005" y="2832"/>
                      <a:pt x="1930" y="2782"/>
                      <a:pt x="1855" y="2732"/>
                    </a:cubicBezTo>
                    <a:cubicBezTo>
                      <a:pt x="1855" y="2732"/>
                      <a:pt x="1855" y="2732"/>
                      <a:pt x="1855" y="2732"/>
                    </a:cubicBezTo>
                    <a:cubicBezTo>
                      <a:pt x="1855" y="2732"/>
                      <a:pt x="1855" y="2732"/>
                      <a:pt x="1855" y="2732"/>
                    </a:cubicBezTo>
                    <a:cubicBezTo>
                      <a:pt x="1830" y="2632"/>
                      <a:pt x="1805" y="2557"/>
                      <a:pt x="1780" y="2457"/>
                    </a:cubicBezTo>
                    <a:cubicBezTo>
                      <a:pt x="1805" y="2482"/>
                      <a:pt x="1830" y="2482"/>
                      <a:pt x="1855" y="2482"/>
                    </a:cubicBezTo>
                    <a:cubicBezTo>
                      <a:pt x="1905" y="2507"/>
                      <a:pt x="1955" y="2507"/>
                      <a:pt x="2005" y="2532"/>
                    </a:cubicBezTo>
                    <a:cubicBezTo>
                      <a:pt x="2030" y="2532"/>
                      <a:pt x="2080" y="2532"/>
                      <a:pt x="2106" y="2557"/>
                    </a:cubicBezTo>
                    <a:cubicBezTo>
                      <a:pt x="2131" y="2557"/>
                      <a:pt x="2131" y="2557"/>
                      <a:pt x="2156" y="2582"/>
                    </a:cubicBezTo>
                    <a:cubicBezTo>
                      <a:pt x="2181" y="2582"/>
                      <a:pt x="2206" y="2582"/>
                      <a:pt x="2231" y="2582"/>
                    </a:cubicBezTo>
                    <a:cubicBezTo>
                      <a:pt x="2256" y="2607"/>
                      <a:pt x="2281" y="2607"/>
                      <a:pt x="2331" y="2607"/>
                    </a:cubicBezTo>
                    <a:cubicBezTo>
                      <a:pt x="2356" y="2607"/>
                      <a:pt x="2356" y="2582"/>
                      <a:pt x="2356" y="2557"/>
                    </a:cubicBezTo>
                    <a:cubicBezTo>
                      <a:pt x="2356" y="2557"/>
                      <a:pt x="2356" y="2532"/>
                      <a:pt x="2356" y="2532"/>
                    </a:cubicBezTo>
                    <a:cubicBezTo>
                      <a:pt x="2331" y="2431"/>
                      <a:pt x="2306" y="2331"/>
                      <a:pt x="2281" y="2206"/>
                    </a:cubicBezTo>
                    <a:cubicBezTo>
                      <a:pt x="2281" y="2181"/>
                      <a:pt x="2281" y="2131"/>
                      <a:pt x="2256" y="2081"/>
                    </a:cubicBezTo>
                    <a:lnTo>
                      <a:pt x="2256" y="2056"/>
                    </a:lnTo>
                    <a:cubicBezTo>
                      <a:pt x="2331" y="2081"/>
                      <a:pt x="2431" y="2106"/>
                      <a:pt x="2507" y="2131"/>
                    </a:cubicBezTo>
                    <a:cubicBezTo>
                      <a:pt x="2557" y="2156"/>
                      <a:pt x="2582" y="2156"/>
                      <a:pt x="2607" y="2156"/>
                    </a:cubicBezTo>
                    <a:cubicBezTo>
                      <a:pt x="2607" y="2181"/>
                      <a:pt x="2632" y="2181"/>
                      <a:pt x="2632" y="2181"/>
                    </a:cubicBezTo>
                    <a:cubicBezTo>
                      <a:pt x="2657" y="2256"/>
                      <a:pt x="2707" y="2356"/>
                      <a:pt x="2757" y="2431"/>
                    </a:cubicBezTo>
                    <a:cubicBezTo>
                      <a:pt x="2782" y="2482"/>
                      <a:pt x="2807" y="2507"/>
                      <a:pt x="2832" y="2557"/>
                    </a:cubicBezTo>
                    <a:cubicBezTo>
                      <a:pt x="2857" y="2607"/>
                      <a:pt x="2883" y="2632"/>
                      <a:pt x="2908" y="2682"/>
                    </a:cubicBezTo>
                    <a:cubicBezTo>
                      <a:pt x="2933" y="2707"/>
                      <a:pt x="2958" y="2707"/>
                      <a:pt x="2958" y="2707"/>
                    </a:cubicBezTo>
                    <a:cubicBezTo>
                      <a:pt x="2983" y="2707"/>
                      <a:pt x="2983" y="2682"/>
                      <a:pt x="2983" y="2657"/>
                    </a:cubicBezTo>
                    <a:cubicBezTo>
                      <a:pt x="2933" y="2582"/>
                      <a:pt x="2883" y="2482"/>
                      <a:pt x="2832" y="2406"/>
                    </a:cubicBezTo>
                    <a:cubicBezTo>
                      <a:pt x="2807" y="2331"/>
                      <a:pt x="2757" y="2256"/>
                      <a:pt x="2732" y="2206"/>
                    </a:cubicBezTo>
                    <a:cubicBezTo>
                      <a:pt x="2782" y="2206"/>
                      <a:pt x="2832" y="2231"/>
                      <a:pt x="2883" y="2256"/>
                    </a:cubicBezTo>
                    <a:cubicBezTo>
                      <a:pt x="2933" y="2281"/>
                      <a:pt x="3008" y="2281"/>
                      <a:pt x="3058" y="2306"/>
                    </a:cubicBezTo>
                    <a:cubicBezTo>
                      <a:pt x="3108" y="2331"/>
                      <a:pt x="3158" y="2331"/>
                      <a:pt x="3208" y="2356"/>
                    </a:cubicBezTo>
                    <a:cubicBezTo>
                      <a:pt x="3233" y="2356"/>
                      <a:pt x="3284" y="2356"/>
                      <a:pt x="3284" y="2331"/>
                    </a:cubicBezTo>
                    <a:cubicBezTo>
                      <a:pt x="3309" y="2281"/>
                      <a:pt x="3309" y="2231"/>
                      <a:pt x="3284" y="2231"/>
                    </a:cubicBezTo>
                    <a:cubicBezTo>
                      <a:pt x="3208" y="2181"/>
                      <a:pt x="3158" y="2181"/>
                      <a:pt x="3083" y="2156"/>
                    </a:cubicBezTo>
                    <a:cubicBezTo>
                      <a:pt x="3033" y="2131"/>
                      <a:pt x="2958" y="2106"/>
                      <a:pt x="2908" y="2081"/>
                    </a:cubicBezTo>
                    <a:cubicBezTo>
                      <a:pt x="2883" y="2081"/>
                      <a:pt x="2883" y="2081"/>
                      <a:pt x="2857" y="2081"/>
                    </a:cubicBezTo>
                    <a:cubicBezTo>
                      <a:pt x="2908" y="2056"/>
                      <a:pt x="2958" y="2030"/>
                      <a:pt x="3008" y="2030"/>
                    </a:cubicBezTo>
                    <a:cubicBezTo>
                      <a:pt x="3108" y="1980"/>
                      <a:pt x="3233" y="1930"/>
                      <a:pt x="3359" y="1880"/>
                    </a:cubicBezTo>
                    <a:cubicBezTo>
                      <a:pt x="3384" y="1880"/>
                      <a:pt x="3384" y="1830"/>
                      <a:pt x="3384" y="1805"/>
                    </a:cubicBezTo>
                    <a:close/>
                  </a:path>
                </a:pathLst>
              </a:custGeom>
              <a:noFill/>
              <a:ln cap="flat" cmpd="sng" w="6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7" name="Google Shape;5807;p50"/>
              <p:cNvSpPr/>
              <p:nvPr/>
            </p:nvSpPr>
            <p:spPr>
              <a:xfrm>
                <a:off x="5275850" y="1744375"/>
                <a:ext cx="85225" cy="88375"/>
              </a:xfrm>
              <a:custGeom>
                <a:rect b="b" l="l" r="r" t="t"/>
                <a:pathLst>
                  <a:path extrusionOk="0" h="3535" w="3409">
                    <a:moveTo>
                      <a:pt x="1980" y="778"/>
                    </a:moveTo>
                    <a:cubicBezTo>
                      <a:pt x="1980" y="803"/>
                      <a:pt x="1980" y="828"/>
                      <a:pt x="1980" y="828"/>
                    </a:cubicBezTo>
                    <a:cubicBezTo>
                      <a:pt x="1980" y="878"/>
                      <a:pt x="2005" y="928"/>
                      <a:pt x="2005" y="978"/>
                    </a:cubicBezTo>
                    <a:cubicBezTo>
                      <a:pt x="2030" y="1029"/>
                      <a:pt x="2030" y="1079"/>
                      <a:pt x="2056" y="1129"/>
                    </a:cubicBezTo>
                    <a:cubicBezTo>
                      <a:pt x="2056" y="1154"/>
                      <a:pt x="2056" y="1179"/>
                      <a:pt x="2081" y="1204"/>
                    </a:cubicBezTo>
                    <a:cubicBezTo>
                      <a:pt x="2030" y="1229"/>
                      <a:pt x="2005" y="1254"/>
                      <a:pt x="1980" y="1279"/>
                    </a:cubicBezTo>
                    <a:cubicBezTo>
                      <a:pt x="1930" y="1329"/>
                      <a:pt x="1880" y="1354"/>
                      <a:pt x="1830" y="1404"/>
                    </a:cubicBezTo>
                    <a:cubicBezTo>
                      <a:pt x="1780" y="1430"/>
                      <a:pt x="1730" y="1480"/>
                      <a:pt x="1680" y="1530"/>
                    </a:cubicBezTo>
                    <a:cubicBezTo>
                      <a:pt x="1655" y="1555"/>
                      <a:pt x="1629" y="1580"/>
                      <a:pt x="1604" y="1605"/>
                    </a:cubicBezTo>
                    <a:cubicBezTo>
                      <a:pt x="1604" y="1605"/>
                      <a:pt x="1604" y="1605"/>
                      <a:pt x="1579" y="1580"/>
                    </a:cubicBezTo>
                    <a:cubicBezTo>
                      <a:pt x="1554" y="1455"/>
                      <a:pt x="1529" y="1329"/>
                      <a:pt x="1504" y="1204"/>
                    </a:cubicBezTo>
                    <a:cubicBezTo>
                      <a:pt x="1504" y="1204"/>
                      <a:pt x="1479" y="1179"/>
                      <a:pt x="1479" y="1154"/>
                    </a:cubicBezTo>
                    <a:lnTo>
                      <a:pt x="1504" y="1154"/>
                    </a:lnTo>
                    <a:cubicBezTo>
                      <a:pt x="1529" y="1129"/>
                      <a:pt x="1554" y="1104"/>
                      <a:pt x="1604" y="1079"/>
                    </a:cubicBezTo>
                    <a:cubicBezTo>
                      <a:pt x="1629" y="1054"/>
                      <a:pt x="1655" y="1029"/>
                      <a:pt x="1680" y="1003"/>
                    </a:cubicBezTo>
                    <a:cubicBezTo>
                      <a:pt x="1705" y="978"/>
                      <a:pt x="1730" y="978"/>
                      <a:pt x="1755" y="953"/>
                    </a:cubicBezTo>
                    <a:cubicBezTo>
                      <a:pt x="1780" y="928"/>
                      <a:pt x="1805" y="903"/>
                      <a:pt x="1830" y="878"/>
                    </a:cubicBezTo>
                    <a:cubicBezTo>
                      <a:pt x="1855" y="853"/>
                      <a:pt x="1905" y="828"/>
                      <a:pt x="1955" y="778"/>
                    </a:cubicBezTo>
                    <a:close/>
                    <a:moveTo>
                      <a:pt x="978" y="1003"/>
                    </a:moveTo>
                    <a:cubicBezTo>
                      <a:pt x="1003" y="1029"/>
                      <a:pt x="1028" y="1029"/>
                      <a:pt x="1053" y="1029"/>
                    </a:cubicBezTo>
                    <a:cubicBezTo>
                      <a:pt x="1078" y="1029"/>
                      <a:pt x="1128" y="1054"/>
                      <a:pt x="1153" y="1054"/>
                    </a:cubicBezTo>
                    <a:cubicBezTo>
                      <a:pt x="1203" y="1079"/>
                      <a:pt x="1279" y="1104"/>
                      <a:pt x="1329" y="1104"/>
                    </a:cubicBezTo>
                    <a:cubicBezTo>
                      <a:pt x="1354" y="1104"/>
                      <a:pt x="1354" y="1129"/>
                      <a:pt x="1379" y="1129"/>
                    </a:cubicBezTo>
                    <a:cubicBezTo>
                      <a:pt x="1379" y="1154"/>
                      <a:pt x="1379" y="1179"/>
                      <a:pt x="1404" y="1204"/>
                    </a:cubicBezTo>
                    <a:cubicBezTo>
                      <a:pt x="1429" y="1354"/>
                      <a:pt x="1454" y="1480"/>
                      <a:pt x="1479" y="1605"/>
                    </a:cubicBezTo>
                    <a:cubicBezTo>
                      <a:pt x="1504" y="1605"/>
                      <a:pt x="1504" y="1630"/>
                      <a:pt x="1504" y="1655"/>
                    </a:cubicBezTo>
                    <a:cubicBezTo>
                      <a:pt x="1479" y="1630"/>
                      <a:pt x="1429" y="1630"/>
                      <a:pt x="1404" y="1630"/>
                    </a:cubicBezTo>
                    <a:cubicBezTo>
                      <a:pt x="1304" y="1605"/>
                      <a:pt x="1203" y="1555"/>
                      <a:pt x="1103" y="1505"/>
                    </a:cubicBezTo>
                    <a:cubicBezTo>
                      <a:pt x="1078" y="1505"/>
                      <a:pt x="1078" y="1480"/>
                      <a:pt x="1078" y="1480"/>
                    </a:cubicBezTo>
                    <a:cubicBezTo>
                      <a:pt x="1078" y="1455"/>
                      <a:pt x="1053" y="1430"/>
                      <a:pt x="1053" y="1404"/>
                    </a:cubicBezTo>
                    <a:cubicBezTo>
                      <a:pt x="1028" y="1354"/>
                      <a:pt x="1003" y="1304"/>
                      <a:pt x="978" y="1254"/>
                    </a:cubicBezTo>
                    <a:cubicBezTo>
                      <a:pt x="978" y="1204"/>
                      <a:pt x="953" y="1154"/>
                      <a:pt x="928" y="1104"/>
                    </a:cubicBezTo>
                    <a:cubicBezTo>
                      <a:pt x="928" y="1079"/>
                      <a:pt x="903" y="1029"/>
                      <a:pt x="878" y="1003"/>
                    </a:cubicBezTo>
                    <a:close/>
                    <a:moveTo>
                      <a:pt x="2081" y="1279"/>
                    </a:moveTo>
                    <a:cubicBezTo>
                      <a:pt x="2131" y="1304"/>
                      <a:pt x="2156" y="1329"/>
                      <a:pt x="2206" y="1354"/>
                    </a:cubicBezTo>
                    <a:cubicBezTo>
                      <a:pt x="2281" y="1379"/>
                      <a:pt x="2331" y="1404"/>
                      <a:pt x="2406" y="1455"/>
                    </a:cubicBezTo>
                    <a:cubicBezTo>
                      <a:pt x="2482" y="1480"/>
                      <a:pt x="2582" y="1530"/>
                      <a:pt x="2682" y="1555"/>
                    </a:cubicBezTo>
                    <a:cubicBezTo>
                      <a:pt x="2657" y="1580"/>
                      <a:pt x="2657" y="1580"/>
                      <a:pt x="2632" y="1580"/>
                    </a:cubicBezTo>
                    <a:cubicBezTo>
                      <a:pt x="2607" y="1630"/>
                      <a:pt x="2557" y="1655"/>
                      <a:pt x="2507" y="1680"/>
                    </a:cubicBezTo>
                    <a:cubicBezTo>
                      <a:pt x="2457" y="1705"/>
                      <a:pt x="2431" y="1730"/>
                      <a:pt x="2381" y="1755"/>
                    </a:cubicBezTo>
                    <a:cubicBezTo>
                      <a:pt x="2331" y="1755"/>
                      <a:pt x="2306" y="1780"/>
                      <a:pt x="2256" y="1805"/>
                    </a:cubicBezTo>
                    <a:cubicBezTo>
                      <a:pt x="2231" y="1805"/>
                      <a:pt x="2231" y="1831"/>
                      <a:pt x="2206" y="1831"/>
                    </a:cubicBezTo>
                    <a:cubicBezTo>
                      <a:pt x="2206" y="1831"/>
                      <a:pt x="2181" y="1856"/>
                      <a:pt x="2181" y="1856"/>
                    </a:cubicBezTo>
                    <a:lnTo>
                      <a:pt x="2156" y="1856"/>
                    </a:lnTo>
                    <a:cubicBezTo>
                      <a:pt x="2081" y="1831"/>
                      <a:pt x="2030" y="1805"/>
                      <a:pt x="1955" y="1780"/>
                    </a:cubicBezTo>
                    <a:cubicBezTo>
                      <a:pt x="1880" y="1755"/>
                      <a:pt x="1830" y="1755"/>
                      <a:pt x="1755" y="1730"/>
                    </a:cubicBezTo>
                    <a:cubicBezTo>
                      <a:pt x="1730" y="1705"/>
                      <a:pt x="1680" y="1705"/>
                      <a:pt x="1629" y="1680"/>
                    </a:cubicBezTo>
                    <a:cubicBezTo>
                      <a:pt x="1680" y="1655"/>
                      <a:pt x="1705" y="1630"/>
                      <a:pt x="1755" y="1580"/>
                    </a:cubicBezTo>
                    <a:cubicBezTo>
                      <a:pt x="1780" y="1530"/>
                      <a:pt x="1830" y="1505"/>
                      <a:pt x="1880" y="1455"/>
                    </a:cubicBezTo>
                    <a:cubicBezTo>
                      <a:pt x="1930" y="1404"/>
                      <a:pt x="1980" y="1379"/>
                      <a:pt x="2030" y="1329"/>
                    </a:cubicBezTo>
                    <a:cubicBezTo>
                      <a:pt x="2030" y="1329"/>
                      <a:pt x="2056" y="1304"/>
                      <a:pt x="2081" y="1279"/>
                    </a:cubicBezTo>
                    <a:close/>
                    <a:moveTo>
                      <a:pt x="1053" y="1630"/>
                    </a:moveTo>
                    <a:cubicBezTo>
                      <a:pt x="1103" y="1655"/>
                      <a:pt x="1178" y="1680"/>
                      <a:pt x="1228" y="1705"/>
                    </a:cubicBezTo>
                    <a:cubicBezTo>
                      <a:pt x="1279" y="1730"/>
                      <a:pt x="1329" y="1730"/>
                      <a:pt x="1404" y="1755"/>
                    </a:cubicBezTo>
                    <a:cubicBezTo>
                      <a:pt x="1404" y="1755"/>
                      <a:pt x="1404" y="1755"/>
                      <a:pt x="1404" y="1780"/>
                    </a:cubicBezTo>
                    <a:cubicBezTo>
                      <a:pt x="1354" y="1805"/>
                      <a:pt x="1304" y="1856"/>
                      <a:pt x="1254" y="1881"/>
                    </a:cubicBezTo>
                    <a:cubicBezTo>
                      <a:pt x="1203" y="1931"/>
                      <a:pt x="1153" y="1981"/>
                      <a:pt x="1103" y="2006"/>
                    </a:cubicBezTo>
                    <a:cubicBezTo>
                      <a:pt x="1103" y="2031"/>
                      <a:pt x="1078" y="2031"/>
                      <a:pt x="1078" y="2056"/>
                    </a:cubicBezTo>
                    <a:cubicBezTo>
                      <a:pt x="1053" y="2056"/>
                      <a:pt x="1028" y="2031"/>
                      <a:pt x="1003" y="2031"/>
                    </a:cubicBezTo>
                    <a:cubicBezTo>
                      <a:pt x="953" y="2031"/>
                      <a:pt x="878" y="2006"/>
                      <a:pt x="827" y="1981"/>
                    </a:cubicBezTo>
                    <a:cubicBezTo>
                      <a:pt x="777" y="1956"/>
                      <a:pt x="727" y="1956"/>
                      <a:pt x="677" y="1931"/>
                    </a:cubicBezTo>
                    <a:lnTo>
                      <a:pt x="627" y="1931"/>
                    </a:lnTo>
                    <a:cubicBezTo>
                      <a:pt x="652" y="1906"/>
                      <a:pt x="677" y="1906"/>
                      <a:pt x="677" y="1881"/>
                    </a:cubicBezTo>
                    <a:cubicBezTo>
                      <a:pt x="702" y="1881"/>
                      <a:pt x="727" y="1856"/>
                      <a:pt x="752" y="1831"/>
                    </a:cubicBezTo>
                    <a:cubicBezTo>
                      <a:pt x="777" y="1831"/>
                      <a:pt x="777" y="1805"/>
                      <a:pt x="802" y="1780"/>
                    </a:cubicBezTo>
                    <a:cubicBezTo>
                      <a:pt x="853" y="1755"/>
                      <a:pt x="903" y="1730"/>
                      <a:pt x="953" y="1705"/>
                    </a:cubicBezTo>
                    <a:cubicBezTo>
                      <a:pt x="953" y="1680"/>
                      <a:pt x="978" y="1680"/>
                      <a:pt x="1003" y="1680"/>
                    </a:cubicBezTo>
                    <a:cubicBezTo>
                      <a:pt x="1028" y="1655"/>
                      <a:pt x="1028" y="1655"/>
                      <a:pt x="1053" y="1630"/>
                    </a:cubicBezTo>
                    <a:close/>
                    <a:moveTo>
                      <a:pt x="1655" y="1856"/>
                    </a:moveTo>
                    <a:lnTo>
                      <a:pt x="1655" y="1856"/>
                    </a:lnTo>
                    <a:cubicBezTo>
                      <a:pt x="1805" y="1906"/>
                      <a:pt x="1980" y="1956"/>
                      <a:pt x="2131" y="2006"/>
                    </a:cubicBezTo>
                    <a:cubicBezTo>
                      <a:pt x="2156" y="2006"/>
                      <a:pt x="2156" y="2006"/>
                      <a:pt x="2156" y="2031"/>
                    </a:cubicBezTo>
                    <a:cubicBezTo>
                      <a:pt x="2181" y="2031"/>
                      <a:pt x="2181" y="2056"/>
                      <a:pt x="2181" y="2081"/>
                    </a:cubicBezTo>
                    <a:cubicBezTo>
                      <a:pt x="2181" y="2131"/>
                      <a:pt x="2181" y="2156"/>
                      <a:pt x="2206" y="2206"/>
                    </a:cubicBezTo>
                    <a:cubicBezTo>
                      <a:pt x="2231" y="2282"/>
                      <a:pt x="2231" y="2332"/>
                      <a:pt x="2256" y="2407"/>
                    </a:cubicBezTo>
                    <a:cubicBezTo>
                      <a:pt x="2256" y="2432"/>
                      <a:pt x="2281" y="2457"/>
                      <a:pt x="2281" y="2507"/>
                    </a:cubicBezTo>
                    <a:cubicBezTo>
                      <a:pt x="2256" y="2482"/>
                      <a:pt x="2256" y="2482"/>
                      <a:pt x="2231" y="2482"/>
                    </a:cubicBezTo>
                    <a:lnTo>
                      <a:pt x="2131" y="2482"/>
                    </a:lnTo>
                    <a:cubicBezTo>
                      <a:pt x="2106" y="2482"/>
                      <a:pt x="2081" y="2457"/>
                      <a:pt x="2056" y="2457"/>
                    </a:cubicBezTo>
                    <a:cubicBezTo>
                      <a:pt x="2030" y="2457"/>
                      <a:pt x="2005" y="2457"/>
                      <a:pt x="1980" y="2432"/>
                    </a:cubicBezTo>
                    <a:lnTo>
                      <a:pt x="1930" y="2432"/>
                    </a:lnTo>
                    <a:cubicBezTo>
                      <a:pt x="1905" y="2432"/>
                      <a:pt x="1855" y="2407"/>
                      <a:pt x="1830" y="2407"/>
                    </a:cubicBezTo>
                    <a:cubicBezTo>
                      <a:pt x="1830" y="2407"/>
                      <a:pt x="1805" y="2407"/>
                      <a:pt x="1805" y="2382"/>
                    </a:cubicBezTo>
                    <a:lnTo>
                      <a:pt x="1780" y="2382"/>
                    </a:lnTo>
                    <a:cubicBezTo>
                      <a:pt x="1755" y="2357"/>
                      <a:pt x="1755" y="2357"/>
                      <a:pt x="1755" y="2332"/>
                    </a:cubicBezTo>
                    <a:cubicBezTo>
                      <a:pt x="1730" y="2206"/>
                      <a:pt x="1705" y="2081"/>
                      <a:pt x="1680" y="1981"/>
                    </a:cubicBezTo>
                    <a:cubicBezTo>
                      <a:pt x="1680" y="1931"/>
                      <a:pt x="1655" y="1881"/>
                      <a:pt x="1655" y="1856"/>
                    </a:cubicBezTo>
                    <a:close/>
                    <a:moveTo>
                      <a:pt x="1529" y="1805"/>
                    </a:moveTo>
                    <a:cubicBezTo>
                      <a:pt x="1554" y="1856"/>
                      <a:pt x="1554" y="1906"/>
                      <a:pt x="1579" y="1956"/>
                    </a:cubicBezTo>
                    <a:cubicBezTo>
                      <a:pt x="1604" y="2081"/>
                      <a:pt x="1629" y="2206"/>
                      <a:pt x="1655" y="2332"/>
                    </a:cubicBezTo>
                    <a:cubicBezTo>
                      <a:pt x="1629" y="2357"/>
                      <a:pt x="1629" y="2357"/>
                      <a:pt x="1629" y="2382"/>
                    </a:cubicBezTo>
                    <a:cubicBezTo>
                      <a:pt x="1604" y="2382"/>
                      <a:pt x="1579" y="2407"/>
                      <a:pt x="1579" y="2432"/>
                    </a:cubicBezTo>
                    <a:cubicBezTo>
                      <a:pt x="1554" y="2432"/>
                      <a:pt x="1554" y="2432"/>
                      <a:pt x="1554" y="2457"/>
                    </a:cubicBezTo>
                    <a:cubicBezTo>
                      <a:pt x="1529" y="2457"/>
                      <a:pt x="1529" y="2457"/>
                      <a:pt x="1529" y="2482"/>
                    </a:cubicBezTo>
                    <a:cubicBezTo>
                      <a:pt x="1504" y="2482"/>
                      <a:pt x="1479" y="2507"/>
                      <a:pt x="1454" y="2507"/>
                    </a:cubicBezTo>
                    <a:cubicBezTo>
                      <a:pt x="1454" y="2532"/>
                      <a:pt x="1429" y="2532"/>
                      <a:pt x="1404" y="2557"/>
                    </a:cubicBezTo>
                    <a:cubicBezTo>
                      <a:pt x="1379" y="2582"/>
                      <a:pt x="1379" y="2582"/>
                      <a:pt x="1354" y="2607"/>
                    </a:cubicBezTo>
                    <a:cubicBezTo>
                      <a:pt x="1354" y="2607"/>
                      <a:pt x="1329" y="2633"/>
                      <a:pt x="1304" y="2633"/>
                    </a:cubicBezTo>
                    <a:cubicBezTo>
                      <a:pt x="1304" y="2607"/>
                      <a:pt x="1304" y="2607"/>
                      <a:pt x="1304" y="2582"/>
                    </a:cubicBezTo>
                    <a:cubicBezTo>
                      <a:pt x="1304" y="2582"/>
                      <a:pt x="1304" y="2557"/>
                      <a:pt x="1279" y="2532"/>
                    </a:cubicBezTo>
                    <a:cubicBezTo>
                      <a:pt x="1279" y="2507"/>
                      <a:pt x="1279" y="2482"/>
                      <a:pt x="1279" y="2457"/>
                    </a:cubicBezTo>
                    <a:cubicBezTo>
                      <a:pt x="1254" y="2432"/>
                      <a:pt x="1254" y="2407"/>
                      <a:pt x="1228" y="2382"/>
                    </a:cubicBezTo>
                    <a:cubicBezTo>
                      <a:pt x="1228" y="2357"/>
                      <a:pt x="1228" y="2332"/>
                      <a:pt x="1228" y="2307"/>
                    </a:cubicBezTo>
                    <a:cubicBezTo>
                      <a:pt x="1203" y="2282"/>
                      <a:pt x="1203" y="2257"/>
                      <a:pt x="1203" y="2232"/>
                    </a:cubicBezTo>
                    <a:cubicBezTo>
                      <a:pt x="1178" y="2181"/>
                      <a:pt x="1178" y="2156"/>
                      <a:pt x="1153" y="2106"/>
                    </a:cubicBezTo>
                    <a:cubicBezTo>
                      <a:pt x="1153" y="2106"/>
                      <a:pt x="1178" y="2081"/>
                      <a:pt x="1178" y="2081"/>
                    </a:cubicBezTo>
                    <a:cubicBezTo>
                      <a:pt x="1228" y="2031"/>
                      <a:pt x="1279" y="2006"/>
                      <a:pt x="1329" y="1956"/>
                    </a:cubicBezTo>
                    <a:cubicBezTo>
                      <a:pt x="1379" y="1931"/>
                      <a:pt x="1404" y="1881"/>
                      <a:pt x="1454" y="1831"/>
                    </a:cubicBezTo>
                    <a:cubicBezTo>
                      <a:pt x="1479" y="1831"/>
                      <a:pt x="1504" y="1805"/>
                      <a:pt x="1504" y="1805"/>
                    </a:cubicBezTo>
                    <a:close/>
                    <a:moveTo>
                      <a:pt x="1629" y="1"/>
                    </a:moveTo>
                    <a:cubicBezTo>
                      <a:pt x="1604" y="1"/>
                      <a:pt x="1604" y="26"/>
                      <a:pt x="1604" y="26"/>
                    </a:cubicBezTo>
                    <a:cubicBezTo>
                      <a:pt x="1554" y="176"/>
                      <a:pt x="1479" y="302"/>
                      <a:pt x="1429" y="427"/>
                    </a:cubicBezTo>
                    <a:cubicBezTo>
                      <a:pt x="1404" y="477"/>
                      <a:pt x="1404" y="502"/>
                      <a:pt x="1379" y="552"/>
                    </a:cubicBezTo>
                    <a:cubicBezTo>
                      <a:pt x="1379" y="527"/>
                      <a:pt x="1354" y="502"/>
                      <a:pt x="1354" y="477"/>
                    </a:cubicBezTo>
                    <a:cubicBezTo>
                      <a:pt x="1354" y="402"/>
                      <a:pt x="1329" y="352"/>
                      <a:pt x="1329" y="302"/>
                    </a:cubicBezTo>
                    <a:cubicBezTo>
                      <a:pt x="1304" y="227"/>
                      <a:pt x="1304" y="176"/>
                      <a:pt x="1279" y="101"/>
                    </a:cubicBezTo>
                    <a:cubicBezTo>
                      <a:pt x="1279" y="76"/>
                      <a:pt x="1254" y="51"/>
                      <a:pt x="1228" y="51"/>
                    </a:cubicBezTo>
                    <a:lnTo>
                      <a:pt x="1203" y="51"/>
                    </a:lnTo>
                    <a:cubicBezTo>
                      <a:pt x="1178" y="76"/>
                      <a:pt x="1153" y="101"/>
                      <a:pt x="1153" y="126"/>
                    </a:cubicBezTo>
                    <a:cubicBezTo>
                      <a:pt x="1178" y="201"/>
                      <a:pt x="1178" y="252"/>
                      <a:pt x="1203" y="302"/>
                    </a:cubicBezTo>
                    <a:cubicBezTo>
                      <a:pt x="1228" y="377"/>
                      <a:pt x="1228" y="427"/>
                      <a:pt x="1254" y="477"/>
                    </a:cubicBezTo>
                    <a:cubicBezTo>
                      <a:pt x="1254" y="502"/>
                      <a:pt x="1254" y="527"/>
                      <a:pt x="1254" y="552"/>
                    </a:cubicBezTo>
                    <a:cubicBezTo>
                      <a:pt x="1228" y="552"/>
                      <a:pt x="1178" y="527"/>
                      <a:pt x="1153" y="502"/>
                    </a:cubicBezTo>
                    <a:cubicBezTo>
                      <a:pt x="1128" y="502"/>
                      <a:pt x="1078" y="477"/>
                      <a:pt x="1028" y="452"/>
                    </a:cubicBezTo>
                    <a:cubicBezTo>
                      <a:pt x="978" y="427"/>
                      <a:pt x="953" y="402"/>
                      <a:pt x="903" y="377"/>
                    </a:cubicBezTo>
                    <a:lnTo>
                      <a:pt x="878" y="377"/>
                    </a:lnTo>
                    <a:cubicBezTo>
                      <a:pt x="853" y="377"/>
                      <a:pt x="827" y="377"/>
                      <a:pt x="802" y="402"/>
                    </a:cubicBezTo>
                    <a:cubicBezTo>
                      <a:pt x="802" y="427"/>
                      <a:pt x="802" y="452"/>
                      <a:pt x="827" y="477"/>
                    </a:cubicBezTo>
                    <a:cubicBezTo>
                      <a:pt x="878" y="502"/>
                      <a:pt x="928" y="527"/>
                      <a:pt x="953" y="577"/>
                    </a:cubicBezTo>
                    <a:cubicBezTo>
                      <a:pt x="1003" y="602"/>
                      <a:pt x="1028" y="602"/>
                      <a:pt x="1078" y="628"/>
                    </a:cubicBezTo>
                    <a:cubicBezTo>
                      <a:pt x="1128" y="653"/>
                      <a:pt x="1153" y="678"/>
                      <a:pt x="1203" y="678"/>
                    </a:cubicBezTo>
                    <a:cubicBezTo>
                      <a:pt x="1228" y="703"/>
                      <a:pt x="1254" y="728"/>
                      <a:pt x="1279" y="728"/>
                    </a:cubicBezTo>
                    <a:cubicBezTo>
                      <a:pt x="1304" y="778"/>
                      <a:pt x="1304" y="803"/>
                      <a:pt x="1304" y="828"/>
                    </a:cubicBezTo>
                    <a:cubicBezTo>
                      <a:pt x="1329" y="903"/>
                      <a:pt x="1329" y="953"/>
                      <a:pt x="1354" y="1029"/>
                    </a:cubicBezTo>
                    <a:cubicBezTo>
                      <a:pt x="1354" y="1029"/>
                      <a:pt x="1354" y="1054"/>
                      <a:pt x="1354" y="1054"/>
                    </a:cubicBezTo>
                    <a:cubicBezTo>
                      <a:pt x="1279" y="1029"/>
                      <a:pt x="1228" y="1029"/>
                      <a:pt x="1178" y="1003"/>
                    </a:cubicBezTo>
                    <a:cubicBezTo>
                      <a:pt x="1153" y="978"/>
                      <a:pt x="1103" y="978"/>
                      <a:pt x="1078" y="978"/>
                    </a:cubicBezTo>
                    <a:cubicBezTo>
                      <a:pt x="1053" y="953"/>
                      <a:pt x="1028" y="953"/>
                      <a:pt x="1003" y="953"/>
                    </a:cubicBezTo>
                    <a:cubicBezTo>
                      <a:pt x="953" y="928"/>
                      <a:pt x="903" y="928"/>
                      <a:pt x="853" y="903"/>
                    </a:cubicBezTo>
                    <a:lnTo>
                      <a:pt x="802" y="903"/>
                    </a:lnTo>
                    <a:cubicBezTo>
                      <a:pt x="777" y="903"/>
                      <a:pt x="752" y="928"/>
                      <a:pt x="752" y="978"/>
                    </a:cubicBezTo>
                    <a:cubicBezTo>
                      <a:pt x="752" y="1003"/>
                      <a:pt x="777" y="1003"/>
                      <a:pt x="777" y="1029"/>
                    </a:cubicBezTo>
                    <a:cubicBezTo>
                      <a:pt x="777" y="1054"/>
                      <a:pt x="802" y="1079"/>
                      <a:pt x="802" y="1104"/>
                    </a:cubicBezTo>
                    <a:cubicBezTo>
                      <a:pt x="827" y="1154"/>
                      <a:pt x="853" y="1204"/>
                      <a:pt x="878" y="1254"/>
                    </a:cubicBezTo>
                    <a:cubicBezTo>
                      <a:pt x="903" y="1304"/>
                      <a:pt x="928" y="1354"/>
                      <a:pt x="978" y="1430"/>
                    </a:cubicBezTo>
                    <a:cubicBezTo>
                      <a:pt x="978" y="1455"/>
                      <a:pt x="978" y="1455"/>
                      <a:pt x="1003" y="1480"/>
                    </a:cubicBezTo>
                    <a:cubicBezTo>
                      <a:pt x="953" y="1455"/>
                      <a:pt x="903" y="1455"/>
                      <a:pt x="853" y="1430"/>
                    </a:cubicBezTo>
                    <a:cubicBezTo>
                      <a:pt x="802" y="1404"/>
                      <a:pt x="727" y="1404"/>
                      <a:pt x="677" y="1379"/>
                    </a:cubicBezTo>
                    <a:lnTo>
                      <a:pt x="652" y="1379"/>
                    </a:lnTo>
                    <a:cubicBezTo>
                      <a:pt x="652" y="1354"/>
                      <a:pt x="652" y="1354"/>
                      <a:pt x="652" y="1354"/>
                    </a:cubicBezTo>
                    <a:cubicBezTo>
                      <a:pt x="602" y="1279"/>
                      <a:pt x="577" y="1229"/>
                      <a:pt x="552" y="1179"/>
                    </a:cubicBezTo>
                    <a:cubicBezTo>
                      <a:pt x="527" y="1154"/>
                      <a:pt x="502" y="1129"/>
                      <a:pt x="477" y="1079"/>
                    </a:cubicBezTo>
                    <a:cubicBezTo>
                      <a:pt x="452" y="1054"/>
                      <a:pt x="452" y="1003"/>
                      <a:pt x="426" y="953"/>
                    </a:cubicBezTo>
                    <a:cubicBezTo>
                      <a:pt x="401" y="928"/>
                      <a:pt x="376" y="928"/>
                      <a:pt x="376" y="928"/>
                    </a:cubicBezTo>
                    <a:lnTo>
                      <a:pt x="326" y="928"/>
                    </a:lnTo>
                    <a:cubicBezTo>
                      <a:pt x="326" y="953"/>
                      <a:pt x="301" y="953"/>
                      <a:pt x="301" y="978"/>
                    </a:cubicBezTo>
                    <a:cubicBezTo>
                      <a:pt x="301" y="978"/>
                      <a:pt x="301" y="1003"/>
                      <a:pt x="301" y="1003"/>
                    </a:cubicBezTo>
                    <a:cubicBezTo>
                      <a:pt x="351" y="1104"/>
                      <a:pt x="376" y="1179"/>
                      <a:pt x="426" y="1254"/>
                    </a:cubicBezTo>
                    <a:cubicBezTo>
                      <a:pt x="426" y="1254"/>
                      <a:pt x="426" y="1279"/>
                      <a:pt x="452" y="1304"/>
                    </a:cubicBezTo>
                    <a:cubicBezTo>
                      <a:pt x="401" y="1279"/>
                      <a:pt x="376" y="1279"/>
                      <a:pt x="326" y="1254"/>
                    </a:cubicBezTo>
                    <a:cubicBezTo>
                      <a:pt x="276" y="1254"/>
                      <a:pt x="226" y="1229"/>
                      <a:pt x="151" y="1204"/>
                    </a:cubicBezTo>
                    <a:cubicBezTo>
                      <a:pt x="126" y="1204"/>
                      <a:pt x="101" y="1179"/>
                      <a:pt x="76" y="1179"/>
                    </a:cubicBezTo>
                    <a:cubicBezTo>
                      <a:pt x="76" y="1154"/>
                      <a:pt x="76" y="1154"/>
                      <a:pt x="51" y="1154"/>
                    </a:cubicBezTo>
                    <a:cubicBezTo>
                      <a:pt x="51" y="1154"/>
                      <a:pt x="25" y="1179"/>
                      <a:pt x="25" y="1179"/>
                    </a:cubicBezTo>
                    <a:cubicBezTo>
                      <a:pt x="0" y="1204"/>
                      <a:pt x="0" y="1229"/>
                      <a:pt x="25" y="1254"/>
                    </a:cubicBezTo>
                    <a:cubicBezTo>
                      <a:pt x="76" y="1279"/>
                      <a:pt x="101" y="1304"/>
                      <a:pt x="151" y="1304"/>
                    </a:cubicBezTo>
                    <a:cubicBezTo>
                      <a:pt x="176" y="1329"/>
                      <a:pt x="201" y="1329"/>
                      <a:pt x="251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51" y="1404"/>
                      <a:pt x="401" y="1404"/>
                      <a:pt x="426" y="1404"/>
                    </a:cubicBezTo>
                    <a:cubicBezTo>
                      <a:pt x="401" y="1430"/>
                      <a:pt x="401" y="1455"/>
                      <a:pt x="376" y="1455"/>
                    </a:cubicBezTo>
                    <a:cubicBezTo>
                      <a:pt x="301" y="1505"/>
                      <a:pt x="251" y="1555"/>
                      <a:pt x="176" y="1605"/>
                    </a:cubicBezTo>
                    <a:cubicBezTo>
                      <a:pt x="151" y="1630"/>
                      <a:pt x="151" y="1655"/>
                      <a:pt x="176" y="1680"/>
                    </a:cubicBezTo>
                    <a:cubicBezTo>
                      <a:pt x="176" y="1705"/>
                      <a:pt x="201" y="1705"/>
                      <a:pt x="226" y="1730"/>
                    </a:cubicBezTo>
                    <a:cubicBezTo>
                      <a:pt x="226" y="1730"/>
                      <a:pt x="251" y="1730"/>
                      <a:pt x="276" y="1705"/>
                    </a:cubicBezTo>
                    <a:cubicBezTo>
                      <a:pt x="351" y="1655"/>
                      <a:pt x="426" y="1605"/>
                      <a:pt x="502" y="1555"/>
                    </a:cubicBezTo>
                    <a:cubicBezTo>
                      <a:pt x="527" y="1530"/>
                      <a:pt x="577" y="1505"/>
                      <a:pt x="602" y="1480"/>
                    </a:cubicBezTo>
                    <a:lnTo>
                      <a:pt x="627" y="1480"/>
                    </a:lnTo>
                    <a:cubicBezTo>
                      <a:pt x="627" y="1480"/>
                      <a:pt x="652" y="1505"/>
                      <a:pt x="677" y="1505"/>
                    </a:cubicBezTo>
                    <a:cubicBezTo>
                      <a:pt x="727" y="1530"/>
                      <a:pt x="802" y="1530"/>
                      <a:pt x="853" y="1555"/>
                    </a:cubicBezTo>
                    <a:cubicBezTo>
                      <a:pt x="903" y="1580"/>
                      <a:pt x="928" y="1580"/>
                      <a:pt x="953" y="1580"/>
                    </a:cubicBezTo>
                    <a:cubicBezTo>
                      <a:pt x="928" y="1605"/>
                      <a:pt x="903" y="1630"/>
                      <a:pt x="878" y="1655"/>
                    </a:cubicBezTo>
                    <a:cubicBezTo>
                      <a:pt x="853" y="1655"/>
                      <a:pt x="827" y="1680"/>
                      <a:pt x="802" y="1705"/>
                    </a:cubicBezTo>
                    <a:cubicBezTo>
                      <a:pt x="777" y="1730"/>
                      <a:pt x="752" y="1730"/>
                      <a:pt x="727" y="1755"/>
                    </a:cubicBezTo>
                    <a:cubicBezTo>
                      <a:pt x="677" y="1805"/>
                      <a:pt x="627" y="1856"/>
                      <a:pt x="552" y="1906"/>
                    </a:cubicBezTo>
                    <a:cubicBezTo>
                      <a:pt x="552" y="1906"/>
                      <a:pt x="527" y="1906"/>
                      <a:pt x="527" y="1931"/>
                    </a:cubicBezTo>
                    <a:cubicBezTo>
                      <a:pt x="527" y="1956"/>
                      <a:pt x="527" y="1981"/>
                      <a:pt x="552" y="1981"/>
                    </a:cubicBezTo>
                    <a:cubicBezTo>
                      <a:pt x="577" y="1981"/>
                      <a:pt x="577" y="1981"/>
                      <a:pt x="602" y="2006"/>
                    </a:cubicBezTo>
                    <a:lnTo>
                      <a:pt x="652" y="2006"/>
                    </a:lnTo>
                    <a:cubicBezTo>
                      <a:pt x="702" y="2031"/>
                      <a:pt x="777" y="2031"/>
                      <a:pt x="827" y="2056"/>
                    </a:cubicBezTo>
                    <a:cubicBezTo>
                      <a:pt x="878" y="2056"/>
                      <a:pt x="928" y="2081"/>
                      <a:pt x="1003" y="2106"/>
                    </a:cubicBezTo>
                    <a:cubicBezTo>
                      <a:pt x="1003" y="2106"/>
                      <a:pt x="1003" y="2131"/>
                      <a:pt x="978" y="2131"/>
                    </a:cubicBezTo>
                    <a:cubicBezTo>
                      <a:pt x="928" y="2181"/>
                      <a:pt x="878" y="2232"/>
                      <a:pt x="853" y="2257"/>
                    </a:cubicBezTo>
                    <a:cubicBezTo>
                      <a:pt x="827" y="2282"/>
                      <a:pt x="802" y="2307"/>
                      <a:pt x="777" y="2332"/>
                    </a:cubicBezTo>
                    <a:lnTo>
                      <a:pt x="752" y="2332"/>
                    </a:lnTo>
                    <a:cubicBezTo>
                      <a:pt x="702" y="2307"/>
                      <a:pt x="627" y="2282"/>
                      <a:pt x="552" y="2282"/>
                    </a:cubicBezTo>
                    <a:cubicBezTo>
                      <a:pt x="477" y="2257"/>
                      <a:pt x="426" y="2257"/>
                      <a:pt x="351" y="2257"/>
                    </a:cubicBezTo>
                    <a:cubicBezTo>
                      <a:pt x="326" y="2257"/>
                      <a:pt x="301" y="2232"/>
                      <a:pt x="276" y="2232"/>
                    </a:cubicBezTo>
                    <a:lnTo>
                      <a:pt x="226" y="2232"/>
                    </a:lnTo>
                    <a:cubicBezTo>
                      <a:pt x="201" y="2257"/>
                      <a:pt x="201" y="2257"/>
                      <a:pt x="176" y="2282"/>
                    </a:cubicBezTo>
                    <a:cubicBezTo>
                      <a:pt x="176" y="2332"/>
                      <a:pt x="201" y="2357"/>
                      <a:pt x="226" y="2382"/>
                    </a:cubicBezTo>
                    <a:cubicBezTo>
                      <a:pt x="276" y="2382"/>
                      <a:pt x="326" y="2407"/>
                      <a:pt x="401" y="2407"/>
                    </a:cubicBezTo>
                    <a:cubicBezTo>
                      <a:pt x="426" y="2432"/>
                      <a:pt x="477" y="2432"/>
                      <a:pt x="502" y="2432"/>
                    </a:cubicBezTo>
                    <a:cubicBezTo>
                      <a:pt x="552" y="2432"/>
                      <a:pt x="602" y="2457"/>
                      <a:pt x="627" y="2457"/>
                    </a:cubicBezTo>
                    <a:cubicBezTo>
                      <a:pt x="627" y="2482"/>
                      <a:pt x="602" y="2507"/>
                      <a:pt x="577" y="2532"/>
                    </a:cubicBezTo>
                    <a:cubicBezTo>
                      <a:pt x="527" y="2582"/>
                      <a:pt x="477" y="2607"/>
                      <a:pt x="426" y="2658"/>
                    </a:cubicBezTo>
                    <a:cubicBezTo>
                      <a:pt x="401" y="2683"/>
                      <a:pt x="351" y="2733"/>
                      <a:pt x="301" y="2758"/>
                    </a:cubicBezTo>
                    <a:cubicBezTo>
                      <a:pt x="301" y="2783"/>
                      <a:pt x="301" y="2783"/>
                      <a:pt x="301" y="2808"/>
                    </a:cubicBezTo>
                    <a:cubicBezTo>
                      <a:pt x="318" y="2808"/>
                      <a:pt x="335" y="2819"/>
                      <a:pt x="344" y="2819"/>
                    </a:cubicBezTo>
                    <a:cubicBezTo>
                      <a:pt x="349" y="2819"/>
                      <a:pt x="351" y="2816"/>
                      <a:pt x="351" y="2808"/>
                    </a:cubicBezTo>
                    <a:cubicBezTo>
                      <a:pt x="401" y="2783"/>
                      <a:pt x="426" y="2733"/>
                      <a:pt x="477" y="2708"/>
                    </a:cubicBezTo>
                    <a:cubicBezTo>
                      <a:pt x="527" y="2658"/>
                      <a:pt x="577" y="2607"/>
                      <a:pt x="602" y="2582"/>
                    </a:cubicBezTo>
                    <a:cubicBezTo>
                      <a:pt x="652" y="2557"/>
                      <a:pt x="677" y="2532"/>
                      <a:pt x="702" y="2507"/>
                    </a:cubicBezTo>
                    <a:cubicBezTo>
                      <a:pt x="702" y="2557"/>
                      <a:pt x="702" y="2607"/>
                      <a:pt x="702" y="2658"/>
                    </a:cubicBezTo>
                    <a:cubicBezTo>
                      <a:pt x="702" y="2758"/>
                      <a:pt x="702" y="2858"/>
                      <a:pt x="702" y="2933"/>
                    </a:cubicBezTo>
                    <a:cubicBezTo>
                      <a:pt x="702" y="2958"/>
                      <a:pt x="702" y="2983"/>
                      <a:pt x="727" y="2983"/>
                    </a:cubicBezTo>
                    <a:cubicBezTo>
                      <a:pt x="752" y="2983"/>
                      <a:pt x="777" y="2983"/>
                      <a:pt x="777" y="2958"/>
                    </a:cubicBezTo>
                    <a:cubicBezTo>
                      <a:pt x="777" y="2783"/>
                      <a:pt x="802" y="2607"/>
                      <a:pt x="777" y="2457"/>
                    </a:cubicBezTo>
                    <a:cubicBezTo>
                      <a:pt x="802" y="2457"/>
                      <a:pt x="802" y="2432"/>
                      <a:pt x="802" y="2432"/>
                    </a:cubicBezTo>
                    <a:cubicBezTo>
                      <a:pt x="802" y="2407"/>
                      <a:pt x="802" y="2407"/>
                      <a:pt x="802" y="2407"/>
                    </a:cubicBezTo>
                    <a:cubicBezTo>
                      <a:pt x="853" y="2382"/>
                      <a:pt x="878" y="2357"/>
                      <a:pt x="903" y="2332"/>
                    </a:cubicBezTo>
                    <a:cubicBezTo>
                      <a:pt x="953" y="2282"/>
                      <a:pt x="1003" y="2232"/>
                      <a:pt x="1028" y="2206"/>
                    </a:cubicBezTo>
                    <a:lnTo>
                      <a:pt x="1053" y="2181"/>
                    </a:lnTo>
                    <a:cubicBezTo>
                      <a:pt x="1053" y="2206"/>
                      <a:pt x="1053" y="2232"/>
                      <a:pt x="1078" y="2257"/>
                    </a:cubicBezTo>
                    <a:cubicBezTo>
                      <a:pt x="1078" y="2282"/>
                      <a:pt x="1103" y="2307"/>
                      <a:pt x="1103" y="2332"/>
                    </a:cubicBezTo>
                    <a:cubicBezTo>
                      <a:pt x="1128" y="2357"/>
                      <a:pt x="1128" y="2382"/>
                      <a:pt x="1128" y="2407"/>
                    </a:cubicBezTo>
                    <a:cubicBezTo>
                      <a:pt x="1153" y="2432"/>
                      <a:pt x="1153" y="2457"/>
                      <a:pt x="1178" y="2482"/>
                    </a:cubicBezTo>
                    <a:cubicBezTo>
                      <a:pt x="1178" y="2507"/>
                      <a:pt x="1178" y="2532"/>
                      <a:pt x="1203" y="2557"/>
                    </a:cubicBezTo>
                    <a:cubicBezTo>
                      <a:pt x="1203" y="2582"/>
                      <a:pt x="1228" y="2607"/>
                      <a:pt x="1228" y="2633"/>
                    </a:cubicBezTo>
                    <a:cubicBezTo>
                      <a:pt x="1228" y="2633"/>
                      <a:pt x="1254" y="2658"/>
                      <a:pt x="1254" y="2683"/>
                    </a:cubicBezTo>
                    <a:cubicBezTo>
                      <a:pt x="1254" y="2683"/>
                      <a:pt x="1254" y="2708"/>
                      <a:pt x="1254" y="2708"/>
                    </a:cubicBezTo>
                    <a:cubicBezTo>
                      <a:pt x="1279" y="2733"/>
                      <a:pt x="1304" y="2733"/>
                      <a:pt x="1304" y="2733"/>
                    </a:cubicBezTo>
                    <a:cubicBezTo>
                      <a:pt x="1329" y="2708"/>
                      <a:pt x="1329" y="2708"/>
                      <a:pt x="1354" y="2683"/>
                    </a:cubicBezTo>
                    <a:cubicBezTo>
                      <a:pt x="1379" y="2683"/>
                      <a:pt x="1379" y="2658"/>
                      <a:pt x="1404" y="2658"/>
                    </a:cubicBezTo>
                    <a:cubicBezTo>
                      <a:pt x="1429" y="2633"/>
                      <a:pt x="1429" y="2633"/>
                      <a:pt x="1454" y="2607"/>
                    </a:cubicBezTo>
                    <a:cubicBezTo>
                      <a:pt x="1479" y="2582"/>
                      <a:pt x="1479" y="2582"/>
                      <a:pt x="1504" y="2557"/>
                    </a:cubicBezTo>
                    <a:cubicBezTo>
                      <a:pt x="1529" y="2557"/>
                      <a:pt x="1554" y="2532"/>
                      <a:pt x="1554" y="2532"/>
                    </a:cubicBezTo>
                    <a:cubicBezTo>
                      <a:pt x="1579" y="2507"/>
                      <a:pt x="1604" y="2482"/>
                      <a:pt x="1604" y="2482"/>
                    </a:cubicBezTo>
                    <a:cubicBezTo>
                      <a:pt x="1629" y="2457"/>
                      <a:pt x="1655" y="2457"/>
                      <a:pt x="1680" y="2432"/>
                    </a:cubicBezTo>
                    <a:cubicBezTo>
                      <a:pt x="1680" y="2457"/>
                      <a:pt x="1680" y="2507"/>
                      <a:pt x="1705" y="2532"/>
                    </a:cubicBezTo>
                    <a:cubicBezTo>
                      <a:pt x="1705" y="2607"/>
                      <a:pt x="1730" y="2658"/>
                      <a:pt x="1730" y="2733"/>
                    </a:cubicBezTo>
                    <a:cubicBezTo>
                      <a:pt x="1755" y="2733"/>
                      <a:pt x="1755" y="2758"/>
                      <a:pt x="1755" y="2758"/>
                    </a:cubicBezTo>
                    <a:lnTo>
                      <a:pt x="1730" y="2758"/>
                    </a:lnTo>
                    <a:cubicBezTo>
                      <a:pt x="1705" y="2808"/>
                      <a:pt x="1705" y="2833"/>
                      <a:pt x="1680" y="2858"/>
                    </a:cubicBezTo>
                    <a:cubicBezTo>
                      <a:pt x="1655" y="2883"/>
                      <a:pt x="1655" y="2933"/>
                      <a:pt x="1629" y="2983"/>
                    </a:cubicBezTo>
                    <a:cubicBezTo>
                      <a:pt x="1604" y="3008"/>
                      <a:pt x="1579" y="3034"/>
                      <a:pt x="1579" y="3084"/>
                    </a:cubicBezTo>
                    <a:cubicBezTo>
                      <a:pt x="1554" y="3134"/>
                      <a:pt x="1529" y="3159"/>
                      <a:pt x="1504" y="3209"/>
                    </a:cubicBezTo>
                    <a:cubicBezTo>
                      <a:pt x="1479" y="3234"/>
                      <a:pt x="1479" y="3234"/>
                      <a:pt x="1479" y="3259"/>
                    </a:cubicBezTo>
                    <a:cubicBezTo>
                      <a:pt x="1504" y="3284"/>
                      <a:pt x="1504" y="3284"/>
                      <a:pt x="1529" y="3284"/>
                    </a:cubicBezTo>
                    <a:cubicBezTo>
                      <a:pt x="1542" y="3297"/>
                      <a:pt x="1554" y="3303"/>
                      <a:pt x="1567" y="3303"/>
                    </a:cubicBezTo>
                    <a:cubicBezTo>
                      <a:pt x="1579" y="3303"/>
                      <a:pt x="1592" y="3297"/>
                      <a:pt x="1604" y="3284"/>
                    </a:cubicBezTo>
                    <a:cubicBezTo>
                      <a:pt x="1629" y="3234"/>
                      <a:pt x="1655" y="3209"/>
                      <a:pt x="1655" y="3184"/>
                    </a:cubicBezTo>
                    <a:cubicBezTo>
                      <a:pt x="1680" y="3159"/>
                      <a:pt x="1705" y="3134"/>
                      <a:pt x="1705" y="3109"/>
                    </a:cubicBezTo>
                    <a:cubicBezTo>
                      <a:pt x="1730" y="3034"/>
                      <a:pt x="1755" y="2983"/>
                      <a:pt x="1780" y="2933"/>
                    </a:cubicBezTo>
                    <a:cubicBezTo>
                      <a:pt x="1805" y="3008"/>
                      <a:pt x="1805" y="3059"/>
                      <a:pt x="1830" y="3109"/>
                    </a:cubicBezTo>
                    <a:cubicBezTo>
                      <a:pt x="1855" y="3184"/>
                      <a:pt x="1855" y="3259"/>
                      <a:pt x="1880" y="3309"/>
                    </a:cubicBezTo>
                    <a:cubicBezTo>
                      <a:pt x="1880" y="3359"/>
                      <a:pt x="1880" y="3384"/>
                      <a:pt x="1880" y="3409"/>
                    </a:cubicBezTo>
                    <a:cubicBezTo>
                      <a:pt x="1880" y="3435"/>
                      <a:pt x="1905" y="3460"/>
                      <a:pt x="1905" y="3485"/>
                    </a:cubicBezTo>
                    <a:cubicBezTo>
                      <a:pt x="1905" y="3510"/>
                      <a:pt x="1930" y="3535"/>
                      <a:pt x="1955" y="3535"/>
                    </a:cubicBezTo>
                    <a:cubicBezTo>
                      <a:pt x="1980" y="3535"/>
                      <a:pt x="2005" y="3510"/>
                      <a:pt x="2005" y="3485"/>
                    </a:cubicBezTo>
                    <a:cubicBezTo>
                      <a:pt x="2005" y="3409"/>
                      <a:pt x="1980" y="3359"/>
                      <a:pt x="1980" y="3309"/>
                    </a:cubicBezTo>
                    <a:cubicBezTo>
                      <a:pt x="1980" y="3234"/>
                      <a:pt x="1955" y="3184"/>
                      <a:pt x="1955" y="3109"/>
                    </a:cubicBezTo>
                    <a:cubicBezTo>
                      <a:pt x="1930" y="3034"/>
                      <a:pt x="1905" y="2958"/>
                      <a:pt x="1880" y="2883"/>
                    </a:cubicBezTo>
                    <a:lnTo>
                      <a:pt x="1880" y="2883"/>
                    </a:lnTo>
                    <a:cubicBezTo>
                      <a:pt x="1955" y="2908"/>
                      <a:pt x="2005" y="2958"/>
                      <a:pt x="2056" y="2983"/>
                    </a:cubicBezTo>
                    <a:cubicBezTo>
                      <a:pt x="2131" y="3034"/>
                      <a:pt x="2231" y="3084"/>
                      <a:pt x="2306" y="3134"/>
                    </a:cubicBezTo>
                    <a:cubicBezTo>
                      <a:pt x="2331" y="3134"/>
                      <a:pt x="2356" y="3134"/>
                      <a:pt x="2381" y="3109"/>
                    </a:cubicBezTo>
                    <a:cubicBezTo>
                      <a:pt x="2406" y="3084"/>
                      <a:pt x="2381" y="3059"/>
                      <a:pt x="2356" y="3034"/>
                    </a:cubicBezTo>
                    <a:cubicBezTo>
                      <a:pt x="2281" y="2983"/>
                      <a:pt x="2181" y="2933"/>
                      <a:pt x="2106" y="2858"/>
                    </a:cubicBezTo>
                    <a:cubicBezTo>
                      <a:pt x="2030" y="2808"/>
                      <a:pt x="1955" y="2758"/>
                      <a:pt x="1855" y="2733"/>
                    </a:cubicBezTo>
                    <a:cubicBezTo>
                      <a:pt x="1830" y="2633"/>
                      <a:pt x="1805" y="2557"/>
                      <a:pt x="1780" y="2457"/>
                    </a:cubicBezTo>
                    <a:cubicBezTo>
                      <a:pt x="1805" y="2457"/>
                      <a:pt x="1830" y="2482"/>
                      <a:pt x="1855" y="2482"/>
                    </a:cubicBezTo>
                    <a:cubicBezTo>
                      <a:pt x="1905" y="2482"/>
                      <a:pt x="1955" y="2507"/>
                      <a:pt x="2030" y="2507"/>
                    </a:cubicBezTo>
                    <a:cubicBezTo>
                      <a:pt x="2056" y="2532"/>
                      <a:pt x="2081" y="2532"/>
                      <a:pt x="2106" y="2532"/>
                    </a:cubicBezTo>
                    <a:lnTo>
                      <a:pt x="2181" y="2557"/>
                    </a:lnTo>
                    <a:cubicBezTo>
                      <a:pt x="2181" y="2582"/>
                      <a:pt x="2206" y="2582"/>
                      <a:pt x="2231" y="2582"/>
                    </a:cubicBezTo>
                    <a:cubicBezTo>
                      <a:pt x="2256" y="2582"/>
                      <a:pt x="2306" y="2582"/>
                      <a:pt x="2331" y="2607"/>
                    </a:cubicBezTo>
                    <a:cubicBezTo>
                      <a:pt x="2356" y="2607"/>
                      <a:pt x="2381" y="2582"/>
                      <a:pt x="2381" y="2557"/>
                    </a:cubicBezTo>
                    <a:cubicBezTo>
                      <a:pt x="2381" y="2532"/>
                      <a:pt x="2381" y="2532"/>
                      <a:pt x="2356" y="2532"/>
                    </a:cubicBezTo>
                    <a:cubicBezTo>
                      <a:pt x="2356" y="2432"/>
                      <a:pt x="2331" y="2307"/>
                      <a:pt x="2306" y="2206"/>
                    </a:cubicBezTo>
                    <a:cubicBezTo>
                      <a:pt x="2281" y="2181"/>
                      <a:pt x="2281" y="2131"/>
                      <a:pt x="2256" y="2081"/>
                    </a:cubicBezTo>
                    <a:cubicBezTo>
                      <a:pt x="2256" y="2081"/>
                      <a:pt x="2256" y="2056"/>
                      <a:pt x="2256" y="2056"/>
                    </a:cubicBezTo>
                    <a:cubicBezTo>
                      <a:pt x="2331" y="2081"/>
                      <a:pt x="2431" y="2106"/>
                      <a:pt x="2507" y="2131"/>
                    </a:cubicBezTo>
                    <a:cubicBezTo>
                      <a:pt x="2557" y="2131"/>
                      <a:pt x="2582" y="2156"/>
                      <a:pt x="2632" y="2156"/>
                    </a:cubicBezTo>
                    <a:cubicBezTo>
                      <a:pt x="2632" y="2156"/>
                      <a:pt x="2632" y="2181"/>
                      <a:pt x="2632" y="2181"/>
                    </a:cubicBezTo>
                    <a:cubicBezTo>
                      <a:pt x="2682" y="2257"/>
                      <a:pt x="2707" y="2357"/>
                      <a:pt x="2757" y="2432"/>
                    </a:cubicBezTo>
                    <a:cubicBezTo>
                      <a:pt x="2782" y="2457"/>
                      <a:pt x="2807" y="2507"/>
                      <a:pt x="2833" y="2557"/>
                    </a:cubicBezTo>
                    <a:cubicBezTo>
                      <a:pt x="2858" y="2582"/>
                      <a:pt x="2883" y="2633"/>
                      <a:pt x="2933" y="2683"/>
                    </a:cubicBezTo>
                    <a:cubicBezTo>
                      <a:pt x="2933" y="2708"/>
                      <a:pt x="2958" y="2708"/>
                      <a:pt x="2983" y="2708"/>
                    </a:cubicBezTo>
                    <a:cubicBezTo>
                      <a:pt x="2983" y="2683"/>
                      <a:pt x="3008" y="2658"/>
                      <a:pt x="2983" y="2658"/>
                    </a:cubicBezTo>
                    <a:cubicBezTo>
                      <a:pt x="2933" y="2557"/>
                      <a:pt x="2883" y="2482"/>
                      <a:pt x="2833" y="2382"/>
                    </a:cubicBezTo>
                    <a:cubicBezTo>
                      <a:pt x="2807" y="2332"/>
                      <a:pt x="2757" y="2257"/>
                      <a:pt x="2732" y="2206"/>
                    </a:cubicBezTo>
                    <a:cubicBezTo>
                      <a:pt x="2782" y="2206"/>
                      <a:pt x="2833" y="2232"/>
                      <a:pt x="2883" y="2257"/>
                    </a:cubicBezTo>
                    <a:cubicBezTo>
                      <a:pt x="2958" y="2257"/>
                      <a:pt x="3008" y="2282"/>
                      <a:pt x="3058" y="2307"/>
                    </a:cubicBezTo>
                    <a:cubicBezTo>
                      <a:pt x="3108" y="2307"/>
                      <a:pt x="3158" y="2332"/>
                      <a:pt x="3208" y="2332"/>
                    </a:cubicBezTo>
                    <a:cubicBezTo>
                      <a:pt x="3223" y="2339"/>
                      <a:pt x="3236" y="2342"/>
                      <a:pt x="3247" y="2342"/>
                    </a:cubicBezTo>
                    <a:cubicBezTo>
                      <a:pt x="3273" y="2342"/>
                      <a:pt x="3291" y="2324"/>
                      <a:pt x="3309" y="2307"/>
                    </a:cubicBezTo>
                    <a:cubicBezTo>
                      <a:pt x="3309" y="2282"/>
                      <a:pt x="3309" y="2232"/>
                      <a:pt x="3284" y="2206"/>
                    </a:cubicBezTo>
                    <a:cubicBezTo>
                      <a:pt x="3208" y="2181"/>
                      <a:pt x="3158" y="2156"/>
                      <a:pt x="3083" y="2131"/>
                    </a:cubicBezTo>
                    <a:cubicBezTo>
                      <a:pt x="3033" y="2131"/>
                      <a:pt x="2958" y="2106"/>
                      <a:pt x="2908" y="2081"/>
                    </a:cubicBezTo>
                    <a:lnTo>
                      <a:pt x="2858" y="2081"/>
                    </a:lnTo>
                    <a:lnTo>
                      <a:pt x="3008" y="2031"/>
                    </a:lnTo>
                    <a:cubicBezTo>
                      <a:pt x="3133" y="1981"/>
                      <a:pt x="3234" y="1931"/>
                      <a:pt x="3359" y="1881"/>
                    </a:cubicBezTo>
                    <a:cubicBezTo>
                      <a:pt x="3384" y="1881"/>
                      <a:pt x="3409" y="1831"/>
                      <a:pt x="3384" y="1805"/>
                    </a:cubicBezTo>
                    <a:cubicBezTo>
                      <a:pt x="3384" y="1780"/>
                      <a:pt x="3384" y="1755"/>
                      <a:pt x="3359" y="1755"/>
                    </a:cubicBezTo>
                    <a:cubicBezTo>
                      <a:pt x="3359" y="1730"/>
                      <a:pt x="3334" y="1730"/>
                      <a:pt x="3309" y="1730"/>
                    </a:cubicBezTo>
                    <a:cubicBezTo>
                      <a:pt x="3183" y="1780"/>
                      <a:pt x="3083" y="1805"/>
                      <a:pt x="2983" y="1856"/>
                    </a:cubicBezTo>
                    <a:cubicBezTo>
                      <a:pt x="2858" y="1906"/>
                      <a:pt x="2757" y="1931"/>
                      <a:pt x="2657" y="1981"/>
                    </a:cubicBezTo>
                    <a:lnTo>
                      <a:pt x="2607" y="1981"/>
                    </a:lnTo>
                    <a:cubicBezTo>
                      <a:pt x="2582" y="1981"/>
                      <a:pt x="2557" y="1956"/>
                      <a:pt x="2532" y="1956"/>
                    </a:cubicBezTo>
                    <a:cubicBezTo>
                      <a:pt x="2457" y="1931"/>
                      <a:pt x="2381" y="1906"/>
                      <a:pt x="2306" y="1881"/>
                    </a:cubicBezTo>
                    <a:cubicBezTo>
                      <a:pt x="2331" y="1881"/>
                      <a:pt x="2356" y="1856"/>
                      <a:pt x="2406" y="1856"/>
                    </a:cubicBezTo>
                    <a:cubicBezTo>
                      <a:pt x="2431" y="1831"/>
                      <a:pt x="2482" y="1805"/>
                      <a:pt x="2507" y="1780"/>
                    </a:cubicBezTo>
                    <a:cubicBezTo>
                      <a:pt x="2557" y="1755"/>
                      <a:pt x="2607" y="1730"/>
                      <a:pt x="2657" y="1705"/>
                    </a:cubicBezTo>
                    <a:cubicBezTo>
                      <a:pt x="2682" y="1680"/>
                      <a:pt x="2732" y="1680"/>
                      <a:pt x="2757" y="1630"/>
                    </a:cubicBezTo>
                    <a:cubicBezTo>
                      <a:pt x="2782" y="1630"/>
                      <a:pt x="2782" y="1630"/>
                      <a:pt x="2782" y="1605"/>
                    </a:cubicBezTo>
                    <a:cubicBezTo>
                      <a:pt x="2807" y="1580"/>
                      <a:pt x="2833" y="1555"/>
                      <a:pt x="2807" y="1530"/>
                    </a:cubicBezTo>
                    <a:cubicBezTo>
                      <a:pt x="2807" y="1505"/>
                      <a:pt x="2782" y="1505"/>
                      <a:pt x="2757" y="1480"/>
                    </a:cubicBezTo>
                    <a:cubicBezTo>
                      <a:pt x="2707" y="1455"/>
                      <a:pt x="2657" y="1455"/>
                      <a:pt x="2607" y="1430"/>
                    </a:cubicBezTo>
                    <a:cubicBezTo>
                      <a:pt x="2557" y="1404"/>
                      <a:pt x="2507" y="1404"/>
                      <a:pt x="2482" y="1379"/>
                    </a:cubicBezTo>
                    <a:cubicBezTo>
                      <a:pt x="2431" y="1354"/>
                      <a:pt x="2381" y="1354"/>
                      <a:pt x="2356" y="1329"/>
                    </a:cubicBezTo>
                    <a:cubicBezTo>
                      <a:pt x="2306" y="1304"/>
                      <a:pt x="2281" y="1279"/>
                      <a:pt x="2231" y="1279"/>
                    </a:cubicBezTo>
                    <a:cubicBezTo>
                      <a:pt x="2206" y="1254"/>
                      <a:pt x="2181" y="1254"/>
                      <a:pt x="2156" y="1229"/>
                    </a:cubicBezTo>
                    <a:cubicBezTo>
                      <a:pt x="2156" y="1229"/>
                      <a:pt x="2156" y="1229"/>
                      <a:pt x="2181" y="1204"/>
                    </a:cubicBezTo>
                    <a:cubicBezTo>
                      <a:pt x="2231" y="1179"/>
                      <a:pt x="2256" y="1129"/>
                      <a:pt x="2306" y="1104"/>
                    </a:cubicBezTo>
                    <a:cubicBezTo>
                      <a:pt x="2331" y="1079"/>
                      <a:pt x="2381" y="1054"/>
                      <a:pt x="2406" y="1029"/>
                    </a:cubicBezTo>
                    <a:lnTo>
                      <a:pt x="2431" y="1029"/>
                    </a:lnTo>
                    <a:cubicBezTo>
                      <a:pt x="2507" y="1079"/>
                      <a:pt x="2607" y="1079"/>
                      <a:pt x="2682" y="1104"/>
                    </a:cubicBezTo>
                    <a:cubicBezTo>
                      <a:pt x="2782" y="1129"/>
                      <a:pt x="2858" y="1154"/>
                      <a:pt x="2958" y="1179"/>
                    </a:cubicBezTo>
                    <a:cubicBezTo>
                      <a:pt x="2983" y="1179"/>
                      <a:pt x="3033" y="1179"/>
                      <a:pt x="3033" y="1129"/>
                    </a:cubicBezTo>
                    <a:cubicBezTo>
                      <a:pt x="3033" y="1104"/>
                      <a:pt x="3033" y="1054"/>
                      <a:pt x="2983" y="1054"/>
                    </a:cubicBezTo>
                    <a:cubicBezTo>
                      <a:pt x="2908" y="1029"/>
                      <a:pt x="2807" y="1003"/>
                      <a:pt x="2732" y="978"/>
                    </a:cubicBezTo>
                    <a:cubicBezTo>
                      <a:pt x="2657" y="953"/>
                      <a:pt x="2607" y="928"/>
                      <a:pt x="2532" y="903"/>
                    </a:cubicBezTo>
                    <a:cubicBezTo>
                      <a:pt x="2557" y="903"/>
                      <a:pt x="2582" y="878"/>
                      <a:pt x="2607" y="878"/>
                    </a:cubicBezTo>
                    <a:cubicBezTo>
                      <a:pt x="2607" y="853"/>
                      <a:pt x="2632" y="828"/>
                      <a:pt x="2657" y="803"/>
                    </a:cubicBezTo>
                    <a:cubicBezTo>
                      <a:pt x="2682" y="778"/>
                      <a:pt x="2707" y="778"/>
                      <a:pt x="2732" y="753"/>
                    </a:cubicBezTo>
                    <a:cubicBezTo>
                      <a:pt x="2782" y="728"/>
                      <a:pt x="2833" y="678"/>
                      <a:pt x="2858" y="653"/>
                    </a:cubicBezTo>
                    <a:cubicBezTo>
                      <a:pt x="2883" y="628"/>
                      <a:pt x="2883" y="602"/>
                      <a:pt x="2858" y="602"/>
                    </a:cubicBezTo>
                    <a:cubicBezTo>
                      <a:pt x="2858" y="577"/>
                      <a:pt x="2858" y="577"/>
                      <a:pt x="2833" y="577"/>
                    </a:cubicBezTo>
                    <a:lnTo>
                      <a:pt x="2807" y="577"/>
                    </a:lnTo>
                    <a:cubicBezTo>
                      <a:pt x="2757" y="628"/>
                      <a:pt x="2732" y="653"/>
                      <a:pt x="2682" y="678"/>
                    </a:cubicBezTo>
                    <a:cubicBezTo>
                      <a:pt x="2632" y="728"/>
                      <a:pt x="2582" y="778"/>
                      <a:pt x="2532" y="803"/>
                    </a:cubicBezTo>
                    <a:cubicBezTo>
                      <a:pt x="2532" y="828"/>
                      <a:pt x="2532" y="828"/>
                      <a:pt x="2507" y="828"/>
                    </a:cubicBezTo>
                    <a:cubicBezTo>
                      <a:pt x="2507" y="803"/>
                      <a:pt x="2507" y="753"/>
                      <a:pt x="2507" y="703"/>
                    </a:cubicBezTo>
                    <a:cubicBezTo>
                      <a:pt x="2507" y="628"/>
                      <a:pt x="2507" y="527"/>
                      <a:pt x="2507" y="427"/>
                    </a:cubicBezTo>
                    <a:cubicBezTo>
                      <a:pt x="2507" y="402"/>
                      <a:pt x="2482" y="377"/>
                      <a:pt x="2457" y="377"/>
                    </a:cubicBezTo>
                    <a:cubicBezTo>
                      <a:pt x="2431" y="377"/>
                      <a:pt x="2381" y="402"/>
                      <a:pt x="2381" y="427"/>
                    </a:cubicBezTo>
                    <a:cubicBezTo>
                      <a:pt x="2381" y="527"/>
                      <a:pt x="2381" y="602"/>
                      <a:pt x="2381" y="703"/>
                    </a:cubicBezTo>
                    <a:cubicBezTo>
                      <a:pt x="2381" y="778"/>
                      <a:pt x="2381" y="853"/>
                      <a:pt x="2381" y="953"/>
                    </a:cubicBezTo>
                    <a:cubicBezTo>
                      <a:pt x="2331" y="978"/>
                      <a:pt x="2306" y="1003"/>
                      <a:pt x="2256" y="1054"/>
                    </a:cubicBezTo>
                    <a:cubicBezTo>
                      <a:pt x="2231" y="1079"/>
                      <a:pt x="2181" y="1129"/>
                      <a:pt x="2131" y="1154"/>
                    </a:cubicBezTo>
                    <a:cubicBezTo>
                      <a:pt x="2131" y="1154"/>
                      <a:pt x="2131" y="1129"/>
                      <a:pt x="2131" y="1129"/>
                    </a:cubicBezTo>
                    <a:cubicBezTo>
                      <a:pt x="2131" y="1079"/>
                      <a:pt x="2106" y="1029"/>
                      <a:pt x="2106" y="978"/>
                    </a:cubicBezTo>
                    <a:cubicBezTo>
                      <a:pt x="2106" y="928"/>
                      <a:pt x="2081" y="878"/>
                      <a:pt x="2081" y="828"/>
                    </a:cubicBezTo>
                    <a:cubicBezTo>
                      <a:pt x="2056" y="803"/>
                      <a:pt x="2056" y="778"/>
                      <a:pt x="2056" y="753"/>
                    </a:cubicBezTo>
                    <a:cubicBezTo>
                      <a:pt x="2056" y="728"/>
                      <a:pt x="2056" y="703"/>
                      <a:pt x="2056" y="703"/>
                    </a:cubicBezTo>
                    <a:cubicBezTo>
                      <a:pt x="2056" y="678"/>
                      <a:pt x="2030" y="678"/>
                      <a:pt x="2030" y="678"/>
                    </a:cubicBezTo>
                    <a:cubicBezTo>
                      <a:pt x="2030" y="653"/>
                      <a:pt x="2005" y="653"/>
                      <a:pt x="1980" y="653"/>
                    </a:cubicBezTo>
                    <a:lnTo>
                      <a:pt x="1955" y="653"/>
                    </a:lnTo>
                    <a:cubicBezTo>
                      <a:pt x="1930" y="653"/>
                      <a:pt x="1905" y="678"/>
                      <a:pt x="1880" y="703"/>
                    </a:cubicBezTo>
                    <a:cubicBezTo>
                      <a:pt x="1855" y="728"/>
                      <a:pt x="1830" y="728"/>
                      <a:pt x="1805" y="753"/>
                    </a:cubicBezTo>
                    <a:cubicBezTo>
                      <a:pt x="1780" y="778"/>
                      <a:pt x="1755" y="803"/>
                      <a:pt x="1730" y="828"/>
                    </a:cubicBezTo>
                    <a:cubicBezTo>
                      <a:pt x="1705" y="853"/>
                      <a:pt x="1680" y="878"/>
                      <a:pt x="1655" y="903"/>
                    </a:cubicBezTo>
                    <a:cubicBezTo>
                      <a:pt x="1629" y="928"/>
                      <a:pt x="1629" y="928"/>
                      <a:pt x="1604" y="953"/>
                    </a:cubicBezTo>
                    <a:cubicBezTo>
                      <a:pt x="1579" y="978"/>
                      <a:pt x="1554" y="978"/>
                      <a:pt x="1554" y="1003"/>
                    </a:cubicBezTo>
                    <a:cubicBezTo>
                      <a:pt x="1529" y="1029"/>
                      <a:pt x="1504" y="1054"/>
                      <a:pt x="1479" y="1079"/>
                    </a:cubicBezTo>
                    <a:cubicBezTo>
                      <a:pt x="1454" y="1079"/>
                      <a:pt x="1454" y="1054"/>
                      <a:pt x="1454" y="1029"/>
                    </a:cubicBezTo>
                    <a:cubicBezTo>
                      <a:pt x="1429" y="953"/>
                      <a:pt x="1429" y="903"/>
                      <a:pt x="1429" y="828"/>
                    </a:cubicBezTo>
                    <a:lnTo>
                      <a:pt x="1404" y="753"/>
                    </a:lnTo>
                    <a:cubicBezTo>
                      <a:pt x="1404" y="753"/>
                      <a:pt x="1429" y="753"/>
                      <a:pt x="1429" y="728"/>
                    </a:cubicBezTo>
                    <a:cubicBezTo>
                      <a:pt x="1454" y="678"/>
                      <a:pt x="1479" y="628"/>
                      <a:pt x="1504" y="577"/>
                    </a:cubicBezTo>
                    <a:cubicBezTo>
                      <a:pt x="1529" y="527"/>
                      <a:pt x="1554" y="477"/>
                      <a:pt x="1579" y="402"/>
                    </a:cubicBezTo>
                    <a:cubicBezTo>
                      <a:pt x="1604" y="352"/>
                      <a:pt x="1629" y="302"/>
                      <a:pt x="1629" y="252"/>
                    </a:cubicBezTo>
                    <a:cubicBezTo>
                      <a:pt x="1655" y="176"/>
                      <a:pt x="1680" y="126"/>
                      <a:pt x="1705" y="76"/>
                    </a:cubicBezTo>
                    <a:cubicBezTo>
                      <a:pt x="1705" y="26"/>
                      <a:pt x="1705" y="1"/>
                      <a:pt x="16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8" name="Google Shape;5808;p50"/>
              <p:cNvSpPr/>
              <p:nvPr/>
            </p:nvSpPr>
            <p:spPr>
              <a:xfrm>
                <a:off x="5275850" y="1744375"/>
                <a:ext cx="85225" cy="88375"/>
              </a:xfrm>
              <a:custGeom>
                <a:rect b="b" l="l" r="r" t="t"/>
                <a:pathLst>
                  <a:path extrusionOk="0" fill="none" h="3535" w="3409">
                    <a:moveTo>
                      <a:pt x="2181" y="2081"/>
                    </a:moveTo>
                    <a:cubicBezTo>
                      <a:pt x="2181" y="2131"/>
                      <a:pt x="2181" y="2156"/>
                      <a:pt x="2206" y="2206"/>
                    </a:cubicBezTo>
                    <a:cubicBezTo>
                      <a:pt x="2231" y="2282"/>
                      <a:pt x="2231" y="2332"/>
                      <a:pt x="2256" y="2407"/>
                    </a:cubicBezTo>
                    <a:cubicBezTo>
                      <a:pt x="2256" y="2432"/>
                      <a:pt x="2281" y="2457"/>
                      <a:pt x="2281" y="2507"/>
                    </a:cubicBezTo>
                    <a:cubicBezTo>
                      <a:pt x="2256" y="2482"/>
                      <a:pt x="2256" y="2482"/>
                      <a:pt x="2231" y="2482"/>
                    </a:cubicBezTo>
                    <a:cubicBezTo>
                      <a:pt x="2206" y="2482"/>
                      <a:pt x="2181" y="2482"/>
                      <a:pt x="2131" y="2482"/>
                    </a:cubicBezTo>
                    <a:cubicBezTo>
                      <a:pt x="2106" y="2482"/>
                      <a:pt x="2081" y="2457"/>
                      <a:pt x="2056" y="2457"/>
                    </a:cubicBezTo>
                    <a:cubicBezTo>
                      <a:pt x="2030" y="2457"/>
                      <a:pt x="2005" y="2457"/>
                      <a:pt x="1980" y="2432"/>
                    </a:cubicBezTo>
                    <a:cubicBezTo>
                      <a:pt x="1955" y="2432"/>
                      <a:pt x="1955" y="2432"/>
                      <a:pt x="1930" y="2432"/>
                    </a:cubicBezTo>
                    <a:cubicBezTo>
                      <a:pt x="1905" y="2432"/>
                      <a:pt x="1855" y="2407"/>
                      <a:pt x="1830" y="2407"/>
                    </a:cubicBezTo>
                    <a:cubicBezTo>
                      <a:pt x="1830" y="2407"/>
                      <a:pt x="1805" y="2407"/>
                      <a:pt x="1805" y="2382"/>
                    </a:cubicBezTo>
                    <a:cubicBezTo>
                      <a:pt x="1780" y="2382"/>
                      <a:pt x="1780" y="2382"/>
                      <a:pt x="1780" y="2382"/>
                    </a:cubicBezTo>
                    <a:cubicBezTo>
                      <a:pt x="1755" y="2357"/>
                      <a:pt x="1755" y="2357"/>
                      <a:pt x="1755" y="2332"/>
                    </a:cubicBezTo>
                    <a:cubicBezTo>
                      <a:pt x="1730" y="2206"/>
                      <a:pt x="1705" y="2081"/>
                      <a:pt x="1680" y="1981"/>
                    </a:cubicBezTo>
                    <a:cubicBezTo>
                      <a:pt x="1680" y="1931"/>
                      <a:pt x="1655" y="1881"/>
                      <a:pt x="1655" y="1856"/>
                    </a:cubicBezTo>
                    <a:cubicBezTo>
                      <a:pt x="1805" y="1906"/>
                      <a:pt x="1980" y="1956"/>
                      <a:pt x="2131" y="2006"/>
                    </a:cubicBezTo>
                    <a:cubicBezTo>
                      <a:pt x="2156" y="2006"/>
                      <a:pt x="2156" y="2006"/>
                      <a:pt x="2156" y="2031"/>
                    </a:cubicBezTo>
                    <a:cubicBezTo>
                      <a:pt x="2181" y="2031"/>
                      <a:pt x="2181" y="2056"/>
                      <a:pt x="2181" y="2081"/>
                    </a:cubicBezTo>
                    <a:close/>
                    <a:moveTo>
                      <a:pt x="1579" y="2432"/>
                    </a:moveTo>
                    <a:cubicBezTo>
                      <a:pt x="1554" y="2432"/>
                      <a:pt x="1554" y="2432"/>
                      <a:pt x="1554" y="2457"/>
                    </a:cubicBezTo>
                    <a:cubicBezTo>
                      <a:pt x="1529" y="2457"/>
                      <a:pt x="1529" y="2457"/>
                      <a:pt x="1529" y="2482"/>
                    </a:cubicBezTo>
                    <a:cubicBezTo>
                      <a:pt x="1504" y="2482"/>
                      <a:pt x="1479" y="2507"/>
                      <a:pt x="1454" y="2507"/>
                    </a:cubicBezTo>
                    <a:cubicBezTo>
                      <a:pt x="1454" y="2532"/>
                      <a:pt x="1429" y="2532"/>
                      <a:pt x="1404" y="2557"/>
                    </a:cubicBezTo>
                    <a:cubicBezTo>
                      <a:pt x="1379" y="2582"/>
                      <a:pt x="1379" y="2582"/>
                      <a:pt x="1354" y="2607"/>
                    </a:cubicBezTo>
                    <a:cubicBezTo>
                      <a:pt x="1354" y="2607"/>
                      <a:pt x="1329" y="2633"/>
                      <a:pt x="1304" y="2633"/>
                    </a:cubicBezTo>
                    <a:cubicBezTo>
                      <a:pt x="1304" y="2607"/>
                      <a:pt x="1304" y="2607"/>
                      <a:pt x="1304" y="2582"/>
                    </a:cubicBezTo>
                    <a:cubicBezTo>
                      <a:pt x="1304" y="2582"/>
                      <a:pt x="1304" y="2557"/>
                      <a:pt x="1279" y="2532"/>
                    </a:cubicBezTo>
                    <a:cubicBezTo>
                      <a:pt x="1279" y="2507"/>
                      <a:pt x="1279" y="2482"/>
                      <a:pt x="1279" y="2457"/>
                    </a:cubicBezTo>
                    <a:cubicBezTo>
                      <a:pt x="1254" y="2432"/>
                      <a:pt x="1254" y="2407"/>
                      <a:pt x="1228" y="2382"/>
                    </a:cubicBezTo>
                    <a:cubicBezTo>
                      <a:pt x="1228" y="2357"/>
                      <a:pt x="1228" y="2332"/>
                      <a:pt x="1228" y="2307"/>
                    </a:cubicBezTo>
                    <a:cubicBezTo>
                      <a:pt x="1203" y="2282"/>
                      <a:pt x="1203" y="2257"/>
                      <a:pt x="1203" y="2232"/>
                    </a:cubicBezTo>
                    <a:cubicBezTo>
                      <a:pt x="1178" y="2181"/>
                      <a:pt x="1178" y="2156"/>
                      <a:pt x="1153" y="2106"/>
                    </a:cubicBezTo>
                    <a:cubicBezTo>
                      <a:pt x="1153" y="2106"/>
                      <a:pt x="1153" y="2106"/>
                      <a:pt x="1153" y="2106"/>
                    </a:cubicBezTo>
                    <a:cubicBezTo>
                      <a:pt x="1153" y="2106"/>
                      <a:pt x="1178" y="2081"/>
                      <a:pt x="1178" y="2081"/>
                    </a:cubicBezTo>
                    <a:cubicBezTo>
                      <a:pt x="1228" y="2031"/>
                      <a:pt x="1279" y="2006"/>
                      <a:pt x="1329" y="1956"/>
                    </a:cubicBezTo>
                    <a:cubicBezTo>
                      <a:pt x="1379" y="1931"/>
                      <a:pt x="1404" y="1881"/>
                      <a:pt x="1454" y="1831"/>
                    </a:cubicBezTo>
                    <a:cubicBezTo>
                      <a:pt x="1479" y="1831"/>
                      <a:pt x="1504" y="1805"/>
                      <a:pt x="1504" y="1805"/>
                    </a:cubicBezTo>
                    <a:cubicBezTo>
                      <a:pt x="1529" y="1805"/>
                      <a:pt x="1529" y="1805"/>
                      <a:pt x="1529" y="1805"/>
                    </a:cubicBezTo>
                    <a:cubicBezTo>
                      <a:pt x="1554" y="1856"/>
                      <a:pt x="1554" y="1906"/>
                      <a:pt x="1579" y="1956"/>
                    </a:cubicBezTo>
                    <a:cubicBezTo>
                      <a:pt x="1604" y="2081"/>
                      <a:pt x="1629" y="2206"/>
                      <a:pt x="1655" y="2332"/>
                    </a:cubicBezTo>
                    <a:cubicBezTo>
                      <a:pt x="1629" y="2357"/>
                      <a:pt x="1629" y="2357"/>
                      <a:pt x="1629" y="2382"/>
                    </a:cubicBezTo>
                    <a:cubicBezTo>
                      <a:pt x="1604" y="2382"/>
                      <a:pt x="1579" y="2407"/>
                      <a:pt x="1579" y="2432"/>
                    </a:cubicBezTo>
                    <a:close/>
                    <a:moveTo>
                      <a:pt x="827" y="1981"/>
                    </a:moveTo>
                    <a:cubicBezTo>
                      <a:pt x="777" y="1956"/>
                      <a:pt x="727" y="1956"/>
                      <a:pt x="677" y="1931"/>
                    </a:cubicBezTo>
                    <a:cubicBezTo>
                      <a:pt x="652" y="1931"/>
                      <a:pt x="652" y="1931"/>
                      <a:pt x="627" y="1931"/>
                    </a:cubicBezTo>
                    <a:cubicBezTo>
                      <a:pt x="652" y="1906"/>
                      <a:pt x="677" y="1906"/>
                      <a:pt x="677" y="1881"/>
                    </a:cubicBezTo>
                    <a:cubicBezTo>
                      <a:pt x="702" y="1881"/>
                      <a:pt x="727" y="1856"/>
                      <a:pt x="752" y="1831"/>
                    </a:cubicBezTo>
                    <a:cubicBezTo>
                      <a:pt x="777" y="1831"/>
                      <a:pt x="777" y="1805"/>
                      <a:pt x="802" y="1780"/>
                    </a:cubicBezTo>
                    <a:cubicBezTo>
                      <a:pt x="853" y="1755"/>
                      <a:pt x="903" y="1730"/>
                      <a:pt x="953" y="1705"/>
                    </a:cubicBezTo>
                    <a:cubicBezTo>
                      <a:pt x="953" y="1680"/>
                      <a:pt x="978" y="1680"/>
                      <a:pt x="1003" y="1680"/>
                    </a:cubicBezTo>
                    <a:cubicBezTo>
                      <a:pt x="1028" y="1655"/>
                      <a:pt x="1028" y="1655"/>
                      <a:pt x="1053" y="1630"/>
                    </a:cubicBezTo>
                    <a:cubicBezTo>
                      <a:pt x="1103" y="1655"/>
                      <a:pt x="1178" y="1680"/>
                      <a:pt x="1228" y="1705"/>
                    </a:cubicBezTo>
                    <a:cubicBezTo>
                      <a:pt x="1279" y="1730"/>
                      <a:pt x="1329" y="1730"/>
                      <a:pt x="1404" y="1755"/>
                    </a:cubicBezTo>
                    <a:lnTo>
                      <a:pt x="1404" y="1755"/>
                    </a:lnTo>
                    <a:cubicBezTo>
                      <a:pt x="1404" y="1755"/>
                      <a:pt x="1404" y="1755"/>
                      <a:pt x="1404" y="1780"/>
                    </a:cubicBezTo>
                    <a:cubicBezTo>
                      <a:pt x="1354" y="1805"/>
                      <a:pt x="1304" y="1856"/>
                      <a:pt x="1254" y="1881"/>
                    </a:cubicBezTo>
                    <a:cubicBezTo>
                      <a:pt x="1203" y="1931"/>
                      <a:pt x="1153" y="1981"/>
                      <a:pt x="1103" y="2006"/>
                    </a:cubicBezTo>
                    <a:cubicBezTo>
                      <a:pt x="1103" y="2031"/>
                      <a:pt x="1078" y="2031"/>
                      <a:pt x="1078" y="2056"/>
                    </a:cubicBezTo>
                    <a:cubicBezTo>
                      <a:pt x="1053" y="2056"/>
                      <a:pt x="1028" y="2031"/>
                      <a:pt x="1003" y="2031"/>
                    </a:cubicBezTo>
                    <a:cubicBezTo>
                      <a:pt x="953" y="2031"/>
                      <a:pt x="878" y="2006"/>
                      <a:pt x="827" y="1981"/>
                    </a:cubicBezTo>
                    <a:close/>
                    <a:moveTo>
                      <a:pt x="928" y="1104"/>
                    </a:moveTo>
                    <a:cubicBezTo>
                      <a:pt x="928" y="1079"/>
                      <a:pt x="903" y="1029"/>
                      <a:pt x="878" y="1003"/>
                    </a:cubicBezTo>
                    <a:cubicBezTo>
                      <a:pt x="903" y="1003"/>
                      <a:pt x="903" y="1003"/>
                      <a:pt x="903" y="1003"/>
                    </a:cubicBezTo>
                    <a:cubicBezTo>
                      <a:pt x="878" y="1003"/>
                      <a:pt x="878" y="1003"/>
                      <a:pt x="878" y="1003"/>
                    </a:cubicBezTo>
                    <a:cubicBezTo>
                      <a:pt x="903" y="1003"/>
                      <a:pt x="928" y="1003"/>
                      <a:pt x="978" y="1003"/>
                    </a:cubicBezTo>
                    <a:cubicBezTo>
                      <a:pt x="1003" y="1029"/>
                      <a:pt x="1028" y="1029"/>
                      <a:pt x="1053" y="1029"/>
                    </a:cubicBezTo>
                    <a:cubicBezTo>
                      <a:pt x="1078" y="1029"/>
                      <a:pt x="1128" y="1054"/>
                      <a:pt x="1153" y="1054"/>
                    </a:cubicBezTo>
                    <a:cubicBezTo>
                      <a:pt x="1203" y="1079"/>
                      <a:pt x="1279" y="1104"/>
                      <a:pt x="1329" y="1104"/>
                    </a:cubicBezTo>
                    <a:cubicBezTo>
                      <a:pt x="1354" y="1104"/>
                      <a:pt x="1354" y="1129"/>
                      <a:pt x="1379" y="1129"/>
                    </a:cubicBezTo>
                    <a:cubicBezTo>
                      <a:pt x="1379" y="1154"/>
                      <a:pt x="1379" y="1179"/>
                      <a:pt x="1404" y="1204"/>
                    </a:cubicBezTo>
                    <a:cubicBezTo>
                      <a:pt x="1429" y="1354"/>
                      <a:pt x="1454" y="1480"/>
                      <a:pt x="1479" y="1605"/>
                    </a:cubicBezTo>
                    <a:cubicBezTo>
                      <a:pt x="1504" y="1605"/>
                      <a:pt x="1504" y="1630"/>
                      <a:pt x="1504" y="1655"/>
                    </a:cubicBezTo>
                    <a:cubicBezTo>
                      <a:pt x="1479" y="1630"/>
                      <a:pt x="1429" y="1630"/>
                      <a:pt x="1404" y="1630"/>
                    </a:cubicBezTo>
                    <a:cubicBezTo>
                      <a:pt x="1304" y="1605"/>
                      <a:pt x="1203" y="1555"/>
                      <a:pt x="1103" y="1505"/>
                    </a:cubicBezTo>
                    <a:cubicBezTo>
                      <a:pt x="1078" y="1505"/>
                      <a:pt x="1078" y="1480"/>
                      <a:pt x="1078" y="1480"/>
                    </a:cubicBezTo>
                    <a:cubicBezTo>
                      <a:pt x="1078" y="1455"/>
                      <a:pt x="1053" y="1430"/>
                      <a:pt x="1053" y="1404"/>
                    </a:cubicBezTo>
                    <a:cubicBezTo>
                      <a:pt x="1028" y="1354"/>
                      <a:pt x="1003" y="1304"/>
                      <a:pt x="978" y="1254"/>
                    </a:cubicBezTo>
                    <a:cubicBezTo>
                      <a:pt x="978" y="1204"/>
                      <a:pt x="953" y="1154"/>
                      <a:pt x="928" y="1104"/>
                    </a:cubicBezTo>
                    <a:close/>
                    <a:moveTo>
                      <a:pt x="1504" y="1154"/>
                    </a:moveTo>
                    <a:cubicBezTo>
                      <a:pt x="1529" y="1129"/>
                      <a:pt x="1554" y="1104"/>
                      <a:pt x="1604" y="1079"/>
                    </a:cubicBezTo>
                    <a:cubicBezTo>
                      <a:pt x="1629" y="1054"/>
                      <a:pt x="1655" y="1029"/>
                      <a:pt x="1680" y="1003"/>
                    </a:cubicBezTo>
                    <a:cubicBezTo>
                      <a:pt x="1705" y="978"/>
                      <a:pt x="1730" y="978"/>
                      <a:pt x="1755" y="953"/>
                    </a:cubicBezTo>
                    <a:cubicBezTo>
                      <a:pt x="1780" y="928"/>
                      <a:pt x="1805" y="903"/>
                      <a:pt x="1830" y="878"/>
                    </a:cubicBezTo>
                    <a:cubicBezTo>
                      <a:pt x="1855" y="853"/>
                      <a:pt x="1905" y="828"/>
                      <a:pt x="1955" y="778"/>
                    </a:cubicBezTo>
                    <a:cubicBezTo>
                      <a:pt x="1955" y="778"/>
                      <a:pt x="1955" y="778"/>
                      <a:pt x="1980" y="778"/>
                    </a:cubicBezTo>
                    <a:cubicBezTo>
                      <a:pt x="1980" y="803"/>
                      <a:pt x="1980" y="828"/>
                      <a:pt x="1980" y="828"/>
                    </a:cubicBezTo>
                    <a:cubicBezTo>
                      <a:pt x="1980" y="878"/>
                      <a:pt x="2005" y="928"/>
                      <a:pt x="2005" y="978"/>
                    </a:cubicBezTo>
                    <a:cubicBezTo>
                      <a:pt x="2030" y="1029"/>
                      <a:pt x="2030" y="1079"/>
                      <a:pt x="2056" y="1129"/>
                    </a:cubicBezTo>
                    <a:cubicBezTo>
                      <a:pt x="2056" y="1154"/>
                      <a:pt x="2056" y="1179"/>
                      <a:pt x="2081" y="1204"/>
                    </a:cubicBezTo>
                    <a:cubicBezTo>
                      <a:pt x="2030" y="1229"/>
                      <a:pt x="2005" y="1254"/>
                      <a:pt x="1980" y="1279"/>
                    </a:cubicBezTo>
                    <a:cubicBezTo>
                      <a:pt x="1930" y="1329"/>
                      <a:pt x="1880" y="1354"/>
                      <a:pt x="1830" y="1404"/>
                    </a:cubicBezTo>
                    <a:cubicBezTo>
                      <a:pt x="1780" y="1430"/>
                      <a:pt x="1730" y="1480"/>
                      <a:pt x="1680" y="1530"/>
                    </a:cubicBezTo>
                    <a:cubicBezTo>
                      <a:pt x="1655" y="1555"/>
                      <a:pt x="1629" y="1580"/>
                      <a:pt x="1604" y="1605"/>
                    </a:cubicBezTo>
                    <a:cubicBezTo>
                      <a:pt x="1604" y="1605"/>
                      <a:pt x="1604" y="1605"/>
                      <a:pt x="1579" y="1580"/>
                    </a:cubicBezTo>
                    <a:cubicBezTo>
                      <a:pt x="1554" y="1455"/>
                      <a:pt x="1529" y="1329"/>
                      <a:pt x="1504" y="1204"/>
                    </a:cubicBezTo>
                    <a:cubicBezTo>
                      <a:pt x="1504" y="1204"/>
                      <a:pt x="1479" y="1179"/>
                      <a:pt x="1479" y="1154"/>
                    </a:cubicBezTo>
                    <a:cubicBezTo>
                      <a:pt x="1479" y="1154"/>
                      <a:pt x="1504" y="1154"/>
                      <a:pt x="1504" y="1154"/>
                    </a:cubicBezTo>
                    <a:close/>
                    <a:moveTo>
                      <a:pt x="2406" y="1455"/>
                    </a:moveTo>
                    <a:cubicBezTo>
                      <a:pt x="2482" y="1480"/>
                      <a:pt x="2582" y="1530"/>
                      <a:pt x="2682" y="1555"/>
                    </a:cubicBezTo>
                    <a:cubicBezTo>
                      <a:pt x="2657" y="1580"/>
                      <a:pt x="2657" y="1580"/>
                      <a:pt x="2632" y="1580"/>
                    </a:cubicBezTo>
                    <a:cubicBezTo>
                      <a:pt x="2607" y="1630"/>
                      <a:pt x="2557" y="1655"/>
                      <a:pt x="2507" y="1680"/>
                    </a:cubicBezTo>
                    <a:cubicBezTo>
                      <a:pt x="2457" y="1705"/>
                      <a:pt x="2431" y="1730"/>
                      <a:pt x="2381" y="1755"/>
                    </a:cubicBezTo>
                    <a:cubicBezTo>
                      <a:pt x="2331" y="1755"/>
                      <a:pt x="2306" y="1780"/>
                      <a:pt x="2256" y="1805"/>
                    </a:cubicBezTo>
                    <a:cubicBezTo>
                      <a:pt x="2231" y="1805"/>
                      <a:pt x="2231" y="1831"/>
                      <a:pt x="2206" y="1831"/>
                    </a:cubicBezTo>
                    <a:cubicBezTo>
                      <a:pt x="2206" y="1831"/>
                      <a:pt x="2181" y="1856"/>
                      <a:pt x="2181" y="1856"/>
                    </a:cubicBezTo>
                    <a:cubicBezTo>
                      <a:pt x="2181" y="1856"/>
                      <a:pt x="2156" y="1856"/>
                      <a:pt x="2156" y="1856"/>
                    </a:cubicBezTo>
                    <a:cubicBezTo>
                      <a:pt x="2081" y="1831"/>
                      <a:pt x="2030" y="1805"/>
                      <a:pt x="1955" y="1780"/>
                    </a:cubicBezTo>
                    <a:cubicBezTo>
                      <a:pt x="1880" y="1755"/>
                      <a:pt x="1830" y="1755"/>
                      <a:pt x="1755" y="1730"/>
                    </a:cubicBezTo>
                    <a:cubicBezTo>
                      <a:pt x="1730" y="1705"/>
                      <a:pt x="1680" y="1705"/>
                      <a:pt x="1629" y="1680"/>
                    </a:cubicBezTo>
                    <a:cubicBezTo>
                      <a:pt x="1680" y="1655"/>
                      <a:pt x="1705" y="1630"/>
                      <a:pt x="1755" y="1580"/>
                    </a:cubicBezTo>
                    <a:cubicBezTo>
                      <a:pt x="1780" y="1530"/>
                      <a:pt x="1830" y="1505"/>
                      <a:pt x="1880" y="1455"/>
                    </a:cubicBezTo>
                    <a:cubicBezTo>
                      <a:pt x="1930" y="1404"/>
                      <a:pt x="1980" y="1379"/>
                      <a:pt x="2030" y="1329"/>
                    </a:cubicBezTo>
                    <a:cubicBezTo>
                      <a:pt x="2030" y="1329"/>
                      <a:pt x="2056" y="1304"/>
                      <a:pt x="2081" y="1279"/>
                    </a:cubicBezTo>
                    <a:cubicBezTo>
                      <a:pt x="2131" y="1304"/>
                      <a:pt x="2156" y="1329"/>
                      <a:pt x="2206" y="1354"/>
                    </a:cubicBezTo>
                    <a:cubicBezTo>
                      <a:pt x="2281" y="1379"/>
                      <a:pt x="2331" y="1404"/>
                      <a:pt x="2406" y="1455"/>
                    </a:cubicBezTo>
                    <a:close/>
                    <a:moveTo>
                      <a:pt x="2707" y="1580"/>
                    </a:moveTo>
                    <a:cubicBezTo>
                      <a:pt x="2707" y="1580"/>
                      <a:pt x="2707" y="1580"/>
                      <a:pt x="2707" y="1580"/>
                    </a:cubicBezTo>
                    <a:cubicBezTo>
                      <a:pt x="2707" y="1580"/>
                      <a:pt x="2707" y="1580"/>
                      <a:pt x="2707" y="1580"/>
                    </a:cubicBezTo>
                    <a:cubicBezTo>
                      <a:pt x="2707" y="1580"/>
                      <a:pt x="2707" y="1580"/>
                      <a:pt x="2707" y="1580"/>
                    </a:cubicBezTo>
                    <a:close/>
                    <a:moveTo>
                      <a:pt x="3384" y="1805"/>
                    </a:moveTo>
                    <a:cubicBezTo>
                      <a:pt x="3384" y="1780"/>
                      <a:pt x="3384" y="1755"/>
                      <a:pt x="3359" y="1755"/>
                    </a:cubicBezTo>
                    <a:cubicBezTo>
                      <a:pt x="3359" y="1730"/>
                      <a:pt x="3334" y="1730"/>
                      <a:pt x="3309" y="1730"/>
                    </a:cubicBezTo>
                    <a:cubicBezTo>
                      <a:pt x="3309" y="1730"/>
                      <a:pt x="3309" y="1730"/>
                      <a:pt x="3309" y="1730"/>
                    </a:cubicBezTo>
                    <a:cubicBezTo>
                      <a:pt x="3183" y="1780"/>
                      <a:pt x="3083" y="1805"/>
                      <a:pt x="2983" y="1856"/>
                    </a:cubicBezTo>
                    <a:cubicBezTo>
                      <a:pt x="2858" y="1906"/>
                      <a:pt x="2757" y="1931"/>
                      <a:pt x="2657" y="1981"/>
                    </a:cubicBezTo>
                    <a:cubicBezTo>
                      <a:pt x="2632" y="1981"/>
                      <a:pt x="2632" y="1981"/>
                      <a:pt x="2607" y="1981"/>
                    </a:cubicBezTo>
                    <a:cubicBezTo>
                      <a:pt x="2582" y="1981"/>
                      <a:pt x="2557" y="1956"/>
                      <a:pt x="2532" y="1956"/>
                    </a:cubicBezTo>
                    <a:cubicBezTo>
                      <a:pt x="2457" y="1931"/>
                      <a:pt x="2381" y="1906"/>
                      <a:pt x="2306" y="1881"/>
                    </a:cubicBezTo>
                    <a:cubicBezTo>
                      <a:pt x="2331" y="1881"/>
                      <a:pt x="2356" y="1856"/>
                      <a:pt x="2406" y="1856"/>
                    </a:cubicBezTo>
                    <a:cubicBezTo>
                      <a:pt x="2431" y="1831"/>
                      <a:pt x="2482" y="1805"/>
                      <a:pt x="2507" y="1780"/>
                    </a:cubicBezTo>
                    <a:cubicBezTo>
                      <a:pt x="2557" y="1755"/>
                      <a:pt x="2607" y="1730"/>
                      <a:pt x="2657" y="1705"/>
                    </a:cubicBezTo>
                    <a:cubicBezTo>
                      <a:pt x="2682" y="1680"/>
                      <a:pt x="2732" y="1680"/>
                      <a:pt x="2757" y="1630"/>
                    </a:cubicBezTo>
                    <a:cubicBezTo>
                      <a:pt x="2782" y="1630"/>
                      <a:pt x="2782" y="1630"/>
                      <a:pt x="2782" y="1605"/>
                    </a:cubicBezTo>
                    <a:cubicBezTo>
                      <a:pt x="2807" y="1580"/>
                      <a:pt x="2833" y="1555"/>
                      <a:pt x="2807" y="1530"/>
                    </a:cubicBezTo>
                    <a:cubicBezTo>
                      <a:pt x="2807" y="1505"/>
                      <a:pt x="2782" y="1505"/>
                      <a:pt x="2757" y="1480"/>
                    </a:cubicBezTo>
                    <a:cubicBezTo>
                      <a:pt x="2707" y="1455"/>
                      <a:pt x="2657" y="1455"/>
                      <a:pt x="2607" y="1430"/>
                    </a:cubicBezTo>
                    <a:cubicBezTo>
                      <a:pt x="2557" y="1404"/>
                      <a:pt x="2507" y="1404"/>
                      <a:pt x="2482" y="1379"/>
                    </a:cubicBezTo>
                    <a:cubicBezTo>
                      <a:pt x="2431" y="1354"/>
                      <a:pt x="2381" y="1354"/>
                      <a:pt x="2356" y="1329"/>
                    </a:cubicBezTo>
                    <a:cubicBezTo>
                      <a:pt x="2356" y="1329"/>
                      <a:pt x="2356" y="1329"/>
                      <a:pt x="2356" y="1329"/>
                    </a:cubicBezTo>
                    <a:cubicBezTo>
                      <a:pt x="2306" y="1304"/>
                      <a:pt x="2281" y="1279"/>
                      <a:pt x="2231" y="1279"/>
                    </a:cubicBezTo>
                    <a:cubicBezTo>
                      <a:pt x="2206" y="1254"/>
                      <a:pt x="2181" y="1254"/>
                      <a:pt x="2156" y="1229"/>
                    </a:cubicBezTo>
                    <a:cubicBezTo>
                      <a:pt x="2156" y="1229"/>
                      <a:pt x="2156" y="1229"/>
                      <a:pt x="2156" y="1229"/>
                    </a:cubicBezTo>
                    <a:cubicBezTo>
                      <a:pt x="2156" y="1229"/>
                      <a:pt x="2156" y="1229"/>
                      <a:pt x="2181" y="1204"/>
                    </a:cubicBezTo>
                    <a:cubicBezTo>
                      <a:pt x="2231" y="1179"/>
                      <a:pt x="2256" y="1129"/>
                      <a:pt x="2306" y="1104"/>
                    </a:cubicBezTo>
                    <a:cubicBezTo>
                      <a:pt x="2331" y="1079"/>
                      <a:pt x="2381" y="1054"/>
                      <a:pt x="2406" y="1029"/>
                    </a:cubicBezTo>
                    <a:cubicBezTo>
                      <a:pt x="2406" y="1029"/>
                      <a:pt x="2431" y="1029"/>
                      <a:pt x="2431" y="1029"/>
                    </a:cubicBezTo>
                    <a:cubicBezTo>
                      <a:pt x="2507" y="1079"/>
                      <a:pt x="2607" y="1079"/>
                      <a:pt x="2682" y="1104"/>
                    </a:cubicBezTo>
                    <a:cubicBezTo>
                      <a:pt x="2782" y="1129"/>
                      <a:pt x="2858" y="1154"/>
                      <a:pt x="2958" y="1179"/>
                    </a:cubicBezTo>
                    <a:cubicBezTo>
                      <a:pt x="2983" y="1179"/>
                      <a:pt x="3033" y="1179"/>
                      <a:pt x="3033" y="1129"/>
                    </a:cubicBezTo>
                    <a:cubicBezTo>
                      <a:pt x="3033" y="1104"/>
                      <a:pt x="3033" y="1054"/>
                      <a:pt x="2983" y="1054"/>
                    </a:cubicBezTo>
                    <a:cubicBezTo>
                      <a:pt x="2908" y="1029"/>
                      <a:pt x="2807" y="1003"/>
                      <a:pt x="2732" y="978"/>
                    </a:cubicBezTo>
                    <a:cubicBezTo>
                      <a:pt x="2657" y="953"/>
                      <a:pt x="2607" y="928"/>
                      <a:pt x="2532" y="903"/>
                    </a:cubicBezTo>
                    <a:cubicBezTo>
                      <a:pt x="2557" y="903"/>
                      <a:pt x="2582" y="878"/>
                      <a:pt x="2607" y="878"/>
                    </a:cubicBezTo>
                    <a:cubicBezTo>
                      <a:pt x="2607" y="853"/>
                      <a:pt x="2632" y="828"/>
                      <a:pt x="2657" y="803"/>
                    </a:cubicBezTo>
                    <a:cubicBezTo>
                      <a:pt x="2682" y="778"/>
                      <a:pt x="2707" y="778"/>
                      <a:pt x="2732" y="753"/>
                    </a:cubicBezTo>
                    <a:cubicBezTo>
                      <a:pt x="2782" y="728"/>
                      <a:pt x="2833" y="678"/>
                      <a:pt x="2858" y="653"/>
                    </a:cubicBezTo>
                    <a:cubicBezTo>
                      <a:pt x="2883" y="628"/>
                      <a:pt x="2883" y="602"/>
                      <a:pt x="2858" y="602"/>
                    </a:cubicBezTo>
                    <a:cubicBezTo>
                      <a:pt x="2858" y="577"/>
                      <a:pt x="2858" y="577"/>
                      <a:pt x="2833" y="577"/>
                    </a:cubicBezTo>
                    <a:cubicBezTo>
                      <a:pt x="2833" y="577"/>
                      <a:pt x="2807" y="577"/>
                      <a:pt x="2807" y="577"/>
                    </a:cubicBezTo>
                    <a:cubicBezTo>
                      <a:pt x="2757" y="628"/>
                      <a:pt x="2732" y="653"/>
                      <a:pt x="2682" y="678"/>
                    </a:cubicBezTo>
                    <a:cubicBezTo>
                      <a:pt x="2632" y="728"/>
                      <a:pt x="2582" y="778"/>
                      <a:pt x="2532" y="803"/>
                    </a:cubicBezTo>
                    <a:cubicBezTo>
                      <a:pt x="2532" y="828"/>
                      <a:pt x="2532" y="828"/>
                      <a:pt x="2507" y="828"/>
                    </a:cubicBezTo>
                    <a:cubicBezTo>
                      <a:pt x="2507" y="803"/>
                      <a:pt x="2507" y="753"/>
                      <a:pt x="2507" y="703"/>
                    </a:cubicBezTo>
                    <a:cubicBezTo>
                      <a:pt x="2507" y="628"/>
                      <a:pt x="2507" y="527"/>
                      <a:pt x="2507" y="427"/>
                    </a:cubicBezTo>
                    <a:cubicBezTo>
                      <a:pt x="2507" y="402"/>
                      <a:pt x="2482" y="377"/>
                      <a:pt x="2457" y="377"/>
                    </a:cubicBezTo>
                    <a:cubicBezTo>
                      <a:pt x="2431" y="377"/>
                      <a:pt x="2381" y="402"/>
                      <a:pt x="2381" y="427"/>
                    </a:cubicBezTo>
                    <a:cubicBezTo>
                      <a:pt x="2381" y="527"/>
                      <a:pt x="2381" y="602"/>
                      <a:pt x="2381" y="703"/>
                    </a:cubicBezTo>
                    <a:cubicBezTo>
                      <a:pt x="2381" y="778"/>
                      <a:pt x="2381" y="853"/>
                      <a:pt x="2381" y="953"/>
                    </a:cubicBezTo>
                    <a:cubicBezTo>
                      <a:pt x="2381" y="953"/>
                      <a:pt x="2381" y="953"/>
                      <a:pt x="2381" y="953"/>
                    </a:cubicBezTo>
                    <a:cubicBezTo>
                      <a:pt x="2331" y="978"/>
                      <a:pt x="2306" y="1003"/>
                      <a:pt x="2256" y="1054"/>
                    </a:cubicBezTo>
                    <a:cubicBezTo>
                      <a:pt x="2231" y="1079"/>
                      <a:pt x="2181" y="1129"/>
                      <a:pt x="2131" y="1154"/>
                    </a:cubicBezTo>
                    <a:cubicBezTo>
                      <a:pt x="2131" y="1154"/>
                      <a:pt x="2131" y="1129"/>
                      <a:pt x="2131" y="1129"/>
                    </a:cubicBezTo>
                    <a:cubicBezTo>
                      <a:pt x="2131" y="1079"/>
                      <a:pt x="2106" y="1029"/>
                      <a:pt x="2106" y="978"/>
                    </a:cubicBezTo>
                    <a:cubicBezTo>
                      <a:pt x="2106" y="928"/>
                      <a:pt x="2081" y="878"/>
                      <a:pt x="2081" y="828"/>
                    </a:cubicBezTo>
                    <a:cubicBezTo>
                      <a:pt x="2056" y="803"/>
                      <a:pt x="2056" y="778"/>
                      <a:pt x="2056" y="753"/>
                    </a:cubicBezTo>
                    <a:cubicBezTo>
                      <a:pt x="2056" y="728"/>
                      <a:pt x="2056" y="703"/>
                      <a:pt x="2056" y="703"/>
                    </a:cubicBezTo>
                    <a:cubicBezTo>
                      <a:pt x="2056" y="678"/>
                      <a:pt x="2030" y="678"/>
                      <a:pt x="2030" y="678"/>
                    </a:cubicBezTo>
                    <a:cubicBezTo>
                      <a:pt x="2030" y="678"/>
                      <a:pt x="2030" y="678"/>
                      <a:pt x="2030" y="678"/>
                    </a:cubicBezTo>
                    <a:cubicBezTo>
                      <a:pt x="2030" y="653"/>
                      <a:pt x="2005" y="653"/>
                      <a:pt x="1980" y="653"/>
                    </a:cubicBezTo>
                    <a:cubicBezTo>
                      <a:pt x="1980" y="653"/>
                      <a:pt x="1955" y="653"/>
                      <a:pt x="1955" y="653"/>
                    </a:cubicBezTo>
                    <a:cubicBezTo>
                      <a:pt x="1930" y="653"/>
                      <a:pt x="1905" y="678"/>
                      <a:pt x="1880" y="703"/>
                    </a:cubicBezTo>
                    <a:cubicBezTo>
                      <a:pt x="1855" y="728"/>
                      <a:pt x="1830" y="728"/>
                      <a:pt x="1805" y="753"/>
                    </a:cubicBezTo>
                    <a:cubicBezTo>
                      <a:pt x="1780" y="778"/>
                      <a:pt x="1755" y="803"/>
                      <a:pt x="1730" y="828"/>
                    </a:cubicBezTo>
                    <a:cubicBezTo>
                      <a:pt x="1705" y="853"/>
                      <a:pt x="1680" y="878"/>
                      <a:pt x="1655" y="903"/>
                    </a:cubicBezTo>
                    <a:cubicBezTo>
                      <a:pt x="1629" y="928"/>
                      <a:pt x="1629" y="928"/>
                      <a:pt x="1604" y="953"/>
                    </a:cubicBezTo>
                    <a:cubicBezTo>
                      <a:pt x="1579" y="978"/>
                      <a:pt x="1554" y="978"/>
                      <a:pt x="1554" y="1003"/>
                    </a:cubicBezTo>
                    <a:cubicBezTo>
                      <a:pt x="1529" y="1029"/>
                      <a:pt x="1504" y="1054"/>
                      <a:pt x="1479" y="1079"/>
                    </a:cubicBezTo>
                    <a:cubicBezTo>
                      <a:pt x="1454" y="1079"/>
                      <a:pt x="1454" y="1054"/>
                      <a:pt x="1454" y="1029"/>
                    </a:cubicBezTo>
                    <a:cubicBezTo>
                      <a:pt x="1429" y="953"/>
                      <a:pt x="1429" y="903"/>
                      <a:pt x="1429" y="828"/>
                    </a:cubicBezTo>
                    <a:lnTo>
                      <a:pt x="1404" y="753"/>
                    </a:lnTo>
                    <a:cubicBezTo>
                      <a:pt x="1404" y="753"/>
                      <a:pt x="1429" y="753"/>
                      <a:pt x="1429" y="728"/>
                    </a:cubicBezTo>
                    <a:cubicBezTo>
                      <a:pt x="1454" y="678"/>
                      <a:pt x="1479" y="628"/>
                      <a:pt x="1504" y="577"/>
                    </a:cubicBezTo>
                    <a:cubicBezTo>
                      <a:pt x="1529" y="527"/>
                      <a:pt x="1554" y="477"/>
                      <a:pt x="1579" y="402"/>
                    </a:cubicBezTo>
                    <a:cubicBezTo>
                      <a:pt x="1604" y="352"/>
                      <a:pt x="1629" y="302"/>
                      <a:pt x="1629" y="252"/>
                    </a:cubicBezTo>
                    <a:cubicBezTo>
                      <a:pt x="1655" y="176"/>
                      <a:pt x="1680" y="126"/>
                      <a:pt x="1705" y="76"/>
                    </a:cubicBezTo>
                    <a:cubicBezTo>
                      <a:pt x="1705" y="26"/>
                      <a:pt x="1705" y="1"/>
                      <a:pt x="1680" y="1"/>
                    </a:cubicBezTo>
                    <a:cubicBezTo>
                      <a:pt x="1655" y="1"/>
                      <a:pt x="1655" y="1"/>
                      <a:pt x="1655" y="1"/>
                    </a:cubicBezTo>
                    <a:cubicBezTo>
                      <a:pt x="1655" y="1"/>
                      <a:pt x="1629" y="1"/>
                      <a:pt x="1629" y="1"/>
                    </a:cubicBezTo>
                    <a:cubicBezTo>
                      <a:pt x="1604" y="1"/>
                      <a:pt x="1604" y="26"/>
                      <a:pt x="1604" y="26"/>
                    </a:cubicBezTo>
                    <a:cubicBezTo>
                      <a:pt x="1554" y="176"/>
                      <a:pt x="1479" y="302"/>
                      <a:pt x="1429" y="427"/>
                    </a:cubicBezTo>
                    <a:cubicBezTo>
                      <a:pt x="1404" y="477"/>
                      <a:pt x="1404" y="502"/>
                      <a:pt x="1379" y="552"/>
                    </a:cubicBezTo>
                    <a:cubicBezTo>
                      <a:pt x="1379" y="527"/>
                      <a:pt x="1354" y="502"/>
                      <a:pt x="1354" y="477"/>
                    </a:cubicBezTo>
                    <a:cubicBezTo>
                      <a:pt x="1354" y="402"/>
                      <a:pt x="1329" y="352"/>
                      <a:pt x="1329" y="302"/>
                    </a:cubicBezTo>
                    <a:cubicBezTo>
                      <a:pt x="1304" y="227"/>
                      <a:pt x="1304" y="176"/>
                      <a:pt x="1279" y="101"/>
                    </a:cubicBezTo>
                    <a:cubicBezTo>
                      <a:pt x="1279" y="76"/>
                      <a:pt x="1254" y="51"/>
                      <a:pt x="1228" y="51"/>
                    </a:cubicBezTo>
                    <a:cubicBezTo>
                      <a:pt x="1203" y="51"/>
                      <a:pt x="1203" y="51"/>
                      <a:pt x="1203" y="51"/>
                    </a:cubicBezTo>
                    <a:cubicBezTo>
                      <a:pt x="1178" y="76"/>
                      <a:pt x="1153" y="101"/>
                      <a:pt x="1153" y="126"/>
                    </a:cubicBezTo>
                    <a:cubicBezTo>
                      <a:pt x="1178" y="201"/>
                      <a:pt x="1178" y="252"/>
                      <a:pt x="1203" y="302"/>
                    </a:cubicBezTo>
                    <a:cubicBezTo>
                      <a:pt x="1228" y="377"/>
                      <a:pt x="1228" y="427"/>
                      <a:pt x="1254" y="477"/>
                    </a:cubicBezTo>
                    <a:cubicBezTo>
                      <a:pt x="1254" y="502"/>
                      <a:pt x="1254" y="527"/>
                      <a:pt x="1254" y="552"/>
                    </a:cubicBezTo>
                    <a:cubicBezTo>
                      <a:pt x="1228" y="552"/>
                      <a:pt x="1178" y="527"/>
                      <a:pt x="1153" y="502"/>
                    </a:cubicBezTo>
                    <a:cubicBezTo>
                      <a:pt x="1128" y="502"/>
                      <a:pt x="1078" y="477"/>
                      <a:pt x="1028" y="452"/>
                    </a:cubicBezTo>
                    <a:cubicBezTo>
                      <a:pt x="978" y="427"/>
                      <a:pt x="953" y="402"/>
                      <a:pt x="903" y="377"/>
                    </a:cubicBezTo>
                    <a:cubicBezTo>
                      <a:pt x="878" y="377"/>
                      <a:pt x="878" y="377"/>
                      <a:pt x="878" y="377"/>
                    </a:cubicBezTo>
                    <a:cubicBezTo>
                      <a:pt x="853" y="377"/>
                      <a:pt x="827" y="377"/>
                      <a:pt x="802" y="402"/>
                    </a:cubicBezTo>
                    <a:cubicBezTo>
                      <a:pt x="802" y="427"/>
                      <a:pt x="802" y="452"/>
                      <a:pt x="827" y="477"/>
                    </a:cubicBezTo>
                    <a:cubicBezTo>
                      <a:pt x="878" y="502"/>
                      <a:pt x="928" y="527"/>
                      <a:pt x="953" y="577"/>
                    </a:cubicBezTo>
                    <a:cubicBezTo>
                      <a:pt x="1003" y="602"/>
                      <a:pt x="1028" y="602"/>
                      <a:pt x="1078" y="628"/>
                    </a:cubicBezTo>
                    <a:cubicBezTo>
                      <a:pt x="1128" y="653"/>
                      <a:pt x="1153" y="678"/>
                      <a:pt x="1203" y="678"/>
                    </a:cubicBezTo>
                    <a:cubicBezTo>
                      <a:pt x="1228" y="703"/>
                      <a:pt x="1254" y="728"/>
                      <a:pt x="1279" y="728"/>
                    </a:cubicBezTo>
                    <a:cubicBezTo>
                      <a:pt x="1304" y="778"/>
                      <a:pt x="1304" y="803"/>
                      <a:pt x="1304" y="828"/>
                    </a:cubicBezTo>
                    <a:cubicBezTo>
                      <a:pt x="1329" y="903"/>
                      <a:pt x="1329" y="953"/>
                      <a:pt x="1354" y="1029"/>
                    </a:cubicBezTo>
                    <a:cubicBezTo>
                      <a:pt x="1354" y="1029"/>
                      <a:pt x="1354" y="1054"/>
                      <a:pt x="1354" y="1054"/>
                    </a:cubicBezTo>
                    <a:cubicBezTo>
                      <a:pt x="1279" y="1029"/>
                      <a:pt x="1228" y="1029"/>
                      <a:pt x="1178" y="1003"/>
                    </a:cubicBezTo>
                    <a:cubicBezTo>
                      <a:pt x="1153" y="978"/>
                      <a:pt x="1103" y="978"/>
                      <a:pt x="1078" y="978"/>
                    </a:cubicBezTo>
                    <a:cubicBezTo>
                      <a:pt x="1053" y="953"/>
                      <a:pt x="1028" y="953"/>
                      <a:pt x="1003" y="953"/>
                    </a:cubicBezTo>
                    <a:cubicBezTo>
                      <a:pt x="953" y="928"/>
                      <a:pt x="903" y="928"/>
                      <a:pt x="853" y="903"/>
                    </a:cubicBezTo>
                    <a:cubicBezTo>
                      <a:pt x="853" y="903"/>
                      <a:pt x="827" y="903"/>
                      <a:pt x="827" y="903"/>
                    </a:cubicBezTo>
                    <a:cubicBezTo>
                      <a:pt x="802" y="903"/>
                      <a:pt x="802" y="903"/>
                      <a:pt x="802" y="903"/>
                    </a:cubicBezTo>
                    <a:cubicBezTo>
                      <a:pt x="777" y="903"/>
                      <a:pt x="752" y="928"/>
                      <a:pt x="752" y="978"/>
                    </a:cubicBezTo>
                    <a:cubicBezTo>
                      <a:pt x="752" y="1003"/>
                      <a:pt x="777" y="1003"/>
                      <a:pt x="777" y="1029"/>
                    </a:cubicBezTo>
                    <a:cubicBezTo>
                      <a:pt x="777" y="1054"/>
                      <a:pt x="802" y="1079"/>
                      <a:pt x="802" y="1104"/>
                    </a:cubicBezTo>
                    <a:cubicBezTo>
                      <a:pt x="827" y="1154"/>
                      <a:pt x="853" y="1204"/>
                      <a:pt x="878" y="1254"/>
                    </a:cubicBezTo>
                    <a:cubicBezTo>
                      <a:pt x="903" y="1304"/>
                      <a:pt x="928" y="1354"/>
                      <a:pt x="978" y="1430"/>
                    </a:cubicBezTo>
                    <a:cubicBezTo>
                      <a:pt x="978" y="1455"/>
                      <a:pt x="978" y="1455"/>
                      <a:pt x="1003" y="1480"/>
                    </a:cubicBezTo>
                    <a:cubicBezTo>
                      <a:pt x="953" y="1455"/>
                      <a:pt x="903" y="1455"/>
                      <a:pt x="853" y="1430"/>
                    </a:cubicBezTo>
                    <a:cubicBezTo>
                      <a:pt x="802" y="1404"/>
                      <a:pt x="727" y="1404"/>
                      <a:pt x="677" y="1379"/>
                    </a:cubicBezTo>
                    <a:cubicBezTo>
                      <a:pt x="677" y="1379"/>
                      <a:pt x="652" y="1379"/>
                      <a:pt x="652" y="1379"/>
                    </a:cubicBezTo>
                    <a:cubicBezTo>
                      <a:pt x="652" y="1354"/>
                      <a:pt x="652" y="1354"/>
                      <a:pt x="652" y="1354"/>
                    </a:cubicBezTo>
                    <a:cubicBezTo>
                      <a:pt x="652" y="1354"/>
                      <a:pt x="652" y="1354"/>
                      <a:pt x="652" y="1354"/>
                    </a:cubicBezTo>
                    <a:cubicBezTo>
                      <a:pt x="602" y="1279"/>
                      <a:pt x="577" y="1229"/>
                      <a:pt x="552" y="1179"/>
                    </a:cubicBezTo>
                    <a:cubicBezTo>
                      <a:pt x="527" y="1154"/>
                      <a:pt x="502" y="1129"/>
                      <a:pt x="477" y="1079"/>
                    </a:cubicBezTo>
                    <a:cubicBezTo>
                      <a:pt x="452" y="1054"/>
                      <a:pt x="452" y="1003"/>
                      <a:pt x="426" y="953"/>
                    </a:cubicBezTo>
                    <a:cubicBezTo>
                      <a:pt x="401" y="928"/>
                      <a:pt x="376" y="928"/>
                      <a:pt x="376" y="928"/>
                    </a:cubicBezTo>
                    <a:cubicBezTo>
                      <a:pt x="351" y="928"/>
                      <a:pt x="351" y="928"/>
                      <a:pt x="326" y="928"/>
                    </a:cubicBezTo>
                    <a:cubicBezTo>
                      <a:pt x="326" y="953"/>
                      <a:pt x="301" y="953"/>
                      <a:pt x="301" y="978"/>
                    </a:cubicBezTo>
                    <a:cubicBezTo>
                      <a:pt x="301" y="978"/>
                      <a:pt x="301" y="1003"/>
                      <a:pt x="301" y="1003"/>
                    </a:cubicBezTo>
                    <a:cubicBezTo>
                      <a:pt x="351" y="1104"/>
                      <a:pt x="376" y="1179"/>
                      <a:pt x="426" y="1254"/>
                    </a:cubicBezTo>
                    <a:cubicBezTo>
                      <a:pt x="426" y="1254"/>
                      <a:pt x="426" y="1279"/>
                      <a:pt x="452" y="1304"/>
                    </a:cubicBezTo>
                    <a:cubicBezTo>
                      <a:pt x="401" y="1279"/>
                      <a:pt x="376" y="1279"/>
                      <a:pt x="326" y="1254"/>
                    </a:cubicBezTo>
                    <a:cubicBezTo>
                      <a:pt x="276" y="1254"/>
                      <a:pt x="226" y="1229"/>
                      <a:pt x="151" y="1204"/>
                    </a:cubicBezTo>
                    <a:cubicBezTo>
                      <a:pt x="126" y="1204"/>
                      <a:pt x="101" y="1179"/>
                      <a:pt x="76" y="1179"/>
                    </a:cubicBezTo>
                    <a:cubicBezTo>
                      <a:pt x="76" y="1154"/>
                      <a:pt x="76" y="1154"/>
                      <a:pt x="51" y="1154"/>
                    </a:cubicBezTo>
                    <a:cubicBezTo>
                      <a:pt x="51" y="1154"/>
                      <a:pt x="25" y="1179"/>
                      <a:pt x="25" y="1179"/>
                    </a:cubicBezTo>
                    <a:cubicBezTo>
                      <a:pt x="0" y="1204"/>
                      <a:pt x="0" y="1229"/>
                      <a:pt x="25" y="1254"/>
                    </a:cubicBezTo>
                    <a:cubicBezTo>
                      <a:pt x="76" y="1279"/>
                      <a:pt x="101" y="1304"/>
                      <a:pt x="151" y="1304"/>
                    </a:cubicBezTo>
                    <a:cubicBezTo>
                      <a:pt x="176" y="1329"/>
                      <a:pt x="201" y="1329"/>
                      <a:pt x="251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51" y="1404"/>
                      <a:pt x="401" y="1404"/>
                      <a:pt x="426" y="1404"/>
                    </a:cubicBezTo>
                    <a:cubicBezTo>
                      <a:pt x="401" y="1430"/>
                      <a:pt x="401" y="1455"/>
                      <a:pt x="376" y="1455"/>
                    </a:cubicBezTo>
                    <a:cubicBezTo>
                      <a:pt x="301" y="1505"/>
                      <a:pt x="251" y="1555"/>
                      <a:pt x="176" y="1605"/>
                    </a:cubicBezTo>
                    <a:cubicBezTo>
                      <a:pt x="151" y="1630"/>
                      <a:pt x="151" y="1655"/>
                      <a:pt x="176" y="1680"/>
                    </a:cubicBezTo>
                    <a:cubicBezTo>
                      <a:pt x="176" y="1705"/>
                      <a:pt x="201" y="1705"/>
                      <a:pt x="226" y="1730"/>
                    </a:cubicBezTo>
                    <a:cubicBezTo>
                      <a:pt x="226" y="1730"/>
                      <a:pt x="251" y="1730"/>
                      <a:pt x="276" y="1705"/>
                    </a:cubicBezTo>
                    <a:cubicBezTo>
                      <a:pt x="351" y="1655"/>
                      <a:pt x="426" y="1605"/>
                      <a:pt x="502" y="1555"/>
                    </a:cubicBezTo>
                    <a:cubicBezTo>
                      <a:pt x="527" y="1530"/>
                      <a:pt x="577" y="1505"/>
                      <a:pt x="602" y="1480"/>
                    </a:cubicBezTo>
                    <a:cubicBezTo>
                      <a:pt x="602" y="1480"/>
                      <a:pt x="602" y="1480"/>
                      <a:pt x="627" y="1480"/>
                    </a:cubicBezTo>
                    <a:cubicBezTo>
                      <a:pt x="627" y="1480"/>
                      <a:pt x="652" y="1505"/>
                      <a:pt x="677" y="1505"/>
                    </a:cubicBezTo>
                    <a:cubicBezTo>
                      <a:pt x="727" y="1530"/>
                      <a:pt x="802" y="1530"/>
                      <a:pt x="853" y="1555"/>
                    </a:cubicBezTo>
                    <a:cubicBezTo>
                      <a:pt x="903" y="1580"/>
                      <a:pt x="928" y="1580"/>
                      <a:pt x="953" y="1580"/>
                    </a:cubicBezTo>
                    <a:cubicBezTo>
                      <a:pt x="928" y="1605"/>
                      <a:pt x="903" y="1630"/>
                      <a:pt x="878" y="1655"/>
                    </a:cubicBezTo>
                    <a:cubicBezTo>
                      <a:pt x="853" y="1655"/>
                      <a:pt x="827" y="1680"/>
                      <a:pt x="802" y="1705"/>
                    </a:cubicBezTo>
                    <a:cubicBezTo>
                      <a:pt x="777" y="1730"/>
                      <a:pt x="752" y="1730"/>
                      <a:pt x="727" y="1755"/>
                    </a:cubicBezTo>
                    <a:cubicBezTo>
                      <a:pt x="677" y="1805"/>
                      <a:pt x="627" y="1856"/>
                      <a:pt x="552" y="1906"/>
                    </a:cubicBezTo>
                    <a:cubicBezTo>
                      <a:pt x="552" y="1906"/>
                      <a:pt x="552" y="1906"/>
                      <a:pt x="552" y="1906"/>
                    </a:cubicBezTo>
                    <a:cubicBezTo>
                      <a:pt x="552" y="1906"/>
                      <a:pt x="527" y="1906"/>
                      <a:pt x="527" y="1931"/>
                    </a:cubicBezTo>
                    <a:cubicBezTo>
                      <a:pt x="527" y="1956"/>
                      <a:pt x="527" y="1981"/>
                      <a:pt x="552" y="1981"/>
                    </a:cubicBezTo>
                    <a:cubicBezTo>
                      <a:pt x="577" y="1981"/>
                      <a:pt x="577" y="1981"/>
                      <a:pt x="602" y="2006"/>
                    </a:cubicBezTo>
                    <a:cubicBezTo>
                      <a:pt x="627" y="2006"/>
                      <a:pt x="627" y="2006"/>
                      <a:pt x="652" y="2006"/>
                    </a:cubicBezTo>
                    <a:cubicBezTo>
                      <a:pt x="702" y="2031"/>
                      <a:pt x="777" y="2031"/>
                      <a:pt x="827" y="2056"/>
                    </a:cubicBezTo>
                    <a:cubicBezTo>
                      <a:pt x="878" y="2056"/>
                      <a:pt x="928" y="2081"/>
                      <a:pt x="1003" y="2106"/>
                    </a:cubicBezTo>
                    <a:cubicBezTo>
                      <a:pt x="1003" y="2106"/>
                      <a:pt x="1003" y="2106"/>
                      <a:pt x="1003" y="2106"/>
                    </a:cubicBezTo>
                    <a:cubicBezTo>
                      <a:pt x="1003" y="2106"/>
                      <a:pt x="1003" y="2131"/>
                      <a:pt x="978" y="2131"/>
                    </a:cubicBezTo>
                    <a:cubicBezTo>
                      <a:pt x="928" y="2181"/>
                      <a:pt x="878" y="2232"/>
                      <a:pt x="853" y="2257"/>
                    </a:cubicBezTo>
                    <a:cubicBezTo>
                      <a:pt x="827" y="2282"/>
                      <a:pt x="802" y="2307"/>
                      <a:pt x="777" y="2332"/>
                    </a:cubicBezTo>
                    <a:cubicBezTo>
                      <a:pt x="777" y="2332"/>
                      <a:pt x="752" y="2332"/>
                      <a:pt x="752" y="2332"/>
                    </a:cubicBezTo>
                    <a:cubicBezTo>
                      <a:pt x="702" y="2307"/>
                      <a:pt x="627" y="2282"/>
                      <a:pt x="552" y="2282"/>
                    </a:cubicBezTo>
                    <a:cubicBezTo>
                      <a:pt x="477" y="2257"/>
                      <a:pt x="426" y="2257"/>
                      <a:pt x="351" y="2257"/>
                    </a:cubicBezTo>
                    <a:cubicBezTo>
                      <a:pt x="326" y="2257"/>
                      <a:pt x="301" y="2232"/>
                      <a:pt x="276" y="2232"/>
                    </a:cubicBezTo>
                    <a:cubicBezTo>
                      <a:pt x="276" y="2232"/>
                      <a:pt x="251" y="2232"/>
                      <a:pt x="251" y="2232"/>
                    </a:cubicBezTo>
                    <a:cubicBezTo>
                      <a:pt x="251" y="2232"/>
                      <a:pt x="226" y="2232"/>
                      <a:pt x="226" y="2232"/>
                    </a:cubicBezTo>
                    <a:cubicBezTo>
                      <a:pt x="201" y="2257"/>
                      <a:pt x="201" y="2257"/>
                      <a:pt x="176" y="2282"/>
                    </a:cubicBezTo>
                    <a:cubicBezTo>
                      <a:pt x="176" y="2332"/>
                      <a:pt x="201" y="2357"/>
                      <a:pt x="226" y="2382"/>
                    </a:cubicBezTo>
                    <a:cubicBezTo>
                      <a:pt x="276" y="2382"/>
                      <a:pt x="326" y="2407"/>
                      <a:pt x="401" y="2407"/>
                    </a:cubicBezTo>
                    <a:cubicBezTo>
                      <a:pt x="426" y="2432"/>
                      <a:pt x="477" y="2432"/>
                      <a:pt x="502" y="2432"/>
                    </a:cubicBezTo>
                    <a:cubicBezTo>
                      <a:pt x="552" y="2432"/>
                      <a:pt x="602" y="2457"/>
                      <a:pt x="627" y="2457"/>
                    </a:cubicBezTo>
                    <a:cubicBezTo>
                      <a:pt x="627" y="2482"/>
                      <a:pt x="602" y="2507"/>
                      <a:pt x="577" y="2532"/>
                    </a:cubicBezTo>
                    <a:cubicBezTo>
                      <a:pt x="527" y="2582"/>
                      <a:pt x="477" y="2607"/>
                      <a:pt x="426" y="2658"/>
                    </a:cubicBezTo>
                    <a:cubicBezTo>
                      <a:pt x="401" y="2683"/>
                      <a:pt x="351" y="2733"/>
                      <a:pt x="301" y="2758"/>
                    </a:cubicBezTo>
                    <a:cubicBezTo>
                      <a:pt x="301" y="2783"/>
                      <a:pt x="301" y="2783"/>
                      <a:pt x="301" y="2808"/>
                    </a:cubicBezTo>
                    <a:cubicBezTo>
                      <a:pt x="326" y="2808"/>
                      <a:pt x="351" y="2833"/>
                      <a:pt x="351" y="2808"/>
                    </a:cubicBezTo>
                    <a:cubicBezTo>
                      <a:pt x="401" y="2783"/>
                      <a:pt x="426" y="2733"/>
                      <a:pt x="477" y="2708"/>
                    </a:cubicBezTo>
                    <a:cubicBezTo>
                      <a:pt x="527" y="2658"/>
                      <a:pt x="577" y="2607"/>
                      <a:pt x="602" y="2582"/>
                    </a:cubicBezTo>
                    <a:cubicBezTo>
                      <a:pt x="652" y="2557"/>
                      <a:pt x="677" y="2532"/>
                      <a:pt x="702" y="2507"/>
                    </a:cubicBezTo>
                    <a:cubicBezTo>
                      <a:pt x="702" y="2557"/>
                      <a:pt x="702" y="2607"/>
                      <a:pt x="702" y="2658"/>
                    </a:cubicBezTo>
                    <a:cubicBezTo>
                      <a:pt x="702" y="2758"/>
                      <a:pt x="702" y="2858"/>
                      <a:pt x="702" y="2933"/>
                    </a:cubicBezTo>
                    <a:cubicBezTo>
                      <a:pt x="702" y="2958"/>
                      <a:pt x="702" y="2983"/>
                      <a:pt x="727" y="2983"/>
                    </a:cubicBezTo>
                    <a:cubicBezTo>
                      <a:pt x="752" y="2983"/>
                      <a:pt x="777" y="2983"/>
                      <a:pt x="777" y="2958"/>
                    </a:cubicBezTo>
                    <a:cubicBezTo>
                      <a:pt x="777" y="2783"/>
                      <a:pt x="802" y="2607"/>
                      <a:pt x="777" y="2457"/>
                    </a:cubicBezTo>
                    <a:cubicBezTo>
                      <a:pt x="802" y="2457"/>
                      <a:pt x="802" y="2432"/>
                      <a:pt x="802" y="2432"/>
                    </a:cubicBezTo>
                    <a:cubicBezTo>
                      <a:pt x="802" y="2407"/>
                      <a:pt x="802" y="2407"/>
                      <a:pt x="802" y="2407"/>
                    </a:cubicBezTo>
                    <a:cubicBezTo>
                      <a:pt x="853" y="2382"/>
                      <a:pt x="878" y="2357"/>
                      <a:pt x="903" y="2332"/>
                    </a:cubicBezTo>
                    <a:cubicBezTo>
                      <a:pt x="953" y="2282"/>
                      <a:pt x="1003" y="2232"/>
                      <a:pt x="1028" y="2206"/>
                    </a:cubicBezTo>
                    <a:lnTo>
                      <a:pt x="1053" y="2181"/>
                    </a:lnTo>
                    <a:cubicBezTo>
                      <a:pt x="1053" y="2206"/>
                      <a:pt x="1053" y="2232"/>
                      <a:pt x="1078" y="2257"/>
                    </a:cubicBezTo>
                    <a:cubicBezTo>
                      <a:pt x="1078" y="2282"/>
                      <a:pt x="1103" y="2307"/>
                      <a:pt x="1103" y="2332"/>
                    </a:cubicBezTo>
                    <a:cubicBezTo>
                      <a:pt x="1128" y="2357"/>
                      <a:pt x="1128" y="2382"/>
                      <a:pt x="1128" y="2407"/>
                    </a:cubicBezTo>
                    <a:cubicBezTo>
                      <a:pt x="1153" y="2432"/>
                      <a:pt x="1153" y="2457"/>
                      <a:pt x="1178" y="2482"/>
                    </a:cubicBezTo>
                    <a:cubicBezTo>
                      <a:pt x="1178" y="2507"/>
                      <a:pt x="1178" y="2532"/>
                      <a:pt x="1203" y="2557"/>
                    </a:cubicBezTo>
                    <a:cubicBezTo>
                      <a:pt x="1203" y="2582"/>
                      <a:pt x="1228" y="2607"/>
                      <a:pt x="1228" y="2633"/>
                    </a:cubicBezTo>
                    <a:cubicBezTo>
                      <a:pt x="1228" y="2633"/>
                      <a:pt x="1254" y="2658"/>
                      <a:pt x="1254" y="2683"/>
                    </a:cubicBezTo>
                    <a:cubicBezTo>
                      <a:pt x="1254" y="2683"/>
                      <a:pt x="1254" y="2683"/>
                      <a:pt x="1254" y="2683"/>
                    </a:cubicBezTo>
                    <a:cubicBezTo>
                      <a:pt x="1254" y="2683"/>
                      <a:pt x="1254" y="2708"/>
                      <a:pt x="1254" y="2708"/>
                    </a:cubicBezTo>
                    <a:cubicBezTo>
                      <a:pt x="1279" y="2733"/>
                      <a:pt x="1304" y="2733"/>
                      <a:pt x="1304" y="2733"/>
                    </a:cubicBezTo>
                    <a:cubicBezTo>
                      <a:pt x="1329" y="2708"/>
                      <a:pt x="1329" y="2708"/>
                      <a:pt x="1354" y="2683"/>
                    </a:cubicBezTo>
                    <a:cubicBezTo>
                      <a:pt x="1379" y="2683"/>
                      <a:pt x="1379" y="2658"/>
                      <a:pt x="1404" y="2658"/>
                    </a:cubicBezTo>
                    <a:cubicBezTo>
                      <a:pt x="1429" y="2633"/>
                      <a:pt x="1429" y="2633"/>
                      <a:pt x="1454" y="2607"/>
                    </a:cubicBezTo>
                    <a:cubicBezTo>
                      <a:pt x="1479" y="2582"/>
                      <a:pt x="1479" y="2582"/>
                      <a:pt x="1504" y="2557"/>
                    </a:cubicBezTo>
                    <a:cubicBezTo>
                      <a:pt x="1529" y="2557"/>
                      <a:pt x="1554" y="2532"/>
                      <a:pt x="1554" y="2532"/>
                    </a:cubicBezTo>
                    <a:cubicBezTo>
                      <a:pt x="1579" y="2507"/>
                      <a:pt x="1604" y="2482"/>
                      <a:pt x="1604" y="2482"/>
                    </a:cubicBezTo>
                    <a:cubicBezTo>
                      <a:pt x="1629" y="2457"/>
                      <a:pt x="1655" y="2457"/>
                      <a:pt x="1680" y="2432"/>
                    </a:cubicBezTo>
                    <a:cubicBezTo>
                      <a:pt x="1680" y="2432"/>
                      <a:pt x="1680" y="2432"/>
                      <a:pt x="1680" y="2432"/>
                    </a:cubicBezTo>
                    <a:cubicBezTo>
                      <a:pt x="1680" y="2457"/>
                      <a:pt x="1680" y="2507"/>
                      <a:pt x="1705" y="2532"/>
                    </a:cubicBezTo>
                    <a:cubicBezTo>
                      <a:pt x="1705" y="2607"/>
                      <a:pt x="1730" y="2658"/>
                      <a:pt x="1730" y="2733"/>
                    </a:cubicBezTo>
                    <a:cubicBezTo>
                      <a:pt x="1755" y="2733"/>
                      <a:pt x="1755" y="2758"/>
                      <a:pt x="1755" y="2758"/>
                    </a:cubicBezTo>
                    <a:cubicBezTo>
                      <a:pt x="1755" y="2758"/>
                      <a:pt x="1730" y="2758"/>
                      <a:pt x="1730" y="2758"/>
                    </a:cubicBezTo>
                    <a:cubicBezTo>
                      <a:pt x="1705" y="2808"/>
                      <a:pt x="1705" y="2833"/>
                      <a:pt x="1680" y="2858"/>
                    </a:cubicBezTo>
                    <a:cubicBezTo>
                      <a:pt x="1655" y="2883"/>
                      <a:pt x="1655" y="2933"/>
                      <a:pt x="1629" y="2983"/>
                    </a:cubicBezTo>
                    <a:cubicBezTo>
                      <a:pt x="1604" y="3008"/>
                      <a:pt x="1579" y="3034"/>
                      <a:pt x="1579" y="3084"/>
                    </a:cubicBezTo>
                    <a:cubicBezTo>
                      <a:pt x="1554" y="3134"/>
                      <a:pt x="1529" y="3159"/>
                      <a:pt x="1504" y="3209"/>
                    </a:cubicBezTo>
                    <a:cubicBezTo>
                      <a:pt x="1479" y="3234"/>
                      <a:pt x="1479" y="3234"/>
                      <a:pt x="1479" y="3259"/>
                    </a:cubicBezTo>
                    <a:cubicBezTo>
                      <a:pt x="1504" y="3284"/>
                      <a:pt x="1504" y="3284"/>
                      <a:pt x="1529" y="3284"/>
                    </a:cubicBezTo>
                    <a:cubicBezTo>
                      <a:pt x="1554" y="3309"/>
                      <a:pt x="1579" y="3309"/>
                      <a:pt x="1604" y="3284"/>
                    </a:cubicBezTo>
                    <a:cubicBezTo>
                      <a:pt x="1629" y="3234"/>
                      <a:pt x="1655" y="3209"/>
                      <a:pt x="1655" y="3184"/>
                    </a:cubicBezTo>
                    <a:cubicBezTo>
                      <a:pt x="1680" y="3159"/>
                      <a:pt x="1705" y="3134"/>
                      <a:pt x="1705" y="3109"/>
                    </a:cubicBezTo>
                    <a:cubicBezTo>
                      <a:pt x="1730" y="3034"/>
                      <a:pt x="1755" y="2983"/>
                      <a:pt x="1780" y="2933"/>
                    </a:cubicBezTo>
                    <a:cubicBezTo>
                      <a:pt x="1805" y="3008"/>
                      <a:pt x="1805" y="3059"/>
                      <a:pt x="1830" y="3109"/>
                    </a:cubicBezTo>
                    <a:cubicBezTo>
                      <a:pt x="1855" y="3184"/>
                      <a:pt x="1855" y="3259"/>
                      <a:pt x="1880" y="3309"/>
                    </a:cubicBezTo>
                    <a:cubicBezTo>
                      <a:pt x="1880" y="3359"/>
                      <a:pt x="1880" y="3384"/>
                      <a:pt x="1880" y="3409"/>
                    </a:cubicBezTo>
                    <a:cubicBezTo>
                      <a:pt x="1880" y="3435"/>
                      <a:pt x="1905" y="3460"/>
                      <a:pt x="1905" y="3485"/>
                    </a:cubicBezTo>
                    <a:cubicBezTo>
                      <a:pt x="1905" y="3510"/>
                      <a:pt x="1930" y="3535"/>
                      <a:pt x="1955" y="3535"/>
                    </a:cubicBezTo>
                    <a:cubicBezTo>
                      <a:pt x="1980" y="3535"/>
                      <a:pt x="2005" y="3510"/>
                      <a:pt x="2005" y="3485"/>
                    </a:cubicBezTo>
                    <a:cubicBezTo>
                      <a:pt x="2005" y="3409"/>
                      <a:pt x="1980" y="3359"/>
                      <a:pt x="1980" y="3309"/>
                    </a:cubicBezTo>
                    <a:cubicBezTo>
                      <a:pt x="1980" y="3234"/>
                      <a:pt x="1955" y="3184"/>
                      <a:pt x="1955" y="3109"/>
                    </a:cubicBezTo>
                    <a:cubicBezTo>
                      <a:pt x="1930" y="3034"/>
                      <a:pt x="1905" y="2958"/>
                      <a:pt x="1880" y="2883"/>
                    </a:cubicBezTo>
                    <a:cubicBezTo>
                      <a:pt x="1955" y="2908"/>
                      <a:pt x="2005" y="2958"/>
                      <a:pt x="2056" y="2983"/>
                    </a:cubicBezTo>
                    <a:cubicBezTo>
                      <a:pt x="2131" y="3034"/>
                      <a:pt x="2231" y="3084"/>
                      <a:pt x="2306" y="3134"/>
                    </a:cubicBezTo>
                    <a:cubicBezTo>
                      <a:pt x="2331" y="3134"/>
                      <a:pt x="2356" y="3134"/>
                      <a:pt x="2381" y="3109"/>
                    </a:cubicBezTo>
                    <a:cubicBezTo>
                      <a:pt x="2406" y="3084"/>
                      <a:pt x="2381" y="3059"/>
                      <a:pt x="2356" y="3034"/>
                    </a:cubicBezTo>
                    <a:cubicBezTo>
                      <a:pt x="2281" y="2983"/>
                      <a:pt x="2181" y="2933"/>
                      <a:pt x="2106" y="2858"/>
                    </a:cubicBezTo>
                    <a:cubicBezTo>
                      <a:pt x="2030" y="2808"/>
                      <a:pt x="1955" y="2758"/>
                      <a:pt x="1855" y="2733"/>
                    </a:cubicBezTo>
                    <a:cubicBezTo>
                      <a:pt x="1855" y="2733"/>
                      <a:pt x="1855" y="2733"/>
                      <a:pt x="1855" y="2733"/>
                    </a:cubicBezTo>
                    <a:cubicBezTo>
                      <a:pt x="1855" y="2733"/>
                      <a:pt x="1855" y="2733"/>
                      <a:pt x="1855" y="2733"/>
                    </a:cubicBezTo>
                    <a:cubicBezTo>
                      <a:pt x="1830" y="2633"/>
                      <a:pt x="1805" y="2557"/>
                      <a:pt x="1780" y="2457"/>
                    </a:cubicBezTo>
                    <a:cubicBezTo>
                      <a:pt x="1805" y="2457"/>
                      <a:pt x="1830" y="2482"/>
                      <a:pt x="1855" y="2482"/>
                    </a:cubicBezTo>
                    <a:cubicBezTo>
                      <a:pt x="1905" y="2482"/>
                      <a:pt x="1955" y="2507"/>
                      <a:pt x="2030" y="2507"/>
                    </a:cubicBezTo>
                    <a:cubicBezTo>
                      <a:pt x="2056" y="2532"/>
                      <a:pt x="2081" y="2532"/>
                      <a:pt x="2106" y="2532"/>
                    </a:cubicBezTo>
                    <a:lnTo>
                      <a:pt x="2181" y="2557"/>
                    </a:lnTo>
                    <a:cubicBezTo>
                      <a:pt x="2181" y="2582"/>
                      <a:pt x="2206" y="2582"/>
                      <a:pt x="2231" y="2582"/>
                    </a:cubicBezTo>
                    <a:cubicBezTo>
                      <a:pt x="2256" y="2582"/>
                      <a:pt x="2306" y="2582"/>
                      <a:pt x="2331" y="2607"/>
                    </a:cubicBezTo>
                    <a:cubicBezTo>
                      <a:pt x="2356" y="2607"/>
                      <a:pt x="2381" y="2582"/>
                      <a:pt x="2381" y="2557"/>
                    </a:cubicBezTo>
                    <a:cubicBezTo>
                      <a:pt x="2381" y="2532"/>
                      <a:pt x="2381" y="2532"/>
                      <a:pt x="2356" y="2532"/>
                    </a:cubicBezTo>
                    <a:cubicBezTo>
                      <a:pt x="2356" y="2432"/>
                      <a:pt x="2331" y="2307"/>
                      <a:pt x="2306" y="2206"/>
                    </a:cubicBezTo>
                    <a:cubicBezTo>
                      <a:pt x="2281" y="2181"/>
                      <a:pt x="2281" y="2131"/>
                      <a:pt x="2256" y="2081"/>
                    </a:cubicBezTo>
                    <a:cubicBezTo>
                      <a:pt x="2256" y="2081"/>
                      <a:pt x="2256" y="2056"/>
                      <a:pt x="2256" y="2056"/>
                    </a:cubicBezTo>
                    <a:cubicBezTo>
                      <a:pt x="2331" y="2081"/>
                      <a:pt x="2431" y="2106"/>
                      <a:pt x="2507" y="2131"/>
                    </a:cubicBezTo>
                    <a:cubicBezTo>
                      <a:pt x="2557" y="2131"/>
                      <a:pt x="2582" y="2156"/>
                      <a:pt x="2632" y="2156"/>
                    </a:cubicBezTo>
                    <a:cubicBezTo>
                      <a:pt x="2632" y="2156"/>
                      <a:pt x="2632" y="2181"/>
                      <a:pt x="2632" y="2181"/>
                    </a:cubicBezTo>
                    <a:cubicBezTo>
                      <a:pt x="2682" y="2257"/>
                      <a:pt x="2707" y="2357"/>
                      <a:pt x="2757" y="2432"/>
                    </a:cubicBezTo>
                    <a:cubicBezTo>
                      <a:pt x="2782" y="2457"/>
                      <a:pt x="2807" y="2507"/>
                      <a:pt x="2833" y="2557"/>
                    </a:cubicBezTo>
                    <a:cubicBezTo>
                      <a:pt x="2858" y="2582"/>
                      <a:pt x="2883" y="2633"/>
                      <a:pt x="2933" y="2683"/>
                    </a:cubicBezTo>
                    <a:cubicBezTo>
                      <a:pt x="2933" y="2708"/>
                      <a:pt x="2958" y="2708"/>
                      <a:pt x="2983" y="2708"/>
                    </a:cubicBezTo>
                    <a:cubicBezTo>
                      <a:pt x="2983" y="2683"/>
                      <a:pt x="3008" y="2658"/>
                      <a:pt x="2983" y="2658"/>
                    </a:cubicBezTo>
                    <a:cubicBezTo>
                      <a:pt x="2933" y="2557"/>
                      <a:pt x="2883" y="2482"/>
                      <a:pt x="2833" y="2382"/>
                    </a:cubicBezTo>
                    <a:cubicBezTo>
                      <a:pt x="2807" y="2332"/>
                      <a:pt x="2757" y="2257"/>
                      <a:pt x="2732" y="2206"/>
                    </a:cubicBezTo>
                    <a:cubicBezTo>
                      <a:pt x="2782" y="2206"/>
                      <a:pt x="2833" y="2232"/>
                      <a:pt x="2883" y="2257"/>
                    </a:cubicBezTo>
                    <a:cubicBezTo>
                      <a:pt x="2958" y="2257"/>
                      <a:pt x="3008" y="2282"/>
                      <a:pt x="3058" y="2307"/>
                    </a:cubicBezTo>
                    <a:cubicBezTo>
                      <a:pt x="3108" y="2307"/>
                      <a:pt x="3158" y="2332"/>
                      <a:pt x="3208" y="2332"/>
                    </a:cubicBezTo>
                    <a:cubicBezTo>
                      <a:pt x="3259" y="2357"/>
                      <a:pt x="3284" y="2332"/>
                      <a:pt x="3309" y="2307"/>
                    </a:cubicBezTo>
                    <a:cubicBezTo>
                      <a:pt x="3309" y="2282"/>
                      <a:pt x="3309" y="2232"/>
                      <a:pt x="3284" y="2206"/>
                    </a:cubicBezTo>
                    <a:cubicBezTo>
                      <a:pt x="3208" y="2181"/>
                      <a:pt x="3158" y="2156"/>
                      <a:pt x="3083" y="2131"/>
                    </a:cubicBezTo>
                    <a:cubicBezTo>
                      <a:pt x="3033" y="2131"/>
                      <a:pt x="2958" y="2106"/>
                      <a:pt x="2908" y="2081"/>
                    </a:cubicBezTo>
                    <a:cubicBezTo>
                      <a:pt x="2883" y="2081"/>
                      <a:pt x="2883" y="2081"/>
                      <a:pt x="2858" y="2081"/>
                    </a:cubicBezTo>
                    <a:lnTo>
                      <a:pt x="3008" y="2031"/>
                    </a:lnTo>
                    <a:cubicBezTo>
                      <a:pt x="3133" y="1981"/>
                      <a:pt x="3234" y="1931"/>
                      <a:pt x="3359" y="1881"/>
                    </a:cubicBezTo>
                    <a:cubicBezTo>
                      <a:pt x="3384" y="1881"/>
                      <a:pt x="3409" y="1831"/>
                      <a:pt x="3384" y="1805"/>
                    </a:cubicBezTo>
                    <a:close/>
                  </a:path>
                </a:pathLst>
              </a:custGeom>
              <a:noFill/>
              <a:ln cap="flat" cmpd="sng" w="6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9" name="Google Shape;5809;p50"/>
              <p:cNvSpPr/>
              <p:nvPr/>
            </p:nvSpPr>
            <p:spPr>
              <a:xfrm>
                <a:off x="5050275" y="1803900"/>
                <a:ext cx="85250" cy="88375"/>
              </a:xfrm>
              <a:custGeom>
                <a:rect b="b" l="l" r="r" t="t"/>
                <a:pathLst>
                  <a:path extrusionOk="0" h="3535" w="3410">
                    <a:moveTo>
                      <a:pt x="1956" y="778"/>
                    </a:moveTo>
                    <a:cubicBezTo>
                      <a:pt x="1956" y="803"/>
                      <a:pt x="1981" y="828"/>
                      <a:pt x="1981" y="853"/>
                    </a:cubicBezTo>
                    <a:cubicBezTo>
                      <a:pt x="1981" y="903"/>
                      <a:pt x="2006" y="953"/>
                      <a:pt x="2006" y="1003"/>
                    </a:cubicBezTo>
                    <a:cubicBezTo>
                      <a:pt x="2031" y="1054"/>
                      <a:pt x="2031" y="1104"/>
                      <a:pt x="2056" y="1154"/>
                    </a:cubicBezTo>
                    <a:cubicBezTo>
                      <a:pt x="2056" y="1179"/>
                      <a:pt x="2056" y="1204"/>
                      <a:pt x="2056" y="1229"/>
                    </a:cubicBezTo>
                    <a:cubicBezTo>
                      <a:pt x="2031" y="1254"/>
                      <a:pt x="2006" y="1279"/>
                      <a:pt x="1981" y="1304"/>
                    </a:cubicBezTo>
                    <a:cubicBezTo>
                      <a:pt x="1931" y="1329"/>
                      <a:pt x="1881" y="1379"/>
                      <a:pt x="1830" y="1404"/>
                    </a:cubicBezTo>
                    <a:cubicBezTo>
                      <a:pt x="1780" y="1455"/>
                      <a:pt x="1730" y="1480"/>
                      <a:pt x="1680" y="1530"/>
                    </a:cubicBezTo>
                    <a:cubicBezTo>
                      <a:pt x="1655" y="1555"/>
                      <a:pt x="1630" y="1580"/>
                      <a:pt x="1580" y="1605"/>
                    </a:cubicBezTo>
                    <a:cubicBezTo>
                      <a:pt x="1555" y="1480"/>
                      <a:pt x="1530" y="1354"/>
                      <a:pt x="1505" y="1229"/>
                    </a:cubicBezTo>
                    <a:cubicBezTo>
                      <a:pt x="1480" y="1204"/>
                      <a:pt x="1480" y="1179"/>
                      <a:pt x="1480" y="1154"/>
                    </a:cubicBezTo>
                    <a:lnTo>
                      <a:pt x="1505" y="1154"/>
                    </a:lnTo>
                    <a:cubicBezTo>
                      <a:pt x="1530" y="1129"/>
                      <a:pt x="1555" y="1129"/>
                      <a:pt x="1580" y="1104"/>
                    </a:cubicBezTo>
                    <a:cubicBezTo>
                      <a:pt x="1630" y="1079"/>
                      <a:pt x="1655" y="1054"/>
                      <a:pt x="1680" y="1003"/>
                    </a:cubicBezTo>
                    <a:cubicBezTo>
                      <a:pt x="1705" y="1003"/>
                      <a:pt x="1730" y="978"/>
                      <a:pt x="1755" y="953"/>
                    </a:cubicBezTo>
                    <a:cubicBezTo>
                      <a:pt x="1780" y="953"/>
                      <a:pt x="1805" y="928"/>
                      <a:pt x="1830" y="903"/>
                    </a:cubicBezTo>
                    <a:cubicBezTo>
                      <a:pt x="1855" y="853"/>
                      <a:pt x="1906" y="828"/>
                      <a:pt x="1956" y="803"/>
                    </a:cubicBezTo>
                    <a:cubicBezTo>
                      <a:pt x="1956" y="803"/>
                      <a:pt x="1956" y="778"/>
                      <a:pt x="1956" y="778"/>
                    </a:cubicBezTo>
                    <a:close/>
                    <a:moveTo>
                      <a:pt x="878" y="1003"/>
                    </a:moveTo>
                    <a:cubicBezTo>
                      <a:pt x="903" y="1003"/>
                      <a:pt x="928" y="1003"/>
                      <a:pt x="953" y="1028"/>
                    </a:cubicBezTo>
                    <a:lnTo>
                      <a:pt x="1053" y="1028"/>
                    </a:lnTo>
                    <a:cubicBezTo>
                      <a:pt x="1079" y="1054"/>
                      <a:pt x="1104" y="1054"/>
                      <a:pt x="1154" y="1079"/>
                    </a:cubicBezTo>
                    <a:cubicBezTo>
                      <a:pt x="1204" y="1079"/>
                      <a:pt x="1254" y="1104"/>
                      <a:pt x="1329" y="1129"/>
                    </a:cubicBezTo>
                    <a:lnTo>
                      <a:pt x="1354" y="1129"/>
                    </a:lnTo>
                    <a:cubicBezTo>
                      <a:pt x="1379" y="1154"/>
                      <a:pt x="1379" y="1204"/>
                      <a:pt x="1379" y="1229"/>
                    </a:cubicBezTo>
                    <a:cubicBezTo>
                      <a:pt x="1429" y="1354"/>
                      <a:pt x="1454" y="1480"/>
                      <a:pt x="1480" y="1605"/>
                    </a:cubicBezTo>
                    <a:cubicBezTo>
                      <a:pt x="1480" y="1630"/>
                      <a:pt x="1505" y="1655"/>
                      <a:pt x="1505" y="1655"/>
                    </a:cubicBezTo>
                    <a:cubicBezTo>
                      <a:pt x="1454" y="1655"/>
                      <a:pt x="1429" y="1630"/>
                      <a:pt x="1404" y="1630"/>
                    </a:cubicBezTo>
                    <a:cubicBezTo>
                      <a:pt x="1304" y="1605"/>
                      <a:pt x="1204" y="1555"/>
                      <a:pt x="1079" y="1530"/>
                    </a:cubicBezTo>
                    <a:cubicBezTo>
                      <a:pt x="1079" y="1505"/>
                      <a:pt x="1079" y="1505"/>
                      <a:pt x="1079" y="1480"/>
                    </a:cubicBezTo>
                    <a:cubicBezTo>
                      <a:pt x="1053" y="1455"/>
                      <a:pt x="1053" y="1455"/>
                      <a:pt x="1053" y="1429"/>
                    </a:cubicBezTo>
                    <a:cubicBezTo>
                      <a:pt x="1028" y="1379"/>
                      <a:pt x="1003" y="1329"/>
                      <a:pt x="978" y="1254"/>
                    </a:cubicBezTo>
                    <a:cubicBezTo>
                      <a:pt x="953" y="1229"/>
                      <a:pt x="953" y="1179"/>
                      <a:pt x="928" y="1129"/>
                    </a:cubicBezTo>
                    <a:cubicBezTo>
                      <a:pt x="928" y="1079"/>
                      <a:pt x="903" y="1054"/>
                      <a:pt x="878" y="1003"/>
                    </a:cubicBezTo>
                    <a:close/>
                    <a:moveTo>
                      <a:pt x="2081" y="1304"/>
                    </a:moveTo>
                    <a:cubicBezTo>
                      <a:pt x="2131" y="1329"/>
                      <a:pt x="2156" y="1329"/>
                      <a:pt x="2206" y="1354"/>
                    </a:cubicBezTo>
                    <a:cubicBezTo>
                      <a:pt x="2256" y="1404"/>
                      <a:pt x="2332" y="1429"/>
                      <a:pt x="2382" y="1455"/>
                    </a:cubicBezTo>
                    <a:cubicBezTo>
                      <a:pt x="2482" y="1505"/>
                      <a:pt x="2582" y="1530"/>
                      <a:pt x="2683" y="1580"/>
                    </a:cubicBezTo>
                    <a:cubicBezTo>
                      <a:pt x="2657" y="1580"/>
                      <a:pt x="2657" y="1580"/>
                      <a:pt x="2632" y="1605"/>
                    </a:cubicBezTo>
                    <a:cubicBezTo>
                      <a:pt x="2607" y="1630"/>
                      <a:pt x="2557" y="1655"/>
                      <a:pt x="2507" y="1680"/>
                    </a:cubicBezTo>
                    <a:cubicBezTo>
                      <a:pt x="2457" y="1705"/>
                      <a:pt x="2407" y="1730"/>
                      <a:pt x="2382" y="1755"/>
                    </a:cubicBezTo>
                    <a:cubicBezTo>
                      <a:pt x="2332" y="1780"/>
                      <a:pt x="2282" y="1805"/>
                      <a:pt x="2256" y="1805"/>
                    </a:cubicBezTo>
                    <a:cubicBezTo>
                      <a:pt x="2231" y="1831"/>
                      <a:pt x="2231" y="1831"/>
                      <a:pt x="2206" y="1831"/>
                    </a:cubicBezTo>
                    <a:cubicBezTo>
                      <a:pt x="2206" y="1856"/>
                      <a:pt x="2181" y="1856"/>
                      <a:pt x="2181" y="1856"/>
                    </a:cubicBezTo>
                    <a:lnTo>
                      <a:pt x="2156" y="1856"/>
                    </a:lnTo>
                    <a:cubicBezTo>
                      <a:pt x="2081" y="1831"/>
                      <a:pt x="2006" y="1805"/>
                      <a:pt x="1956" y="1805"/>
                    </a:cubicBezTo>
                    <a:cubicBezTo>
                      <a:pt x="1881" y="1780"/>
                      <a:pt x="1830" y="1755"/>
                      <a:pt x="1755" y="1730"/>
                    </a:cubicBezTo>
                    <a:cubicBezTo>
                      <a:pt x="1705" y="1730"/>
                      <a:pt x="1680" y="1705"/>
                      <a:pt x="1630" y="1705"/>
                    </a:cubicBezTo>
                    <a:cubicBezTo>
                      <a:pt x="1655" y="1655"/>
                      <a:pt x="1705" y="1630"/>
                      <a:pt x="1730" y="1605"/>
                    </a:cubicBezTo>
                    <a:cubicBezTo>
                      <a:pt x="1780" y="1555"/>
                      <a:pt x="1830" y="1505"/>
                      <a:pt x="1881" y="1455"/>
                    </a:cubicBezTo>
                    <a:cubicBezTo>
                      <a:pt x="1931" y="1429"/>
                      <a:pt x="1981" y="1379"/>
                      <a:pt x="2006" y="1354"/>
                    </a:cubicBezTo>
                    <a:cubicBezTo>
                      <a:pt x="2031" y="1329"/>
                      <a:pt x="2056" y="1304"/>
                      <a:pt x="2081" y="1304"/>
                    </a:cubicBezTo>
                    <a:close/>
                    <a:moveTo>
                      <a:pt x="1053" y="1630"/>
                    </a:moveTo>
                    <a:cubicBezTo>
                      <a:pt x="1104" y="1655"/>
                      <a:pt x="1154" y="1680"/>
                      <a:pt x="1229" y="1705"/>
                    </a:cubicBezTo>
                    <a:cubicBezTo>
                      <a:pt x="1279" y="1730"/>
                      <a:pt x="1329" y="1755"/>
                      <a:pt x="1404" y="1755"/>
                    </a:cubicBezTo>
                    <a:cubicBezTo>
                      <a:pt x="1404" y="1755"/>
                      <a:pt x="1404" y="1780"/>
                      <a:pt x="1404" y="1780"/>
                    </a:cubicBezTo>
                    <a:lnTo>
                      <a:pt x="1379" y="1780"/>
                    </a:lnTo>
                    <a:cubicBezTo>
                      <a:pt x="1354" y="1831"/>
                      <a:pt x="1304" y="1856"/>
                      <a:pt x="1254" y="1906"/>
                    </a:cubicBezTo>
                    <a:cubicBezTo>
                      <a:pt x="1204" y="1931"/>
                      <a:pt x="1154" y="1981"/>
                      <a:pt x="1104" y="2031"/>
                    </a:cubicBezTo>
                    <a:cubicBezTo>
                      <a:pt x="1104" y="2031"/>
                      <a:pt x="1079" y="2056"/>
                      <a:pt x="1079" y="2056"/>
                    </a:cubicBezTo>
                    <a:lnTo>
                      <a:pt x="1003" y="2056"/>
                    </a:lnTo>
                    <a:cubicBezTo>
                      <a:pt x="928" y="2031"/>
                      <a:pt x="878" y="2006"/>
                      <a:pt x="828" y="1981"/>
                    </a:cubicBezTo>
                    <a:cubicBezTo>
                      <a:pt x="778" y="1981"/>
                      <a:pt x="728" y="1956"/>
                      <a:pt x="677" y="1956"/>
                    </a:cubicBezTo>
                    <a:cubicBezTo>
                      <a:pt x="652" y="1931"/>
                      <a:pt x="652" y="1931"/>
                      <a:pt x="627" y="1931"/>
                    </a:cubicBezTo>
                    <a:cubicBezTo>
                      <a:pt x="652" y="1931"/>
                      <a:pt x="677" y="1906"/>
                      <a:pt x="677" y="1881"/>
                    </a:cubicBezTo>
                    <a:cubicBezTo>
                      <a:pt x="703" y="1881"/>
                      <a:pt x="728" y="1856"/>
                      <a:pt x="728" y="1856"/>
                    </a:cubicBezTo>
                    <a:cubicBezTo>
                      <a:pt x="753" y="1831"/>
                      <a:pt x="778" y="1805"/>
                      <a:pt x="803" y="1805"/>
                    </a:cubicBezTo>
                    <a:cubicBezTo>
                      <a:pt x="853" y="1755"/>
                      <a:pt x="903" y="1730"/>
                      <a:pt x="953" y="1705"/>
                    </a:cubicBezTo>
                    <a:cubicBezTo>
                      <a:pt x="953" y="1705"/>
                      <a:pt x="978" y="1680"/>
                      <a:pt x="1003" y="1680"/>
                    </a:cubicBezTo>
                    <a:cubicBezTo>
                      <a:pt x="1003" y="1655"/>
                      <a:pt x="1028" y="1655"/>
                      <a:pt x="1053" y="1630"/>
                    </a:cubicBezTo>
                    <a:close/>
                    <a:moveTo>
                      <a:pt x="1655" y="1856"/>
                    </a:moveTo>
                    <a:cubicBezTo>
                      <a:pt x="1805" y="1906"/>
                      <a:pt x="1981" y="1956"/>
                      <a:pt x="2131" y="2031"/>
                    </a:cubicBezTo>
                    <a:lnTo>
                      <a:pt x="2156" y="2031"/>
                    </a:lnTo>
                    <a:cubicBezTo>
                      <a:pt x="2156" y="2056"/>
                      <a:pt x="2156" y="2081"/>
                      <a:pt x="2181" y="2081"/>
                    </a:cubicBezTo>
                    <a:cubicBezTo>
                      <a:pt x="2181" y="2131"/>
                      <a:pt x="2181" y="2181"/>
                      <a:pt x="2206" y="2232"/>
                    </a:cubicBezTo>
                    <a:cubicBezTo>
                      <a:pt x="2206" y="2282"/>
                      <a:pt x="2231" y="2357"/>
                      <a:pt x="2256" y="2407"/>
                    </a:cubicBezTo>
                    <a:cubicBezTo>
                      <a:pt x="2256" y="2432"/>
                      <a:pt x="2256" y="2482"/>
                      <a:pt x="2282" y="2507"/>
                    </a:cubicBezTo>
                    <a:lnTo>
                      <a:pt x="2231" y="2507"/>
                    </a:lnTo>
                    <a:cubicBezTo>
                      <a:pt x="2206" y="2507"/>
                      <a:pt x="2181" y="2482"/>
                      <a:pt x="2131" y="2482"/>
                    </a:cubicBezTo>
                    <a:cubicBezTo>
                      <a:pt x="2106" y="2482"/>
                      <a:pt x="2081" y="2482"/>
                      <a:pt x="2031" y="2457"/>
                    </a:cubicBezTo>
                    <a:lnTo>
                      <a:pt x="1981" y="2457"/>
                    </a:lnTo>
                    <a:cubicBezTo>
                      <a:pt x="1956" y="2457"/>
                      <a:pt x="1931" y="2432"/>
                      <a:pt x="1931" y="2432"/>
                    </a:cubicBezTo>
                    <a:cubicBezTo>
                      <a:pt x="1881" y="2432"/>
                      <a:pt x="1855" y="2432"/>
                      <a:pt x="1830" y="2407"/>
                    </a:cubicBezTo>
                    <a:lnTo>
                      <a:pt x="1805" y="2407"/>
                    </a:lnTo>
                    <a:cubicBezTo>
                      <a:pt x="1780" y="2407"/>
                      <a:pt x="1780" y="2407"/>
                      <a:pt x="1755" y="2382"/>
                    </a:cubicBezTo>
                    <a:cubicBezTo>
                      <a:pt x="1755" y="2382"/>
                      <a:pt x="1755" y="2357"/>
                      <a:pt x="1755" y="2357"/>
                    </a:cubicBezTo>
                    <a:cubicBezTo>
                      <a:pt x="1730" y="2232"/>
                      <a:pt x="1705" y="2106"/>
                      <a:pt x="1680" y="1981"/>
                    </a:cubicBezTo>
                    <a:cubicBezTo>
                      <a:pt x="1655" y="1931"/>
                      <a:pt x="1655" y="1906"/>
                      <a:pt x="1655" y="1856"/>
                    </a:cubicBezTo>
                    <a:close/>
                    <a:moveTo>
                      <a:pt x="1530" y="1805"/>
                    </a:moveTo>
                    <a:cubicBezTo>
                      <a:pt x="1555" y="1881"/>
                      <a:pt x="1555" y="1931"/>
                      <a:pt x="1580" y="1981"/>
                    </a:cubicBezTo>
                    <a:cubicBezTo>
                      <a:pt x="1605" y="2106"/>
                      <a:pt x="1630" y="2232"/>
                      <a:pt x="1655" y="2357"/>
                    </a:cubicBezTo>
                    <a:cubicBezTo>
                      <a:pt x="1630" y="2357"/>
                      <a:pt x="1630" y="2382"/>
                      <a:pt x="1605" y="2382"/>
                    </a:cubicBezTo>
                    <a:cubicBezTo>
                      <a:pt x="1605" y="2407"/>
                      <a:pt x="1580" y="2407"/>
                      <a:pt x="1555" y="2432"/>
                    </a:cubicBezTo>
                    <a:cubicBezTo>
                      <a:pt x="1555" y="2457"/>
                      <a:pt x="1555" y="2457"/>
                      <a:pt x="1530" y="2457"/>
                    </a:cubicBezTo>
                    <a:cubicBezTo>
                      <a:pt x="1530" y="2457"/>
                      <a:pt x="1530" y="2482"/>
                      <a:pt x="1505" y="2482"/>
                    </a:cubicBezTo>
                    <a:cubicBezTo>
                      <a:pt x="1505" y="2507"/>
                      <a:pt x="1480" y="2507"/>
                      <a:pt x="1454" y="2532"/>
                    </a:cubicBezTo>
                    <a:cubicBezTo>
                      <a:pt x="1454" y="2532"/>
                      <a:pt x="1429" y="2557"/>
                      <a:pt x="1404" y="2557"/>
                    </a:cubicBezTo>
                    <a:cubicBezTo>
                      <a:pt x="1379" y="2582"/>
                      <a:pt x="1379" y="2607"/>
                      <a:pt x="1354" y="2607"/>
                    </a:cubicBezTo>
                    <a:cubicBezTo>
                      <a:pt x="1329" y="2607"/>
                      <a:pt x="1329" y="2633"/>
                      <a:pt x="1304" y="2633"/>
                    </a:cubicBezTo>
                    <a:cubicBezTo>
                      <a:pt x="1304" y="2633"/>
                      <a:pt x="1304" y="2607"/>
                      <a:pt x="1304" y="2607"/>
                    </a:cubicBezTo>
                    <a:cubicBezTo>
                      <a:pt x="1304" y="2582"/>
                      <a:pt x="1279" y="2557"/>
                      <a:pt x="1279" y="2532"/>
                    </a:cubicBezTo>
                    <a:cubicBezTo>
                      <a:pt x="1279" y="2507"/>
                      <a:pt x="1279" y="2482"/>
                      <a:pt x="1254" y="2457"/>
                    </a:cubicBezTo>
                    <a:cubicBezTo>
                      <a:pt x="1254" y="2432"/>
                      <a:pt x="1254" y="2407"/>
                      <a:pt x="1229" y="2382"/>
                    </a:cubicBezTo>
                    <a:cubicBezTo>
                      <a:pt x="1229" y="2357"/>
                      <a:pt x="1229" y="2332"/>
                      <a:pt x="1204" y="2307"/>
                    </a:cubicBezTo>
                    <a:cubicBezTo>
                      <a:pt x="1204" y="2282"/>
                      <a:pt x="1204" y="2257"/>
                      <a:pt x="1179" y="2232"/>
                    </a:cubicBezTo>
                    <a:cubicBezTo>
                      <a:pt x="1179" y="2181"/>
                      <a:pt x="1154" y="2156"/>
                      <a:pt x="1154" y="2106"/>
                    </a:cubicBezTo>
                    <a:cubicBezTo>
                      <a:pt x="1154" y="2106"/>
                      <a:pt x="1154" y="2106"/>
                      <a:pt x="1179" y="2081"/>
                    </a:cubicBezTo>
                    <a:cubicBezTo>
                      <a:pt x="1229" y="2056"/>
                      <a:pt x="1279" y="2006"/>
                      <a:pt x="1329" y="1981"/>
                    </a:cubicBezTo>
                    <a:cubicBezTo>
                      <a:pt x="1354" y="1931"/>
                      <a:pt x="1404" y="1881"/>
                      <a:pt x="1454" y="1856"/>
                    </a:cubicBezTo>
                    <a:cubicBezTo>
                      <a:pt x="1480" y="1831"/>
                      <a:pt x="1480" y="1831"/>
                      <a:pt x="1505" y="1805"/>
                    </a:cubicBezTo>
                    <a:close/>
                    <a:moveTo>
                      <a:pt x="1630" y="1"/>
                    </a:moveTo>
                    <a:cubicBezTo>
                      <a:pt x="1605" y="26"/>
                      <a:pt x="1605" y="26"/>
                      <a:pt x="1605" y="51"/>
                    </a:cubicBezTo>
                    <a:cubicBezTo>
                      <a:pt x="1530" y="176"/>
                      <a:pt x="1480" y="302"/>
                      <a:pt x="1429" y="452"/>
                    </a:cubicBezTo>
                    <a:cubicBezTo>
                      <a:pt x="1404" y="477"/>
                      <a:pt x="1379" y="527"/>
                      <a:pt x="1379" y="552"/>
                    </a:cubicBezTo>
                    <a:cubicBezTo>
                      <a:pt x="1354" y="527"/>
                      <a:pt x="1354" y="502"/>
                      <a:pt x="1354" y="477"/>
                    </a:cubicBezTo>
                    <a:cubicBezTo>
                      <a:pt x="1354" y="427"/>
                      <a:pt x="1329" y="352"/>
                      <a:pt x="1329" y="302"/>
                    </a:cubicBezTo>
                    <a:cubicBezTo>
                      <a:pt x="1304" y="252"/>
                      <a:pt x="1279" y="176"/>
                      <a:pt x="1279" y="101"/>
                    </a:cubicBezTo>
                    <a:cubicBezTo>
                      <a:pt x="1279" y="76"/>
                      <a:pt x="1254" y="76"/>
                      <a:pt x="1229" y="76"/>
                    </a:cubicBezTo>
                    <a:lnTo>
                      <a:pt x="1204" y="76"/>
                    </a:lnTo>
                    <a:cubicBezTo>
                      <a:pt x="1179" y="76"/>
                      <a:pt x="1154" y="101"/>
                      <a:pt x="1154" y="151"/>
                    </a:cubicBezTo>
                    <a:cubicBezTo>
                      <a:pt x="1179" y="201"/>
                      <a:pt x="1179" y="252"/>
                      <a:pt x="1204" y="327"/>
                    </a:cubicBezTo>
                    <a:cubicBezTo>
                      <a:pt x="1204" y="377"/>
                      <a:pt x="1229" y="427"/>
                      <a:pt x="1229" y="502"/>
                    </a:cubicBezTo>
                    <a:cubicBezTo>
                      <a:pt x="1254" y="527"/>
                      <a:pt x="1254" y="552"/>
                      <a:pt x="1254" y="577"/>
                    </a:cubicBezTo>
                    <a:cubicBezTo>
                      <a:pt x="1229" y="552"/>
                      <a:pt x="1179" y="527"/>
                      <a:pt x="1154" y="527"/>
                    </a:cubicBezTo>
                    <a:cubicBezTo>
                      <a:pt x="1104" y="502"/>
                      <a:pt x="1079" y="477"/>
                      <a:pt x="1028" y="452"/>
                    </a:cubicBezTo>
                    <a:cubicBezTo>
                      <a:pt x="978" y="452"/>
                      <a:pt x="928" y="402"/>
                      <a:pt x="903" y="377"/>
                    </a:cubicBezTo>
                    <a:lnTo>
                      <a:pt x="853" y="377"/>
                    </a:lnTo>
                    <a:cubicBezTo>
                      <a:pt x="853" y="377"/>
                      <a:pt x="828" y="377"/>
                      <a:pt x="803" y="402"/>
                    </a:cubicBezTo>
                    <a:cubicBezTo>
                      <a:pt x="778" y="427"/>
                      <a:pt x="803" y="477"/>
                      <a:pt x="828" y="502"/>
                    </a:cubicBezTo>
                    <a:cubicBezTo>
                      <a:pt x="878" y="527"/>
                      <a:pt x="903" y="552"/>
                      <a:pt x="953" y="577"/>
                    </a:cubicBezTo>
                    <a:cubicBezTo>
                      <a:pt x="1003" y="602"/>
                      <a:pt x="1028" y="627"/>
                      <a:pt x="1079" y="627"/>
                    </a:cubicBezTo>
                    <a:cubicBezTo>
                      <a:pt x="1104" y="653"/>
                      <a:pt x="1154" y="678"/>
                      <a:pt x="1179" y="703"/>
                    </a:cubicBezTo>
                    <a:cubicBezTo>
                      <a:pt x="1229" y="703"/>
                      <a:pt x="1254" y="728"/>
                      <a:pt x="1279" y="753"/>
                    </a:cubicBezTo>
                    <a:cubicBezTo>
                      <a:pt x="1304" y="778"/>
                      <a:pt x="1304" y="803"/>
                      <a:pt x="1304" y="853"/>
                    </a:cubicBezTo>
                    <a:cubicBezTo>
                      <a:pt x="1304" y="903"/>
                      <a:pt x="1329" y="978"/>
                      <a:pt x="1329" y="1028"/>
                    </a:cubicBezTo>
                    <a:cubicBezTo>
                      <a:pt x="1354" y="1054"/>
                      <a:pt x="1354" y="1054"/>
                      <a:pt x="1354" y="1054"/>
                    </a:cubicBezTo>
                    <a:cubicBezTo>
                      <a:pt x="1279" y="1054"/>
                      <a:pt x="1229" y="1028"/>
                      <a:pt x="1179" y="1003"/>
                    </a:cubicBezTo>
                    <a:cubicBezTo>
                      <a:pt x="1129" y="1003"/>
                      <a:pt x="1104" y="978"/>
                      <a:pt x="1079" y="978"/>
                    </a:cubicBezTo>
                    <a:cubicBezTo>
                      <a:pt x="1053" y="978"/>
                      <a:pt x="1028" y="953"/>
                      <a:pt x="978" y="953"/>
                    </a:cubicBezTo>
                    <a:cubicBezTo>
                      <a:pt x="928" y="953"/>
                      <a:pt x="903" y="928"/>
                      <a:pt x="853" y="928"/>
                    </a:cubicBezTo>
                    <a:cubicBezTo>
                      <a:pt x="828" y="903"/>
                      <a:pt x="828" y="903"/>
                      <a:pt x="803" y="903"/>
                    </a:cubicBezTo>
                    <a:cubicBezTo>
                      <a:pt x="778" y="928"/>
                      <a:pt x="753" y="953"/>
                      <a:pt x="753" y="978"/>
                    </a:cubicBezTo>
                    <a:cubicBezTo>
                      <a:pt x="753" y="1003"/>
                      <a:pt x="778" y="1028"/>
                      <a:pt x="778" y="1054"/>
                    </a:cubicBezTo>
                    <a:cubicBezTo>
                      <a:pt x="778" y="1079"/>
                      <a:pt x="778" y="1079"/>
                      <a:pt x="803" y="1104"/>
                    </a:cubicBezTo>
                    <a:cubicBezTo>
                      <a:pt x="828" y="1154"/>
                      <a:pt x="853" y="1204"/>
                      <a:pt x="878" y="1254"/>
                    </a:cubicBezTo>
                    <a:cubicBezTo>
                      <a:pt x="903" y="1329"/>
                      <a:pt x="928" y="1379"/>
                      <a:pt x="953" y="1429"/>
                    </a:cubicBezTo>
                    <a:cubicBezTo>
                      <a:pt x="978" y="1455"/>
                      <a:pt x="978" y="1480"/>
                      <a:pt x="1003" y="1505"/>
                    </a:cubicBezTo>
                    <a:cubicBezTo>
                      <a:pt x="953" y="1480"/>
                      <a:pt x="903" y="1455"/>
                      <a:pt x="853" y="1455"/>
                    </a:cubicBezTo>
                    <a:cubicBezTo>
                      <a:pt x="803" y="1429"/>
                      <a:pt x="728" y="1404"/>
                      <a:pt x="677" y="1379"/>
                    </a:cubicBezTo>
                    <a:lnTo>
                      <a:pt x="652" y="1379"/>
                    </a:lnTo>
                    <a:cubicBezTo>
                      <a:pt x="652" y="1379"/>
                      <a:pt x="652" y="1354"/>
                      <a:pt x="652" y="1354"/>
                    </a:cubicBezTo>
                    <a:lnTo>
                      <a:pt x="627" y="1354"/>
                    </a:lnTo>
                    <a:cubicBezTo>
                      <a:pt x="602" y="1304"/>
                      <a:pt x="577" y="1254"/>
                      <a:pt x="527" y="1179"/>
                    </a:cubicBezTo>
                    <a:cubicBezTo>
                      <a:pt x="527" y="1154"/>
                      <a:pt x="502" y="1129"/>
                      <a:pt x="477" y="1104"/>
                    </a:cubicBezTo>
                    <a:cubicBezTo>
                      <a:pt x="452" y="1054"/>
                      <a:pt x="427" y="1003"/>
                      <a:pt x="402" y="978"/>
                    </a:cubicBezTo>
                    <a:cubicBezTo>
                      <a:pt x="402" y="953"/>
                      <a:pt x="377" y="928"/>
                      <a:pt x="352" y="928"/>
                    </a:cubicBezTo>
                    <a:cubicBezTo>
                      <a:pt x="352" y="928"/>
                      <a:pt x="352" y="928"/>
                      <a:pt x="327" y="953"/>
                    </a:cubicBezTo>
                    <a:cubicBezTo>
                      <a:pt x="327" y="953"/>
                      <a:pt x="302" y="953"/>
                      <a:pt x="302" y="978"/>
                    </a:cubicBezTo>
                    <a:cubicBezTo>
                      <a:pt x="302" y="1003"/>
                      <a:pt x="302" y="1003"/>
                      <a:pt x="302" y="1028"/>
                    </a:cubicBezTo>
                    <a:cubicBezTo>
                      <a:pt x="352" y="1104"/>
                      <a:pt x="377" y="1179"/>
                      <a:pt x="402" y="1254"/>
                    </a:cubicBezTo>
                    <a:cubicBezTo>
                      <a:pt x="427" y="1279"/>
                      <a:pt x="427" y="1304"/>
                      <a:pt x="452" y="1304"/>
                    </a:cubicBezTo>
                    <a:cubicBezTo>
                      <a:pt x="402" y="1304"/>
                      <a:pt x="377" y="1279"/>
                      <a:pt x="327" y="1279"/>
                    </a:cubicBezTo>
                    <a:cubicBezTo>
                      <a:pt x="276" y="1254"/>
                      <a:pt x="201" y="1229"/>
                      <a:pt x="151" y="1229"/>
                    </a:cubicBezTo>
                    <a:cubicBezTo>
                      <a:pt x="126" y="1204"/>
                      <a:pt x="101" y="1204"/>
                      <a:pt x="76" y="1179"/>
                    </a:cubicBezTo>
                    <a:lnTo>
                      <a:pt x="51" y="1179"/>
                    </a:lnTo>
                    <a:cubicBezTo>
                      <a:pt x="26" y="1179"/>
                      <a:pt x="26" y="1179"/>
                      <a:pt x="1" y="1204"/>
                    </a:cubicBezTo>
                    <a:cubicBezTo>
                      <a:pt x="1" y="1204"/>
                      <a:pt x="1" y="1254"/>
                      <a:pt x="26" y="1254"/>
                    </a:cubicBezTo>
                    <a:cubicBezTo>
                      <a:pt x="76" y="1279"/>
                      <a:pt x="101" y="1304"/>
                      <a:pt x="151" y="1329"/>
                    </a:cubicBezTo>
                    <a:cubicBezTo>
                      <a:pt x="176" y="1329"/>
                      <a:pt x="201" y="1354"/>
                      <a:pt x="226" y="1354"/>
                    </a:cubicBezTo>
                    <a:cubicBezTo>
                      <a:pt x="276" y="1379"/>
                      <a:pt x="302" y="1379"/>
                      <a:pt x="327" y="1379"/>
                    </a:cubicBezTo>
                    <a:cubicBezTo>
                      <a:pt x="352" y="1404"/>
                      <a:pt x="402" y="1404"/>
                      <a:pt x="427" y="1429"/>
                    </a:cubicBezTo>
                    <a:cubicBezTo>
                      <a:pt x="402" y="1429"/>
                      <a:pt x="377" y="1455"/>
                      <a:pt x="377" y="1480"/>
                    </a:cubicBezTo>
                    <a:cubicBezTo>
                      <a:pt x="302" y="1505"/>
                      <a:pt x="251" y="1555"/>
                      <a:pt x="176" y="1605"/>
                    </a:cubicBezTo>
                    <a:cubicBezTo>
                      <a:pt x="151" y="1630"/>
                      <a:pt x="151" y="1680"/>
                      <a:pt x="176" y="1705"/>
                    </a:cubicBezTo>
                    <a:cubicBezTo>
                      <a:pt x="176" y="1705"/>
                      <a:pt x="201" y="1730"/>
                      <a:pt x="201" y="1730"/>
                    </a:cubicBezTo>
                    <a:lnTo>
                      <a:pt x="276" y="1730"/>
                    </a:lnTo>
                    <a:cubicBezTo>
                      <a:pt x="352" y="1680"/>
                      <a:pt x="427" y="1605"/>
                      <a:pt x="502" y="1555"/>
                    </a:cubicBezTo>
                    <a:cubicBezTo>
                      <a:pt x="527" y="1530"/>
                      <a:pt x="552" y="1505"/>
                      <a:pt x="602" y="1505"/>
                    </a:cubicBezTo>
                    <a:cubicBezTo>
                      <a:pt x="602" y="1480"/>
                      <a:pt x="602" y="1480"/>
                      <a:pt x="602" y="1480"/>
                    </a:cubicBezTo>
                    <a:cubicBezTo>
                      <a:pt x="627" y="1505"/>
                      <a:pt x="652" y="1505"/>
                      <a:pt x="677" y="1505"/>
                    </a:cubicBezTo>
                    <a:cubicBezTo>
                      <a:pt x="728" y="1530"/>
                      <a:pt x="803" y="1555"/>
                      <a:pt x="853" y="1580"/>
                    </a:cubicBezTo>
                    <a:cubicBezTo>
                      <a:pt x="878" y="1580"/>
                      <a:pt x="928" y="1580"/>
                      <a:pt x="953" y="1605"/>
                    </a:cubicBezTo>
                    <a:cubicBezTo>
                      <a:pt x="928" y="1605"/>
                      <a:pt x="903" y="1630"/>
                      <a:pt x="878" y="1655"/>
                    </a:cubicBezTo>
                    <a:cubicBezTo>
                      <a:pt x="853" y="1680"/>
                      <a:pt x="828" y="1680"/>
                      <a:pt x="803" y="1705"/>
                    </a:cubicBezTo>
                    <a:cubicBezTo>
                      <a:pt x="778" y="1730"/>
                      <a:pt x="753" y="1755"/>
                      <a:pt x="728" y="1780"/>
                    </a:cubicBezTo>
                    <a:cubicBezTo>
                      <a:pt x="677" y="1805"/>
                      <a:pt x="627" y="1856"/>
                      <a:pt x="552" y="1906"/>
                    </a:cubicBezTo>
                    <a:cubicBezTo>
                      <a:pt x="552" y="1906"/>
                      <a:pt x="527" y="1931"/>
                      <a:pt x="527" y="1931"/>
                    </a:cubicBezTo>
                    <a:cubicBezTo>
                      <a:pt x="502" y="1956"/>
                      <a:pt x="527" y="1981"/>
                      <a:pt x="552" y="1981"/>
                    </a:cubicBezTo>
                    <a:cubicBezTo>
                      <a:pt x="552" y="2006"/>
                      <a:pt x="577" y="2006"/>
                      <a:pt x="602" y="2006"/>
                    </a:cubicBezTo>
                    <a:cubicBezTo>
                      <a:pt x="602" y="2006"/>
                      <a:pt x="627" y="2006"/>
                      <a:pt x="652" y="2031"/>
                    </a:cubicBezTo>
                    <a:cubicBezTo>
                      <a:pt x="703" y="2031"/>
                      <a:pt x="753" y="2056"/>
                      <a:pt x="828" y="2056"/>
                    </a:cubicBezTo>
                    <a:cubicBezTo>
                      <a:pt x="878" y="2081"/>
                      <a:pt x="928" y="2106"/>
                      <a:pt x="978" y="2106"/>
                    </a:cubicBezTo>
                    <a:lnTo>
                      <a:pt x="1003" y="2106"/>
                    </a:lnTo>
                    <a:cubicBezTo>
                      <a:pt x="1003" y="2131"/>
                      <a:pt x="978" y="2131"/>
                      <a:pt x="978" y="2156"/>
                    </a:cubicBezTo>
                    <a:cubicBezTo>
                      <a:pt x="928" y="2181"/>
                      <a:pt x="878" y="2232"/>
                      <a:pt x="828" y="2282"/>
                    </a:cubicBezTo>
                    <a:cubicBezTo>
                      <a:pt x="828" y="2307"/>
                      <a:pt x="803" y="2307"/>
                      <a:pt x="778" y="2332"/>
                    </a:cubicBezTo>
                    <a:lnTo>
                      <a:pt x="753" y="2332"/>
                    </a:lnTo>
                    <a:cubicBezTo>
                      <a:pt x="677" y="2307"/>
                      <a:pt x="627" y="2307"/>
                      <a:pt x="552" y="2282"/>
                    </a:cubicBezTo>
                    <a:cubicBezTo>
                      <a:pt x="477" y="2282"/>
                      <a:pt x="402" y="2282"/>
                      <a:pt x="352" y="2257"/>
                    </a:cubicBezTo>
                    <a:lnTo>
                      <a:pt x="276" y="2257"/>
                    </a:lnTo>
                    <a:cubicBezTo>
                      <a:pt x="276" y="2257"/>
                      <a:pt x="251" y="2232"/>
                      <a:pt x="251" y="2232"/>
                    </a:cubicBezTo>
                    <a:cubicBezTo>
                      <a:pt x="251" y="2232"/>
                      <a:pt x="226" y="2257"/>
                      <a:pt x="226" y="2257"/>
                    </a:cubicBezTo>
                    <a:cubicBezTo>
                      <a:pt x="201" y="2257"/>
                      <a:pt x="176" y="2282"/>
                      <a:pt x="176" y="2282"/>
                    </a:cubicBezTo>
                    <a:cubicBezTo>
                      <a:pt x="176" y="2332"/>
                      <a:pt x="201" y="2382"/>
                      <a:pt x="226" y="2382"/>
                    </a:cubicBezTo>
                    <a:cubicBezTo>
                      <a:pt x="276" y="2407"/>
                      <a:pt x="327" y="2407"/>
                      <a:pt x="377" y="2432"/>
                    </a:cubicBezTo>
                    <a:cubicBezTo>
                      <a:pt x="427" y="2432"/>
                      <a:pt x="477" y="2432"/>
                      <a:pt x="502" y="2457"/>
                    </a:cubicBezTo>
                    <a:cubicBezTo>
                      <a:pt x="552" y="2457"/>
                      <a:pt x="602" y="2457"/>
                      <a:pt x="627" y="2482"/>
                    </a:cubicBezTo>
                    <a:cubicBezTo>
                      <a:pt x="602" y="2507"/>
                      <a:pt x="577" y="2507"/>
                      <a:pt x="552" y="2532"/>
                    </a:cubicBezTo>
                    <a:cubicBezTo>
                      <a:pt x="527" y="2582"/>
                      <a:pt x="477" y="2607"/>
                      <a:pt x="427" y="2658"/>
                    </a:cubicBezTo>
                    <a:cubicBezTo>
                      <a:pt x="377" y="2683"/>
                      <a:pt x="352" y="2733"/>
                      <a:pt x="302" y="2783"/>
                    </a:cubicBezTo>
                    <a:cubicBezTo>
                      <a:pt x="302" y="2783"/>
                      <a:pt x="302" y="2808"/>
                      <a:pt x="302" y="2808"/>
                    </a:cubicBezTo>
                    <a:cubicBezTo>
                      <a:pt x="314" y="2820"/>
                      <a:pt x="320" y="2827"/>
                      <a:pt x="327" y="2827"/>
                    </a:cubicBezTo>
                    <a:cubicBezTo>
                      <a:pt x="333" y="2827"/>
                      <a:pt x="339" y="2820"/>
                      <a:pt x="352" y="2808"/>
                    </a:cubicBezTo>
                    <a:cubicBezTo>
                      <a:pt x="402" y="2783"/>
                      <a:pt x="427" y="2733"/>
                      <a:pt x="477" y="2708"/>
                    </a:cubicBezTo>
                    <a:cubicBezTo>
                      <a:pt x="527" y="2658"/>
                      <a:pt x="552" y="2633"/>
                      <a:pt x="602" y="2582"/>
                    </a:cubicBezTo>
                    <a:cubicBezTo>
                      <a:pt x="627" y="2557"/>
                      <a:pt x="677" y="2532"/>
                      <a:pt x="703" y="2507"/>
                    </a:cubicBezTo>
                    <a:cubicBezTo>
                      <a:pt x="703" y="2557"/>
                      <a:pt x="703" y="2607"/>
                      <a:pt x="703" y="2683"/>
                    </a:cubicBezTo>
                    <a:cubicBezTo>
                      <a:pt x="703" y="2758"/>
                      <a:pt x="677" y="2858"/>
                      <a:pt x="677" y="2958"/>
                    </a:cubicBezTo>
                    <a:cubicBezTo>
                      <a:pt x="677" y="2983"/>
                      <a:pt x="703" y="3008"/>
                      <a:pt x="728" y="3008"/>
                    </a:cubicBezTo>
                    <a:cubicBezTo>
                      <a:pt x="753" y="3008"/>
                      <a:pt x="778" y="2983"/>
                      <a:pt x="778" y="2958"/>
                    </a:cubicBezTo>
                    <a:cubicBezTo>
                      <a:pt x="778" y="2783"/>
                      <a:pt x="803" y="2633"/>
                      <a:pt x="778" y="2457"/>
                    </a:cubicBezTo>
                    <a:cubicBezTo>
                      <a:pt x="803" y="2457"/>
                      <a:pt x="803" y="2432"/>
                      <a:pt x="803" y="2432"/>
                    </a:cubicBezTo>
                    <a:cubicBezTo>
                      <a:pt x="803" y="2432"/>
                      <a:pt x="803" y="2407"/>
                      <a:pt x="803" y="2407"/>
                    </a:cubicBezTo>
                    <a:cubicBezTo>
                      <a:pt x="828" y="2382"/>
                      <a:pt x="853" y="2357"/>
                      <a:pt x="903" y="2332"/>
                    </a:cubicBezTo>
                    <a:cubicBezTo>
                      <a:pt x="928" y="2282"/>
                      <a:pt x="978" y="2257"/>
                      <a:pt x="1028" y="2206"/>
                    </a:cubicBezTo>
                    <a:lnTo>
                      <a:pt x="1053" y="2206"/>
                    </a:lnTo>
                    <a:cubicBezTo>
                      <a:pt x="1053" y="2232"/>
                      <a:pt x="1053" y="2257"/>
                      <a:pt x="1079" y="2282"/>
                    </a:cubicBezTo>
                    <a:cubicBezTo>
                      <a:pt x="1079" y="2307"/>
                      <a:pt x="1079" y="2332"/>
                      <a:pt x="1104" y="2357"/>
                    </a:cubicBezTo>
                    <a:cubicBezTo>
                      <a:pt x="1104" y="2382"/>
                      <a:pt x="1129" y="2407"/>
                      <a:pt x="1129" y="2432"/>
                    </a:cubicBezTo>
                    <a:cubicBezTo>
                      <a:pt x="1154" y="2457"/>
                      <a:pt x="1154" y="2482"/>
                      <a:pt x="1154" y="2507"/>
                    </a:cubicBezTo>
                    <a:cubicBezTo>
                      <a:pt x="1179" y="2532"/>
                      <a:pt x="1179" y="2557"/>
                      <a:pt x="1204" y="2582"/>
                    </a:cubicBezTo>
                    <a:cubicBezTo>
                      <a:pt x="1204" y="2582"/>
                      <a:pt x="1204" y="2607"/>
                      <a:pt x="1229" y="2633"/>
                    </a:cubicBezTo>
                    <a:cubicBezTo>
                      <a:pt x="1229" y="2658"/>
                      <a:pt x="1229" y="2683"/>
                      <a:pt x="1254" y="2683"/>
                    </a:cubicBezTo>
                    <a:cubicBezTo>
                      <a:pt x="1254" y="2708"/>
                      <a:pt x="1254" y="2708"/>
                      <a:pt x="1254" y="2733"/>
                    </a:cubicBezTo>
                    <a:lnTo>
                      <a:pt x="1304" y="2733"/>
                    </a:lnTo>
                    <a:cubicBezTo>
                      <a:pt x="1329" y="2708"/>
                      <a:pt x="1329" y="2708"/>
                      <a:pt x="1354" y="2683"/>
                    </a:cubicBezTo>
                    <a:cubicBezTo>
                      <a:pt x="1354" y="2683"/>
                      <a:pt x="1379" y="2658"/>
                      <a:pt x="1404" y="2658"/>
                    </a:cubicBezTo>
                    <a:cubicBezTo>
                      <a:pt x="1404" y="2633"/>
                      <a:pt x="1429" y="2633"/>
                      <a:pt x="1454" y="2607"/>
                    </a:cubicBezTo>
                    <a:cubicBezTo>
                      <a:pt x="1480" y="2607"/>
                      <a:pt x="1480" y="2582"/>
                      <a:pt x="1505" y="2582"/>
                    </a:cubicBezTo>
                    <a:cubicBezTo>
                      <a:pt x="1530" y="2557"/>
                      <a:pt x="1530" y="2557"/>
                      <a:pt x="1555" y="2532"/>
                    </a:cubicBezTo>
                    <a:cubicBezTo>
                      <a:pt x="1580" y="2507"/>
                      <a:pt x="1580" y="2507"/>
                      <a:pt x="1605" y="2482"/>
                    </a:cubicBezTo>
                    <a:cubicBezTo>
                      <a:pt x="1630" y="2482"/>
                      <a:pt x="1655" y="2457"/>
                      <a:pt x="1655" y="2432"/>
                    </a:cubicBezTo>
                    <a:cubicBezTo>
                      <a:pt x="1680" y="2482"/>
                      <a:pt x="1680" y="2507"/>
                      <a:pt x="1680" y="2532"/>
                    </a:cubicBezTo>
                    <a:cubicBezTo>
                      <a:pt x="1705" y="2607"/>
                      <a:pt x="1730" y="2683"/>
                      <a:pt x="1730" y="2733"/>
                    </a:cubicBezTo>
                    <a:cubicBezTo>
                      <a:pt x="1730" y="2758"/>
                      <a:pt x="1730" y="2758"/>
                      <a:pt x="1755" y="2758"/>
                    </a:cubicBezTo>
                    <a:cubicBezTo>
                      <a:pt x="1730" y="2758"/>
                      <a:pt x="1730" y="2783"/>
                      <a:pt x="1730" y="2783"/>
                    </a:cubicBezTo>
                    <a:cubicBezTo>
                      <a:pt x="1705" y="2808"/>
                      <a:pt x="1705" y="2833"/>
                      <a:pt x="1680" y="2858"/>
                    </a:cubicBezTo>
                    <a:cubicBezTo>
                      <a:pt x="1655" y="2908"/>
                      <a:pt x="1630" y="2933"/>
                      <a:pt x="1630" y="2983"/>
                    </a:cubicBezTo>
                    <a:cubicBezTo>
                      <a:pt x="1605" y="3008"/>
                      <a:pt x="1580" y="3059"/>
                      <a:pt x="1555" y="3084"/>
                    </a:cubicBezTo>
                    <a:cubicBezTo>
                      <a:pt x="1530" y="3134"/>
                      <a:pt x="1530" y="3184"/>
                      <a:pt x="1505" y="3209"/>
                    </a:cubicBezTo>
                    <a:cubicBezTo>
                      <a:pt x="1480" y="3234"/>
                      <a:pt x="1480" y="3259"/>
                      <a:pt x="1480" y="3259"/>
                    </a:cubicBezTo>
                    <a:cubicBezTo>
                      <a:pt x="1480" y="3284"/>
                      <a:pt x="1505" y="3284"/>
                      <a:pt x="1505" y="3309"/>
                    </a:cubicBezTo>
                    <a:cubicBezTo>
                      <a:pt x="1519" y="3317"/>
                      <a:pt x="1532" y="3320"/>
                      <a:pt x="1543" y="3320"/>
                    </a:cubicBezTo>
                    <a:cubicBezTo>
                      <a:pt x="1569" y="3320"/>
                      <a:pt x="1587" y="3302"/>
                      <a:pt x="1605" y="3284"/>
                    </a:cubicBezTo>
                    <a:cubicBezTo>
                      <a:pt x="1630" y="3259"/>
                      <a:pt x="1655" y="3234"/>
                      <a:pt x="1655" y="3184"/>
                    </a:cubicBezTo>
                    <a:cubicBezTo>
                      <a:pt x="1680" y="3159"/>
                      <a:pt x="1705" y="3134"/>
                      <a:pt x="1705" y="3109"/>
                    </a:cubicBezTo>
                    <a:cubicBezTo>
                      <a:pt x="1730" y="3059"/>
                      <a:pt x="1755" y="3008"/>
                      <a:pt x="1780" y="2958"/>
                    </a:cubicBezTo>
                    <a:cubicBezTo>
                      <a:pt x="1805" y="3008"/>
                      <a:pt x="1805" y="3059"/>
                      <a:pt x="1830" y="3134"/>
                    </a:cubicBezTo>
                    <a:cubicBezTo>
                      <a:pt x="1830" y="3184"/>
                      <a:pt x="1855" y="3259"/>
                      <a:pt x="1855" y="3334"/>
                    </a:cubicBezTo>
                    <a:cubicBezTo>
                      <a:pt x="1881" y="3359"/>
                      <a:pt x="1881" y="3384"/>
                      <a:pt x="1881" y="3409"/>
                    </a:cubicBezTo>
                    <a:cubicBezTo>
                      <a:pt x="1881" y="3435"/>
                      <a:pt x="1906" y="3460"/>
                      <a:pt x="1906" y="3510"/>
                    </a:cubicBezTo>
                    <a:cubicBezTo>
                      <a:pt x="1906" y="3510"/>
                      <a:pt x="1931" y="3535"/>
                      <a:pt x="1956" y="3535"/>
                    </a:cubicBezTo>
                    <a:cubicBezTo>
                      <a:pt x="1981" y="3535"/>
                      <a:pt x="2006" y="3510"/>
                      <a:pt x="2006" y="3485"/>
                    </a:cubicBezTo>
                    <a:cubicBezTo>
                      <a:pt x="2006" y="3435"/>
                      <a:pt x="1981" y="3359"/>
                      <a:pt x="1981" y="3309"/>
                    </a:cubicBezTo>
                    <a:cubicBezTo>
                      <a:pt x="1956" y="3259"/>
                      <a:pt x="1956" y="3184"/>
                      <a:pt x="1931" y="3109"/>
                    </a:cubicBezTo>
                    <a:cubicBezTo>
                      <a:pt x="1931" y="3034"/>
                      <a:pt x="1906" y="2983"/>
                      <a:pt x="1881" y="2908"/>
                    </a:cubicBezTo>
                    <a:lnTo>
                      <a:pt x="1881" y="2908"/>
                    </a:lnTo>
                    <a:cubicBezTo>
                      <a:pt x="1931" y="2933"/>
                      <a:pt x="2006" y="2958"/>
                      <a:pt x="2056" y="2983"/>
                    </a:cubicBezTo>
                    <a:cubicBezTo>
                      <a:pt x="2131" y="3059"/>
                      <a:pt x="2206" y="3084"/>
                      <a:pt x="2307" y="3134"/>
                    </a:cubicBezTo>
                    <a:cubicBezTo>
                      <a:pt x="2319" y="3146"/>
                      <a:pt x="2332" y="3153"/>
                      <a:pt x="2344" y="3153"/>
                    </a:cubicBezTo>
                    <a:cubicBezTo>
                      <a:pt x="2357" y="3153"/>
                      <a:pt x="2369" y="3146"/>
                      <a:pt x="2382" y="3134"/>
                    </a:cubicBezTo>
                    <a:cubicBezTo>
                      <a:pt x="2382" y="3109"/>
                      <a:pt x="2382" y="3059"/>
                      <a:pt x="2357" y="3059"/>
                    </a:cubicBezTo>
                    <a:cubicBezTo>
                      <a:pt x="2282" y="2983"/>
                      <a:pt x="2181" y="2933"/>
                      <a:pt x="2106" y="2883"/>
                    </a:cubicBezTo>
                    <a:cubicBezTo>
                      <a:pt x="2031" y="2833"/>
                      <a:pt x="1931" y="2783"/>
                      <a:pt x="1855" y="2758"/>
                    </a:cubicBezTo>
                    <a:cubicBezTo>
                      <a:pt x="1855" y="2758"/>
                      <a:pt x="1855" y="2758"/>
                      <a:pt x="1855" y="2733"/>
                    </a:cubicBezTo>
                    <a:cubicBezTo>
                      <a:pt x="1830" y="2633"/>
                      <a:pt x="1805" y="2557"/>
                      <a:pt x="1780" y="2457"/>
                    </a:cubicBezTo>
                    <a:lnTo>
                      <a:pt x="1780" y="2457"/>
                    </a:lnTo>
                    <a:cubicBezTo>
                      <a:pt x="1805" y="2482"/>
                      <a:pt x="1830" y="2482"/>
                      <a:pt x="1855" y="2482"/>
                    </a:cubicBezTo>
                    <a:cubicBezTo>
                      <a:pt x="1906" y="2507"/>
                      <a:pt x="1956" y="2507"/>
                      <a:pt x="2006" y="2532"/>
                    </a:cubicBezTo>
                    <a:cubicBezTo>
                      <a:pt x="2031" y="2532"/>
                      <a:pt x="2081" y="2532"/>
                      <a:pt x="2106" y="2557"/>
                    </a:cubicBezTo>
                    <a:cubicBezTo>
                      <a:pt x="2131" y="2557"/>
                      <a:pt x="2131" y="2557"/>
                      <a:pt x="2156" y="2582"/>
                    </a:cubicBezTo>
                    <a:lnTo>
                      <a:pt x="2231" y="2582"/>
                    </a:lnTo>
                    <a:cubicBezTo>
                      <a:pt x="2256" y="2607"/>
                      <a:pt x="2282" y="2607"/>
                      <a:pt x="2332" y="2607"/>
                    </a:cubicBezTo>
                    <a:cubicBezTo>
                      <a:pt x="2357" y="2607"/>
                      <a:pt x="2357" y="2582"/>
                      <a:pt x="2382" y="2557"/>
                    </a:cubicBezTo>
                    <a:cubicBezTo>
                      <a:pt x="2382" y="2557"/>
                      <a:pt x="2357" y="2532"/>
                      <a:pt x="2357" y="2532"/>
                    </a:cubicBezTo>
                    <a:cubicBezTo>
                      <a:pt x="2332" y="2432"/>
                      <a:pt x="2332" y="2332"/>
                      <a:pt x="2282" y="2232"/>
                    </a:cubicBezTo>
                    <a:cubicBezTo>
                      <a:pt x="2282" y="2181"/>
                      <a:pt x="2282" y="2131"/>
                      <a:pt x="2256" y="2106"/>
                    </a:cubicBezTo>
                    <a:cubicBezTo>
                      <a:pt x="2256" y="2081"/>
                      <a:pt x="2256" y="2081"/>
                      <a:pt x="2256" y="2056"/>
                    </a:cubicBezTo>
                    <a:cubicBezTo>
                      <a:pt x="2332" y="2081"/>
                      <a:pt x="2432" y="2106"/>
                      <a:pt x="2507" y="2131"/>
                    </a:cubicBezTo>
                    <a:cubicBezTo>
                      <a:pt x="2557" y="2156"/>
                      <a:pt x="2582" y="2156"/>
                      <a:pt x="2607" y="2181"/>
                    </a:cubicBezTo>
                    <a:lnTo>
                      <a:pt x="2632" y="2181"/>
                    </a:lnTo>
                    <a:cubicBezTo>
                      <a:pt x="2657" y="2282"/>
                      <a:pt x="2708" y="2357"/>
                      <a:pt x="2758" y="2432"/>
                    </a:cubicBezTo>
                    <a:cubicBezTo>
                      <a:pt x="2783" y="2482"/>
                      <a:pt x="2808" y="2507"/>
                      <a:pt x="2833" y="2557"/>
                    </a:cubicBezTo>
                    <a:cubicBezTo>
                      <a:pt x="2858" y="2607"/>
                      <a:pt x="2883" y="2658"/>
                      <a:pt x="2933" y="2683"/>
                    </a:cubicBezTo>
                    <a:cubicBezTo>
                      <a:pt x="2933" y="2708"/>
                      <a:pt x="2958" y="2708"/>
                      <a:pt x="2958" y="2708"/>
                    </a:cubicBezTo>
                    <a:cubicBezTo>
                      <a:pt x="2983" y="2708"/>
                      <a:pt x="2983" y="2683"/>
                      <a:pt x="2983" y="2658"/>
                    </a:cubicBezTo>
                    <a:cubicBezTo>
                      <a:pt x="2933" y="2582"/>
                      <a:pt x="2883" y="2482"/>
                      <a:pt x="2833" y="2407"/>
                    </a:cubicBezTo>
                    <a:cubicBezTo>
                      <a:pt x="2808" y="2332"/>
                      <a:pt x="2758" y="2282"/>
                      <a:pt x="2733" y="2206"/>
                    </a:cubicBezTo>
                    <a:lnTo>
                      <a:pt x="2733" y="2206"/>
                    </a:lnTo>
                    <a:cubicBezTo>
                      <a:pt x="2783" y="2232"/>
                      <a:pt x="2833" y="2232"/>
                      <a:pt x="2883" y="2257"/>
                    </a:cubicBezTo>
                    <a:cubicBezTo>
                      <a:pt x="2958" y="2282"/>
                      <a:pt x="3008" y="2282"/>
                      <a:pt x="3058" y="2307"/>
                    </a:cubicBezTo>
                    <a:cubicBezTo>
                      <a:pt x="3109" y="2332"/>
                      <a:pt x="3159" y="2332"/>
                      <a:pt x="3209" y="2357"/>
                    </a:cubicBezTo>
                    <a:cubicBezTo>
                      <a:pt x="3234" y="2357"/>
                      <a:pt x="3284" y="2357"/>
                      <a:pt x="3284" y="2332"/>
                    </a:cubicBezTo>
                    <a:cubicBezTo>
                      <a:pt x="3309" y="2282"/>
                      <a:pt x="3309" y="2257"/>
                      <a:pt x="3284" y="2232"/>
                    </a:cubicBezTo>
                    <a:cubicBezTo>
                      <a:pt x="3209" y="2206"/>
                      <a:pt x="3159" y="2181"/>
                      <a:pt x="3084" y="2156"/>
                    </a:cubicBezTo>
                    <a:cubicBezTo>
                      <a:pt x="3033" y="2131"/>
                      <a:pt x="2958" y="2106"/>
                      <a:pt x="2908" y="2081"/>
                    </a:cubicBezTo>
                    <a:lnTo>
                      <a:pt x="2858" y="2081"/>
                    </a:lnTo>
                    <a:cubicBezTo>
                      <a:pt x="2908" y="2056"/>
                      <a:pt x="2958" y="2056"/>
                      <a:pt x="3008" y="2031"/>
                    </a:cubicBezTo>
                    <a:cubicBezTo>
                      <a:pt x="3134" y="1981"/>
                      <a:pt x="3234" y="1931"/>
                      <a:pt x="3359" y="1906"/>
                    </a:cubicBezTo>
                    <a:cubicBezTo>
                      <a:pt x="3384" y="1881"/>
                      <a:pt x="3409" y="1831"/>
                      <a:pt x="3384" y="1805"/>
                    </a:cubicBezTo>
                    <a:cubicBezTo>
                      <a:pt x="3384" y="1780"/>
                      <a:pt x="3384" y="1780"/>
                      <a:pt x="3359" y="1755"/>
                    </a:cubicBezTo>
                    <a:lnTo>
                      <a:pt x="3284" y="1755"/>
                    </a:lnTo>
                    <a:cubicBezTo>
                      <a:pt x="3184" y="1780"/>
                      <a:pt x="3084" y="1831"/>
                      <a:pt x="2958" y="1856"/>
                    </a:cubicBezTo>
                    <a:cubicBezTo>
                      <a:pt x="2858" y="1906"/>
                      <a:pt x="2758" y="1956"/>
                      <a:pt x="2632" y="1981"/>
                    </a:cubicBezTo>
                    <a:cubicBezTo>
                      <a:pt x="2632" y="1981"/>
                      <a:pt x="2632" y="1981"/>
                      <a:pt x="2607" y="2006"/>
                    </a:cubicBezTo>
                    <a:cubicBezTo>
                      <a:pt x="2582" y="1981"/>
                      <a:pt x="2557" y="1981"/>
                      <a:pt x="2532" y="1956"/>
                    </a:cubicBezTo>
                    <a:cubicBezTo>
                      <a:pt x="2457" y="1956"/>
                      <a:pt x="2382" y="1931"/>
                      <a:pt x="2307" y="1906"/>
                    </a:cubicBezTo>
                    <a:cubicBezTo>
                      <a:pt x="2332" y="1881"/>
                      <a:pt x="2357" y="1881"/>
                      <a:pt x="2382" y="1856"/>
                    </a:cubicBezTo>
                    <a:cubicBezTo>
                      <a:pt x="2432" y="1831"/>
                      <a:pt x="2457" y="1805"/>
                      <a:pt x="2507" y="1805"/>
                    </a:cubicBezTo>
                    <a:cubicBezTo>
                      <a:pt x="2557" y="1780"/>
                      <a:pt x="2607" y="1755"/>
                      <a:pt x="2632" y="1730"/>
                    </a:cubicBezTo>
                    <a:cubicBezTo>
                      <a:pt x="2683" y="1705"/>
                      <a:pt x="2708" y="1680"/>
                      <a:pt x="2758" y="1655"/>
                    </a:cubicBezTo>
                    <a:cubicBezTo>
                      <a:pt x="2758" y="1630"/>
                      <a:pt x="2783" y="1630"/>
                      <a:pt x="2783" y="1630"/>
                    </a:cubicBezTo>
                    <a:cubicBezTo>
                      <a:pt x="2808" y="1605"/>
                      <a:pt x="2833" y="1580"/>
                      <a:pt x="2808" y="1530"/>
                    </a:cubicBezTo>
                    <a:cubicBezTo>
                      <a:pt x="2783" y="1505"/>
                      <a:pt x="2758" y="1505"/>
                      <a:pt x="2733" y="1480"/>
                    </a:cubicBezTo>
                    <a:cubicBezTo>
                      <a:pt x="2708" y="1480"/>
                      <a:pt x="2657" y="1455"/>
                      <a:pt x="2607" y="1429"/>
                    </a:cubicBezTo>
                    <a:cubicBezTo>
                      <a:pt x="2557" y="1429"/>
                      <a:pt x="2507" y="1404"/>
                      <a:pt x="2457" y="1379"/>
                    </a:cubicBezTo>
                    <a:cubicBezTo>
                      <a:pt x="2432" y="1379"/>
                      <a:pt x="2382" y="1354"/>
                      <a:pt x="2332" y="1329"/>
                    </a:cubicBezTo>
                    <a:lnTo>
                      <a:pt x="2357" y="1329"/>
                    </a:lnTo>
                    <a:cubicBezTo>
                      <a:pt x="2307" y="1329"/>
                      <a:pt x="2256" y="1304"/>
                      <a:pt x="2231" y="1279"/>
                    </a:cubicBezTo>
                    <a:cubicBezTo>
                      <a:pt x="2206" y="1279"/>
                      <a:pt x="2181" y="1254"/>
                      <a:pt x="2131" y="1254"/>
                    </a:cubicBezTo>
                    <a:cubicBezTo>
                      <a:pt x="2156" y="1229"/>
                      <a:pt x="2156" y="1229"/>
                      <a:pt x="2181" y="1229"/>
                    </a:cubicBezTo>
                    <a:cubicBezTo>
                      <a:pt x="2206" y="1179"/>
                      <a:pt x="2256" y="1129"/>
                      <a:pt x="2307" y="1104"/>
                    </a:cubicBezTo>
                    <a:cubicBezTo>
                      <a:pt x="2332" y="1079"/>
                      <a:pt x="2382" y="1054"/>
                      <a:pt x="2407" y="1028"/>
                    </a:cubicBezTo>
                    <a:cubicBezTo>
                      <a:pt x="2407" y="1028"/>
                      <a:pt x="2432" y="1054"/>
                      <a:pt x="2432" y="1054"/>
                    </a:cubicBezTo>
                    <a:cubicBezTo>
                      <a:pt x="2507" y="1079"/>
                      <a:pt x="2607" y="1104"/>
                      <a:pt x="2683" y="1129"/>
                    </a:cubicBezTo>
                    <a:cubicBezTo>
                      <a:pt x="2758" y="1129"/>
                      <a:pt x="2858" y="1154"/>
                      <a:pt x="2933" y="1179"/>
                    </a:cubicBezTo>
                    <a:cubicBezTo>
                      <a:pt x="2948" y="1186"/>
                      <a:pt x="2960" y="1189"/>
                      <a:pt x="2971" y="1189"/>
                    </a:cubicBezTo>
                    <a:cubicBezTo>
                      <a:pt x="2998" y="1189"/>
                      <a:pt x="3016" y="1172"/>
                      <a:pt x="3033" y="1154"/>
                    </a:cubicBezTo>
                    <a:cubicBezTo>
                      <a:pt x="3033" y="1104"/>
                      <a:pt x="3008" y="1079"/>
                      <a:pt x="2983" y="1054"/>
                    </a:cubicBezTo>
                    <a:cubicBezTo>
                      <a:pt x="2908" y="1028"/>
                      <a:pt x="2808" y="1003"/>
                      <a:pt x="2733" y="978"/>
                    </a:cubicBezTo>
                    <a:cubicBezTo>
                      <a:pt x="2657" y="953"/>
                      <a:pt x="2582" y="953"/>
                      <a:pt x="2532" y="928"/>
                    </a:cubicBezTo>
                    <a:cubicBezTo>
                      <a:pt x="2557" y="903"/>
                      <a:pt x="2582" y="903"/>
                      <a:pt x="2582" y="878"/>
                    </a:cubicBezTo>
                    <a:cubicBezTo>
                      <a:pt x="2607" y="853"/>
                      <a:pt x="2632" y="828"/>
                      <a:pt x="2657" y="828"/>
                    </a:cubicBezTo>
                    <a:cubicBezTo>
                      <a:pt x="2683" y="803"/>
                      <a:pt x="2708" y="778"/>
                      <a:pt x="2733" y="753"/>
                    </a:cubicBezTo>
                    <a:cubicBezTo>
                      <a:pt x="2783" y="728"/>
                      <a:pt x="2808" y="703"/>
                      <a:pt x="2858" y="653"/>
                    </a:cubicBezTo>
                    <a:cubicBezTo>
                      <a:pt x="2883" y="653"/>
                      <a:pt x="2883" y="627"/>
                      <a:pt x="2858" y="602"/>
                    </a:cubicBezTo>
                    <a:cubicBezTo>
                      <a:pt x="2858" y="602"/>
                      <a:pt x="2833" y="577"/>
                      <a:pt x="2833" y="577"/>
                    </a:cubicBezTo>
                    <a:cubicBezTo>
                      <a:pt x="2808" y="577"/>
                      <a:pt x="2808" y="577"/>
                      <a:pt x="2808" y="602"/>
                    </a:cubicBezTo>
                    <a:cubicBezTo>
                      <a:pt x="2758" y="627"/>
                      <a:pt x="2708" y="678"/>
                      <a:pt x="2683" y="703"/>
                    </a:cubicBezTo>
                    <a:cubicBezTo>
                      <a:pt x="2632" y="728"/>
                      <a:pt x="2582" y="778"/>
                      <a:pt x="2532" y="828"/>
                    </a:cubicBezTo>
                    <a:cubicBezTo>
                      <a:pt x="2532" y="828"/>
                      <a:pt x="2532" y="828"/>
                      <a:pt x="2507" y="853"/>
                    </a:cubicBezTo>
                    <a:cubicBezTo>
                      <a:pt x="2507" y="803"/>
                      <a:pt x="2507" y="753"/>
                      <a:pt x="2507" y="728"/>
                    </a:cubicBezTo>
                    <a:cubicBezTo>
                      <a:pt x="2507" y="627"/>
                      <a:pt x="2507" y="527"/>
                      <a:pt x="2507" y="452"/>
                    </a:cubicBezTo>
                    <a:cubicBezTo>
                      <a:pt x="2507" y="402"/>
                      <a:pt x="2482" y="377"/>
                      <a:pt x="2457" y="377"/>
                    </a:cubicBezTo>
                    <a:cubicBezTo>
                      <a:pt x="2407" y="377"/>
                      <a:pt x="2382" y="402"/>
                      <a:pt x="2382" y="452"/>
                    </a:cubicBezTo>
                    <a:cubicBezTo>
                      <a:pt x="2382" y="527"/>
                      <a:pt x="2382" y="627"/>
                      <a:pt x="2382" y="703"/>
                    </a:cubicBezTo>
                    <a:cubicBezTo>
                      <a:pt x="2382" y="778"/>
                      <a:pt x="2357" y="878"/>
                      <a:pt x="2357" y="953"/>
                    </a:cubicBezTo>
                    <a:lnTo>
                      <a:pt x="2382" y="953"/>
                    </a:lnTo>
                    <a:cubicBezTo>
                      <a:pt x="2332" y="1003"/>
                      <a:pt x="2307" y="1028"/>
                      <a:pt x="2256" y="1054"/>
                    </a:cubicBezTo>
                    <a:cubicBezTo>
                      <a:pt x="2231" y="1104"/>
                      <a:pt x="2181" y="1129"/>
                      <a:pt x="2131" y="1154"/>
                    </a:cubicBezTo>
                    <a:cubicBezTo>
                      <a:pt x="2131" y="1154"/>
                      <a:pt x="2131" y="1154"/>
                      <a:pt x="2131" y="1129"/>
                    </a:cubicBezTo>
                    <a:cubicBezTo>
                      <a:pt x="2106" y="1079"/>
                      <a:pt x="2106" y="1028"/>
                      <a:pt x="2106" y="978"/>
                    </a:cubicBezTo>
                    <a:cubicBezTo>
                      <a:pt x="2081" y="928"/>
                      <a:pt x="2081" y="878"/>
                      <a:pt x="2056" y="828"/>
                    </a:cubicBezTo>
                    <a:cubicBezTo>
                      <a:pt x="2056" y="803"/>
                      <a:pt x="2056" y="778"/>
                      <a:pt x="2056" y="753"/>
                    </a:cubicBezTo>
                    <a:cubicBezTo>
                      <a:pt x="2056" y="753"/>
                      <a:pt x="2056" y="728"/>
                      <a:pt x="2031" y="703"/>
                    </a:cubicBezTo>
                    <a:cubicBezTo>
                      <a:pt x="2031" y="703"/>
                      <a:pt x="2031" y="703"/>
                      <a:pt x="2031" y="678"/>
                    </a:cubicBezTo>
                    <a:cubicBezTo>
                      <a:pt x="2031" y="653"/>
                      <a:pt x="2006" y="653"/>
                      <a:pt x="1981" y="653"/>
                    </a:cubicBezTo>
                    <a:lnTo>
                      <a:pt x="1956" y="653"/>
                    </a:lnTo>
                    <a:cubicBezTo>
                      <a:pt x="1931" y="678"/>
                      <a:pt x="1906" y="678"/>
                      <a:pt x="1881" y="703"/>
                    </a:cubicBezTo>
                    <a:cubicBezTo>
                      <a:pt x="1855" y="728"/>
                      <a:pt x="1830" y="753"/>
                      <a:pt x="1805" y="778"/>
                    </a:cubicBezTo>
                    <a:cubicBezTo>
                      <a:pt x="1780" y="778"/>
                      <a:pt x="1755" y="803"/>
                      <a:pt x="1730" y="828"/>
                    </a:cubicBezTo>
                    <a:cubicBezTo>
                      <a:pt x="1705" y="853"/>
                      <a:pt x="1680" y="878"/>
                      <a:pt x="1655" y="903"/>
                    </a:cubicBezTo>
                    <a:cubicBezTo>
                      <a:pt x="1630" y="928"/>
                      <a:pt x="1605" y="953"/>
                      <a:pt x="1605" y="953"/>
                    </a:cubicBezTo>
                    <a:cubicBezTo>
                      <a:pt x="1580" y="978"/>
                      <a:pt x="1555" y="1003"/>
                      <a:pt x="1555" y="1003"/>
                    </a:cubicBezTo>
                    <a:cubicBezTo>
                      <a:pt x="1530" y="1054"/>
                      <a:pt x="1480" y="1079"/>
                      <a:pt x="1454" y="1104"/>
                    </a:cubicBezTo>
                    <a:cubicBezTo>
                      <a:pt x="1454" y="1079"/>
                      <a:pt x="1454" y="1054"/>
                      <a:pt x="1454" y="1028"/>
                    </a:cubicBezTo>
                    <a:cubicBezTo>
                      <a:pt x="1429" y="978"/>
                      <a:pt x="1429" y="903"/>
                      <a:pt x="1404" y="853"/>
                    </a:cubicBezTo>
                    <a:cubicBezTo>
                      <a:pt x="1404" y="828"/>
                      <a:pt x="1404" y="803"/>
                      <a:pt x="1404" y="778"/>
                    </a:cubicBezTo>
                    <a:cubicBezTo>
                      <a:pt x="1404" y="753"/>
                      <a:pt x="1404" y="753"/>
                      <a:pt x="1429" y="753"/>
                    </a:cubicBezTo>
                    <a:cubicBezTo>
                      <a:pt x="1454" y="703"/>
                      <a:pt x="1480" y="653"/>
                      <a:pt x="1505" y="602"/>
                    </a:cubicBezTo>
                    <a:cubicBezTo>
                      <a:pt x="1530" y="552"/>
                      <a:pt x="1555" y="477"/>
                      <a:pt x="1580" y="427"/>
                    </a:cubicBezTo>
                    <a:cubicBezTo>
                      <a:pt x="1605" y="377"/>
                      <a:pt x="1605" y="302"/>
                      <a:pt x="1630" y="252"/>
                    </a:cubicBezTo>
                    <a:cubicBezTo>
                      <a:pt x="1655" y="201"/>
                      <a:pt x="1680" y="126"/>
                      <a:pt x="1705" y="76"/>
                    </a:cubicBezTo>
                    <a:cubicBezTo>
                      <a:pt x="1705" y="51"/>
                      <a:pt x="1705" y="26"/>
                      <a:pt x="16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0" name="Google Shape;5810;p50"/>
              <p:cNvSpPr/>
              <p:nvPr/>
            </p:nvSpPr>
            <p:spPr>
              <a:xfrm>
                <a:off x="5050275" y="1803900"/>
                <a:ext cx="85250" cy="88375"/>
              </a:xfrm>
              <a:custGeom>
                <a:rect b="b" l="l" r="r" t="t"/>
                <a:pathLst>
                  <a:path extrusionOk="0" fill="none" h="3535" w="3410">
                    <a:moveTo>
                      <a:pt x="2181" y="2081"/>
                    </a:moveTo>
                    <a:cubicBezTo>
                      <a:pt x="2181" y="2131"/>
                      <a:pt x="2181" y="2181"/>
                      <a:pt x="2206" y="2232"/>
                    </a:cubicBezTo>
                    <a:cubicBezTo>
                      <a:pt x="2206" y="2282"/>
                      <a:pt x="2231" y="2357"/>
                      <a:pt x="2256" y="2407"/>
                    </a:cubicBezTo>
                    <a:cubicBezTo>
                      <a:pt x="2256" y="2432"/>
                      <a:pt x="2256" y="2482"/>
                      <a:pt x="2282" y="2507"/>
                    </a:cubicBezTo>
                    <a:cubicBezTo>
                      <a:pt x="2256" y="2507"/>
                      <a:pt x="2256" y="2507"/>
                      <a:pt x="2231" y="2507"/>
                    </a:cubicBezTo>
                    <a:cubicBezTo>
                      <a:pt x="2206" y="2507"/>
                      <a:pt x="2181" y="2482"/>
                      <a:pt x="2131" y="2482"/>
                    </a:cubicBezTo>
                    <a:cubicBezTo>
                      <a:pt x="2106" y="2482"/>
                      <a:pt x="2081" y="2482"/>
                      <a:pt x="2031" y="2457"/>
                    </a:cubicBezTo>
                    <a:cubicBezTo>
                      <a:pt x="2031" y="2457"/>
                      <a:pt x="2006" y="2457"/>
                      <a:pt x="1981" y="2457"/>
                    </a:cubicBezTo>
                    <a:cubicBezTo>
                      <a:pt x="1956" y="2457"/>
                      <a:pt x="1931" y="2432"/>
                      <a:pt x="1931" y="2432"/>
                    </a:cubicBezTo>
                    <a:cubicBezTo>
                      <a:pt x="1881" y="2432"/>
                      <a:pt x="1855" y="2432"/>
                      <a:pt x="1830" y="2407"/>
                    </a:cubicBezTo>
                    <a:cubicBezTo>
                      <a:pt x="1830" y="2407"/>
                      <a:pt x="1805" y="2407"/>
                      <a:pt x="1805" y="2407"/>
                    </a:cubicBezTo>
                    <a:cubicBezTo>
                      <a:pt x="1780" y="2407"/>
                      <a:pt x="1780" y="2407"/>
                      <a:pt x="1755" y="2382"/>
                    </a:cubicBezTo>
                    <a:cubicBezTo>
                      <a:pt x="1755" y="2382"/>
                      <a:pt x="1755" y="2357"/>
                      <a:pt x="1755" y="2357"/>
                    </a:cubicBezTo>
                    <a:cubicBezTo>
                      <a:pt x="1730" y="2232"/>
                      <a:pt x="1705" y="2106"/>
                      <a:pt x="1680" y="1981"/>
                    </a:cubicBezTo>
                    <a:cubicBezTo>
                      <a:pt x="1655" y="1931"/>
                      <a:pt x="1655" y="1906"/>
                      <a:pt x="1655" y="1856"/>
                    </a:cubicBezTo>
                    <a:cubicBezTo>
                      <a:pt x="1805" y="1906"/>
                      <a:pt x="1981" y="1956"/>
                      <a:pt x="2131" y="2031"/>
                    </a:cubicBezTo>
                    <a:cubicBezTo>
                      <a:pt x="2156" y="2031"/>
                      <a:pt x="2156" y="2031"/>
                      <a:pt x="2156" y="2031"/>
                    </a:cubicBezTo>
                    <a:cubicBezTo>
                      <a:pt x="2156" y="2056"/>
                      <a:pt x="2156" y="2081"/>
                      <a:pt x="2181" y="2081"/>
                    </a:cubicBezTo>
                    <a:close/>
                    <a:moveTo>
                      <a:pt x="1555" y="2432"/>
                    </a:moveTo>
                    <a:cubicBezTo>
                      <a:pt x="1555" y="2457"/>
                      <a:pt x="1555" y="2457"/>
                      <a:pt x="1530" y="2457"/>
                    </a:cubicBezTo>
                    <a:cubicBezTo>
                      <a:pt x="1530" y="2457"/>
                      <a:pt x="1530" y="2482"/>
                      <a:pt x="1505" y="2482"/>
                    </a:cubicBezTo>
                    <a:cubicBezTo>
                      <a:pt x="1505" y="2507"/>
                      <a:pt x="1480" y="2507"/>
                      <a:pt x="1454" y="2532"/>
                    </a:cubicBezTo>
                    <a:cubicBezTo>
                      <a:pt x="1454" y="2532"/>
                      <a:pt x="1429" y="2557"/>
                      <a:pt x="1404" y="2557"/>
                    </a:cubicBezTo>
                    <a:cubicBezTo>
                      <a:pt x="1379" y="2582"/>
                      <a:pt x="1379" y="2607"/>
                      <a:pt x="1354" y="2607"/>
                    </a:cubicBezTo>
                    <a:cubicBezTo>
                      <a:pt x="1329" y="2607"/>
                      <a:pt x="1329" y="2633"/>
                      <a:pt x="1304" y="2633"/>
                    </a:cubicBezTo>
                    <a:cubicBezTo>
                      <a:pt x="1304" y="2633"/>
                      <a:pt x="1304" y="2607"/>
                      <a:pt x="1304" y="2607"/>
                    </a:cubicBezTo>
                    <a:cubicBezTo>
                      <a:pt x="1304" y="2582"/>
                      <a:pt x="1279" y="2557"/>
                      <a:pt x="1279" y="2532"/>
                    </a:cubicBezTo>
                    <a:cubicBezTo>
                      <a:pt x="1279" y="2507"/>
                      <a:pt x="1279" y="2482"/>
                      <a:pt x="1254" y="2457"/>
                    </a:cubicBezTo>
                    <a:cubicBezTo>
                      <a:pt x="1254" y="2432"/>
                      <a:pt x="1254" y="2407"/>
                      <a:pt x="1229" y="2382"/>
                    </a:cubicBezTo>
                    <a:cubicBezTo>
                      <a:pt x="1229" y="2357"/>
                      <a:pt x="1229" y="2332"/>
                      <a:pt x="1204" y="2307"/>
                    </a:cubicBezTo>
                    <a:cubicBezTo>
                      <a:pt x="1204" y="2282"/>
                      <a:pt x="1204" y="2257"/>
                      <a:pt x="1179" y="2232"/>
                    </a:cubicBezTo>
                    <a:cubicBezTo>
                      <a:pt x="1179" y="2181"/>
                      <a:pt x="1154" y="2156"/>
                      <a:pt x="1154" y="2106"/>
                    </a:cubicBezTo>
                    <a:cubicBezTo>
                      <a:pt x="1154" y="2106"/>
                      <a:pt x="1154" y="2106"/>
                      <a:pt x="1154" y="2106"/>
                    </a:cubicBezTo>
                    <a:cubicBezTo>
                      <a:pt x="1154" y="2106"/>
                      <a:pt x="1154" y="2106"/>
                      <a:pt x="1179" y="2081"/>
                    </a:cubicBezTo>
                    <a:cubicBezTo>
                      <a:pt x="1229" y="2056"/>
                      <a:pt x="1279" y="2006"/>
                      <a:pt x="1329" y="1981"/>
                    </a:cubicBezTo>
                    <a:cubicBezTo>
                      <a:pt x="1354" y="1931"/>
                      <a:pt x="1404" y="1881"/>
                      <a:pt x="1454" y="1856"/>
                    </a:cubicBezTo>
                    <a:cubicBezTo>
                      <a:pt x="1480" y="1831"/>
                      <a:pt x="1480" y="1831"/>
                      <a:pt x="1505" y="1805"/>
                    </a:cubicBezTo>
                    <a:cubicBezTo>
                      <a:pt x="1505" y="1805"/>
                      <a:pt x="1530" y="1805"/>
                      <a:pt x="1530" y="1805"/>
                    </a:cubicBezTo>
                    <a:cubicBezTo>
                      <a:pt x="1555" y="1881"/>
                      <a:pt x="1555" y="1931"/>
                      <a:pt x="1580" y="1981"/>
                    </a:cubicBezTo>
                    <a:cubicBezTo>
                      <a:pt x="1605" y="2106"/>
                      <a:pt x="1630" y="2232"/>
                      <a:pt x="1655" y="2357"/>
                    </a:cubicBezTo>
                    <a:cubicBezTo>
                      <a:pt x="1630" y="2357"/>
                      <a:pt x="1630" y="2382"/>
                      <a:pt x="1605" y="2382"/>
                    </a:cubicBezTo>
                    <a:cubicBezTo>
                      <a:pt x="1605" y="2407"/>
                      <a:pt x="1580" y="2407"/>
                      <a:pt x="1555" y="2432"/>
                    </a:cubicBezTo>
                    <a:close/>
                    <a:moveTo>
                      <a:pt x="828" y="1981"/>
                    </a:moveTo>
                    <a:cubicBezTo>
                      <a:pt x="778" y="1981"/>
                      <a:pt x="728" y="1956"/>
                      <a:pt x="677" y="1956"/>
                    </a:cubicBezTo>
                    <a:cubicBezTo>
                      <a:pt x="652" y="1931"/>
                      <a:pt x="652" y="1931"/>
                      <a:pt x="627" y="1931"/>
                    </a:cubicBezTo>
                    <a:cubicBezTo>
                      <a:pt x="652" y="1931"/>
                      <a:pt x="677" y="1906"/>
                      <a:pt x="677" y="1881"/>
                    </a:cubicBezTo>
                    <a:cubicBezTo>
                      <a:pt x="703" y="1881"/>
                      <a:pt x="728" y="1856"/>
                      <a:pt x="728" y="1856"/>
                    </a:cubicBezTo>
                    <a:cubicBezTo>
                      <a:pt x="753" y="1831"/>
                      <a:pt x="778" y="1805"/>
                      <a:pt x="803" y="1805"/>
                    </a:cubicBezTo>
                    <a:cubicBezTo>
                      <a:pt x="853" y="1755"/>
                      <a:pt x="903" y="1730"/>
                      <a:pt x="953" y="1705"/>
                    </a:cubicBezTo>
                    <a:cubicBezTo>
                      <a:pt x="953" y="1705"/>
                      <a:pt x="978" y="1680"/>
                      <a:pt x="1003" y="1680"/>
                    </a:cubicBezTo>
                    <a:cubicBezTo>
                      <a:pt x="1003" y="1655"/>
                      <a:pt x="1028" y="1655"/>
                      <a:pt x="1053" y="1630"/>
                    </a:cubicBezTo>
                    <a:cubicBezTo>
                      <a:pt x="1104" y="1655"/>
                      <a:pt x="1154" y="1680"/>
                      <a:pt x="1229" y="1705"/>
                    </a:cubicBezTo>
                    <a:cubicBezTo>
                      <a:pt x="1279" y="1730"/>
                      <a:pt x="1329" y="1755"/>
                      <a:pt x="1404" y="1755"/>
                    </a:cubicBezTo>
                    <a:cubicBezTo>
                      <a:pt x="1404" y="1755"/>
                      <a:pt x="1404" y="1780"/>
                      <a:pt x="1404" y="1780"/>
                    </a:cubicBezTo>
                    <a:lnTo>
                      <a:pt x="1379" y="1780"/>
                    </a:lnTo>
                    <a:cubicBezTo>
                      <a:pt x="1354" y="1831"/>
                      <a:pt x="1304" y="1856"/>
                      <a:pt x="1254" y="1906"/>
                    </a:cubicBezTo>
                    <a:cubicBezTo>
                      <a:pt x="1204" y="1931"/>
                      <a:pt x="1154" y="1981"/>
                      <a:pt x="1104" y="2031"/>
                    </a:cubicBezTo>
                    <a:cubicBezTo>
                      <a:pt x="1104" y="2031"/>
                      <a:pt x="1079" y="2056"/>
                      <a:pt x="1079" y="2056"/>
                    </a:cubicBezTo>
                    <a:cubicBezTo>
                      <a:pt x="1053" y="2056"/>
                      <a:pt x="1028" y="2056"/>
                      <a:pt x="1003" y="2056"/>
                    </a:cubicBezTo>
                    <a:cubicBezTo>
                      <a:pt x="928" y="2031"/>
                      <a:pt x="878" y="2006"/>
                      <a:pt x="828" y="1981"/>
                    </a:cubicBezTo>
                    <a:close/>
                    <a:moveTo>
                      <a:pt x="928" y="1129"/>
                    </a:moveTo>
                    <a:cubicBezTo>
                      <a:pt x="928" y="1079"/>
                      <a:pt x="903" y="1054"/>
                      <a:pt x="878" y="1003"/>
                    </a:cubicBezTo>
                    <a:cubicBezTo>
                      <a:pt x="878" y="1003"/>
                      <a:pt x="878" y="1003"/>
                      <a:pt x="878" y="1003"/>
                    </a:cubicBezTo>
                    <a:cubicBezTo>
                      <a:pt x="878" y="1003"/>
                      <a:pt x="878" y="1003"/>
                      <a:pt x="878" y="1003"/>
                    </a:cubicBezTo>
                    <a:cubicBezTo>
                      <a:pt x="903" y="1003"/>
                      <a:pt x="928" y="1003"/>
                      <a:pt x="953" y="1028"/>
                    </a:cubicBezTo>
                    <a:cubicBezTo>
                      <a:pt x="1003" y="1028"/>
                      <a:pt x="1028" y="1028"/>
                      <a:pt x="1053" y="1028"/>
                    </a:cubicBezTo>
                    <a:cubicBezTo>
                      <a:pt x="1079" y="1054"/>
                      <a:pt x="1104" y="1054"/>
                      <a:pt x="1154" y="1079"/>
                    </a:cubicBezTo>
                    <a:cubicBezTo>
                      <a:pt x="1204" y="1079"/>
                      <a:pt x="1254" y="1104"/>
                      <a:pt x="1329" y="1129"/>
                    </a:cubicBezTo>
                    <a:cubicBezTo>
                      <a:pt x="1329" y="1129"/>
                      <a:pt x="1354" y="1129"/>
                      <a:pt x="1354" y="1129"/>
                    </a:cubicBezTo>
                    <a:cubicBezTo>
                      <a:pt x="1379" y="1154"/>
                      <a:pt x="1379" y="1204"/>
                      <a:pt x="1379" y="1229"/>
                    </a:cubicBezTo>
                    <a:cubicBezTo>
                      <a:pt x="1429" y="1354"/>
                      <a:pt x="1454" y="1480"/>
                      <a:pt x="1480" y="1605"/>
                    </a:cubicBezTo>
                    <a:cubicBezTo>
                      <a:pt x="1480" y="1630"/>
                      <a:pt x="1505" y="1655"/>
                      <a:pt x="1505" y="1655"/>
                    </a:cubicBezTo>
                    <a:cubicBezTo>
                      <a:pt x="1454" y="1655"/>
                      <a:pt x="1429" y="1630"/>
                      <a:pt x="1404" y="1630"/>
                    </a:cubicBezTo>
                    <a:cubicBezTo>
                      <a:pt x="1304" y="1605"/>
                      <a:pt x="1204" y="1555"/>
                      <a:pt x="1079" y="1530"/>
                    </a:cubicBezTo>
                    <a:cubicBezTo>
                      <a:pt x="1079" y="1505"/>
                      <a:pt x="1079" y="1505"/>
                      <a:pt x="1079" y="1480"/>
                    </a:cubicBezTo>
                    <a:cubicBezTo>
                      <a:pt x="1053" y="1455"/>
                      <a:pt x="1053" y="1455"/>
                      <a:pt x="1053" y="1429"/>
                    </a:cubicBezTo>
                    <a:cubicBezTo>
                      <a:pt x="1028" y="1379"/>
                      <a:pt x="1003" y="1329"/>
                      <a:pt x="978" y="1254"/>
                    </a:cubicBezTo>
                    <a:cubicBezTo>
                      <a:pt x="953" y="1229"/>
                      <a:pt x="953" y="1179"/>
                      <a:pt x="928" y="1129"/>
                    </a:cubicBezTo>
                    <a:close/>
                    <a:moveTo>
                      <a:pt x="1505" y="1154"/>
                    </a:moveTo>
                    <a:cubicBezTo>
                      <a:pt x="1530" y="1129"/>
                      <a:pt x="1555" y="1129"/>
                      <a:pt x="1580" y="1104"/>
                    </a:cubicBezTo>
                    <a:cubicBezTo>
                      <a:pt x="1630" y="1079"/>
                      <a:pt x="1655" y="1054"/>
                      <a:pt x="1680" y="1003"/>
                    </a:cubicBezTo>
                    <a:cubicBezTo>
                      <a:pt x="1705" y="1003"/>
                      <a:pt x="1730" y="978"/>
                      <a:pt x="1755" y="953"/>
                    </a:cubicBezTo>
                    <a:cubicBezTo>
                      <a:pt x="1780" y="953"/>
                      <a:pt x="1805" y="928"/>
                      <a:pt x="1830" y="903"/>
                    </a:cubicBezTo>
                    <a:cubicBezTo>
                      <a:pt x="1855" y="853"/>
                      <a:pt x="1906" y="828"/>
                      <a:pt x="1956" y="803"/>
                    </a:cubicBezTo>
                    <a:cubicBezTo>
                      <a:pt x="1956" y="803"/>
                      <a:pt x="1956" y="778"/>
                      <a:pt x="1956" y="778"/>
                    </a:cubicBezTo>
                    <a:cubicBezTo>
                      <a:pt x="1956" y="803"/>
                      <a:pt x="1981" y="828"/>
                      <a:pt x="1981" y="853"/>
                    </a:cubicBezTo>
                    <a:cubicBezTo>
                      <a:pt x="1981" y="903"/>
                      <a:pt x="2006" y="953"/>
                      <a:pt x="2006" y="1003"/>
                    </a:cubicBezTo>
                    <a:cubicBezTo>
                      <a:pt x="2031" y="1054"/>
                      <a:pt x="2031" y="1104"/>
                      <a:pt x="2056" y="1154"/>
                    </a:cubicBezTo>
                    <a:cubicBezTo>
                      <a:pt x="2056" y="1179"/>
                      <a:pt x="2056" y="1204"/>
                      <a:pt x="2056" y="1229"/>
                    </a:cubicBezTo>
                    <a:cubicBezTo>
                      <a:pt x="2031" y="1254"/>
                      <a:pt x="2006" y="1279"/>
                      <a:pt x="1981" y="1304"/>
                    </a:cubicBezTo>
                    <a:cubicBezTo>
                      <a:pt x="1931" y="1329"/>
                      <a:pt x="1881" y="1379"/>
                      <a:pt x="1830" y="1404"/>
                    </a:cubicBezTo>
                    <a:cubicBezTo>
                      <a:pt x="1780" y="1455"/>
                      <a:pt x="1730" y="1480"/>
                      <a:pt x="1680" y="1530"/>
                    </a:cubicBezTo>
                    <a:cubicBezTo>
                      <a:pt x="1655" y="1555"/>
                      <a:pt x="1630" y="1580"/>
                      <a:pt x="1580" y="1605"/>
                    </a:cubicBezTo>
                    <a:cubicBezTo>
                      <a:pt x="1580" y="1605"/>
                      <a:pt x="1580" y="1605"/>
                      <a:pt x="1580" y="1605"/>
                    </a:cubicBezTo>
                    <a:cubicBezTo>
                      <a:pt x="1555" y="1480"/>
                      <a:pt x="1530" y="1354"/>
                      <a:pt x="1505" y="1229"/>
                    </a:cubicBezTo>
                    <a:cubicBezTo>
                      <a:pt x="1480" y="1204"/>
                      <a:pt x="1480" y="1179"/>
                      <a:pt x="1480" y="1154"/>
                    </a:cubicBezTo>
                    <a:cubicBezTo>
                      <a:pt x="1480" y="1154"/>
                      <a:pt x="1505" y="1154"/>
                      <a:pt x="1505" y="1154"/>
                    </a:cubicBezTo>
                    <a:close/>
                    <a:moveTo>
                      <a:pt x="2382" y="1455"/>
                    </a:moveTo>
                    <a:cubicBezTo>
                      <a:pt x="2482" y="1505"/>
                      <a:pt x="2582" y="1530"/>
                      <a:pt x="2683" y="1580"/>
                    </a:cubicBezTo>
                    <a:cubicBezTo>
                      <a:pt x="2657" y="1580"/>
                      <a:pt x="2657" y="1580"/>
                      <a:pt x="2632" y="1605"/>
                    </a:cubicBezTo>
                    <a:cubicBezTo>
                      <a:pt x="2607" y="1630"/>
                      <a:pt x="2557" y="1655"/>
                      <a:pt x="2507" y="1680"/>
                    </a:cubicBezTo>
                    <a:cubicBezTo>
                      <a:pt x="2457" y="1705"/>
                      <a:pt x="2407" y="1730"/>
                      <a:pt x="2382" y="1755"/>
                    </a:cubicBezTo>
                    <a:cubicBezTo>
                      <a:pt x="2332" y="1780"/>
                      <a:pt x="2282" y="1805"/>
                      <a:pt x="2256" y="1805"/>
                    </a:cubicBezTo>
                    <a:cubicBezTo>
                      <a:pt x="2231" y="1831"/>
                      <a:pt x="2231" y="1831"/>
                      <a:pt x="2206" y="1831"/>
                    </a:cubicBezTo>
                    <a:cubicBezTo>
                      <a:pt x="2206" y="1856"/>
                      <a:pt x="2181" y="1856"/>
                      <a:pt x="2181" y="1856"/>
                    </a:cubicBezTo>
                    <a:cubicBezTo>
                      <a:pt x="2156" y="1856"/>
                      <a:pt x="2156" y="1856"/>
                      <a:pt x="2156" y="1856"/>
                    </a:cubicBezTo>
                    <a:cubicBezTo>
                      <a:pt x="2081" y="1831"/>
                      <a:pt x="2006" y="1805"/>
                      <a:pt x="1956" y="1805"/>
                    </a:cubicBezTo>
                    <a:cubicBezTo>
                      <a:pt x="1881" y="1780"/>
                      <a:pt x="1830" y="1755"/>
                      <a:pt x="1755" y="1730"/>
                    </a:cubicBezTo>
                    <a:cubicBezTo>
                      <a:pt x="1705" y="1730"/>
                      <a:pt x="1680" y="1705"/>
                      <a:pt x="1630" y="1705"/>
                    </a:cubicBezTo>
                    <a:cubicBezTo>
                      <a:pt x="1655" y="1655"/>
                      <a:pt x="1705" y="1630"/>
                      <a:pt x="1730" y="1605"/>
                    </a:cubicBezTo>
                    <a:cubicBezTo>
                      <a:pt x="1780" y="1555"/>
                      <a:pt x="1830" y="1505"/>
                      <a:pt x="1881" y="1455"/>
                    </a:cubicBezTo>
                    <a:cubicBezTo>
                      <a:pt x="1931" y="1429"/>
                      <a:pt x="1981" y="1379"/>
                      <a:pt x="2006" y="1354"/>
                    </a:cubicBezTo>
                    <a:cubicBezTo>
                      <a:pt x="2031" y="1329"/>
                      <a:pt x="2056" y="1304"/>
                      <a:pt x="2081" y="1304"/>
                    </a:cubicBezTo>
                    <a:cubicBezTo>
                      <a:pt x="2131" y="1329"/>
                      <a:pt x="2156" y="1329"/>
                      <a:pt x="2206" y="1354"/>
                    </a:cubicBezTo>
                    <a:cubicBezTo>
                      <a:pt x="2256" y="1404"/>
                      <a:pt x="2332" y="1429"/>
                      <a:pt x="2382" y="1455"/>
                    </a:cubicBezTo>
                    <a:close/>
                    <a:moveTo>
                      <a:pt x="2708" y="1580"/>
                    </a:moveTo>
                    <a:lnTo>
                      <a:pt x="2708" y="1580"/>
                    </a:lnTo>
                    <a:cubicBezTo>
                      <a:pt x="2708" y="1580"/>
                      <a:pt x="2708" y="1580"/>
                      <a:pt x="2708" y="1580"/>
                    </a:cubicBezTo>
                    <a:cubicBezTo>
                      <a:pt x="2708" y="1580"/>
                      <a:pt x="2708" y="1580"/>
                      <a:pt x="2708" y="1580"/>
                    </a:cubicBezTo>
                    <a:close/>
                    <a:moveTo>
                      <a:pt x="3384" y="1805"/>
                    </a:moveTo>
                    <a:cubicBezTo>
                      <a:pt x="3384" y="1780"/>
                      <a:pt x="3384" y="1780"/>
                      <a:pt x="3359" y="1755"/>
                    </a:cubicBezTo>
                    <a:cubicBezTo>
                      <a:pt x="3334" y="1755"/>
                      <a:pt x="3334" y="1755"/>
                      <a:pt x="3309" y="1755"/>
                    </a:cubicBezTo>
                    <a:cubicBezTo>
                      <a:pt x="3309" y="1755"/>
                      <a:pt x="3309" y="1755"/>
                      <a:pt x="3284" y="1755"/>
                    </a:cubicBezTo>
                    <a:cubicBezTo>
                      <a:pt x="3184" y="1780"/>
                      <a:pt x="3084" y="1831"/>
                      <a:pt x="2958" y="1856"/>
                    </a:cubicBezTo>
                    <a:cubicBezTo>
                      <a:pt x="2858" y="1906"/>
                      <a:pt x="2758" y="1956"/>
                      <a:pt x="2632" y="1981"/>
                    </a:cubicBezTo>
                    <a:cubicBezTo>
                      <a:pt x="2632" y="1981"/>
                      <a:pt x="2632" y="1981"/>
                      <a:pt x="2607" y="2006"/>
                    </a:cubicBezTo>
                    <a:cubicBezTo>
                      <a:pt x="2582" y="1981"/>
                      <a:pt x="2557" y="1981"/>
                      <a:pt x="2532" y="1956"/>
                    </a:cubicBezTo>
                    <a:cubicBezTo>
                      <a:pt x="2457" y="1956"/>
                      <a:pt x="2382" y="1931"/>
                      <a:pt x="2307" y="1906"/>
                    </a:cubicBezTo>
                    <a:cubicBezTo>
                      <a:pt x="2332" y="1881"/>
                      <a:pt x="2357" y="1881"/>
                      <a:pt x="2382" y="1856"/>
                    </a:cubicBezTo>
                    <a:cubicBezTo>
                      <a:pt x="2432" y="1831"/>
                      <a:pt x="2457" y="1805"/>
                      <a:pt x="2507" y="1805"/>
                    </a:cubicBezTo>
                    <a:cubicBezTo>
                      <a:pt x="2557" y="1780"/>
                      <a:pt x="2607" y="1755"/>
                      <a:pt x="2632" y="1730"/>
                    </a:cubicBezTo>
                    <a:cubicBezTo>
                      <a:pt x="2683" y="1705"/>
                      <a:pt x="2708" y="1680"/>
                      <a:pt x="2758" y="1655"/>
                    </a:cubicBezTo>
                    <a:cubicBezTo>
                      <a:pt x="2758" y="1630"/>
                      <a:pt x="2783" y="1630"/>
                      <a:pt x="2783" y="1630"/>
                    </a:cubicBezTo>
                    <a:cubicBezTo>
                      <a:pt x="2808" y="1605"/>
                      <a:pt x="2833" y="1580"/>
                      <a:pt x="2808" y="1530"/>
                    </a:cubicBezTo>
                    <a:cubicBezTo>
                      <a:pt x="2783" y="1505"/>
                      <a:pt x="2758" y="1505"/>
                      <a:pt x="2733" y="1480"/>
                    </a:cubicBezTo>
                    <a:cubicBezTo>
                      <a:pt x="2708" y="1480"/>
                      <a:pt x="2657" y="1455"/>
                      <a:pt x="2607" y="1429"/>
                    </a:cubicBezTo>
                    <a:cubicBezTo>
                      <a:pt x="2557" y="1429"/>
                      <a:pt x="2507" y="1404"/>
                      <a:pt x="2457" y="1379"/>
                    </a:cubicBezTo>
                    <a:cubicBezTo>
                      <a:pt x="2432" y="1379"/>
                      <a:pt x="2382" y="1354"/>
                      <a:pt x="2332" y="1329"/>
                    </a:cubicBezTo>
                    <a:cubicBezTo>
                      <a:pt x="2357" y="1329"/>
                      <a:pt x="2357" y="1329"/>
                      <a:pt x="2357" y="1329"/>
                    </a:cubicBezTo>
                    <a:cubicBezTo>
                      <a:pt x="2307" y="1329"/>
                      <a:pt x="2256" y="1304"/>
                      <a:pt x="2231" y="1279"/>
                    </a:cubicBezTo>
                    <a:cubicBezTo>
                      <a:pt x="2206" y="1279"/>
                      <a:pt x="2181" y="1254"/>
                      <a:pt x="2131" y="1254"/>
                    </a:cubicBezTo>
                    <a:cubicBezTo>
                      <a:pt x="2131" y="1254"/>
                      <a:pt x="2131" y="1254"/>
                      <a:pt x="2131" y="1254"/>
                    </a:cubicBezTo>
                    <a:cubicBezTo>
                      <a:pt x="2156" y="1229"/>
                      <a:pt x="2156" y="1229"/>
                      <a:pt x="2181" y="1229"/>
                    </a:cubicBezTo>
                    <a:cubicBezTo>
                      <a:pt x="2206" y="1179"/>
                      <a:pt x="2256" y="1129"/>
                      <a:pt x="2307" y="1104"/>
                    </a:cubicBezTo>
                    <a:cubicBezTo>
                      <a:pt x="2332" y="1079"/>
                      <a:pt x="2382" y="1054"/>
                      <a:pt x="2407" y="1028"/>
                    </a:cubicBezTo>
                    <a:cubicBezTo>
                      <a:pt x="2407" y="1028"/>
                      <a:pt x="2432" y="1054"/>
                      <a:pt x="2432" y="1054"/>
                    </a:cubicBezTo>
                    <a:cubicBezTo>
                      <a:pt x="2507" y="1079"/>
                      <a:pt x="2607" y="1104"/>
                      <a:pt x="2683" y="1129"/>
                    </a:cubicBezTo>
                    <a:cubicBezTo>
                      <a:pt x="2758" y="1129"/>
                      <a:pt x="2858" y="1154"/>
                      <a:pt x="2933" y="1179"/>
                    </a:cubicBezTo>
                    <a:cubicBezTo>
                      <a:pt x="2983" y="1204"/>
                      <a:pt x="3008" y="1179"/>
                      <a:pt x="3033" y="1154"/>
                    </a:cubicBezTo>
                    <a:cubicBezTo>
                      <a:pt x="3033" y="1104"/>
                      <a:pt x="3008" y="1079"/>
                      <a:pt x="2983" y="1054"/>
                    </a:cubicBezTo>
                    <a:cubicBezTo>
                      <a:pt x="2908" y="1028"/>
                      <a:pt x="2808" y="1003"/>
                      <a:pt x="2733" y="978"/>
                    </a:cubicBezTo>
                    <a:cubicBezTo>
                      <a:pt x="2657" y="953"/>
                      <a:pt x="2582" y="953"/>
                      <a:pt x="2532" y="928"/>
                    </a:cubicBezTo>
                    <a:cubicBezTo>
                      <a:pt x="2557" y="903"/>
                      <a:pt x="2582" y="903"/>
                      <a:pt x="2582" y="878"/>
                    </a:cubicBezTo>
                    <a:cubicBezTo>
                      <a:pt x="2607" y="853"/>
                      <a:pt x="2632" y="828"/>
                      <a:pt x="2657" y="828"/>
                    </a:cubicBezTo>
                    <a:cubicBezTo>
                      <a:pt x="2683" y="803"/>
                      <a:pt x="2708" y="778"/>
                      <a:pt x="2733" y="753"/>
                    </a:cubicBezTo>
                    <a:cubicBezTo>
                      <a:pt x="2783" y="728"/>
                      <a:pt x="2808" y="703"/>
                      <a:pt x="2858" y="653"/>
                    </a:cubicBezTo>
                    <a:cubicBezTo>
                      <a:pt x="2883" y="653"/>
                      <a:pt x="2883" y="627"/>
                      <a:pt x="2858" y="602"/>
                    </a:cubicBezTo>
                    <a:cubicBezTo>
                      <a:pt x="2858" y="602"/>
                      <a:pt x="2833" y="577"/>
                      <a:pt x="2833" y="577"/>
                    </a:cubicBezTo>
                    <a:cubicBezTo>
                      <a:pt x="2808" y="577"/>
                      <a:pt x="2808" y="577"/>
                      <a:pt x="2808" y="602"/>
                    </a:cubicBezTo>
                    <a:cubicBezTo>
                      <a:pt x="2758" y="627"/>
                      <a:pt x="2708" y="678"/>
                      <a:pt x="2683" y="703"/>
                    </a:cubicBezTo>
                    <a:cubicBezTo>
                      <a:pt x="2632" y="728"/>
                      <a:pt x="2582" y="778"/>
                      <a:pt x="2532" y="828"/>
                    </a:cubicBezTo>
                    <a:cubicBezTo>
                      <a:pt x="2532" y="828"/>
                      <a:pt x="2532" y="828"/>
                      <a:pt x="2507" y="853"/>
                    </a:cubicBezTo>
                    <a:cubicBezTo>
                      <a:pt x="2507" y="803"/>
                      <a:pt x="2507" y="753"/>
                      <a:pt x="2507" y="728"/>
                    </a:cubicBezTo>
                    <a:cubicBezTo>
                      <a:pt x="2507" y="627"/>
                      <a:pt x="2507" y="527"/>
                      <a:pt x="2507" y="452"/>
                    </a:cubicBezTo>
                    <a:cubicBezTo>
                      <a:pt x="2507" y="402"/>
                      <a:pt x="2482" y="377"/>
                      <a:pt x="2457" y="377"/>
                    </a:cubicBezTo>
                    <a:cubicBezTo>
                      <a:pt x="2407" y="377"/>
                      <a:pt x="2382" y="402"/>
                      <a:pt x="2382" y="452"/>
                    </a:cubicBezTo>
                    <a:cubicBezTo>
                      <a:pt x="2382" y="527"/>
                      <a:pt x="2382" y="627"/>
                      <a:pt x="2382" y="703"/>
                    </a:cubicBezTo>
                    <a:cubicBezTo>
                      <a:pt x="2382" y="778"/>
                      <a:pt x="2357" y="878"/>
                      <a:pt x="2357" y="953"/>
                    </a:cubicBezTo>
                    <a:cubicBezTo>
                      <a:pt x="2357" y="953"/>
                      <a:pt x="2382" y="953"/>
                      <a:pt x="2382" y="953"/>
                    </a:cubicBezTo>
                    <a:cubicBezTo>
                      <a:pt x="2332" y="1003"/>
                      <a:pt x="2307" y="1028"/>
                      <a:pt x="2256" y="1054"/>
                    </a:cubicBezTo>
                    <a:cubicBezTo>
                      <a:pt x="2231" y="1104"/>
                      <a:pt x="2181" y="1129"/>
                      <a:pt x="2131" y="1154"/>
                    </a:cubicBezTo>
                    <a:cubicBezTo>
                      <a:pt x="2131" y="1154"/>
                      <a:pt x="2131" y="1154"/>
                      <a:pt x="2131" y="1129"/>
                    </a:cubicBezTo>
                    <a:cubicBezTo>
                      <a:pt x="2106" y="1079"/>
                      <a:pt x="2106" y="1028"/>
                      <a:pt x="2106" y="978"/>
                    </a:cubicBezTo>
                    <a:cubicBezTo>
                      <a:pt x="2081" y="928"/>
                      <a:pt x="2081" y="878"/>
                      <a:pt x="2056" y="828"/>
                    </a:cubicBezTo>
                    <a:cubicBezTo>
                      <a:pt x="2056" y="803"/>
                      <a:pt x="2056" y="778"/>
                      <a:pt x="2056" y="753"/>
                    </a:cubicBezTo>
                    <a:cubicBezTo>
                      <a:pt x="2056" y="753"/>
                      <a:pt x="2056" y="728"/>
                      <a:pt x="2031" y="703"/>
                    </a:cubicBezTo>
                    <a:cubicBezTo>
                      <a:pt x="2031" y="703"/>
                      <a:pt x="2031" y="703"/>
                      <a:pt x="2031" y="678"/>
                    </a:cubicBezTo>
                    <a:cubicBezTo>
                      <a:pt x="2031" y="678"/>
                      <a:pt x="2031" y="678"/>
                      <a:pt x="2031" y="678"/>
                    </a:cubicBezTo>
                    <a:cubicBezTo>
                      <a:pt x="2031" y="653"/>
                      <a:pt x="2006" y="653"/>
                      <a:pt x="1981" y="653"/>
                    </a:cubicBezTo>
                    <a:cubicBezTo>
                      <a:pt x="1981" y="653"/>
                      <a:pt x="1956" y="653"/>
                      <a:pt x="1956" y="653"/>
                    </a:cubicBezTo>
                    <a:cubicBezTo>
                      <a:pt x="1931" y="678"/>
                      <a:pt x="1906" y="678"/>
                      <a:pt x="1881" y="703"/>
                    </a:cubicBezTo>
                    <a:cubicBezTo>
                      <a:pt x="1855" y="728"/>
                      <a:pt x="1830" y="753"/>
                      <a:pt x="1805" y="778"/>
                    </a:cubicBezTo>
                    <a:cubicBezTo>
                      <a:pt x="1780" y="778"/>
                      <a:pt x="1755" y="803"/>
                      <a:pt x="1730" y="828"/>
                    </a:cubicBezTo>
                    <a:cubicBezTo>
                      <a:pt x="1705" y="853"/>
                      <a:pt x="1680" y="878"/>
                      <a:pt x="1655" y="903"/>
                    </a:cubicBezTo>
                    <a:cubicBezTo>
                      <a:pt x="1630" y="928"/>
                      <a:pt x="1605" y="953"/>
                      <a:pt x="1605" y="953"/>
                    </a:cubicBezTo>
                    <a:cubicBezTo>
                      <a:pt x="1580" y="978"/>
                      <a:pt x="1555" y="1003"/>
                      <a:pt x="1555" y="1003"/>
                    </a:cubicBezTo>
                    <a:cubicBezTo>
                      <a:pt x="1530" y="1054"/>
                      <a:pt x="1480" y="1079"/>
                      <a:pt x="1454" y="1104"/>
                    </a:cubicBezTo>
                    <a:cubicBezTo>
                      <a:pt x="1454" y="1079"/>
                      <a:pt x="1454" y="1054"/>
                      <a:pt x="1454" y="1028"/>
                    </a:cubicBezTo>
                    <a:cubicBezTo>
                      <a:pt x="1429" y="978"/>
                      <a:pt x="1429" y="903"/>
                      <a:pt x="1404" y="853"/>
                    </a:cubicBezTo>
                    <a:cubicBezTo>
                      <a:pt x="1404" y="828"/>
                      <a:pt x="1404" y="803"/>
                      <a:pt x="1404" y="778"/>
                    </a:cubicBezTo>
                    <a:cubicBezTo>
                      <a:pt x="1404" y="753"/>
                      <a:pt x="1404" y="753"/>
                      <a:pt x="1429" y="753"/>
                    </a:cubicBezTo>
                    <a:cubicBezTo>
                      <a:pt x="1454" y="703"/>
                      <a:pt x="1480" y="653"/>
                      <a:pt x="1505" y="602"/>
                    </a:cubicBezTo>
                    <a:cubicBezTo>
                      <a:pt x="1530" y="552"/>
                      <a:pt x="1555" y="477"/>
                      <a:pt x="1580" y="427"/>
                    </a:cubicBezTo>
                    <a:cubicBezTo>
                      <a:pt x="1605" y="377"/>
                      <a:pt x="1605" y="302"/>
                      <a:pt x="1630" y="252"/>
                    </a:cubicBezTo>
                    <a:cubicBezTo>
                      <a:pt x="1655" y="201"/>
                      <a:pt x="1680" y="126"/>
                      <a:pt x="1705" y="76"/>
                    </a:cubicBezTo>
                    <a:cubicBezTo>
                      <a:pt x="1705" y="51"/>
                      <a:pt x="1705" y="26"/>
                      <a:pt x="1655" y="1"/>
                    </a:cubicBezTo>
                    <a:cubicBezTo>
                      <a:pt x="1655" y="1"/>
                      <a:pt x="1655" y="1"/>
                      <a:pt x="1655" y="1"/>
                    </a:cubicBezTo>
                    <a:cubicBezTo>
                      <a:pt x="1630" y="1"/>
                      <a:pt x="1630" y="1"/>
                      <a:pt x="1630" y="1"/>
                    </a:cubicBezTo>
                    <a:cubicBezTo>
                      <a:pt x="1605" y="26"/>
                      <a:pt x="1605" y="26"/>
                      <a:pt x="1605" y="51"/>
                    </a:cubicBezTo>
                    <a:cubicBezTo>
                      <a:pt x="1530" y="176"/>
                      <a:pt x="1480" y="302"/>
                      <a:pt x="1429" y="452"/>
                    </a:cubicBezTo>
                    <a:cubicBezTo>
                      <a:pt x="1404" y="477"/>
                      <a:pt x="1379" y="527"/>
                      <a:pt x="1379" y="552"/>
                    </a:cubicBezTo>
                    <a:cubicBezTo>
                      <a:pt x="1354" y="527"/>
                      <a:pt x="1354" y="502"/>
                      <a:pt x="1354" y="477"/>
                    </a:cubicBezTo>
                    <a:cubicBezTo>
                      <a:pt x="1354" y="427"/>
                      <a:pt x="1329" y="352"/>
                      <a:pt x="1329" y="302"/>
                    </a:cubicBezTo>
                    <a:cubicBezTo>
                      <a:pt x="1304" y="252"/>
                      <a:pt x="1279" y="176"/>
                      <a:pt x="1279" y="101"/>
                    </a:cubicBezTo>
                    <a:cubicBezTo>
                      <a:pt x="1279" y="76"/>
                      <a:pt x="1254" y="76"/>
                      <a:pt x="1229" y="76"/>
                    </a:cubicBezTo>
                    <a:cubicBezTo>
                      <a:pt x="1204" y="76"/>
                      <a:pt x="1204" y="76"/>
                      <a:pt x="1204" y="76"/>
                    </a:cubicBezTo>
                    <a:cubicBezTo>
                      <a:pt x="1179" y="76"/>
                      <a:pt x="1154" y="101"/>
                      <a:pt x="1154" y="151"/>
                    </a:cubicBezTo>
                    <a:cubicBezTo>
                      <a:pt x="1179" y="201"/>
                      <a:pt x="1179" y="252"/>
                      <a:pt x="1204" y="327"/>
                    </a:cubicBezTo>
                    <a:cubicBezTo>
                      <a:pt x="1204" y="377"/>
                      <a:pt x="1229" y="427"/>
                      <a:pt x="1229" y="502"/>
                    </a:cubicBezTo>
                    <a:cubicBezTo>
                      <a:pt x="1254" y="527"/>
                      <a:pt x="1254" y="552"/>
                      <a:pt x="1254" y="577"/>
                    </a:cubicBezTo>
                    <a:cubicBezTo>
                      <a:pt x="1229" y="552"/>
                      <a:pt x="1179" y="527"/>
                      <a:pt x="1154" y="527"/>
                    </a:cubicBezTo>
                    <a:cubicBezTo>
                      <a:pt x="1104" y="502"/>
                      <a:pt x="1079" y="477"/>
                      <a:pt x="1028" y="452"/>
                    </a:cubicBezTo>
                    <a:cubicBezTo>
                      <a:pt x="978" y="452"/>
                      <a:pt x="928" y="402"/>
                      <a:pt x="903" y="377"/>
                    </a:cubicBezTo>
                    <a:cubicBezTo>
                      <a:pt x="878" y="377"/>
                      <a:pt x="878" y="377"/>
                      <a:pt x="853" y="377"/>
                    </a:cubicBezTo>
                    <a:cubicBezTo>
                      <a:pt x="853" y="377"/>
                      <a:pt x="828" y="377"/>
                      <a:pt x="803" y="402"/>
                    </a:cubicBezTo>
                    <a:cubicBezTo>
                      <a:pt x="778" y="427"/>
                      <a:pt x="803" y="477"/>
                      <a:pt x="828" y="502"/>
                    </a:cubicBezTo>
                    <a:cubicBezTo>
                      <a:pt x="878" y="527"/>
                      <a:pt x="903" y="552"/>
                      <a:pt x="953" y="577"/>
                    </a:cubicBezTo>
                    <a:cubicBezTo>
                      <a:pt x="1003" y="602"/>
                      <a:pt x="1028" y="627"/>
                      <a:pt x="1079" y="627"/>
                    </a:cubicBezTo>
                    <a:cubicBezTo>
                      <a:pt x="1104" y="653"/>
                      <a:pt x="1154" y="678"/>
                      <a:pt x="1179" y="703"/>
                    </a:cubicBezTo>
                    <a:cubicBezTo>
                      <a:pt x="1229" y="703"/>
                      <a:pt x="1254" y="728"/>
                      <a:pt x="1279" y="753"/>
                    </a:cubicBezTo>
                    <a:cubicBezTo>
                      <a:pt x="1304" y="778"/>
                      <a:pt x="1304" y="803"/>
                      <a:pt x="1304" y="853"/>
                    </a:cubicBezTo>
                    <a:cubicBezTo>
                      <a:pt x="1304" y="903"/>
                      <a:pt x="1329" y="978"/>
                      <a:pt x="1329" y="1028"/>
                    </a:cubicBezTo>
                    <a:cubicBezTo>
                      <a:pt x="1354" y="1054"/>
                      <a:pt x="1354" y="1054"/>
                      <a:pt x="1354" y="1054"/>
                    </a:cubicBezTo>
                    <a:cubicBezTo>
                      <a:pt x="1279" y="1054"/>
                      <a:pt x="1229" y="1028"/>
                      <a:pt x="1179" y="1003"/>
                    </a:cubicBezTo>
                    <a:cubicBezTo>
                      <a:pt x="1129" y="1003"/>
                      <a:pt x="1104" y="978"/>
                      <a:pt x="1079" y="978"/>
                    </a:cubicBezTo>
                    <a:cubicBezTo>
                      <a:pt x="1053" y="978"/>
                      <a:pt x="1028" y="953"/>
                      <a:pt x="978" y="953"/>
                    </a:cubicBezTo>
                    <a:cubicBezTo>
                      <a:pt x="928" y="953"/>
                      <a:pt x="903" y="928"/>
                      <a:pt x="853" y="928"/>
                    </a:cubicBezTo>
                    <a:cubicBezTo>
                      <a:pt x="828" y="903"/>
                      <a:pt x="828" y="903"/>
                      <a:pt x="803" y="903"/>
                    </a:cubicBezTo>
                    <a:cubicBezTo>
                      <a:pt x="803" y="903"/>
                      <a:pt x="803" y="903"/>
                      <a:pt x="803" y="903"/>
                    </a:cubicBezTo>
                    <a:cubicBezTo>
                      <a:pt x="778" y="928"/>
                      <a:pt x="753" y="953"/>
                      <a:pt x="753" y="978"/>
                    </a:cubicBezTo>
                    <a:cubicBezTo>
                      <a:pt x="753" y="1003"/>
                      <a:pt x="778" y="1028"/>
                      <a:pt x="778" y="1054"/>
                    </a:cubicBezTo>
                    <a:cubicBezTo>
                      <a:pt x="778" y="1079"/>
                      <a:pt x="778" y="1079"/>
                      <a:pt x="803" y="1104"/>
                    </a:cubicBezTo>
                    <a:cubicBezTo>
                      <a:pt x="828" y="1154"/>
                      <a:pt x="853" y="1204"/>
                      <a:pt x="878" y="1254"/>
                    </a:cubicBezTo>
                    <a:cubicBezTo>
                      <a:pt x="903" y="1329"/>
                      <a:pt x="928" y="1379"/>
                      <a:pt x="953" y="1429"/>
                    </a:cubicBezTo>
                    <a:cubicBezTo>
                      <a:pt x="978" y="1455"/>
                      <a:pt x="978" y="1480"/>
                      <a:pt x="1003" y="1505"/>
                    </a:cubicBezTo>
                    <a:cubicBezTo>
                      <a:pt x="953" y="1480"/>
                      <a:pt x="903" y="1455"/>
                      <a:pt x="853" y="1455"/>
                    </a:cubicBezTo>
                    <a:cubicBezTo>
                      <a:pt x="803" y="1429"/>
                      <a:pt x="728" y="1404"/>
                      <a:pt x="677" y="1379"/>
                    </a:cubicBezTo>
                    <a:cubicBezTo>
                      <a:pt x="652" y="1379"/>
                      <a:pt x="652" y="1379"/>
                      <a:pt x="652" y="1379"/>
                    </a:cubicBezTo>
                    <a:cubicBezTo>
                      <a:pt x="652" y="1379"/>
                      <a:pt x="652" y="1354"/>
                      <a:pt x="652" y="1354"/>
                    </a:cubicBezTo>
                    <a:cubicBezTo>
                      <a:pt x="627" y="1354"/>
                      <a:pt x="627" y="1354"/>
                      <a:pt x="627" y="1354"/>
                    </a:cubicBezTo>
                    <a:cubicBezTo>
                      <a:pt x="602" y="1304"/>
                      <a:pt x="577" y="1254"/>
                      <a:pt x="527" y="1179"/>
                    </a:cubicBezTo>
                    <a:cubicBezTo>
                      <a:pt x="527" y="1154"/>
                      <a:pt x="502" y="1129"/>
                      <a:pt x="477" y="1104"/>
                    </a:cubicBezTo>
                    <a:cubicBezTo>
                      <a:pt x="452" y="1054"/>
                      <a:pt x="427" y="1003"/>
                      <a:pt x="402" y="978"/>
                    </a:cubicBezTo>
                    <a:cubicBezTo>
                      <a:pt x="402" y="953"/>
                      <a:pt x="377" y="928"/>
                      <a:pt x="352" y="928"/>
                    </a:cubicBezTo>
                    <a:cubicBezTo>
                      <a:pt x="352" y="928"/>
                      <a:pt x="352" y="928"/>
                      <a:pt x="327" y="953"/>
                    </a:cubicBezTo>
                    <a:cubicBezTo>
                      <a:pt x="327" y="953"/>
                      <a:pt x="302" y="953"/>
                      <a:pt x="302" y="978"/>
                    </a:cubicBezTo>
                    <a:cubicBezTo>
                      <a:pt x="302" y="1003"/>
                      <a:pt x="302" y="1003"/>
                      <a:pt x="302" y="1028"/>
                    </a:cubicBezTo>
                    <a:cubicBezTo>
                      <a:pt x="352" y="1104"/>
                      <a:pt x="377" y="1179"/>
                      <a:pt x="402" y="1254"/>
                    </a:cubicBezTo>
                    <a:cubicBezTo>
                      <a:pt x="427" y="1279"/>
                      <a:pt x="427" y="1304"/>
                      <a:pt x="452" y="1304"/>
                    </a:cubicBezTo>
                    <a:cubicBezTo>
                      <a:pt x="402" y="1304"/>
                      <a:pt x="377" y="1279"/>
                      <a:pt x="327" y="1279"/>
                    </a:cubicBezTo>
                    <a:cubicBezTo>
                      <a:pt x="276" y="1254"/>
                      <a:pt x="201" y="1229"/>
                      <a:pt x="151" y="1229"/>
                    </a:cubicBezTo>
                    <a:cubicBezTo>
                      <a:pt x="126" y="1204"/>
                      <a:pt x="101" y="1204"/>
                      <a:pt x="76" y="1179"/>
                    </a:cubicBezTo>
                    <a:cubicBezTo>
                      <a:pt x="76" y="1179"/>
                      <a:pt x="51" y="1179"/>
                      <a:pt x="51" y="1179"/>
                    </a:cubicBezTo>
                    <a:cubicBezTo>
                      <a:pt x="26" y="1179"/>
                      <a:pt x="26" y="1179"/>
                      <a:pt x="1" y="1204"/>
                    </a:cubicBezTo>
                    <a:cubicBezTo>
                      <a:pt x="1" y="1204"/>
                      <a:pt x="1" y="1254"/>
                      <a:pt x="26" y="1254"/>
                    </a:cubicBezTo>
                    <a:cubicBezTo>
                      <a:pt x="76" y="1279"/>
                      <a:pt x="101" y="1304"/>
                      <a:pt x="151" y="1329"/>
                    </a:cubicBezTo>
                    <a:cubicBezTo>
                      <a:pt x="176" y="1329"/>
                      <a:pt x="201" y="1354"/>
                      <a:pt x="226" y="1354"/>
                    </a:cubicBezTo>
                    <a:cubicBezTo>
                      <a:pt x="276" y="1379"/>
                      <a:pt x="302" y="1379"/>
                      <a:pt x="327" y="1379"/>
                    </a:cubicBezTo>
                    <a:cubicBezTo>
                      <a:pt x="352" y="1404"/>
                      <a:pt x="402" y="1404"/>
                      <a:pt x="427" y="1429"/>
                    </a:cubicBezTo>
                    <a:cubicBezTo>
                      <a:pt x="402" y="1429"/>
                      <a:pt x="377" y="1455"/>
                      <a:pt x="377" y="1480"/>
                    </a:cubicBezTo>
                    <a:cubicBezTo>
                      <a:pt x="302" y="1505"/>
                      <a:pt x="251" y="1555"/>
                      <a:pt x="176" y="1605"/>
                    </a:cubicBezTo>
                    <a:cubicBezTo>
                      <a:pt x="151" y="1630"/>
                      <a:pt x="151" y="1680"/>
                      <a:pt x="176" y="1705"/>
                    </a:cubicBezTo>
                    <a:cubicBezTo>
                      <a:pt x="176" y="1705"/>
                      <a:pt x="201" y="1730"/>
                      <a:pt x="201" y="1730"/>
                    </a:cubicBezTo>
                    <a:cubicBezTo>
                      <a:pt x="226" y="1730"/>
                      <a:pt x="251" y="1730"/>
                      <a:pt x="276" y="1730"/>
                    </a:cubicBezTo>
                    <a:cubicBezTo>
                      <a:pt x="352" y="1680"/>
                      <a:pt x="427" y="1605"/>
                      <a:pt x="502" y="1555"/>
                    </a:cubicBezTo>
                    <a:cubicBezTo>
                      <a:pt x="527" y="1530"/>
                      <a:pt x="552" y="1505"/>
                      <a:pt x="602" y="1505"/>
                    </a:cubicBezTo>
                    <a:cubicBezTo>
                      <a:pt x="602" y="1480"/>
                      <a:pt x="602" y="1480"/>
                      <a:pt x="602" y="1480"/>
                    </a:cubicBezTo>
                    <a:cubicBezTo>
                      <a:pt x="627" y="1505"/>
                      <a:pt x="652" y="1505"/>
                      <a:pt x="677" y="1505"/>
                    </a:cubicBezTo>
                    <a:cubicBezTo>
                      <a:pt x="728" y="1530"/>
                      <a:pt x="803" y="1555"/>
                      <a:pt x="853" y="1580"/>
                    </a:cubicBezTo>
                    <a:cubicBezTo>
                      <a:pt x="878" y="1580"/>
                      <a:pt x="928" y="1580"/>
                      <a:pt x="953" y="1605"/>
                    </a:cubicBezTo>
                    <a:cubicBezTo>
                      <a:pt x="928" y="1605"/>
                      <a:pt x="903" y="1630"/>
                      <a:pt x="878" y="1655"/>
                    </a:cubicBezTo>
                    <a:cubicBezTo>
                      <a:pt x="853" y="1680"/>
                      <a:pt x="828" y="1680"/>
                      <a:pt x="803" y="1705"/>
                    </a:cubicBezTo>
                    <a:cubicBezTo>
                      <a:pt x="778" y="1730"/>
                      <a:pt x="753" y="1755"/>
                      <a:pt x="728" y="1780"/>
                    </a:cubicBezTo>
                    <a:cubicBezTo>
                      <a:pt x="677" y="1805"/>
                      <a:pt x="627" y="1856"/>
                      <a:pt x="552" y="1906"/>
                    </a:cubicBezTo>
                    <a:cubicBezTo>
                      <a:pt x="552" y="1906"/>
                      <a:pt x="552" y="1906"/>
                      <a:pt x="552" y="1906"/>
                    </a:cubicBezTo>
                    <a:cubicBezTo>
                      <a:pt x="552" y="1906"/>
                      <a:pt x="527" y="1931"/>
                      <a:pt x="527" y="1931"/>
                    </a:cubicBezTo>
                    <a:cubicBezTo>
                      <a:pt x="502" y="1956"/>
                      <a:pt x="527" y="1981"/>
                      <a:pt x="552" y="1981"/>
                    </a:cubicBezTo>
                    <a:cubicBezTo>
                      <a:pt x="552" y="2006"/>
                      <a:pt x="577" y="2006"/>
                      <a:pt x="602" y="2006"/>
                    </a:cubicBezTo>
                    <a:cubicBezTo>
                      <a:pt x="602" y="2006"/>
                      <a:pt x="627" y="2006"/>
                      <a:pt x="652" y="2031"/>
                    </a:cubicBezTo>
                    <a:cubicBezTo>
                      <a:pt x="703" y="2031"/>
                      <a:pt x="753" y="2056"/>
                      <a:pt x="828" y="2056"/>
                    </a:cubicBezTo>
                    <a:cubicBezTo>
                      <a:pt x="878" y="2081"/>
                      <a:pt x="928" y="2106"/>
                      <a:pt x="978" y="2106"/>
                    </a:cubicBezTo>
                    <a:cubicBezTo>
                      <a:pt x="1003" y="2106"/>
                      <a:pt x="1003" y="2106"/>
                      <a:pt x="1003" y="2106"/>
                    </a:cubicBezTo>
                    <a:cubicBezTo>
                      <a:pt x="1003" y="2131"/>
                      <a:pt x="978" y="2131"/>
                      <a:pt x="978" y="2156"/>
                    </a:cubicBezTo>
                    <a:cubicBezTo>
                      <a:pt x="928" y="2181"/>
                      <a:pt x="878" y="2232"/>
                      <a:pt x="828" y="2282"/>
                    </a:cubicBezTo>
                    <a:cubicBezTo>
                      <a:pt x="828" y="2307"/>
                      <a:pt x="803" y="2307"/>
                      <a:pt x="778" y="2332"/>
                    </a:cubicBezTo>
                    <a:cubicBezTo>
                      <a:pt x="778" y="2332"/>
                      <a:pt x="753" y="2332"/>
                      <a:pt x="753" y="2332"/>
                    </a:cubicBezTo>
                    <a:cubicBezTo>
                      <a:pt x="677" y="2307"/>
                      <a:pt x="627" y="2307"/>
                      <a:pt x="552" y="2282"/>
                    </a:cubicBezTo>
                    <a:cubicBezTo>
                      <a:pt x="477" y="2282"/>
                      <a:pt x="402" y="2282"/>
                      <a:pt x="352" y="2257"/>
                    </a:cubicBezTo>
                    <a:cubicBezTo>
                      <a:pt x="327" y="2257"/>
                      <a:pt x="302" y="2257"/>
                      <a:pt x="276" y="2257"/>
                    </a:cubicBezTo>
                    <a:cubicBezTo>
                      <a:pt x="276" y="2257"/>
                      <a:pt x="251" y="2232"/>
                      <a:pt x="251" y="2232"/>
                    </a:cubicBezTo>
                    <a:cubicBezTo>
                      <a:pt x="251" y="2232"/>
                      <a:pt x="226" y="2257"/>
                      <a:pt x="226" y="2257"/>
                    </a:cubicBezTo>
                    <a:cubicBezTo>
                      <a:pt x="201" y="2257"/>
                      <a:pt x="176" y="2282"/>
                      <a:pt x="176" y="2282"/>
                    </a:cubicBezTo>
                    <a:cubicBezTo>
                      <a:pt x="176" y="2332"/>
                      <a:pt x="201" y="2382"/>
                      <a:pt x="226" y="2382"/>
                    </a:cubicBezTo>
                    <a:cubicBezTo>
                      <a:pt x="276" y="2407"/>
                      <a:pt x="327" y="2407"/>
                      <a:pt x="377" y="2432"/>
                    </a:cubicBezTo>
                    <a:cubicBezTo>
                      <a:pt x="427" y="2432"/>
                      <a:pt x="477" y="2432"/>
                      <a:pt x="502" y="2457"/>
                    </a:cubicBezTo>
                    <a:cubicBezTo>
                      <a:pt x="552" y="2457"/>
                      <a:pt x="602" y="2457"/>
                      <a:pt x="627" y="2482"/>
                    </a:cubicBezTo>
                    <a:cubicBezTo>
                      <a:pt x="602" y="2507"/>
                      <a:pt x="577" y="2507"/>
                      <a:pt x="552" y="2532"/>
                    </a:cubicBezTo>
                    <a:cubicBezTo>
                      <a:pt x="527" y="2582"/>
                      <a:pt x="477" y="2607"/>
                      <a:pt x="427" y="2658"/>
                    </a:cubicBezTo>
                    <a:cubicBezTo>
                      <a:pt x="377" y="2683"/>
                      <a:pt x="352" y="2733"/>
                      <a:pt x="302" y="2783"/>
                    </a:cubicBezTo>
                    <a:cubicBezTo>
                      <a:pt x="302" y="2783"/>
                      <a:pt x="302" y="2808"/>
                      <a:pt x="302" y="2808"/>
                    </a:cubicBezTo>
                    <a:cubicBezTo>
                      <a:pt x="327" y="2833"/>
                      <a:pt x="327" y="2833"/>
                      <a:pt x="352" y="2808"/>
                    </a:cubicBezTo>
                    <a:cubicBezTo>
                      <a:pt x="402" y="2783"/>
                      <a:pt x="427" y="2733"/>
                      <a:pt x="477" y="2708"/>
                    </a:cubicBezTo>
                    <a:cubicBezTo>
                      <a:pt x="527" y="2658"/>
                      <a:pt x="552" y="2633"/>
                      <a:pt x="602" y="2582"/>
                    </a:cubicBezTo>
                    <a:cubicBezTo>
                      <a:pt x="627" y="2557"/>
                      <a:pt x="677" y="2532"/>
                      <a:pt x="703" y="2507"/>
                    </a:cubicBezTo>
                    <a:cubicBezTo>
                      <a:pt x="703" y="2557"/>
                      <a:pt x="703" y="2607"/>
                      <a:pt x="703" y="2683"/>
                    </a:cubicBezTo>
                    <a:cubicBezTo>
                      <a:pt x="703" y="2758"/>
                      <a:pt x="677" y="2858"/>
                      <a:pt x="677" y="2958"/>
                    </a:cubicBezTo>
                    <a:cubicBezTo>
                      <a:pt x="677" y="2983"/>
                      <a:pt x="703" y="3008"/>
                      <a:pt x="728" y="3008"/>
                    </a:cubicBezTo>
                    <a:cubicBezTo>
                      <a:pt x="753" y="3008"/>
                      <a:pt x="778" y="2983"/>
                      <a:pt x="778" y="2958"/>
                    </a:cubicBezTo>
                    <a:cubicBezTo>
                      <a:pt x="778" y="2783"/>
                      <a:pt x="803" y="2633"/>
                      <a:pt x="778" y="2457"/>
                    </a:cubicBezTo>
                    <a:cubicBezTo>
                      <a:pt x="803" y="2457"/>
                      <a:pt x="803" y="2432"/>
                      <a:pt x="803" y="2432"/>
                    </a:cubicBezTo>
                    <a:cubicBezTo>
                      <a:pt x="803" y="2432"/>
                      <a:pt x="803" y="2407"/>
                      <a:pt x="803" y="2407"/>
                    </a:cubicBezTo>
                    <a:cubicBezTo>
                      <a:pt x="828" y="2382"/>
                      <a:pt x="853" y="2357"/>
                      <a:pt x="903" y="2332"/>
                    </a:cubicBezTo>
                    <a:cubicBezTo>
                      <a:pt x="928" y="2282"/>
                      <a:pt x="978" y="2257"/>
                      <a:pt x="1028" y="2206"/>
                    </a:cubicBezTo>
                    <a:cubicBezTo>
                      <a:pt x="1028" y="2206"/>
                      <a:pt x="1028" y="2206"/>
                      <a:pt x="1053" y="2206"/>
                    </a:cubicBezTo>
                    <a:cubicBezTo>
                      <a:pt x="1053" y="2232"/>
                      <a:pt x="1053" y="2257"/>
                      <a:pt x="1079" y="2282"/>
                    </a:cubicBezTo>
                    <a:cubicBezTo>
                      <a:pt x="1079" y="2307"/>
                      <a:pt x="1079" y="2332"/>
                      <a:pt x="1104" y="2357"/>
                    </a:cubicBezTo>
                    <a:cubicBezTo>
                      <a:pt x="1104" y="2382"/>
                      <a:pt x="1129" y="2407"/>
                      <a:pt x="1129" y="2432"/>
                    </a:cubicBezTo>
                    <a:cubicBezTo>
                      <a:pt x="1154" y="2457"/>
                      <a:pt x="1154" y="2482"/>
                      <a:pt x="1154" y="2507"/>
                    </a:cubicBezTo>
                    <a:cubicBezTo>
                      <a:pt x="1179" y="2532"/>
                      <a:pt x="1179" y="2557"/>
                      <a:pt x="1204" y="2582"/>
                    </a:cubicBezTo>
                    <a:cubicBezTo>
                      <a:pt x="1204" y="2582"/>
                      <a:pt x="1204" y="2607"/>
                      <a:pt x="1229" y="2633"/>
                    </a:cubicBezTo>
                    <a:cubicBezTo>
                      <a:pt x="1229" y="2658"/>
                      <a:pt x="1229" y="2683"/>
                      <a:pt x="1254" y="2683"/>
                    </a:cubicBezTo>
                    <a:cubicBezTo>
                      <a:pt x="1254" y="2683"/>
                      <a:pt x="1254" y="2683"/>
                      <a:pt x="1254" y="2683"/>
                    </a:cubicBezTo>
                    <a:cubicBezTo>
                      <a:pt x="1254" y="2708"/>
                      <a:pt x="1254" y="2708"/>
                      <a:pt x="1254" y="2733"/>
                    </a:cubicBezTo>
                    <a:cubicBezTo>
                      <a:pt x="1279" y="2733"/>
                      <a:pt x="1304" y="2733"/>
                      <a:pt x="1304" y="2733"/>
                    </a:cubicBezTo>
                    <a:cubicBezTo>
                      <a:pt x="1329" y="2708"/>
                      <a:pt x="1329" y="2708"/>
                      <a:pt x="1354" y="2683"/>
                    </a:cubicBezTo>
                    <a:cubicBezTo>
                      <a:pt x="1354" y="2683"/>
                      <a:pt x="1379" y="2658"/>
                      <a:pt x="1404" y="2658"/>
                    </a:cubicBezTo>
                    <a:cubicBezTo>
                      <a:pt x="1404" y="2633"/>
                      <a:pt x="1429" y="2633"/>
                      <a:pt x="1454" y="2607"/>
                    </a:cubicBezTo>
                    <a:cubicBezTo>
                      <a:pt x="1480" y="2607"/>
                      <a:pt x="1480" y="2582"/>
                      <a:pt x="1505" y="2582"/>
                    </a:cubicBezTo>
                    <a:cubicBezTo>
                      <a:pt x="1530" y="2557"/>
                      <a:pt x="1530" y="2557"/>
                      <a:pt x="1555" y="2532"/>
                    </a:cubicBezTo>
                    <a:cubicBezTo>
                      <a:pt x="1580" y="2507"/>
                      <a:pt x="1580" y="2507"/>
                      <a:pt x="1605" y="2482"/>
                    </a:cubicBezTo>
                    <a:cubicBezTo>
                      <a:pt x="1630" y="2482"/>
                      <a:pt x="1655" y="2457"/>
                      <a:pt x="1655" y="2432"/>
                    </a:cubicBezTo>
                    <a:cubicBezTo>
                      <a:pt x="1655" y="2432"/>
                      <a:pt x="1655" y="2432"/>
                      <a:pt x="1655" y="2432"/>
                    </a:cubicBezTo>
                    <a:cubicBezTo>
                      <a:pt x="1680" y="2482"/>
                      <a:pt x="1680" y="2507"/>
                      <a:pt x="1680" y="2532"/>
                    </a:cubicBezTo>
                    <a:cubicBezTo>
                      <a:pt x="1705" y="2607"/>
                      <a:pt x="1730" y="2683"/>
                      <a:pt x="1730" y="2733"/>
                    </a:cubicBezTo>
                    <a:cubicBezTo>
                      <a:pt x="1730" y="2758"/>
                      <a:pt x="1730" y="2758"/>
                      <a:pt x="1755" y="2758"/>
                    </a:cubicBezTo>
                    <a:cubicBezTo>
                      <a:pt x="1730" y="2758"/>
                      <a:pt x="1730" y="2783"/>
                      <a:pt x="1730" y="2783"/>
                    </a:cubicBezTo>
                    <a:cubicBezTo>
                      <a:pt x="1705" y="2808"/>
                      <a:pt x="1705" y="2833"/>
                      <a:pt x="1680" y="2858"/>
                    </a:cubicBezTo>
                    <a:cubicBezTo>
                      <a:pt x="1655" y="2908"/>
                      <a:pt x="1630" y="2933"/>
                      <a:pt x="1630" y="2983"/>
                    </a:cubicBezTo>
                    <a:cubicBezTo>
                      <a:pt x="1605" y="3008"/>
                      <a:pt x="1580" y="3059"/>
                      <a:pt x="1555" y="3084"/>
                    </a:cubicBezTo>
                    <a:cubicBezTo>
                      <a:pt x="1530" y="3134"/>
                      <a:pt x="1530" y="3184"/>
                      <a:pt x="1505" y="3209"/>
                    </a:cubicBezTo>
                    <a:cubicBezTo>
                      <a:pt x="1480" y="3234"/>
                      <a:pt x="1480" y="3259"/>
                      <a:pt x="1480" y="3259"/>
                    </a:cubicBezTo>
                    <a:cubicBezTo>
                      <a:pt x="1480" y="3284"/>
                      <a:pt x="1505" y="3284"/>
                      <a:pt x="1505" y="3309"/>
                    </a:cubicBezTo>
                    <a:cubicBezTo>
                      <a:pt x="1555" y="3334"/>
                      <a:pt x="1580" y="3309"/>
                      <a:pt x="1605" y="3284"/>
                    </a:cubicBezTo>
                    <a:cubicBezTo>
                      <a:pt x="1630" y="3259"/>
                      <a:pt x="1655" y="3234"/>
                      <a:pt x="1655" y="3184"/>
                    </a:cubicBezTo>
                    <a:cubicBezTo>
                      <a:pt x="1680" y="3159"/>
                      <a:pt x="1705" y="3134"/>
                      <a:pt x="1705" y="3109"/>
                    </a:cubicBezTo>
                    <a:cubicBezTo>
                      <a:pt x="1730" y="3059"/>
                      <a:pt x="1755" y="3008"/>
                      <a:pt x="1780" y="2958"/>
                    </a:cubicBezTo>
                    <a:cubicBezTo>
                      <a:pt x="1805" y="3008"/>
                      <a:pt x="1805" y="3059"/>
                      <a:pt x="1830" y="3134"/>
                    </a:cubicBezTo>
                    <a:cubicBezTo>
                      <a:pt x="1830" y="3184"/>
                      <a:pt x="1855" y="3259"/>
                      <a:pt x="1855" y="3334"/>
                    </a:cubicBezTo>
                    <a:cubicBezTo>
                      <a:pt x="1881" y="3359"/>
                      <a:pt x="1881" y="3384"/>
                      <a:pt x="1881" y="3409"/>
                    </a:cubicBezTo>
                    <a:cubicBezTo>
                      <a:pt x="1881" y="3435"/>
                      <a:pt x="1906" y="3460"/>
                      <a:pt x="1906" y="3510"/>
                    </a:cubicBezTo>
                    <a:cubicBezTo>
                      <a:pt x="1906" y="3510"/>
                      <a:pt x="1931" y="3535"/>
                      <a:pt x="1956" y="3535"/>
                    </a:cubicBezTo>
                    <a:cubicBezTo>
                      <a:pt x="1981" y="3535"/>
                      <a:pt x="2006" y="3510"/>
                      <a:pt x="2006" y="3485"/>
                    </a:cubicBezTo>
                    <a:cubicBezTo>
                      <a:pt x="2006" y="3435"/>
                      <a:pt x="1981" y="3359"/>
                      <a:pt x="1981" y="3309"/>
                    </a:cubicBezTo>
                    <a:cubicBezTo>
                      <a:pt x="1956" y="3259"/>
                      <a:pt x="1956" y="3184"/>
                      <a:pt x="1931" y="3109"/>
                    </a:cubicBezTo>
                    <a:cubicBezTo>
                      <a:pt x="1931" y="3034"/>
                      <a:pt x="1906" y="2983"/>
                      <a:pt x="1881" y="2908"/>
                    </a:cubicBezTo>
                    <a:cubicBezTo>
                      <a:pt x="1931" y="2933"/>
                      <a:pt x="2006" y="2958"/>
                      <a:pt x="2056" y="2983"/>
                    </a:cubicBezTo>
                    <a:cubicBezTo>
                      <a:pt x="2131" y="3059"/>
                      <a:pt x="2206" y="3084"/>
                      <a:pt x="2307" y="3134"/>
                    </a:cubicBezTo>
                    <a:cubicBezTo>
                      <a:pt x="2332" y="3159"/>
                      <a:pt x="2357" y="3159"/>
                      <a:pt x="2382" y="3134"/>
                    </a:cubicBezTo>
                    <a:cubicBezTo>
                      <a:pt x="2382" y="3109"/>
                      <a:pt x="2382" y="3059"/>
                      <a:pt x="2357" y="3059"/>
                    </a:cubicBezTo>
                    <a:cubicBezTo>
                      <a:pt x="2282" y="2983"/>
                      <a:pt x="2181" y="2933"/>
                      <a:pt x="2106" y="2883"/>
                    </a:cubicBezTo>
                    <a:cubicBezTo>
                      <a:pt x="2031" y="2833"/>
                      <a:pt x="1931" y="2783"/>
                      <a:pt x="1855" y="2758"/>
                    </a:cubicBezTo>
                    <a:cubicBezTo>
                      <a:pt x="1855" y="2758"/>
                      <a:pt x="1855" y="2758"/>
                      <a:pt x="1855" y="2733"/>
                    </a:cubicBezTo>
                    <a:cubicBezTo>
                      <a:pt x="1855" y="2733"/>
                      <a:pt x="1855" y="2733"/>
                      <a:pt x="1855" y="2733"/>
                    </a:cubicBezTo>
                    <a:cubicBezTo>
                      <a:pt x="1830" y="2633"/>
                      <a:pt x="1805" y="2557"/>
                      <a:pt x="1780" y="2457"/>
                    </a:cubicBezTo>
                    <a:cubicBezTo>
                      <a:pt x="1805" y="2482"/>
                      <a:pt x="1830" y="2482"/>
                      <a:pt x="1855" y="2482"/>
                    </a:cubicBezTo>
                    <a:cubicBezTo>
                      <a:pt x="1906" y="2507"/>
                      <a:pt x="1956" y="2507"/>
                      <a:pt x="2006" y="2532"/>
                    </a:cubicBezTo>
                    <a:cubicBezTo>
                      <a:pt x="2031" y="2532"/>
                      <a:pt x="2081" y="2532"/>
                      <a:pt x="2106" y="2557"/>
                    </a:cubicBezTo>
                    <a:cubicBezTo>
                      <a:pt x="2131" y="2557"/>
                      <a:pt x="2131" y="2557"/>
                      <a:pt x="2156" y="2582"/>
                    </a:cubicBezTo>
                    <a:cubicBezTo>
                      <a:pt x="2181" y="2582"/>
                      <a:pt x="2206" y="2582"/>
                      <a:pt x="2231" y="2582"/>
                    </a:cubicBezTo>
                    <a:cubicBezTo>
                      <a:pt x="2256" y="2607"/>
                      <a:pt x="2282" y="2607"/>
                      <a:pt x="2332" y="2607"/>
                    </a:cubicBezTo>
                    <a:cubicBezTo>
                      <a:pt x="2357" y="2607"/>
                      <a:pt x="2357" y="2582"/>
                      <a:pt x="2382" y="2557"/>
                    </a:cubicBezTo>
                    <a:cubicBezTo>
                      <a:pt x="2382" y="2557"/>
                      <a:pt x="2357" y="2532"/>
                      <a:pt x="2357" y="2532"/>
                    </a:cubicBezTo>
                    <a:cubicBezTo>
                      <a:pt x="2332" y="2432"/>
                      <a:pt x="2332" y="2332"/>
                      <a:pt x="2282" y="2232"/>
                    </a:cubicBezTo>
                    <a:cubicBezTo>
                      <a:pt x="2282" y="2181"/>
                      <a:pt x="2282" y="2131"/>
                      <a:pt x="2256" y="2106"/>
                    </a:cubicBezTo>
                    <a:cubicBezTo>
                      <a:pt x="2256" y="2081"/>
                      <a:pt x="2256" y="2081"/>
                      <a:pt x="2256" y="2056"/>
                    </a:cubicBezTo>
                    <a:cubicBezTo>
                      <a:pt x="2332" y="2081"/>
                      <a:pt x="2432" y="2106"/>
                      <a:pt x="2507" y="2131"/>
                    </a:cubicBezTo>
                    <a:cubicBezTo>
                      <a:pt x="2557" y="2156"/>
                      <a:pt x="2582" y="2156"/>
                      <a:pt x="2607" y="2181"/>
                    </a:cubicBezTo>
                    <a:cubicBezTo>
                      <a:pt x="2632" y="2181"/>
                      <a:pt x="2632" y="2181"/>
                      <a:pt x="2632" y="2181"/>
                    </a:cubicBezTo>
                    <a:cubicBezTo>
                      <a:pt x="2657" y="2282"/>
                      <a:pt x="2708" y="2357"/>
                      <a:pt x="2758" y="2432"/>
                    </a:cubicBezTo>
                    <a:cubicBezTo>
                      <a:pt x="2783" y="2482"/>
                      <a:pt x="2808" y="2507"/>
                      <a:pt x="2833" y="2557"/>
                    </a:cubicBezTo>
                    <a:cubicBezTo>
                      <a:pt x="2858" y="2607"/>
                      <a:pt x="2883" y="2658"/>
                      <a:pt x="2933" y="2683"/>
                    </a:cubicBezTo>
                    <a:cubicBezTo>
                      <a:pt x="2933" y="2708"/>
                      <a:pt x="2958" y="2708"/>
                      <a:pt x="2958" y="2708"/>
                    </a:cubicBezTo>
                    <a:cubicBezTo>
                      <a:pt x="2983" y="2708"/>
                      <a:pt x="2983" y="2683"/>
                      <a:pt x="2983" y="2658"/>
                    </a:cubicBezTo>
                    <a:cubicBezTo>
                      <a:pt x="2933" y="2582"/>
                      <a:pt x="2883" y="2482"/>
                      <a:pt x="2833" y="2407"/>
                    </a:cubicBezTo>
                    <a:cubicBezTo>
                      <a:pt x="2808" y="2332"/>
                      <a:pt x="2758" y="2282"/>
                      <a:pt x="2733" y="2206"/>
                    </a:cubicBezTo>
                    <a:cubicBezTo>
                      <a:pt x="2783" y="2232"/>
                      <a:pt x="2833" y="2232"/>
                      <a:pt x="2883" y="2257"/>
                    </a:cubicBezTo>
                    <a:cubicBezTo>
                      <a:pt x="2958" y="2282"/>
                      <a:pt x="3008" y="2282"/>
                      <a:pt x="3058" y="2307"/>
                    </a:cubicBezTo>
                    <a:cubicBezTo>
                      <a:pt x="3109" y="2332"/>
                      <a:pt x="3159" y="2332"/>
                      <a:pt x="3209" y="2357"/>
                    </a:cubicBezTo>
                    <a:cubicBezTo>
                      <a:pt x="3234" y="2357"/>
                      <a:pt x="3284" y="2357"/>
                      <a:pt x="3284" y="2332"/>
                    </a:cubicBezTo>
                    <a:cubicBezTo>
                      <a:pt x="3309" y="2282"/>
                      <a:pt x="3309" y="2257"/>
                      <a:pt x="3284" y="2232"/>
                    </a:cubicBezTo>
                    <a:cubicBezTo>
                      <a:pt x="3209" y="2206"/>
                      <a:pt x="3159" y="2181"/>
                      <a:pt x="3084" y="2156"/>
                    </a:cubicBezTo>
                    <a:cubicBezTo>
                      <a:pt x="3033" y="2131"/>
                      <a:pt x="2958" y="2106"/>
                      <a:pt x="2908" y="2081"/>
                    </a:cubicBezTo>
                    <a:cubicBezTo>
                      <a:pt x="2883" y="2081"/>
                      <a:pt x="2883" y="2081"/>
                      <a:pt x="2858" y="2081"/>
                    </a:cubicBezTo>
                    <a:cubicBezTo>
                      <a:pt x="2908" y="2056"/>
                      <a:pt x="2958" y="2056"/>
                      <a:pt x="3008" y="2031"/>
                    </a:cubicBezTo>
                    <a:cubicBezTo>
                      <a:pt x="3134" y="1981"/>
                      <a:pt x="3234" y="1931"/>
                      <a:pt x="3359" y="1906"/>
                    </a:cubicBezTo>
                    <a:cubicBezTo>
                      <a:pt x="3384" y="1881"/>
                      <a:pt x="3409" y="1831"/>
                      <a:pt x="3384" y="1805"/>
                    </a:cubicBezTo>
                    <a:close/>
                  </a:path>
                </a:pathLst>
              </a:custGeom>
              <a:noFill/>
              <a:ln cap="flat" cmpd="sng" w="6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1" name="Google Shape;5811;p50"/>
              <p:cNvSpPr/>
              <p:nvPr/>
            </p:nvSpPr>
            <p:spPr>
              <a:xfrm>
                <a:off x="5000775" y="1641525"/>
                <a:ext cx="188625" cy="137625"/>
              </a:xfrm>
              <a:custGeom>
                <a:rect b="b" l="l" r="r" t="t"/>
                <a:pathLst>
                  <a:path extrusionOk="0" h="5505" w="7545">
                    <a:moveTo>
                      <a:pt x="3264" y="1"/>
                    </a:moveTo>
                    <a:cubicBezTo>
                      <a:pt x="2509" y="1"/>
                      <a:pt x="1855" y="80"/>
                      <a:pt x="1855" y="80"/>
                    </a:cubicBezTo>
                    <a:cubicBezTo>
                      <a:pt x="1830" y="79"/>
                      <a:pt x="1804" y="79"/>
                      <a:pt x="1779" y="79"/>
                    </a:cubicBezTo>
                    <a:cubicBezTo>
                      <a:pt x="340" y="79"/>
                      <a:pt x="1" y="1458"/>
                      <a:pt x="1" y="1458"/>
                    </a:cubicBezTo>
                    <a:cubicBezTo>
                      <a:pt x="1" y="1458"/>
                      <a:pt x="3109" y="5343"/>
                      <a:pt x="3585" y="5493"/>
                    </a:cubicBezTo>
                    <a:cubicBezTo>
                      <a:pt x="3609" y="5501"/>
                      <a:pt x="3630" y="5505"/>
                      <a:pt x="3649" y="5505"/>
                    </a:cubicBezTo>
                    <a:cubicBezTo>
                      <a:pt x="4077" y="5505"/>
                      <a:pt x="3435" y="3714"/>
                      <a:pt x="3434" y="3714"/>
                    </a:cubicBezTo>
                    <a:lnTo>
                      <a:pt x="3434" y="3714"/>
                    </a:lnTo>
                    <a:cubicBezTo>
                      <a:pt x="3435" y="3714"/>
                      <a:pt x="4688" y="5243"/>
                      <a:pt x="5038" y="5318"/>
                    </a:cubicBezTo>
                    <a:cubicBezTo>
                      <a:pt x="5072" y="5326"/>
                      <a:pt x="5101" y="5330"/>
                      <a:pt x="5127" y="5330"/>
                    </a:cubicBezTo>
                    <a:cubicBezTo>
                      <a:pt x="5763" y="5330"/>
                      <a:pt x="4237" y="3063"/>
                      <a:pt x="4236" y="3062"/>
                    </a:cubicBezTo>
                    <a:lnTo>
                      <a:pt x="4236" y="3062"/>
                    </a:lnTo>
                    <a:cubicBezTo>
                      <a:pt x="4237" y="3063"/>
                      <a:pt x="5639" y="4352"/>
                      <a:pt x="6166" y="4352"/>
                    </a:cubicBezTo>
                    <a:cubicBezTo>
                      <a:pt x="6194" y="4352"/>
                      <a:pt x="6219" y="4348"/>
                      <a:pt x="6241" y="4341"/>
                    </a:cubicBezTo>
                    <a:cubicBezTo>
                      <a:pt x="7043" y="4090"/>
                      <a:pt x="4663" y="2386"/>
                      <a:pt x="4663" y="2386"/>
                    </a:cubicBezTo>
                    <a:lnTo>
                      <a:pt x="4663" y="2386"/>
                    </a:lnTo>
                    <a:cubicBezTo>
                      <a:pt x="4663" y="2386"/>
                      <a:pt x="5731" y="2883"/>
                      <a:pt x="6367" y="2883"/>
                    </a:cubicBezTo>
                    <a:cubicBezTo>
                      <a:pt x="6473" y="2883"/>
                      <a:pt x="6567" y="2869"/>
                      <a:pt x="6642" y="2837"/>
                    </a:cubicBezTo>
                    <a:cubicBezTo>
                      <a:pt x="7545" y="2436"/>
                      <a:pt x="4061" y="1233"/>
                      <a:pt x="4061" y="1233"/>
                    </a:cubicBezTo>
                    <a:lnTo>
                      <a:pt x="4061" y="1233"/>
                    </a:lnTo>
                    <a:cubicBezTo>
                      <a:pt x="4061" y="1233"/>
                      <a:pt x="4121" y="1236"/>
                      <a:pt x="4217" y="1236"/>
                    </a:cubicBezTo>
                    <a:cubicBezTo>
                      <a:pt x="4615" y="1236"/>
                      <a:pt x="5631" y="1187"/>
                      <a:pt x="5490" y="681"/>
                    </a:cubicBezTo>
                    <a:cubicBezTo>
                      <a:pt x="5309" y="124"/>
                      <a:pt x="4207" y="1"/>
                      <a:pt x="3264" y="1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2" name="Google Shape;5812;p50"/>
              <p:cNvSpPr/>
              <p:nvPr/>
            </p:nvSpPr>
            <p:spPr>
              <a:xfrm>
                <a:off x="5374225" y="1300775"/>
                <a:ext cx="48900" cy="82725"/>
              </a:xfrm>
              <a:custGeom>
                <a:rect b="b" l="l" r="r" t="t"/>
                <a:pathLst>
                  <a:path extrusionOk="0" h="3309" w="1956">
                    <a:moveTo>
                      <a:pt x="903" y="1003"/>
                    </a:moveTo>
                    <a:cubicBezTo>
                      <a:pt x="928" y="1003"/>
                      <a:pt x="953" y="1003"/>
                      <a:pt x="978" y="1028"/>
                    </a:cubicBezTo>
                    <a:lnTo>
                      <a:pt x="1053" y="1028"/>
                    </a:lnTo>
                    <a:cubicBezTo>
                      <a:pt x="1078" y="1053"/>
                      <a:pt x="1128" y="1053"/>
                      <a:pt x="1153" y="1078"/>
                    </a:cubicBezTo>
                    <a:cubicBezTo>
                      <a:pt x="1203" y="1078"/>
                      <a:pt x="1278" y="1103"/>
                      <a:pt x="1329" y="1128"/>
                    </a:cubicBezTo>
                    <a:lnTo>
                      <a:pt x="1379" y="1128"/>
                    </a:lnTo>
                    <a:cubicBezTo>
                      <a:pt x="1379" y="1153"/>
                      <a:pt x="1379" y="1204"/>
                      <a:pt x="1404" y="1229"/>
                    </a:cubicBezTo>
                    <a:cubicBezTo>
                      <a:pt x="1429" y="1354"/>
                      <a:pt x="1454" y="1479"/>
                      <a:pt x="1479" y="1605"/>
                    </a:cubicBezTo>
                    <a:cubicBezTo>
                      <a:pt x="1504" y="1630"/>
                      <a:pt x="1504" y="1630"/>
                      <a:pt x="1504" y="1655"/>
                    </a:cubicBezTo>
                    <a:cubicBezTo>
                      <a:pt x="1479" y="1655"/>
                      <a:pt x="1429" y="1630"/>
                      <a:pt x="1404" y="1630"/>
                    </a:cubicBezTo>
                    <a:cubicBezTo>
                      <a:pt x="1304" y="1605"/>
                      <a:pt x="1203" y="1554"/>
                      <a:pt x="1103" y="1529"/>
                    </a:cubicBezTo>
                    <a:cubicBezTo>
                      <a:pt x="1078" y="1504"/>
                      <a:pt x="1078" y="1504"/>
                      <a:pt x="1078" y="1479"/>
                    </a:cubicBezTo>
                    <a:cubicBezTo>
                      <a:pt x="1078" y="1454"/>
                      <a:pt x="1053" y="1429"/>
                      <a:pt x="1053" y="1429"/>
                    </a:cubicBezTo>
                    <a:cubicBezTo>
                      <a:pt x="1028" y="1379"/>
                      <a:pt x="1003" y="1304"/>
                      <a:pt x="978" y="1254"/>
                    </a:cubicBezTo>
                    <a:cubicBezTo>
                      <a:pt x="978" y="1204"/>
                      <a:pt x="953" y="1178"/>
                      <a:pt x="928" y="1128"/>
                    </a:cubicBezTo>
                    <a:cubicBezTo>
                      <a:pt x="928" y="1078"/>
                      <a:pt x="903" y="1053"/>
                      <a:pt x="903" y="1003"/>
                    </a:cubicBezTo>
                    <a:close/>
                    <a:moveTo>
                      <a:pt x="1053" y="1630"/>
                    </a:moveTo>
                    <a:cubicBezTo>
                      <a:pt x="1103" y="1655"/>
                      <a:pt x="1178" y="1680"/>
                      <a:pt x="1228" y="1705"/>
                    </a:cubicBezTo>
                    <a:cubicBezTo>
                      <a:pt x="1278" y="1730"/>
                      <a:pt x="1354" y="1755"/>
                      <a:pt x="1404" y="1755"/>
                    </a:cubicBezTo>
                    <a:cubicBezTo>
                      <a:pt x="1404" y="1780"/>
                      <a:pt x="1404" y="1780"/>
                      <a:pt x="1404" y="1780"/>
                    </a:cubicBezTo>
                    <a:cubicBezTo>
                      <a:pt x="1354" y="1805"/>
                      <a:pt x="1304" y="1855"/>
                      <a:pt x="1253" y="1905"/>
                    </a:cubicBezTo>
                    <a:cubicBezTo>
                      <a:pt x="1203" y="1930"/>
                      <a:pt x="1153" y="1980"/>
                      <a:pt x="1128" y="2031"/>
                    </a:cubicBezTo>
                    <a:cubicBezTo>
                      <a:pt x="1103" y="2031"/>
                      <a:pt x="1078" y="2056"/>
                      <a:pt x="1078" y="2056"/>
                    </a:cubicBezTo>
                    <a:cubicBezTo>
                      <a:pt x="1053" y="2056"/>
                      <a:pt x="1028" y="2056"/>
                      <a:pt x="1003" y="2031"/>
                    </a:cubicBezTo>
                    <a:cubicBezTo>
                      <a:pt x="953" y="2031"/>
                      <a:pt x="903" y="2006"/>
                      <a:pt x="827" y="1980"/>
                    </a:cubicBezTo>
                    <a:cubicBezTo>
                      <a:pt x="777" y="1980"/>
                      <a:pt x="727" y="1955"/>
                      <a:pt x="677" y="1930"/>
                    </a:cubicBezTo>
                    <a:lnTo>
                      <a:pt x="627" y="1930"/>
                    </a:lnTo>
                    <a:cubicBezTo>
                      <a:pt x="652" y="1905"/>
                      <a:pt x="677" y="1905"/>
                      <a:pt x="677" y="1880"/>
                    </a:cubicBezTo>
                    <a:cubicBezTo>
                      <a:pt x="702" y="1880"/>
                      <a:pt x="727" y="1855"/>
                      <a:pt x="752" y="1855"/>
                    </a:cubicBezTo>
                    <a:cubicBezTo>
                      <a:pt x="777" y="1830"/>
                      <a:pt x="802" y="1805"/>
                      <a:pt x="827" y="1780"/>
                    </a:cubicBezTo>
                    <a:cubicBezTo>
                      <a:pt x="852" y="1755"/>
                      <a:pt x="903" y="1730"/>
                      <a:pt x="953" y="1705"/>
                    </a:cubicBezTo>
                    <a:cubicBezTo>
                      <a:pt x="978" y="1705"/>
                      <a:pt x="978" y="1680"/>
                      <a:pt x="1003" y="1680"/>
                    </a:cubicBezTo>
                    <a:cubicBezTo>
                      <a:pt x="1028" y="1655"/>
                      <a:pt x="1028" y="1655"/>
                      <a:pt x="1053" y="1630"/>
                    </a:cubicBezTo>
                    <a:close/>
                    <a:moveTo>
                      <a:pt x="1529" y="1805"/>
                    </a:moveTo>
                    <a:cubicBezTo>
                      <a:pt x="1554" y="1855"/>
                      <a:pt x="1554" y="1930"/>
                      <a:pt x="1579" y="1980"/>
                    </a:cubicBezTo>
                    <a:cubicBezTo>
                      <a:pt x="1604" y="2106"/>
                      <a:pt x="1629" y="2231"/>
                      <a:pt x="1654" y="2356"/>
                    </a:cubicBezTo>
                    <a:cubicBezTo>
                      <a:pt x="1654" y="2356"/>
                      <a:pt x="1629" y="2356"/>
                      <a:pt x="1629" y="2381"/>
                    </a:cubicBezTo>
                    <a:cubicBezTo>
                      <a:pt x="1604" y="2407"/>
                      <a:pt x="1579" y="2407"/>
                      <a:pt x="1579" y="2432"/>
                    </a:cubicBezTo>
                    <a:cubicBezTo>
                      <a:pt x="1554" y="2432"/>
                      <a:pt x="1554" y="2457"/>
                      <a:pt x="1554" y="2457"/>
                    </a:cubicBezTo>
                    <a:cubicBezTo>
                      <a:pt x="1529" y="2457"/>
                      <a:pt x="1529" y="2482"/>
                      <a:pt x="1529" y="2482"/>
                    </a:cubicBezTo>
                    <a:cubicBezTo>
                      <a:pt x="1504" y="2507"/>
                      <a:pt x="1479" y="2507"/>
                      <a:pt x="1479" y="2532"/>
                    </a:cubicBezTo>
                    <a:cubicBezTo>
                      <a:pt x="1454" y="2532"/>
                      <a:pt x="1429" y="2557"/>
                      <a:pt x="1404" y="2557"/>
                    </a:cubicBezTo>
                    <a:cubicBezTo>
                      <a:pt x="1404" y="2582"/>
                      <a:pt x="1379" y="2582"/>
                      <a:pt x="1354" y="2607"/>
                    </a:cubicBezTo>
                    <a:cubicBezTo>
                      <a:pt x="1354" y="2607"/>
                      <a:pt x="1329" y="2632"/>
                      <a:pt x="1329" y="2632"/>
                    </a:cubicBezTo>
                    <a:cubicBezTo>
                      <a:pt x="1304" y="2632"/>
                      <a:pt x="1304" y="2607"/>
                      <a:pt x="1304" y="2607"/>
                    </a:cubicBezTo>
                    <a:cubicBezTo>
                      <a:pt x="1304" y="2582"/>
                      <a:pt x="1304" y="2557"/>
                      <a:pt x="1304" y="2532"/>
                    </a:cubicBezTo>
                    <a:cubicBezTo>
                      <a:pt x="1278" y="2507"/>
                      <a:pt x="1278" y="2482"/>
                      <a:pt x="1278" y="2457"/>
                    </a:cubicBezTo>
                    <a:cubicBezTo>
                      <a:pt x="1253" y="2432"/>
                      <a:pt x="1253" y="2407"/>
                      <a:pt x="1228" y="2381"/>
                    </a:cubicBezTo>
                    <a:cubicBezTo>
                      <a:pt x="1228" y="2356"/>
                      <a:pt x="1228" y="2331"/>
                      <a:pt x="1228" y="2306"/>
                    </a:cubicBezTo>
                    <a:cubicBezTo>
                      <a:pt x="1203" y="2281"/>
                      <a:pt x="1203" y="2256"/>
                      <a:pt x="1203" y="2231"/>
                    </a:cubicBezTo>
                    <a:cubicBezTo>
                      <a:pt x="1178" y="2181"/>
                      <a:pt x="1178" y="2156"/>
                      <a:pt x="1153" y="2106"/>
                    </a:cubicBezTo>
                    <a:cubicBezTo>
                      <a:pt x="1153" y="2106"/>
                      <a:pt x="1178" y="2106"/>
                      <a:pt x="1178" y="2081"/>
                    </a:cubicBezTo>
                    <a:cubicBezTo>
                      <a:pt x="1228" y="2056"/>
                      <a:pt x="1278" y="2006"/>
                      <a:pt x="1329" y="1955"/>
                    </a:cubicBezTo>
                    <a:cubicBezTo>
                      <a:pt x="1379" y="1930"/>
                      <a:pt x="1429" y="1880"/>
                      <a:pt x="1454" y="1855"/>
                    </a:cubicBezTo>
                    <a:cubicBezTo>
                      <a:pt x="1479" y="1830"/>
                      <a:pt x="1504" y="1830"/>
                      <a:pt x="1504" y="1805"/>
                    </a:cubicBezTo>
                    <a:close/>
                    <a:moveTo>
                      <a:pt x="1629" y="0"/>
                    </a:moveTo>
                    <a:cubicBezTo>
                      <a:pt x="1604" y="26"/>
                      <a:pt x="1604" y="26"/>
                      <a:pt x="1604" y="51"/>
                    </a:cubicBezTo>
                    <a:cubicBezTo>
                      <a:pt x="1554" y="176"/>
                      <a:pt x="1504" y="301"/>
                      <a:pt x="1429" y="427"/>
                    </a:cubicBezTo>
                    <a:cubicBezTo>
                      <a:pt x="1404" y="477"/>
                      <a:pt x="1404" y="527"/>
                      <a:pt x="1379" y="552"/>
                    </a:cubicBezTo>
                    <a:cubicBezTo>
                      <a:pt x="1379" y="527"/>
                      <a:pt x="1379" y="502"/>
                      <a:pt x="1354" y="477"/>
                    </a:cubicBezTo>
                    <a:cubicBezTo>
                      <a:pt x="1354" y="427"/>
                      <a:pt x="1329" y="351"/>
                      <a:pt x="1329" y="301"/>
                    </a:cubicBezTo>
                    <a:cubicBezTo>
                      <a:pt x="1304" y="251"/>
                      <a:pt x="1304" y="176"/>
                      <a:pt x="1278" y="101"/>
                    </a:cubicBezTo>
                    <a:cubicBezTo>
                      <a:pt x="1278" y="76"/>
                      <a:pt x="1253" y="76"/>
                      <a:pt x="1228" y="51"/>
                    </a:cubicBezTo>
                    <a:cubicBezTo>
                      <a:pt x="1228" y="51"/>
                      <a:pt x="1203" y="76"/>
                      <a:pt x="1203" y="76"/>
                    </a:cubicBezTo>
                    <a:cubicBezTo>
                      <a:pt x="1178" y="76"/>
                      <a:pt x="1153" y="101"/>
                      <a:pt x="1153" y="126"/>
                    </a:cubicBezTo>
                    <a:cubicBezTo>
                      <a:pt x="1178" y="201"/>
                      <a:pt x="1203" y="251"/>
                      <a:pt x="1203" y="326"/>
                    </a:cubicBezTo>
                    <a:cubicBezTo>
                      <a:pt x="1228" y="376"/>
                      <a:pt x="1228" y="427"/>
                      <a:pt x="1253" y="477"/>
                    </a:cubicBezTo>
                    <a:cubicBezTo>
                      <a:pt x="1253" y="527"/>
                      <a:pt x="1253" y="552"/>
                      <a:pt x="1253" y="577"/>
                    </a:cubicBezTo>
                    <a:cubicBezTo>
                      <a:pt x="1228" y="552"/>
                      <a:pt x="1203" y="527"/>
                      <a:pt x="1153" y="527"/>
                    </a:cubicBezTo>
                    <a:cubicBezTo>
                      <a:pt x="1128" y="502"/>
                      <a:pt x="1078" y="477"/>
                      <a:pt x="1028" y="452"/>
                    </a:cubicBezTo>
                    <a:cubicBezTo>
                      <a:pt x="1003" y="427"/>
                      <a:pt x="953" y="402"/>
                      <a:pt x="903" y="376"/>
                    </a:cubicBezTo>
                    <a:lnTo>
                      <a:pt x="877" y="376"/>
                    </a:lnTo>
                    <a:cubicBezTo>
                      <a:pt x="852" y="376"/>
                      <a:pt x="827" y="376"/>
                      <a:pt x="802" y="402"/>
                    </a:cubicBezTo>
                    <a:cubicBezTo>
                      <a:pt x="802" y="427"/>
                      <a:pt x="802" y="477"/>
                      <a:pt x="827" y="477"/>
                    </a:cubicBezTo>
                    <a:cubicBezTo>
                      <a:pt x="877" y="527"/>
                      <a:pt x="928" y="552"/>
                      <a:pt x="953" y="577"/>
                    </a:cubicBezTo>
                    <a:cubicBezTo>
                      <a:pt x="1003" y="602"/>
                      <a:pt x="1053" y="627"/>
                      <a:pt x="1078" y="627"/>
                    </a:cubicBezTo>
                    <a:cubicBezTo>
                      <a:pt x="1128" y="652"/>
                      <a:pt x="1153" y="677"/>
                      <a:pt x="1203" y="702"/>
                    </a:cubicBezTo>
                    <a:cubicBezTo>
                      <a:pt x="1228" y="702"/>
                      <a:pt x="1253" y="727"/>
                      <a:pt x="1304" y="752"/>
                    </a:cubicBezTo>
                    <a:cubicBezTo>
                      <a:pt x="1304" y="777"/>
                      <a:pt x="1304" y="803"/>
                      <a:pt x="1304" y="853"/>
                    </a:cubicBezTo>
                    <a:cubicBezTo>
                      <a:pt x="1329" y="903"/>
                      <a:pt x="1329" y="978"/>
                      <a:pt x="1354" y="1028"/>
                    </a:cubicBezTo>
                    <a:lnTo>
                      <a:pt x="1354" y="1053"/>
                    </a:lnTo>
                    <a:cubicBezTo>
                      <a:pt x="1304" y="1028"/>
                      <a:pt x="1228" y="1028"/>
                      <a:pt x="1178" y="1003"/>
                    </a:cubicBezTo>
                    <a:cubicBezTo>
                      <a:pt x="1153" y="1003"/>
                      <a:pt x="1103" y="978"/>
                      <a:pt x="1078" y="978"/>
                    </a:cubicBezTo>
                    <a:cubicBezTo>
                      <a:pt x="1053" y="978"/>
                      <a:pt x="1028" y="953"/>
                      <a:pt x="1003" y="953"/>
                    </a:cubicBezTo>
                    <a:cubicBezTo>
                      <a:pt x="953" y="953"/>
                      <a:pt x="903" y="928"/>
                      <a:pt x="852" y="928"/>
                    </a:cubicBezTo>
                    <a:cubicBezTo>
                      <a:pt x="852" y="903"/>
                      <a:pt x="827" y="903"/>
                      <a:pt x="827" y="903"/>
                    </a:cubicBezTo>
                    <a:lnTo>
                      <a:pt x="802" y="903"/>
                    </a:lnTo>
                    <a:cubicBezTo>
                      <a:pt x="777" y="903"/>
                      <a:pt x="752" y="953"/>
                      <a:pt x="752" y="978"/>
                    </a:cubicBezTo>
                    <a:cubicBezTo>
                      <a:pt x="777" y="1003"/>
                      <a:pt x="777" y="1028"/>
                      <a:pt x="777" y="1028"/>
                    </a:cubicBezTo>
                    <a:cubicBezTo>
                      <a:pt x="777" y="1053"/>
                      <a:pt x="802" y="1078"/>
                      <a:pt x="802" y="1103"/>
                    </a:cubicBezTo>
                    <a:cubicBezTo>
                      <a:pt x="827" y="1153"/>
                      <a:pt x="852" y="1204"/>
                      <a:pt x="877" y="1254"/>
                    </a:cubicBezTo>
                    <a:cubicBezTo>
                      <a:pt x="903" y="1329"/>
                      <a:pt x="928" y="1379"/>
                      <a:pt x="978" y="1429"/>
                    </a:cubicBezTo>
                    <a:cubicBezTo>
                      <a:pt x="978" y="1454"/>
                      <a:pt x="978" y="1479"/>
                      <a:pt x="1003" y="1479"/>
                    </a:cubicBezTo>
                    <a:cubicBezTo>
                      <a:pt x="953" y="1479"/>
                      <a:pt x="903" y="1454"/>
                      <a:pt x="852" y="1429"/>
                    </a:cubicBezTo>
                    <a:cubicBezTo>
                      <a:pt x="802" y="1429"/>
                      <a:pt x="727" y="1404"/>
                      <a:pt x="677" y="1379"/>
                    </a:cubicBezTo>
                    <a:lnTo>
                      <a:pt x="652" y="1379"/>
                    </a:lnTo>
                    <a:cubicBezTo>
                      <a:pt x="652" y="1379"/>
                      <a:pt x="652" y="1354"/>
                      <a:pt x="652" y="1354"/>
                    </a:cubicBezTo>
                    <a:cubicBezTo>
                      <a:pt x="602" y="1304"/>
                      <a:pt x="577" y="1229"/>
                      <a:pt x="552" y="1178"/>
                    </a:cubicBezTo>
                    <a:cubicBezTo>
                      <a:pt x="527" y="1153"/>
                      <a:pt x="502" y="1128"/>
                      <a:pt x="476" y="1103"/>
                    </a:cubicBezTo>
                    <a:cubicBezTo>
                      <a:pt x="476" y="1053"/>
                      <a:pt x="451" y="1003"/>
                      <a:pt x="426" y="978"/>
                    </a:cubicBezTo>
                    <a:cubicBezTo>
                      <a:pt x="401" y="953"/>
                      <a:pt x="401" y="928"/>
                      <a:pt x="376" y="928"/>
                    </a:cubicBezTo>
                    <a:cubicBezTo>
                      <a:pt x="351" y="928"/>
                      <a:pt x="351" y="928"/>
                      <a:pt x="326" y="953"/>
                    </a:cubicBezTo>
                    <a:cubicBezTo>
                      <a:pt x="326" y="953"/>
                      <a:pt x="326" y="953"/>
                      <a:pt x="301" y="978"/>
                    </a:cubicBezTo>
                    <a:cubicBezTo>
                      <a:pt x="301" y="1003"/>
                      <a:pt x="301" y="1003"/>
                      <a:pt x="326" y="1028"/>
                    </a:cubicBezTo>
                    <a:cubicBezTo>
                      <a:pt x="351" y="1103"/>
                      <a:pt x="376" y="1178"/>
                      <a:pt x="426" y="1254"/>
                    </a:cubicBezTo>
                    <a:cubicBezTo>
                      <a:pt x="426" y="1279"/>
                      <a:pt x="451" y="1279"/>
                      <a:pt x="451" y="1304"/>
                    </a:cubicBezTo>
                    <a:cubicBezTo>
                      <a:pt x="401" y="1304"/>
                      <a:pt x="376" y="1279"/>
                      <a:pt x="326" y="1279"/>
                    </a:cubicBezTo>
                    <a:cubicBezTo>
                      <a:pt x="276" y="1254"/>
                      <a:pt x="226" y="1229"/>
                      <a:pt x="151" y="1204"/>
                    </a:cubicBezTo>
                    <a:cubicBezTo>
                      <a:pt x="126" y="1204"/>
                      <a:pt x="101" y="1178"/>
                      <a:pt x="75" y="1178"/>
                    </a:cubicBezTo>
                    <a:lnTo>
                      <a:pt x="25" y="1178"/>
                    </a:lnTo>
                    <a:cubicBezTo>
                      <a:pt x="0" y="1204"/>
                      <a:pt x="0" y="1254"/>
                      <a:pt x="25" y="1254"/>
                    </a:cubicBezTo>
                    <a:cubicBezTo>
                      <a:pt x="75" y="1279"/>
                      <a:pt x="126" y="1304"/>
                      <a:pt x="151" y="1329"/>
                    </a:cubicBezTo>
                    <a:cubicBezTo>
                      <a:pt x="176" y="1329"/>
                      <a:pt x="226" y="1354"/>
                      <a:pt x="251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76" y="1404"/>
                      <a:pt x="401" y="1404"/>
                      <a:pt x="426" y="1429"/>
                    </a:cubicBezTo>
                    <a:cubicBezTo>
                      <a:pt x="401" y="1429"/>
                      <a:pt x="401" y="1454"/>
                      <a:pt x="376" y="1454"/>
                    </a:cubicBezTo>
                    <a:cubicBezTo>
                      <a:pt x="301" y="1504"/>
                      <a:pt x="251" y="1554"/>
                      <a:pt x="201" y="1605"/>
                    </a:cubicBezTo>
                    <a:cubicBezTo>
                      <a:pt x="176" y="1630"/>
                      <a:pt x="151" y="1655"/>
                      <a:pt x="176" y="1705"/>
                    </a:cubicBezTo>
                    <a:cubicBezTo>
                      <a:pt x="176" y="1705"/>
                      <a:pt x="201" y="1730"/>
                      <a:pt x="226" y="1730"/>
                    </a:cubicBezTo>
                    <a:lnTo>
                      <a:pt x="276" y="1730"/>
                    </a:lnTo>
                    <a:cubicBezTo>
                      <a:pt x="351" y="1680"/>
                      <a:pt x="426" y="1605"/>
                      <a:pt x="502" y="1554"/>
                    </a:cubicBezTo>
                    <a:cubicBezTo>
                      <a:pt x="527" y="1529"/>
                      <a:pt x="577" y="1504"/>
                      <a:pt x="602" y="1479"/>
                    </a:cubicBezTo>
                    <a:lnTo>
                      <a:pt x="627" y="1479"/>
                    </a:lnTo>
                    <a:cubicBezTo>
                      <a:pt x="627" y="1479"/>
                      <a:pt x="652" y="1504"/>
                      <a:pt x="677" y="1504"/>
                    </a:cubicBezTo>
                    <a:cubicBezTo>
                      <a:pt x="727" y="1529"/>
                      <a:pt x="802" y="1554"/>
                      <a:pt x="852" y="1554"/>
                    </a:cubicBezTo>
                    <a:cubicBezTo>
                      <a:pt x="903" y="1579"/>
                      <a:pt x="928" y="1579"/>
                      <a:pt x="953" y="1605"/>
                    </a:cubicBezTo>
                    <a:cubicBezTo>
                      <a:pt x="928" y="1605"/>
                      <a:pt x="903" y="1630"/>
                      <a:pt x="877" y="1655"/>
                    </a:cubicBezTo>
                    <a:cubicBezTo>
                      <a:pt x="852" y="1680"/>
                      <a:pt x="827" y="1680"/>
                      <a:pt x="802" y="1705"/>
                    </a:cubicBezTo>
                    <a:cubicBezTo>
                      <a:pt x="777" y="1730"/>
                      <a:pt x="752" y="1755"/>
                      <a:pt x="752" y="1755"/>
                    </a:cubicBezTo>
                    <a:cubicBezTo>
                      <a:pt x="677" y="1805"/>
                      <a:pt x="627" y="1855"/>
                      <a:pt x="552" y="1905"/>
                    </a:cubicBezTo>
                    <a:cubicBezTo>
                      <a:pt x="552" y="1905"/>
                      <a:pt x="527" y="1930"/>
                      <a:pt x="527" y="1930"/>
                    </a:cubicBezTo>
                    <a:cubicBezTo>
                      <a:pt x="527" y="1955"/>
                      <a:pt x="527" y="1980"/>
                      <a:pt x="552" y="1980"/>
                    </a:cubicBezTo>
                    <a:cubicBezTo>
                      <a:pt x="577" y="1980"/>
                      <a:pt x="577" y="2006"/>
                      <a:pt x="602" y="2006"/>
                    </a:cubicBezTo>
                    <a:lnTo>
                      <a:pt x="652" y="2006"/>
                    </a:lnTo>
                    <a:cubicBezTo>
                      <a:pt x="702" y="2031"/>
                      <a:pt x="777" y="2031"/>
                      <a:pt x="827" y="2056"/>
                    </a:cubicBezTo>
                    <a:cubicBezTo>
                      <a:pt x="877" y="2081"/>
                      <a:pt x="928" y="2081"/>
                      <a:pt x="1003" y="2106"/>
                    </a:cubicBezTo>
                    <a:lnTo>
                      <a:pt x="1028" y="2106"/>
                    </a:lnTo>
                    <a:cubicBezTo>
                      <a:pt x="1003" y="2131"/>
                      <a:pt x="1003" y="2131"/>
                      <a:pt x="978" y="2131"/>
                    </a:cubicBezTo>
                    <a:cubicBezTo>
                      <a:pt x="928" y="2181"/>
                      <a:pt x="903" y="2231"/>
                      <a:pt x="852" y="2281"/>
                    </a:cubicBezTo>
                    <a:cubicBezTo>
                      <a:pt x="827" y="2281"/>
                      <a:pt x="802" y="2306"/>
                      <a:pt x="777" y="2331"/>
                    </a:cubicBezTo>
                    <a:lnTo>
                      <a:pt x="752" y="2331"/>
                    </a:lnTo>
                    <a:cubicBezTo>
                      <a:pt x="702" y="2306"/>
                      <a:pt x="627" y="2306"/>
                      <a:pt x="552" y="2281"/>
                    </a:cubicBezTo>
                    <a:cubicBezTo>
                      <a:pt x="502" y="2281"/>
                      <a:pt x="426" y="2256"/>
                      <a:pt x="351" y="2256"/>
                    </a:cubicBezTo>
                    <a:lnTo>
                      <a:pt x="276" y="2231"/>
                    </a:lnTo>
                    <a:lnTo>
                      <a:pt x="251" y="2231"/>
                    </a:lnTo>
                    <a:cubicBezTo>
                      <a:pt x="251" y="2231"/>
                      <a:pt x="226" y="2231"/>
                      <a:pt x="226" y="2256"/>
                    </a:cubicBezTo>
                    <a:cubicBezTo>
                      <a:pt x="201" y="2256"/>
                      <a:pt x="201" y="2281"/>
                      <a:pt x="201" y="2281"/>
                    </a:cubicBezTo>
                    <a:cubicBezTo>
                      <a:pt x="176" y="2331"/>
                      <a:pt x="201" y="2356"/>
                      <a:pt x="226" y="2381"/>
                    </a:cubicBezTo>
                    <a:cubicBezTo>
                      <a:pt x="276" y="2407"/>
                      <a:pt x="351" y="2407"/>
                      <a:pt x="401" y="2432"/>
                    </a:cubicBezTo>
                    <a:lnTo>
                      <a:pt x="502" y="2432"/>
                    </a:lnTo>
                    <a:cubicBezTo>
                      <a:pt x="552" y="2457"/>
                      <a:pt x="602" y="2457"/>
                      <a:pt x="652" y="2457"/>
                    </a:cubicBezTo>
                    <a:cubicBezTo>
                      <a:pt x="627" y="2482"/>
                      <a:pt x="602" y="2507"/>
                      <a:pt x="577" y="2532"/>
                    </a:cubicBezTo>
                    <a:cubicBezTo>
                      <a:pt x="527" y="2582"/>
                      <a:pt x="476" y="2607"/>
                      <a:pt x="426" y="2657"/>
                    </a:cubicBezTo>
                    <a:cubicBezTo>
                      <a:pt x="401" y="2682"/>
                      <a:pt x="351" y="2732"/>
                      <a:pt x="301" y="2757"/>
                    </a:cubicBezTo>
                    <a:cubicBezTo>
                      <a:pt x="301" y="2782"/>
                      <a:pt x="301" y="2808"/>
                      <a:pt x="301" y="2808"/>
                    </a:cubicBezTo>
                    <a:cubicBezTo>
                      <a:pt x="314" y="2820"/>
                      <a:pt x="326" y="2826"/>
                      <a:pt x="335" y="2826"/>
                    </a:cubicBezTo>
                    <a:cubicBezTo>
                      <a:pt x="345" y="2826"/>
                      <a:pt x="351" y="2820"/>
                      <a:pt x="351" y="2808"/>
                    </a:cubicBezTo>
                    <a:cubicBezTo>
                      <a:pt x="401" y="2782"/>
                      <a:pt x="426" y="2732"/>
                      <a:pt x="476" y="2707"/>
                    </a:cubicBezTo>
                    <a:cubicBezTo>
                      <a:pt x="527" y="2657"/>
                      <a:pt x="577" y="2632"/>
                      <a:pt x="602" y="2582"/>
                    </a:cubicBezTo>
                    <a:cubicBezTo>
                      <a:pt x="652" y="2557"/>
                      <a:pt x="677" y="2532"/>
                      <a:pt x="702" y="2507"/>
                    </a:cubicBezTo>
                    <a:cubicBezTo>
                      <a:pt x="702" y="2557"/>
                      <a:pt x="702" y="2607"/>
                      <a:pt x="702" y="2657"/>
                    </a:cubicBezTo>
                    <a:cubicBezTo>
                      <a:pt x="702" y="2757"/>
                      <a:pt x="702" y="2858"/>
                      <a:pt x="702" y="2958"/>
                    </a:cubicBezTo>
                    <a:cubicBezTo>
                      <a:pt x="702" y="2983"/>
                      <a:pt x="702" y="3008"/>
                      <a:pt x="727" y="3008"/>
                    </a:cubicBezTo>
                    <a:cubicBezTo>
                      <a:pt x="752" y="3008"/>
                      <a:pt x="777" y="2983"/>
                      <a:pt x="777" y="2958"/>
                    </a:cubicBezTo>
                    <a:cubicBezTo>
                      <a:pt x="777" y="2782"/>
                      <a:pt x="802" y="2632"/>
                      <a:pt x="802" y="2457"/>
                    </a:cubicBezTo>
                    <a:cubicBezTo>
                      <a:pt x="802" y="2457"/>
                      <a:pt x="802" y="2432"/>
                      <a:pt x="802" y="2432"/>
                    </a:cubicBezTo>
                    <a:cubicBezTo>
                      <a:pt x="827" y="2432"/>
                      <a:pt x="827" y="2407"/>
                      <a:pt x="827" y="2407"/>
                    </a:cubicBezTo>
                    <a:cubicBezTo>
                      <a:pt x="852" y="2381"/>
                      <a:pt x="877" y="2356"/>
                      <a:pt x="903" y="2331"/>
                    </a:cubicBezTo>
                    <a:cubicBezTo>
                      <a:pt x="953" y="2281"/>
                      <a:pt x="1003" y="2256"/>
                      <a:pt x="1053" y="2206"/>
                    </a:cubicBezTo>
                    <a:cubicBezTo>
                      <a:pt x="1053" y="2231"/>
                      <a:pt x="1053" y="2256"/>
                      <a:pt x="1078" y="2281"/>
                    </a:cubicBezTo>
                    <a:cubicBezTo>
                      <a:pt x="1078" y="2281"/>
                      <a:pt x="1103" y="2306"/>
                      <a:pt x="1103" y="2331"/>
                    </a:cubicBezTo>
                    <a:cubicBezTo>
                      <a:pt x="1128" y="2356"/>
                      <a:pt x="1128" y="2381"/>
                      <a:pt x="1128" y="2407"/>
                    </a:cubicBezTo>
                    <a:cubicBezTo>
                      <a:pt x="1153" y="2432"/>
                      <a:pt x="1153" y="2457"/>
                      <a:pt x="1178" y="2482"/>
                    </a:cubicBezTo>
                    <a:cubicBezTo>
                      <a:pt x="1178" y="2507"/>
                      <a:pt x="1203" y="2532"/>
                      <a:pt x="1203" y="2557"/>
                    </a:cubicBezTo>
                    <a:cubicBezTo>
                      <a:pt x="1203" y="2582"/>
                      <a:pt x="1228" y="2607"/>
                      <a:pt x="1228" y="2632"/>
                    </a:cubicBezTo>
                    <a:cubicBezTo>
                      <a:pt x="1228" y="2657"/>
                      <a:pt x="1253" y="2657"/>
                      <a:pt x="1253" y="2682"/>
                    </a:cubicBezTo>
                    <a:cubicBezTo>
                      <a:pt x="1253" y="2707"/>
                      <a:pt x="1253" y="2707"/>
                      <a:pt x="1278" y="2732"/>
                    </a:cubicBezTo>
                    <a:lnTo>
                      <a:pt x="1304" y="2732"/>
                    </a:lnTo>
                    <a:cubicBezTo>
                      <a:pt x="1329" y="2707"/>
                      <a:pt x="1354" y="2707"/>
                      <a:pt x="1354" y="2682"/>
                    </a:cubicBezTo>
                    <a:cubicBezTo>
                      <a:pt x="1379" y="2682"/>
                      <a:pt x="1379" y="2657"/>
                      <a:pt x="1404" y="2657"/>
                    </a:cubicBezTo>
                    <a:cubicBezTo>
                      <a:pt x="1429" y="2632"/>
                      <a:pt x="1429" y="2632"/>
                      <a:pt x="1454" y="2607"/>
                    </a:cubicBezTo>
                    <a:cubicBezTo>
                      <a:pt x="1479" y="2607"/>
                      <a:pt x="1504" y="2582"/>
                      <a:pt x="1504" y="2582"/>
                    </a:cubicBezTo>
                    <a:cubicBezTo>
                      <a:pt x="1529" y="2557"/>
                      <a:pt x="1554" y="2532"/>
                      <a:pt x="1554" y="2532"/>
                    </a:cubicBezTo>
                    <a:cubicBezTo>
                      <a:pt x="1579" y="2507"/>
                      <a:pt x="1604" y="2507"/>
                      <a:pt x="1604" y="2482"/>
                    </a:cubicBezTo>
                    <a:cubicBezTo>
                      <a:pt x="1629" y="2457"/>
                      <a:pt x="1654" y="2457"/>
                      <a:pt x="1679" y="2432"/>
                    </a:cubicBezTo>
                    <a:cubicBezTo>
                      <a:pt x="1679" y="2482"/>
                      <a:pt x="1679" y="2507"/>
                      <a:pt x="1705" y="2532"/>
                    </a:cubicBezTo>
                    <a:cubicBezTo>
                      <a:pt x="1705" y="2607"/>
                      <a:pt x="1730" y="2682"/>
                      <a:pt x="1755" y="2732"/>
                    </a:cubicBezTo>
                    <a:cubicBezTo>
                      <a:pt x="1755" y="2757"/>
                      <a:pt x="1755" y="2757"/>
                      <a:pt x="1755" y="2757"/>
                    </a:cubicBezTo>
                    <a:cubicBezTo>
                      <a:pt x="1755" y="2757"/>
                      <a:pt x="1730" y="2757"/>
                      <a:pt x="1730" y="2782"/>
                    </a:cubicBezTo>
                    <a:cubicBezTo>
                      <a:pt x="1730" y="2808"/>
                      <a:pt x="1705" y="2833"/>
                      <a:pt x="1679" y="2858"/>
                    </a:cubicBezTo>
                    <a:cubicBezTo>
                      <a:pt x="1654" y="2908"/>
                      <a:pt x="1654" y="2933"/>
                      <a:pt x="1629" y="2983"/>
                    </a:cubicBezTo>
                    <a:cubicBezTo>
                      <a:pt x="1604" y="3008"/>
                      <a:pt x="1579" y="3058"/>
                      <a:pt x="1579" y="3083"/>
                    </a:cubicBezTo>
                    <a:cubicBezTo>
                      <a:pt x="1554" y="3133"/>
                      <a:pt x="1529" y="3183"/>
                      <a:pt x="1504" y="3209"/>
                    </a:cubicBezTo>
                    <a:cubicBezTo>
                      <a:pt x="1504" y="3234"/>
                      <a:pt x="1479" y="3234"/>
                      <a:pt x="1504" y="3259"/>
                    </a:cubicBezTo>
                    <a:cubicBezTo>
                      <a:pt x="1504" y="3284"/>
                      <a:pt x="1504" y="3284"/>
                      <a:pt x="1529" y="3309"/>
                    </a:cubicBezTo>
                    <a:cubicBezTo>
                      <a:pt x="1554" y="3309"/>
                      <a:pt x="1579" y="3309"/>
                      <a:pt x="1604" y="3284"/>
                    </a:cubicBezTo>
                    <a:cubicBezTo>
                      <a:pt x="1629" y="3259"/>
                      <a:pt x="1654" y="3234"/>
                      <a:pt x="1679" y="3183"/>
                    </a:cubicBezTo>
                    <a:cubicBezTo>
                      <a:pt x="1679" y="3158"/>
                      <a:pt x="1705" y="3133"/>
                      <a:pt x="1705" y="3108"/>
                    </a:cubicBezTo>
                    <a:cubicBezTo>
                      <a:pt x="1755" y="3058"/>
                      <a:pt x="1755" y="3008"/>
                      <a:pt x="1780" y="2933"/>
                    </a:cubicBezTo>
                    <a:cubicBezTo>
                      <a:pt x="1805" y="2958"/>
                      <a:pt x="1805" y="2983"/>
                      <a:pt x="1805" y="2983"/>
                    </a:cubicBezTo>
                    <a:cubicBezTo>
                      <a:pt x="1830" y="2908"/>
                      <a:pt x="1830" y="2808"/>
                      <a:pt x="1855" y="2732"/>
                    </a:cubicBezTo>
                    <a:cubicBezTo>
                      <a:pt x="1830" y="2632"/>
                      <a:pt x="1805" y="2557"/>
                      <a:pt x="1780" y="2457"/>
                    </a:cubicBezTo>
                    <a:lnTo>
                      <a:pt x="1780" y="2457"/>
                    </a:lnTo>
                    <a:cubicBezTo>
                      <a:pt x="1805" y="2482"/>
                      <a:pt x="1830" y="2482"/>
                      <a:pt x="1855" y="2482"/>
                    </a:cubicBezTo>
                    <a:lnTo>
                      <a:pt x="1880" y="2482"/>
                    </a:lnTo>
                    <a:cubicBezTo>
                      <a:pt x="1905" y="2482"/>
                      <a:pt x="1905" y="2457"/>
                      <a:pt x="1905" y="2432"/>
                    </a:cubicBezTo>
                    <a:cubicBezTo>
                      <a:pt x="1880" y="2432"/>
                      <a:pt x="1855" y="2407"/>
                      <a:pt x="1830" y="2407"/>
                    </a:cubicBezTo>
                    <a:lnTo>
                      <a:pt x="1805" y="2407"/>
                    </a:lnTo>
                    <a:cubicBezTo>
                      <a:pt x="1780" y="2407"/>
                      <a:pt x="1780" y="2381"/>
                      <a:pt x="1780" y="2381"/>
                    </a:cubicBezTo>
                    <a:cubicBezTo>
                      <a:pt x="1780" y="2381"/>
                      <a:pt x="1755" y="2356"/>
                      <a:pt x="1755" y="2356"/>
                    </a:cubicBezTo>
                    <a:cubicBezTo>
                      <a:pt x="1730" y="2231"/>
                      <a:pt x="1705" y="2106"/>
                      <a:pt x="1679" y="1980"/>
                    </a:cubicBezTo>
                    <a:cubicBezTo>
                      <a:pt x="1679" y="1930"/>
                      <a:pt x="1654" y="1880"/>
                      <a:pt x="1654" y="1855"/>
                    </a:cubicBezTo>
                    <a:lnTo>
                      <a:pt x="1654" y="1855"/>
                    </a:lnTo>
                    <a:cubicBezTo>
                      <a:pt x="1755" y="1880"/>
                      <a:pt x="1855" y="1905"/>
                      <a:pt x="1955" y="1955"/>
                    </a:cubicBezTo>
                    <a:cubicBezTo>
                      <a:pt x="1955" y="1905"/>
                      <a:pt x="1955" y="1855"/>
                      <a:pt x="1955" y="1780"/>
                    </a:cubicBezTo>
                    <a:cubicBezTo>
                      <a:pt x="1880" y="1780"/>
                      <a:pt x="1830" y="1755"/>
                      <a:pt x="1755" y="1730"/>
                    </a:cubicBezTo>
                    <a:cubicBezTo>
                      <a:pt x="1730" y="1730"/>
                      <a:pt x="1679" y="1705"/>
                      <a:pt x="1629" y="1705"/>
                    </a:cubicBezTo>
                    <a:cubicBezTo>
                      <a:pt x="1679" y="1655"/>
                      <a:pt x="1705" y="1630"/>
                      <a:pt x="1755" y="1579"/>
                    </a:cubicBezTo>
                    <a:cubicBezTo>
                      <a:pt x="1805" y="1554"/>
                      <a:pt x="1855" y="1504"/>
                      <a:pt x="1880" y="1454"/>
                    </a:cubicBezTo>
                    <a:cubicBezTo>
                      <a:pt x="1905" y="1429"/>
                      <a:pt x="1930" y="1429"/>
                      <a:pt x="1955" y="1404"/>
                    </a:cubicBezTo>
                    <a:cubicBezTo>
                      <a:pt x="1955" y="1379"/>
                      <a:pt x="1955" y="1329"/>
                      <a:pt x="1955" y="1304"/>
                    </a:cubicBezTo>
                    <a:cubicBezTo>
                      <a:pt x="1930" y="1354"/>
                      <a:pt x="1880" y="1379"/>
                      <a:pt x="1830" y="1404"/>
                    </a:cubicBezTo>
                    <a:cubicBezTo>
                      <a:pt x="1780" y="1454"/>
                      <a:pt x="1730" y="1479"/>
                      <a:pt x="1679" y="1529"/>
                    </a:cubicBezTo>
                    <a:cubicBezTo>
                      <a:pt x="1654" y="1554"/>
                      <a:pt x="1629" y="1579"/>
                      <a:pt x="1604" y="1605"/>
                    </a:cubicBezTo>
                    <a:cubicBezTo>
                      <a:pt x="1554" y="1479"/>
                      <a:pt x="1529" y="1354"/>
                      <a:pt x="1504" y="1229"/>
                    </a:cubicBezTo>
                    <a:cubicBezTo>
                      <a:pt x="1504" y="1204"/>
                      <a:pt x="1504" y="1178"/>
                      <a:pt x="1479" y="1153"/>
                    </a:cubicBezTo>
                    <a:lnTo>
                      <a:pt x="1504" y="1153"/>
                    </a:lnTo>
                    <a:cubicBezTo>
                      <a:pt x="1529" y="1128"/>
                      <a:pt x="1579" y="1103"/>
                      <a:pt x="1604" y="1103"/>
                    </a:cubicBezTo>
                    <a:cubicBezTo>
                      <a:pt x="1629" y="1078"/>
                      <a:pt x="1654" y="1028"/>
                      <a:pt x="1705" y="1003"/>
                    </a:cubicBezTo>
                    <a:cubicBezTo>
                      <a:pt x="1705" y="1003"/>
                      <a:pt x="1730" y="978"/>
                      <a:pt x="1755" y="953"/>
                    </a:cubicBezTo>
                    <a:cubicBezTo>
                      <a:pt x="1780" y="928"/>
                      <a:pt x="1805" y="928"/>
                      <a:pt x="1830" y="903"/>
                    </a:cubicBezTo>
                    <a:cubicBezTo>
                      <a:pt x="1855" y="878"/>
                      <a:pt x="1905" y="828"/>
                      <a:pt x="1930" y="803"/>
                    </a:cubicBezTo>
                    <a:cubicBezTo>
                      <a:pt x="1930" y="777"/>
                      <a:pt x="1930" y="727"/>
                      <a:pt x="1905" y="677"/>
                    </a:cubicBezTo>
                    <a:cubicBezTo>
                      <a:pt x="1905" y="702"/>
                      <a:pt x="1905" y="702"/>
                      <a:pt x="1880" y="702"/>
                    </a:cubicBezTo>
                    <a:cubicBezTo>
                      <a:pt x="1855" y="727"/>
                      <a:pt x="1830" y="752"/>
                      <a:pt x="1805" y="752"/>
                    </a:cubicBezTo>
                    <a:cubicBezTo>
                      <a:pt x="1780" y="777"/>
                      <a:pt x="1780" y="803"/>
                      <a:pt x="1730" y="828"/>
                    </a:cubicBezTo>
                    <a:cubicBezTo>
                      <a:pt x="1705" y="853"/>
                      <a:pt x="1679" y="878"/>
                      <a:pt x="1654" y="903"/>
                    </a:cubicBezTo>
                    <a:cubicBezTo>
                      <a:pt x="1629" y="928"/>
                      <a:pt x="1629" y="953"/>
                      <a:pt x="1604" y="953"/>
                    </a:cubicBezTo>
                    <a:cubicBezTo>
                      <a:pt x="1579" y="978"/>
                      <a:pt x="1554" y="1003"/>
                      <a:pt x="1554" y="1003"/>
                    </a:cubicBezTo>
                    <a:cubicBezTo>
                      <a:pt x="1529" y="1028"/>
                      <a:pt x="1504" y="1078"/>
                      <a:pt x="1479" y="1103"/>
                    </a:cubicBezTo>
                    <a:cubicBezTo>
                      <a:pt x="1454" y="1078"/>
                      <a:pt x="1454" y="1053"/>
                      <a:pt x="1454" y="1028"/>
                    </a:cubicBezTo>
                    <a:cubicBezTo>
                      <a:pt x="1429" y="978"/>
                      <a:pt x="1429" y="903"/>
                      <a:pt x="1429" y="853"/>
                    </a:cubicBezTo>
                    <a:cubicBezTo>
                      <a:pt x="1429" y="828"/>
                      <a:pt x="1404" y="803"/>
                      <a:pt x="1404" y="752"/>
                    </a:cubicBezTo>
                    <a:lnTo>
                      <a:pt x="1429" y="752"/>
                    </a:lnTo>
                    <a:cubicBezTo>
                      <a:pt x="1454" y="702"/>
                      <a:pt x="1479" y="652"/>
                      <a:pt x="1504" y="602"/>
                    </a:cubicBezTo>
                    <a:cubicBezTo>
                      <a:pt x="1529" y="527"/>
                      <a:pt x="1554" y="477"/>
                      <a:pt x="1579" y="427"/>
                    </a:cubicBezTo>
                    <a:cubicBezTo>
                      <a:pt x="1604" y="376"/>
                      <a:pt x="1629" y="301"/>
                      <a:pt x="1629" y="251"/>
                    </a:cubicBezTo>
                    <a:cubicBezTo>
                      <a:pt x="1654" y="201"/>
                      <a:pt x="1679" y="126"/>
                      <a:pt x="1705" y="76"/>
                    </a:cubicBezTo>
                    <a:cubicBezTo>
                      <a:pt x="1730" y="51"/>
                      <a:pt x="1705" y="0"/>
                      <a:pt x="16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3" name="Google Shape;5813;p50"/>
              <p:cNvSpPr/>
              <p:nvPr/>
            </p:nvSpPr>
            <p:spPr>
              <a:xfrm>
                <a:off x="5306550" y="1503775"/>
                <a:ext cx="50150" cy="70675"/>
              </a:xfrm>
              <a:custGeom>
                <a:rect b="b" l="l" r="r" t="t"/>
                <a:pathLst>
                  <a:path extrusionOk="0" h="2827" w="2006">
                    <a:moveTo>
                      <a:pt x="1630" y="1"/>
                    </a:moveTo>
                    <a:cubicBezTo>
                      <a:pt x="1630" y="1"/>
                      <a:pt x="1630" y="26"/>
                      <a:pt x="1605" y="26"/>
                    </a:cubicBezTo>
                    <a:cubicBezTo>
                      <a:pt x="1554" y="176"/>
                      <a:pt x="1504" y="302"/>
                      <a:pt x="1429" y="427"/>
                    </a:cubicBezTo>
                    <a:cubicBezTo>
                      <a:pt x="1429" y="477"/>
                      <a:pt x="1404" y="502"/>
                      <a:pt x="1379" y="552"/>
                    </a:cubicBezTo>
                    <a:cubicBezTo>
                      <a:pt x="1379" y="527"/>
                      <a:pt x="1379" y="502"/>
                      <a:pt x="1379" y="477"/>
                    </a:cubicBezTo>
                    <a:cubicBezTo>
                      <a:pt x="1354" y="402"/>
                      <a:pt x="1354" y="352"/>
                      <a:pt x="1329" y="302"/>
                    </a:cubicBezTo>
                    <a:cubicBezTo>
                      <a:pt x="1329" y="226"/>
                      <a:pt x="1304" y="176"/>
                      <a:pt x="1279" y="101"/>
                    </a:cubicBezTo>
                    <a:cubicBezTo>
                      <a:pt x="1279" y="76"/>
                      <a:pt x="1254" y="51"/>
                      <a:pt x="1229" y="51"/>
                    </a:cubicBezTo>
                    <a:lnTo>
                      <a:pt x="1203" y="51"/>
                    </a:lnTo>
                    <a:cubicBezTo>
                      <a:pt x="1178" y="76"/>
                      <a:pt x="1153" y="101"/>
                      <a:pt x="1178" y="126"/>
                    </a:cubicBezTo>
                    <a:cubicBezTo>
                      <a:pt x="1178" y="201"/>
                      <a:pt x="1203" y="251"/>
                      <a:pt x="1203" y="302"/>
                    </a:cubicBezTo>
                    <a:cubicBezTo>
                      <a:pt x="1229" y="377"/>
                      <a:pt x="1229" y="427"/>
                      <a:pt x="1254" y="477"/>
                    </a:cubicBezTo>
                    <a:cubicBezTo>
                      <a:pt x="1254" y="502"/>
                      <a:pt x="1254" y="527"/>
                      <a:pt x="1279" y="552"/>
                    </a:cubicBezTo>
                    <a:cubicBezTo>
                      <a:pt x="1229" y="552"/>
                      <a:pt x="1203" y="527"/>
                      <a:pt x="1178" y="502"/>
                    </a:cubicBezTo>
                    <a:cubicBezTo>
                      <a:pt x="1128" y="502"/>
                      <a:pt x="1078" y="477"/>
                      <a:pt x="1053" y="452"/>
                    </a:cubicBezTo>
                    <a:cubicBezTo>
                      <a:pt x="1003" y="427"/>
                      <a:pt x="953" y="402"/>
                      <a:pt x="903" y="377"/>
                    </a:cubicBezTo>
                    <a:lnTo>
                      <a:pt x="878" y="377"/>
                    </a:lnTo>
                    <a:cubicBezTo>
                      <a:pt x="853" y="377"/>
                      <a:pt x="828" y="377"/>
                      <a:pt x="828" y="402"/>
                    </a:cubicBezTo>
                    <a:cubicBezTo>
                      <a:pt x="802" y="427"/>
                      <a:pt x="802" y="452"/>
                      <a:pt x="853" y="477"/>
                    </a:cubicBezTo>
                    <a:cubicBezTo>
                      <a:pt x="878" y="502"/>
                      <a:pt x="928" y="552"/>
                      <a:pt x="978" y="577"/>
                    </a:cubicBezTo>
                    <a:cubicBezTo>
                      <a:pt x="1003" y="602"/>
                      <a:pt x="1053" y="602"/>
                      <a:pt x="1078" y="627"/>
                    </a:cubicBezTo>
                    <a:cubicBezTo>
                      <a:pt x="1128" y="652"/>
                      <a:pt x="1153" y="678"/>
                      <a:pt x="1203" y="678"/>
                    </a:cubicBezTo>
                    <a:cubicBezTo>
                      <a:pt x="1229" y="703"/>
                      <a:pt x="1279" y="728"/>
                      <a:pt x="1304" y="728"/>
                    </a:cubicBezTo>
                    <a:cubicBezTo>
                      <a:pt x="1304" y="778"/>
                      <a:pt x="1304" y="803"/>
                      <a:pt x="1329" y="828"/>
                    </a:cubicBezTo>
                    <a:cubicBezTo>
                      <a:pt x="1329" y="903"/>
                      <a:pt x="1329" y="953"/>
                      <a:pt x="1354" y="1028"/>
                    </a:cubicBezTo>
                    <a:cubicBezTo>
                      <a:pt x="1354" y="1028"/>
                      <a:pt x="1354" y="1053"/>
                      <a:pt x="1354" y="1053"/>
                    </a:cubicBezTo>
                    <a:cubicBezTo>
                      <a:pt x="1304" y="1028"/>
                      <a:pt x="1229" y="1028"/>
                      <a:pt x="1178" y="1003"/>
                    </a:cubicBezTo>
                    <a:cubicBezTo>
                      <a:pt x="1153" y="978"/>
                      <a:pt x="1128" y="978"/>
                      <a:pt x="1103" y="978"/>
                    </a:cubicBezTo>
                    <a:cubicBezTo>
                      <a:pt x="1053" y="953"/>
                      <a:pt x="1028" y="953"/>
                      <a:pt x="1003" y="953"/>
                    </a:cubicBezTo>
                    <a:cubicBezTo>
                      <a:pt x="953" y="928"/>
                      <a:pt x="903" y="928"/>
                      <a:pt x="853" y="903"/>
                    </a:cubicBezTo>
                    <a:lnTo>
                      <a:pt x="802" y="903"/>
                    </a:lnTo>
                    <a:cubicBezTo>
                      <a:pt x="777" y="903"/>
                      <a:pt x="752" y="953"/>
                      <a:pt x="777" y="978"/>
                    </a:cubicBezTo>
                    <a:cubicBezTo>
                      <a:pt x="777" y="1003"/>
                      <a:pt x="777" y="1003"/>
                      <a:pt x="777" y="1028"/>
                    </a:cubicBezTo>
                    <a:cubicBezTo>
                      <a:pt x="802" y="1053"/>
                      <a:pt x="802" y="1079"/>
                      <a:pt x="802" y="1104"/>
                    </a:cubicBezTo>
                    <a:cubicBezTo>
                      <a:pt x="828" y="1154"/>
                      <a:pt x="853" y="1204"/>
                      <a:pt x="878" y="1254"/>
                    </a:cubicBezTo>
                    <a:cubicBezTo>
                      <a:pt x="903" y="1304"/>
                      <a:pt x="953" y="1354"/>
                      <a:pt x="978" y="1429"/>
                    </a:cubicBezTo>
                    <a:cubicBezTo>
                      <a:pt x="978" y="1454"/>
                      <a:pt x="1003" y="1454"/>
                      <a:pt x="1003" y="1480"/>
                    </a:cubicBezTo>
                    <a:cubicBezTo>
                      <a:pt x="953" y="1480"/>
                      <a:pt x="928" y="1454"/>
                      <a:pt x="878" y="1429"/>
                    </a:cubicBezTo>
                    <a:cubicBezTo>
                      <a:pt x="802" y="1404"/>
                      <a:pt x="752" y="1404"/>
                      <a:pt x="677" y="1379"/>
                    </a:cubicBezTo>
                    <a:cubicBezTo>
                      <a:pt x="677" y="1354"/>
                      <a:pt x="652" y="1354"/>
                      <a:pt x="652" y="1354"/>
                    </a:cubicBezTo>
                    <a:cubicBezTo>
                      <a:pt x="627" y="1279"/>
                      <a:pt x="577" y="1229"/>
                      <a:pt x="552" y="1179"/>
                    </a:cubicBezTo>
                    <a:cubicBezTo>
                      <a:pt x="527" y="1154"/>
                      <a:pt x="527" y="1129"/>
                      <a:pt x="502" y="1079"/>
                    </a:cubicBezTo>
                    <a:cubicBezTo>
                      <a:pt x="477" y="1053"/>
                      <a:pt x="452" y="1003"/>
                      <a:pt x="427" y="953"/>
                    </a:cubicBezTo>
                    <a:cubicBezTo>
                      <a:pt x="427" y="928"/>
                      <a:pt x="401" y="928"/>
                      <a:pt x="376" y="928"/>
                    </a:cubicBezTo>
                    <a:lnTo>
                      <a:pt x="351" y="928"/>
                    </a:lnTo>
                    <a:cubicBezTo>
                      <a:pt x="326" y="953"/>
                      <a:pt x="326" y="953"/>
                      <a:pt x="326" y="978"/>
                    </a:cubicBezTo>
                    <a:cubicBezTo>
                      <a:pt x="301" y="978"/>
                      <a:pt x="326" y="1003"/>
                      <a:pt x="326" y="1028"/>
                    </a:cubicBezTo>
                    <a:cubicBezTo>
                      <a:pt x="351" y="1104"/>
                      <a:pt x="376" y="1179"/>
                      <a:pt x="427" y="1254"/>
                    </a:cubicBezTo>
                    <a:cubicBezTo>
                      <a:pt x="427" y="1254"/>
                      <a:pt x="452" y="1279"/>
                      <a:pt x="452" y="1304"/>
                    </a:cubicBezTo>
                    <a:cubicBezTo>
                      <a:pt x="427" y="1279"/>
                      <a:pt x="376" y="1279"/>
                      <a:pt x="351" y="1254"/>
                    </a:cubicBezTo>
                    <a:cubicBezTo>
                      <a:pt x="276" y="1254"/>
                      <a:pt x="226" y="1229"/>
                      <a:pt x="176" y="1204"/>
                    </a:cubicBezTo>
                    <a:cubicBezTo>
                      <a:pt x="151" y="1204"/>
                      <a:pt x="126" y="1179"/>
                      <a:pt x="101" y="1179"/>
                    </a:cubicBezTo>
                    <a:cubicBezTo>
                      <a:pt x="76" y="1154"/>
                      <a:pt x="76" y="1154"/>
                      <a:pt x="76" y="1154"/>
                    </a:cubicBezTo>
                    <a:cubicBezTo>
                      <a:pt x="51" y="1154"/>
                      <a:pt x="26" y="1179"/>
                      <a:pt x="26" y="1179"/>
                    </a:cubicBezTo>
                    <a:cubicBezTo>
                      <a:pt x="0" y="1204"/>
                      <a:pt x="26" y="1229"/>
                      <a:pt x="51" y="1254"/>
                    </a:cubicBezTo>
                    <a:cubicBezTo>
                      <a:pt x="76" y="1279"/>
                      <a:pt x="126" y="1304"/>
                      <a:pt x="176" y="1329"/>
                    </a:cubicBezTo>
                    <a:cubicBezTo>
                      <a:pt x="201" y="1329"/>
                      <a:pt x="226" y="1329"/>
                      <a:pt x="251" y="1354"/>
                    </a:cubicBezTo>
                    <a:cubicBezTo>
                      <a:pt x="276" y="1354"/>
                      <a:pt x="301" y="1379"/>
                      <a:pt x="326" y="1379"/>
                    </a:cubicBezTo>
                    <a:cubicBezTo>
                      <a:pt x="376" y="1404"/>
                      <a:pt x="401" y="1404"/>
                      <a:pt x="452" y="1404"/>
                    </a:cubicBezTo>
                    <a:cubicBezTo>
                      <a:pt x="427" y="1429"/>
                      <a:pt x="401" y="1454"/>
                      <a:pt x="376" y="1454"/>
                    </a:cubicBezTo>
                    <a:cubicBezTo>
                      <a:pt x="326" y="1505"/>
                      <a:pt x="251" y="1555"/>
                      <a:pt x="201" y="1605"/>
                    </a:cubicBezTo>
                    <a:cubicBezTo>
                      <a:pt x="176" y="1630"/>
                      <a:pt x="176" y="1655"/>
                      <a:pt x="176" y="1680"/>
                    </a:cubicBezTo>
                    <a:cubicBezTo>
                      <a:pt x="201" y="1705"/>
                      <a:pt x="201" y="1705"/>
                      <a:pt x="226" y="1730"/>
                    </a:cubicBezTo>
                    <a:cubicBezTo>
                      <a:pt x="251" y="1730"/>
                      <a:pt x="276" y="1730"/>
                      <a:pt x="276" y="1705"/>
                    </a:cubicBezTo>
                    <a:cubicBezTo>
                      <a:pt x="351" y="1655"/>
                      <a:pt x="427" y="1605"/>
                      <a:pt x="502" y="1555"/>
                    </a:cubicBezTo>
                    <a:cubicBezTo>
                      <a:pt x="552" y="1530"/>
                      <a:pt x="577" y="1505"/>
                      <a:pt x="602" y="1480"/>
                    </a:cubicBezTo>
                    <a:lnTo>
                      <a:pt x="627" y="1480"/>
                    </a:lnTo>
                    <a:cubicBezTo>
                      <a:pt x="652" y="1480"/>
                      <a:pt x="677" y="1505"/>
                      <a:pt x="677" y="1505"/>
                    </a:cubicBezTo>
                    <a:cubicBezTo>
                      <a:pt x="752" y="1530"/>
                      <a:pt x="802" y="1530"/>
                      <a:pt x="878" y="1555"/>
                    </a:cubicBezTo>
                    <a:cubicBezTo>
                      <a:pt x="903" y="1580"/>
                      <a:pt x="928" y="1580"/>
                      <a:pt x="953" y="1580"/>
                    </a:cubicBezTo>
                    <a:cubicBezTo>
                      <a:pt x="928" y="1605"/>
                      <a:pt x="903" y="1630"/>
                      <a:pt x="878" y="1655"/>
                    </a:cubicBezTo>
                    <a:cubicBezTo>
                      <a:pt x="853" y="1655"/>
                      <a:pt x="853" y="1680"/>
                      <a:pt x="828" y="1705"/>
                    </a:cubicBezTo>
                    <a:cubicBezTo>
                      <a:pt x="802" y="1730"/>
                      <a:pt x="777" y="1730"/>
                      <a:pt x="752" y="1755"/>
                    </a:cubicBezTo>
                    <a:cubicBezTo>
                      <a:pt x="677" y="1805"/>
                      <a:pt x="627" y="1855"/>
                      <a:pt x="577" y="1906"/>
                    </a:cubicBezTo>
                    <a:cubicBezTo>
                      <a:pt x="552" y="1906"/>
                      <a:pt x="552" y="1906"/>
                      <a:pt x="527" y="1931"/>
                    </a:cubicBezTo>
                    <a:cubicBezTo>
                      <a:pt x="527" y="1956"/>
                      <a:pt x="552" y="1981"/>
                      <a:pt x="552" y="1981"/>
                    </a:cubicBezTo>
                    <a:cubicBezTo>
                      <a:pt x="577" y="1981"/>
                      <a:pt x="602" y="1981"/>
                      <a:pt x="602" y="2006"/>
                    </a:cubicBezTo>
                    <a:lnTo>
                      <a:pt x="652" y="2006"/>
                    </a:lnTo>
                    <a:cubicBezTo>
                      <a:pt x="727" y="2031"/>
                      <a:pt x="777" y="2031"/>
                      <a:pt x="828" y="2056"/>
                    </a:cubicBezTo>
                    <a:cubicBezTo>
                      <a:pt x="878" y="2056"/>
                      <a:pt x="953" y="2081"/>
                      <a:pt x="1003" y="2106"/>
                    </a:cubicBezTo>
                    <a:lnTo>
                      <a:pt x="1028" y="2106"/>
                    </a:lnTo>
                    <a:cubicBezTo>
                      <a:pt x="1003" y="2106"/>
                      <a:pt x="1003" y="2131"/>
                      <a:pt x="1003" y="2131"/>
                    </a:cubicBezTo>
                    <a:cubicBezTo>
                      <a:pt x="953" y="2181"/>
                      <a:pt x="903" y="2231"/>
                      <a:pt x="853" y="2256"/>
                    </a:cubicBezTo>
                    <a:cubicBezTo>
                      <a:pt x="828" y="2282"/>
                      <a:pt x="802" y="2307"/>
                      <a:pt x="777" y="2332"/>
                    </a:cubicBezTo>
                    <a:cubicBezTo>
                      <a:pt x="702" y="2307"/>
                      <a:pt x="627" y="2282"/>
                      <a:pt x="577" y="2282"/>
                    </a:cubicBezTo>
                    <a:cubicBezTo>
                      <a:pt x="502" y="2256"/>
                      <a:pt x="427" y="2256"/>
                      <a:pt x="351" y="2256"/>
                    </a:cubicBezTo>
                    <a:lnTo>
                      <a:pt x="276" y="2231"/>
                    </a:lnTo>
                    <a:lnTo>
                      <a:pt x="226" y="2231"/>
                    </a:lnTo>
                    <a:cubicBezTo>
                      <a:pt x="226" y="2256"/>
                      <a:pt x="201" y="2256"/>
                      <a:pt x="201" y="2282"/>
                    </a:cubicBezTo>
                    <a:cubicBezTo>
                      <a:pt x="176" y="2332"/>
                      <a:pt x="201" y="2357"/>
                      <a:pt x="251" y="2382"/>
                    </a:cubicBezTo>
                    <a:cubicBezTo>
                      <a:pt x="301" y="2382"/>
                      <a:pt x="351" y="2407"/>
                      <a:pt x="401" y="2407"/>
                    </a:cubicBezTo>
                    <a:cubicBezTo>
                      <a:pt x="452" y="2432"/>
                      <a:pt x="477" y="2432"/>
                      <a:pt x="527" y="2432"/>
                    </a:cubicBezTo>
                    <a:cubicBezTo>
                      <a:pt x="577" y="2432"/>
                      <a:pt x="602" y="2457"/>
                      <a:pt x="652" y="2457"/>
                    </a:cubicBezTo>
                    <a:cubicBezTo>
                      <a:pt x="627" y="2482"/>
                      <a:pt x="602" y="2507"/>
                      <a:pt x="577" y="2532"/>
                    </a:cubicBezTo>
                    <a:cubicBezTo>
                      <a:pt x="527" y="2582"/>
                      <a:pt x="477" y="2607"/>
                      <a:pt x="452" y="2657"/>
                    </a:cubicBezTo>
                    <a:cubicBezTo>
                      <a:pt x="401" y="2683"/>
                      <a:pt x="351" y="2733"/>
                      <a:pt x="326" y="2758"/>
                    </a:cubicBezTo>
                    <a:cubicBezTo>
                      <a:pt x="301" y="2783"/>
                      <a:pt x="301" y="2783"/>
                      <a:pt x="326" y="2808"/>
                    </a:cubicBezTo>
                    <a:cubicBezTo>
                      <a:pt x="326" y="2820"/>
                      <a:pt x="333" y="2827"/>
                      <a:pt x="342" y="2827"/>
                    </a:cubicBezTo>
                    <a:cubicBezTo>
                      <a:pt x="351" y="2827"/>
                      <a:pt x="364" y="2820"/>
                      <a:pt x="376" y="2808"/>
                    </a:cubicBezTo>
                    <a:cubicBezTo>
                      <a:pt x="401" y="2783"/>
                      <a:pt x="452" y="2733"/>
                      <a:pt x="477" y="2708"/>
                    </a:cubicBezTo>
                    <a:cubicBezTo>
                      <a:pt x="527" y="2657"/>
                      <a:pt x="577" y="2632"/>
                      <a:pt x="627" y="2582"/>
                    </a:cubicBezTo>
                    <a:cubicBezTo>
                      <a:pt x="652" y="2557"/>
                      <a:pt x="677" y="2532"/>
                      <a:pt x="702" y="2507"/>
                    </a:cubicBezTo>
                    <a:cubicBezTo>
                      <a:pt x="702" y="2557"/>
                      <a:pt x="702" y="2607"/>
                      <a:pt x="702" y="2657"/>
                    </a:cubicBezTo>
                    <a:cubicBezTo>
                      <a:pt x="702" y="2708"/>
                      <a:pt x="702" y="2758"/>
                      <a:pt x="702" y="2808"/>
                    </a:cubicBezTo>
                    <a:cubicBezTo>
                      <a:pt x="727" y="2758"/>
                      <a:pt x="752" y="2733"/>
                      <a:pt x="802" y="2683"/>
                    </a:cubicBezTo>
                    <a:cubicBezTo>
                      <a:pt x="802" y="2607"/>
                      <a:pt x="802" y="2532"/>
                      <a:pt x="802" y="2457"/>
                    </a:cubicBezTo>
                    <a:cubicBezTo>
                      <a:pt x="802" y="2457"/>
                      <a:pt x="828" y="2432"/>
                      <a:pt x="828" y="2432"/>
                    </a:cubicBezTo>
                    <a:cubicBezTo>
                      <a:pt x="828" y="2407"/>
                      <a:pt x="828" y="2407"/>
                      <a:pt x="828" y="2407"/>
                    </a:cubicBezTo>
                    <a:cubicBezTo>
                      <a:pt x="853" y="2382"/>
                      <a:pt x="878" y="2357"/>
                      <a:pt x="903" y="2332"/>
                    </a:cubicBezTo>
                    <a:cubicBezTo>
                      <a:pt x="953" y="2282"/>
                      <a:pt x="1003" y="2231"/>
                      <a:pt x="1053" y="2206"/>
                    </a:cubicBezTo>
                    <a:cubicBezTo>
                      <a:pt x="1053" y="2206"/>
                      <a:pt x="1053" y="2206"/>
                      <a:pt x="1053" y="2181"/>
                    </a:cubicBezTo>
                    <a:cubicBezTo>
                      <a:pt x="1053" y="2206"/>
                      <a:pt x="1078" y="2231"/>
                      <a:pt x="1078" y="2231"/>
                    </a:cubicBezTo>
                    <a:cubicBezTo>
                      <a:pt x="1153" y="2106"/>
                      <a:pt x="1254" y="1981"/>
                      <a:pt x="1329" y="1855"/>
                    </a:cubicBezTo>
                    <a:cubicBezTo>
                      <a:pt x="1304" y="1855"/>
                      <a:pt x="1279" y="1881"/>
                      <a:pt x="1279" y="1881"/>
                    </a:cubicBezTo>
                    <a:cubicBezTo>
                      <a:pt x="1229" y="1931"/>
                      <a:pt x="1178" y="1981"/>
                      <a:pt x="1128" y="2006"/>
                    </a:cubicBezTo>
                    <a:cubicBezTo>
                      <a:pt x="1103" y="2031"/>
                      <a:pt x="1103" y="2031"/>
                      <a:pt x="1078" y="2056"/>
                    </a:cubicBezTo>
                    <a:cubicBezTo>
                      <a:pt x="1053" y="2056"/>
                      <a:pt x="1028" y="2031"/>
                      <a:pt x="1003" y="2031"/>
                    </a:cubicBezTo>
                    <a:cubicBezTo>
                      <a:pt x="953" y="2031"/>
                      <a:pt x="903" y="2006"/>
                      <a:pt x="853" y="1981"/>
                    </a:cubicBezTo>
                    <a:cubicBezTo>
                      <a:pt x="802" y="1956"/>
                      <a:pt x="752" y="1956"/>
                      <a:pt x="677" y="1931"/>
                    </a:cubicBezTo>
                    <a:lnTo>
                      <a:pt x="652" y="1931"/>
                    </a:lnTo>
                    <a:cubicBezTo>
                      <a:pt x="652" y="1906"/>
                      <a:pt x="677" y="1906"/>
                      <a:pt x="702" y="1881"/>
                    </a:cubicBezTo>
                    <a:cubicBezTo>
                      <a:pt x="727" y="1881"/>
                      <a:pt x="727" y="1855"/>
                      <a:pt x="752" y="1830"/>
                    </a:cubicBezTo>
                    <a:cubicBezTo>
                      <a:pt x="777" y="1830"/>
                      <a:pt x="802" y="1805"/>
                      <a:pt x="828" y="1780"/>
                    </a:cubicBezTo>
                    <a:cubicBezTo>
                      <a:pt x="878" y="1755"/>
                      <a:pt x="903" y="1730"/>
                      <a:pt x="953" y="1705"/>
                    </a:cubicBezTo>
                    <a:cubicBezTo>
                      <a:pt x="978" y="1680"/>
                      <a:pt x="1003" y="1680"/>
                      <a:pt x="1003" y="1680"/>
                    </a:cubicBezTo>
                    <a:cubicBezTo>
                      <a:pt x="1028" y="1655"/>
                      <a:pt x="1053" y="1655"/>
                      <a:pt x="1053" y="1630"/>
                    </a:cubicBezTo>
                    <a:cubicBezTo>
                      <a:pt x="1128" y="1655"/>
                      <a:pt x="1178" y="1680"/>
                      <a:pt x="1229" y="1705"/>
                    </a:cubicBezTo>
                    <a:cubicBezTo>
                      <a:pt x="1279" y="1705"/>
                      <a:pt x="1329" y="1730"/>
                      <a:pt x="1379" y="1755"/>
                    </a:cubicBezTo>
                    <a:cubicBezTo>
                      <a:pt x="1404" y="1705"/>
                      <a:pt x="1429" y="1680"/>
                      <a:pt x="1454" y="1630"/>
                    </a:cubicBezTo>
                    <a:lnTo>
                      <a:pt x="1429" y="1630"/>
                    </a:lnTo>
                    <a:cubicBezTo>
                      <a:pt x="1304" y="1605"/>
                      <a:pt x="1203" y="1555"/>
                      <a:pt x="1103" y="1530"/>
                    </a:cubicBezTo>
                    <a:cubicBezTo>
                      <a:pt x="1103" y="1505"/>
                      <a:pt x="1103" y="1480"/>
                      <a:pt x="1078" y="1480"/>
                    </a:cubicBezTo>
                    <a:cubicBezTo>
                      <a:pt x="1078" y="1454"/>
                      <a:pt x="1078" y="1429"/>
                      <a:pt x="1053" y="1404"/>
                    </a:cubicBezTo>
                    <a:cubicBezTo>
                      <a:pt x="1028" y="1354"/>
                      <a:pt x="1003" y="1304"/>
                      <a:pt x="1003" y="1254"/>
                    </a:cubicBezTo>
                    <a:cubicBezTo>
                      <a:pt x="978" y="1204"/>
                      <a:pt x="953" y="1154"/>
                      <a:pt x="953" y="1104"/>
                    </a:cubicBezTo>
                    <a:cubicBezTo>
                      <a:pt x="928" y="1079"/>
                      <a:pt x="928" y="1028"/>
                      <a:pt x="903" y="1003"/>
                    </a:cubicBezTo>
                    <a:lnTo>
                      <a:pt x="978" y="1003"/>
                    </a:lnTo>
                    <a:cubicBezTo>
                      <a:pt x="1003" y="1028"/>
                      <a:pt x="1028" y="1028"/>
                      <a:pt x="1078" y="1028"/>
                    </a:cubicBezTo>
                    <a:cubicBezTo>
                      <a:pt x="1103" y="1053"/>
                      <a:pt x="1128" y="1053"/>
                      <a:pt x="1153" y="1053"/>
                    </a:cubicBezTo>
                    <a:cubicBezTo>
                      <a:pt x="1229" y="1079"/>
                      <a:pt x="1279" y="1104"/>
                      <a:pt x="1329" y="1104"/>
                    </a:cubicBezTo>
                    <a:cubicBezTo>
                      <a:pt x="1354" y="1104"/>
                      <a:pt x="1379" y="1129"/>
                      <a:pt x="1379" y="1129"/>
                    </a:cubicBezTo>
                    <a:cubicBezTo>
                      <a:pt x="1379" y="1154"/>
                      <a:pt x="1404" y="1179"/>
                      <a:pt x="1404" y="1229"/>
                    </a:cubicBezTo>
                    <a:cubicBezTo>
                      <a:pt x="1429" y="1329"/>
                      <a:pt x="1454" y="1454"/>
                      <a:pt x="1479" y="1555"/>
                    </a:cubicBezTo>
                    <a:cubicBezTo>
                      <a:pt x="1504" y="1530"/>
                      <a:pt x="1529" y="1480"/>
                      <a:pt x="1554" y="1429"/>
                    </a:cubicBezTo>
                    <a:cubicBezTo>
                      <a:pt x="1554" y="1354"/>
                      <a:pt x="1529" y="1279"/>
                      <a:pt x="1504" y="1204"/>
                    </a:cubicBezTo>
                    <a:cubicBezTo>
                      <a:pt x="1504" y="1204"/>
                      <a:pt x="1504" y="1179"/>
                      <a:pt x="1504" y="1154"/>
                    </a:cubicBezTo>
                    <a:cubicBezTo>
                      <a:pt x="1554" y="1129"/>
                      <a:pt x="1579" y="1104"/>
                      <a:pt x="1605" y="1079"/>
                    </a:cubicBezTo>
                    <a:cubicBezTo>
                      <a:pt x="1630" y="1053"/>
                      <a:pt x="1680" y="1028"/>
                      <a:pt x="1705" y="1003"/>
                    </a:cubicBezTo>
                    <a:cubicBezTo>
                      <a:pt x="1730" y="978"/>
                      <a:pt x="1730" y="978"/>
                      <a:pt x="1755" y="953"/>
                    </a:cubicBezTo>
                    <a:cubicBezTo>
                      <a:pt x="1780" y="928"/>
                      <a:pt x="1805" y="903"/>
                      <a:pt x="1830" y="878"/>
                    </a:cubicBezTo>
                    <a:cubicBezTo>
                      <a:pt x="1855" y="878"/>
                      <a:pt x="1880" y="853"/>
                      <a:pt x="1905" y="828"/>
                    </a:cubicBezTo>
                    <a:cubicBezTo>
                      <a:pt x="1955" y="778"/>
                      <a:pt x="1980" y="703"/>
                      <a:pt x="2006" y="652"/>
                    </a:cubicBezTo>
                    <a:lnTo>
                      <a:pt x="1980" y="652"/>
                    </a:lnTo>
                    <a:cubicBezTo>
                      <a:pt x="1930" y="678"/>
                      <a:pt x="1930" y="678"/>
                      <a:pt x="1905" y="703"/>
                    </a:cubicBezTo>
                    <a:cubicBezTo>
                      <a:pt x="1880" y="728"/>
                      <a:pt x="1855" y="728"/>
                      <a:pt x="1830" y="753"/>
                    </a:cubicBezTo>
                    <a:cubicBezTo>
                      <a:pt x="1805" y="778"/>
                      <a:pt x="1780" y="803"/>
                      <a:pt x="1755" y="828"/>
                    </a:cubicBezTo>
                    <a:cubicBezTo>
                      <a:pt x="1730" y="853"/>
                      <a:pt x="1705" y="878"/>
                      <a:pt x="1680" y="903"/>
                    </a:cubicBezTo>
                    <a:cubicBezTo>
                      <a:pt x="1655" y="928"/>
                      <a:pt x="1630" y="928"/>
                      <a:pt x="1605" y="953"/>
                    </a:cubicBezTo>
                    <a:cubicBezTo>
                      <a:pt x="1579" y="978"/>
                      <a:pt x="1579" y="978"/>
                      <a:pt x="1554" y="1003"/>
                    </a:cubicBezTo>
                    <a:cubicBezTo>
                      <a:pt x="1529" y="1028"/>
                      <a:pt x="1504" y="1053"/>
                      <a:pt x="1479" y="1079"/>
                    </a:cubicBezTo>
                    <a:cubicBezTo>
                      <a:pt x="1479" y="1079"/>
                      <a:pt x="1479" y="1053"/>
                      <a:pt x="1454" y="1028"/>
                    </a:cubicBezTo>
                    <a:cubicBezTo>
                      <a:pt x="1454" y="953"/>
                      <a:pt x="1429" y="903"/>
                      <a:pt x="1429" y="828"/>
                    </a:cubicBezTo>
                    <a:cubicBezTo>
                      <a:pt x="1429" y="803"/>
                      <a:pt x="1429" y="778"/>
                      <a:pt x="1429" y="753"/>
                    </a:cubicBezTo>
                    <a:cubicBezTo>
                      <a:pt x="1429" y="753"/>
                      <a:pt x="1429" y="753"/>
                      <a:pt x="1429" y="728"/>
                    </a:cubicBezTo>
                    <a:cubicBezTo>
                      <a:pt x="1454" y="678"/>
                      <a:pt x="1479" y="652"/>
                      <a:pt x="1504" y="602"/>
                    </a:cubicBezTo>
                    <a:cubicBezTo>
                      <a:pt x="1529" y="527"/>
                      <a:pt x="1554" y="477"/>
                      <a:pt x="1579" y="402"/>
                    </a:cubicBezTo>
                    <a:cubicBezTo>
                      <a:pt x="1605" y="352"/>
                      <a:pt x="1630" y="302"/>
                      <a:pt x="1655" y="251"/>
                    </a:cubicBezTo>
                    <a:cubicBezTo>
                      <a:pt x="1680" y="201"/>
                      <a:pt x="1705" y="126"/>
                      <a:pt x="1705" y="76"/>
                    </a:cubicBezTo>
                    <a:cubicBezTo>
                      <a:pt x="1730" y="26"/>
                      <a:pt x="1705" y="1"/>
                      <a:pt x="16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4" name="Google Shape;5814;p50"/>
              <p:cNvSpPr/>
              <p:nvPr/>
            </p:nvSpPr>
            <p:spPr>
              <a:xfrm>
                <a:off x="4973225" y="1614675"/>
                <a:ext cx="95250" cy="75850"/>
              </a:xfrm>
              <a:custGeom>
                <a:rect b="b" l="l" r="r" t="t"/>
                <a:pathLst>
                  <a:path extrusionOk="0" h="3034" w="3810">
                    <a:moveTo>
                      <a:pt x="3158" y="1"/>
                    </a:moveTo>
                    <a:lnTo>
                      <a:pt x="0" y="2307"/>
                    </a:lnTo>
                    <a:lnTo>
                      <a:pt x="1028" y="3034"/>
                    </a:lnTo>
                    <a:lnTo>
                      <a:pt x="3810" y="753"/>
                    </a:lnTo>
                    <a:lnTo>
                      <a:pt x="315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15" name="Google Shape;5815;p50"/>
            <p:cNvGrpSpPr/>
            <p:nvPr/>
          </p:nvGrpSpPr>
          <p:grpSpPr>
            <a:xfrm>
              <a:off x="6781905" y="3687221"/>
              <a:ext cx="33965" cy="72546"/>
              <a:chOff x="2809050" y="2767425"/>
              <a:chExt cx="39175" cy="83675"/>
            </a:xfrm>
          </p:grpSpPr>
          <p:sp>
            <p:nvSpPr>
              <p:cNvPr id="5816" name="Google Shape;5816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7" name="Google Shape;5817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8" name="Google Shape;5818;p50"/>
              <p:cNvSpPr/>
              <p:nvPr/>
            </p:nvSpPr>
            <p:spPr>
              <a:xfrm>
                <a:off x="2835675" y="2767425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19" name="Google Shape;5819;p50"/>
            <p:cNvGrpSpPr/>
            <p:nvPr/>
          </p:nvGrpSpPr>
          <p:grpSpPr>
            <a:xfrm>
              <a:off x="7283430" y="3965147"/>
              <a:ext cx="56015" cy="35070"/>
              <a:chOff x="2809050" y="2810650"/>
              <a:chExt cx="64608" cy="40450"/>
            </a:xfrm>
          </p:grpSpPr>
          <p:sp>
            <p:nvSpPr>
              <p:cNvPr id="5820" name="Google Shape;5820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1" name="Google Shape;5821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2" name="Google Shape;5822;p50"/>
              <p:cNvSpPr/>
              <p:nvPr/>
            </p:nvSpPr>
            <p:spPr>
              <a:xfrm>
                <a:off x="2861108" y="2822832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23" name="Google Shape;5823;p50"/>
            <p:cNvGrpSpPr/>
            <p:nvPr/>
          </p:nvGrpSpPr>
          <p:grpSpPr>
            <a:xfrm>
              <a:off x="7403705" y="3607221"/>
              <a:ext cx="33965" cy="72546"/>
              <a:chOff x="2809050" y="2767425"/>
              <a:chExt cx="39175" cy="83675"/>
            </a:xfrm>
          </p:grpSpPr>
          <p:sp>
            <p:nvSpPr>
              <p:cNvPr id="5824" name="Google Shape;5824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5" name="Google Shape;5825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6" name="Google Shape;5826;p50"/>
              <p:cNvSpPr/>
              <p:nvPr/>
            </p:nvSpPr>
            <p:spPr>
              <a:xfrm>
                <a:off x="2835675" y="2767425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27" name="Google Shape;5827;p50"/>
            <p:cNvGrpSpPr/>
            <p:nvPr/>
          </p:nvGrpSpPr>
          <p:grpSpPr>
            <a:xfrm>
              <a:off x="7294455" y="3174496"/>
              <a:ext cx="33965" cy="72546"/>
              <a:chOff x="2809050" y="2767425"/>
              <a:chExt cx="39175" cy="83675"/>
            </a:xfrm>
          </p:grpSpPr>
          <p:sp>
            <p:nvSpPr>
              <p:cNvPr id="5828" name="Google Shape;5828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9" name="Google Shape;5829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0" name="Google Shape;5830;p50"/>
              <p:cNvSpPr/>
              <p:nvPr/>
            </p:nvSpPr>
            <p:spPr>
              <a:xfrm>
                <a:off x="2835675" y="2767425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31" name="Google Shape;5831;p50"/>
            <p:cNvGrpSpPr/>
            <p:nvPr/>
          </p:nvGrpSpPr>
          <p:grpSpPr>
            <a:xfrm flipH="1">
              <a:off x="6843555" y="3238121"/>
              <a:ext cx="33965" cy="72546"/>
              <a:chOff x="2809050" y="2767425"/>
              <a:chExt cx="39175" cy="83675"/>
            </a:xfrm>
          </p:grpSpPr>
          <p:sp>
            <p:nvSpPr>
              <p:cNvPr id="5832" name="Google Shape;5832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3" name="Google Shape;5833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4" name="Google Shape;5834;p50"/>
              <p:cNvSpPr/>
              <p:nvPr/>
            </p:nvSpPr>
            <p:spPr>
              <a:xfrm>
                <a:off x="2835675" y="2767425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35" name="Google Shape;5835;p50"/>
            <p:cNvGrpSpPr/>
            <p:nvPr/>
          </p:nvGrpSpPr>
          <p:grpSpPr>
            <a:xfrm rot="-1800087">
              <a:off x="6694231" y="3385023"/>
              <a:ext cx="56012" cy="35069"/>
              <a:chOff x="2809050" y="2810650"/>
              <a:chExt cx="64608" cy="40450"/>
            </a:xfrm>
          </p:grpSpPr>
          <p:sp>
            <p:nvSpPr>
              <p:cNvPr id="5836" name="Google Shape;5836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7" name="Google Shape;5837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8" name="Google Shape;5838;p50"/>
              <p:cNvSpPr/>
              <p:nvPr/>
            </p:nvSpPr>
            <p:spPr>
              <a:xfrm>
                <a:off x="2861108" y="2822832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39" name="Google Shape;5839;p50"/>
            <p:cNvGrpSpPr/>
            <p:nvPr/>
          </p:nvGrpSpPr>
          <p:grpSpPr>
            <a:xfrm flipH="1" rot="1799889">
              <a:off x="7428698" y="3380284"/>
              <a:ext cx="29350" cy="35072"/>
              <a:chOff x="2809050" y="2810650"/>
              <a:chExt cx="33850" cy="40450"/>
            </a:xfrm>
          </p:grpSpPr>
          <p:sp>
            <p:nvSpPr>
              <p:cNvPr id="5840" name="Google Shape;5840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1" name="Google Shape;5841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2" name="Google Shape;5842;p50"/>
            <p:cNvGrpSpPr/>
            <p:nvPr/>
          </p:nvGrpSpPr>
          <p:grpSpPr>
            <a:xfrm>
              <a:off x="7283430" y="4094222"/>
              <a:ext cx="56015" cy="35070"/>
              <a:chOff x="2809050" y="2810650"/>
              <a:chExt cx="64608" cy="40450"/>
            </a:xfrm>
          </p:grpSpPr>
          <p:sp>
            <p:nvSpPr>
              <p:cNvPr id="5843" name="Google Shape;5843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4" name="Google Shape;5844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5" name="Google Shape;5845;p50"/>
              <p:cNvSpPr/>
              <p:nvPr/>
            </p:nvSpPr>
            <p:spPr>
              <a:xfrm>
                <a:off x="2861108" y="2822832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6" name="Google Shape;5846;p50"/>
            <p:cNvGrpSpPr/>
            <p:nvPr/>
          </p:nvGrpSpPr>
          <p:grpSpPr>
            <a:xfrm>
              <a:off x="6787530" y="4166947"/>
              <a:ext cx="56015" cy="35070"/>
              <a:chOff x="2809050" y="2810650"/>
              <a:chExt cx="64608" cy="40450"/>
            </a:xfrm>
          </p:grpSpPr>
          <p:sp>
            <p:nvSpPr>
              <p:cNvPr id="5847" name="Google Shape;5847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8" name="Google Shape;5848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9" name="Google Shape;5849;p50"/>
              <p:cNvSpPr/>
              <p:nvPr/>
            </p:nvSpPr>
            <p:spPr>
              <a:xfrm>
                <a:off x="2861108" y="2822832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0" name="Google Shape;5850;p50"/>
            <p:cNvGrpSpPr/>
            <p:nvPr/>
          </p:nvGrpSpPr>
          <p:grpSpPr>
            <a:xfrm>
              <a:off x="6793439" y="4520747"/>
              <a:ext cx="34464" cy="87568"/>
              <a:chOff x="2803149" y="2810650"/>
              <a:chExt cx="39751" cy="101001"/>
            </a:xfrm>
          </p:grpSpPr>
          <p:sp>
            <p:nvSpPr>
              <p:cNvPr id="5851" name="Google Shape;5851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2" name="Google Shape;5852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3" name="Google Shape;5853;p50"/>
              <p:cNvSpPr/>
              <p:nvPr/>
            </p:nvSpPr>
            <p:spPr>
              <a:xfrm>
                <a:off x="2803149" y="2885851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4" name="Google Shape;5854;p50"/>
            <p:cNvGrpSpPr/>
            <p:nvPr/>
          </p:nvGrpSpPr>
          <p:grpSpPr>
            <a:xfrm flipH="1">
              <a:off x="7328414" y="4387922"/>
              <a:ext cx="34464" cy="87568"/>
              <a:chOff x="2803149" y="2810650"/>
              <a:chExt cx="39751" cy="101001"/>
            </a:xfrm>
          </p:grpSpPr>
          <p:sp>
            <p:nvSpPr>
              <p:cNvPr id="5855" name="Google Shape;5855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6" name="Google Shape;5856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7" name="Google Shape;5857;p50"/>
              <p:cNvSpPr/>
              <p:nvPr/>
            </p:nvSpPr>
            <p:spPr>
              <a:xfrm>
                <a:off x="2803149" y="2885851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8" name="Google Shape;5858;p50"/>
            <p:cNvGrpSpPr/>
            <p:nvPr/>
          </p:nvGrpSpPr>
          <p:grpSpPr>
            <a:xfrm flipH="1" rot="2264849">
              <a:off x="6868348" y="2274064"/>
              <a:ext cx="29350" cy="35073"/>
              <a:chOff x="2809050" y="2810650"/>
              <a:chExt cx="33850" cy="40450"/>
            </a:xfrm>
          </p:grpSpPr>
          <p:sp>
            <p:nvSpPr>
              <p:cNvPr id="5859" name="Google Shape;5859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0" name="Google Shape;5860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61" name="Google Shape;5861;p50"/>
            <p:cNvGrpSpPr/>
            <p:nvPr/>
          </p:nvGrpSpPr>
          <p:grpSpPr>
            <a:xfrm flipH="1" rot="2900572">
              <a:off x="6977100" y="2191783"/>
              <a:ext cx="29349" cy="35072"/>
              <a:chOff x="2809050" y="2810650"/>
              <a:chExt cx="33850" cy="40450"/>
            </a:xfrm>
          </p:grpSpPr>
          <p:sp>
            <p:nvSpPr>
              <p:cNvPr id="5862" name="Google Shape;5862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3" name="Google Shape;5863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64" name="Google Shape;5864;p50"/>
            <p:cNvGrpSpPr/>
            <p:nvPr/>
          </p:nvGrpSpPr>
          <p:grpSpPr>
            <a:xfrm rot="-2264849">
              <a:off x="7384898" y="2373089"/>
              <a:ext cx="29350" cy="35073"/>
              <a:chOff x="2809050" y="2810650"/>
              <a:chExt cx="33850" cy="40450"/>
            </a:xfrm>
          </p:grpSpPr>
          <p:sp>
            <p:nvSpPr>
              <p:cNvPr id="5865" name="Google Shape;5865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6" name="Google Shape;5866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67" name="Google Shape;5867;p50"/>
            <p:cNvGrpSpPr/>
            <p:nvPr/>
          </p:nvGrpSpPr>
          <p:grpSpPr>
            <a:xfrm rot="-3213260">
              <a:off x="7331098" y="2206624"/>
              <a:ext cx="29351" cy="35074"/>
              <a:chOff x="2809050" y="2810650"/>
              <a:chExt cx="33850" cy="40450"/>
            </a:xfrm>
          </p:grpSpPr>
          <p:sp>
            <p:nvSpPr>
              <p:cNvPr id="5868" name="Google Shape;5868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9" name="Google Shape;5869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0" name="Google Shape;5870;p50"/>
            <p:cNvGrpSpPr/>
            <p:nvPr/>
          </p:nvGrpSpPr>
          <p:grpSpPr>
            <a:xfrm rot="-2264849">
              <a:off x="7472523" y="3049264"/>
              <a:ext cx="29350" cy="35073"/>
              <a:chOff x="2809050" y="2810650"/>
              <a:chExt cx="33850" cy="40450"/>
            </a:xfrm>
          </p:grpSpPr>
          <p:sp>
            <p:nvSpPr>
              <p:cNvPr id="5871" name="Google Shape;5871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2" name="Google Shape;5872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rgbClr val="7B6F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3" name="Google Shape;5873;p50"/>
            <p:cNvGrpSpPr/>
            <p:nvPr/>
          </p:nvGrpSpPr>
          <p:grpSpPr>
            <a:xfrm rot="-819383">
              <a:off x="7198967" y="3413396"/>
              <a:ext cx="33965" cy="72547"/>
              <a:chOff x="2809050" y="2767425"/>
              <a:chExt cx="39175" cy="83675"/>
            </a:xfrm>
          </p:grpSpPr>
          <p:sp>
            <p:nvSpPr>
              <p:cNvPr id="5874" name="Google Shape;5874;p50"/>
              <p:cNvSpPr/>
              <p:nvPr/>
            </p:nvSpPr>
            <p:spPr>
              <a:xfrm>
                <a:off x="2809050" y="2810650"/>
                <a:ext cx="10050" cy="29950"/>
              </a:xfrm>
              <a:custGeom>
                <a:rect b="b" l="l" r="r" t="t"/>
                <a:pathLst>
                  <a:path extrusionOk="0" h="1198" w="402">
                    <a:moveTo>
                      <a:pt x="201" y="1"/>
                    </a:moveTo>
                    <a:cubicBezTo>
                      <a:pt x="100" y="1"/>
                      <a:pt x="0" y="69"/>
                      <a:pt x="0" y="207"/>
                    </a:cubicBezTo>
                    <a:lnTo>
                      <a:pt x="0" y="1009"/>
                    </a:lnTo>
                    <a:cubicBezTo>
                      <a:pt x="0" y="1135"/>
                      <a:pt x="100" y="1197"/>
                      <a:pt x="201" y="1197"/>
                    </a:cubicBezTo>
                    <a:cubicBezTo>
                      <a:pt x="301" y="1197"/>
                      <a:pt x="401" y="1135"/>
                      <a:pt x="401" y="1009"/>
                    </a:cubicBezTo>
                    <a:lnTo>
                      <a:pt x="401" y="207"/>
                    </a:lnTo>
                    <a:cubicBezTo>
                      <a:pt x="401" y="69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5" name="Google Shape;5875;p50"/>
              <p:cNvSpPr/>
              <p:nvPr/>
            </p:nvSpPr>
            <p:spPr>
              <a:xfrm>
                <a:off x="2829600" y="2820375"/>
                <a:ext cx="13300" cy="30725"/>
              </a:xfrm>
              <a:custGeom>
                <a:rect b="b" l="l" r="r" t="t"/>
                <a:pathLst>
                  <a:path extrusionOk="0" h="1229" w="532">
                    <a:moveTo>
                      <a:pt x="256" y="1"/>
                    </a:moveTo>
                    <a:cubicBezTo>
                      <a:pt x="134" y="1"/>
                      <a:pt x="0" y="103"/>
                      <a:pt x="30" y="269"/>
                    </a:cubicBezTo>
                    <a:cubicBezTo>
                      <a:pt x="80" y="520"/>
                      <a:pt x="106" y="771"/>
                      <a:pt x="106" y="1021"/>
                    </a:cubicBezTo>
                    <a:cubicBezTo>
                      <a:pt x="93" y="1159"/>
                      <a:pt x="193" y="1228"/>
                      <a:pt x="297" y="1228"/>
                    </a:cubicBezTo>
                    <a:cubicBezTo>
                      <a:pt x="400" y="1228"/>
                      <a:pt x="507" y="1159"/>
                      <a:pt x="507" y="1021"/>
                    </a:cubicBezTo>
                    <a:cubicBezTo>
                      <a:pt x="532" y="721"/>
                      <a:pt x="507" y="445"/>
                      <a:pt x="431" y="144"/>
                    </a:cubicBezTo>
                    <a:cubicBezTo>
                      <a:pt x="411" y="45"/>
                      <a:pt x="336" y="1"/>
                      <a:pt x="2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6" name="Google Shape;5876;p50"/>
              <p:cNvSpPr/>
              <p:nvPr/>
            </p:nvSpPr>
            <p:spPr>
              <a:xfrm>
                <a:off x="2835675" y="2767425"/>
                <a:ext cx="12550" cy="25800"/>
              </a:xfrm>
              <a:custGeom>
                <a:rect b="b" l="l" r="r" t="t"/>
                <a:pathLst>
                  <a:path extrusionOk="0" h="1032" w="502">
                    <a:moveTo>
                      <a:pt x="207" y="0"/>
                    </a:moveTo>
                    <a:cubicBezTo>
                      <a:pt x="101" y="0"/>
                      <a:pt x="0" y="69"/>
                      <a:pt x="13" y="207"/>
                    </a:cubicBezTo>
                    <a:cubicBezTo>
                      <a:pt x="38" y="407"/>
                      <a:pt x="63" y="608"/>
                      <a:pt x="63" y="834"/>
                    </a:cubicBezTo>
                    <a:cubicBezTo>
                      <a:pt x="76" y="962"/>
                      <a:pt x="194" y="1031"/>
                      <a:pt x="302" y="1031"/>
                    </a:cubicBezTo>
                    <a:cubicBezTo>
                      <a:pt x="406" y="1031"/>
                      <a:pt x="501" y="968"/>
                      <a:pt x="489" y="834"/>
                    </a:cubicBezTo>
                    <a:cubicBezTo>
                      <a:pt x="464" y="608"/>
                      <a:pt x="439" y="407"/>
                      <a:pt x="439" y="207"/>
                    </a:cubicBezTo>
                    <a:cubicBezTo>
                      <a:pt x="426" y="69"/>
                      <a:pt x="314" y="0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77" name="Google Shape;5877;p50"/>
            <p:cNvSpPr/>
            <p:nvPr/>
          </p:nvSpPr>
          <p:spPr>
            <a:xfrm rot="-819383">
              <a:off x="6959691" y="3489922"/>
              <a:ext cx="11531" cy="26639"/>
            </a:xfrm>
            <a:custGeom>
              <a:rect b="b" l="l" r="r" t="t"/>
              <a:pathLst>
                <a:path extrusionOk="0" h="1229" w="532">
                  <a:moveTo>
                    <a:pt x="256" y="1"/>
                  </a:moveTo>
                  <a:cubicBezTo>
                    <a:pt x="134" y="1"/>
                    <a:pt x="0" y="103"/>
                    <a:pt x="30" y="269"/>
                  </a:cubicBezTo>
                  <a:cubicBezTo>
                    <a:pt x="80" y="520"/>
                    <a:pt x="106" y="771"/>
                    <a:pt x="106" y="1021"/>
                  </a:cubicBezTo>
                  <a:cubicBezTo>
                    <a:pt x="93" y="1159"/>
                    <a:pt x="193" y="1228"/>
                    <a:pt x="297" y="1228"/>
                  </a:cubicBezTo>
                  <a:cubicBezTo>
                    <a:pt x="400" y="1228"/>
                    <a:pt x="507" y="1159"/>
                    <a:pt x="507" y="1021"/>
                  </a:cubicBezTo>
                  <a:cubicBezTo>
                    <a:pt x="532" y="721"/>
                    <a:pt x="507" y="445"/>
                    <a:pt x="431" y="144"/>
                  </a:cubicBezTo>
                  <a:cubicBezTo>
                    <a:pt x="411" y="45"/>
                    <a:pt x="336" y="1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1" name="Shape 5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2" name="Google Shape;5882;p51"/>
          <p:cNvSpPr/>
          <p:nvPr/>
        </p:nvSpPr>
        <p:spPr>
          <a:xfrm>
            <a:off x="1380450" y="1265375"/>
            <a:ext cx="7096500" cy="329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3" name="Google Shape;5883;p51"/>
          <p:cNvSpPr txBox="1"/>
          <p:nvPr>
            <p:ph idx="1" type="subTitle"/>
          </p:nvPr>
        </p:nvSpPr>
        <p:spPr>
          <a:xfrm>
            <a:off x="1617300" y="1366025"/>
            <a:ext cx="590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Viết hàm đệ quy cho các mô tả sau rồi cài đặt chương trình C để kiểm tra kết quả của các hàm đệ quy đó.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84" name="Google Shape;5884;p51"/>
          <p:cNvSpPr txBox="1"/>
          <p:nvPr>
            <p:ph idx="3" type="subTitle"/>
          </p:nvPr>
        </p:nvSpPr>
        <p:spPr>
          <a:xfrm>
            <a:off x="1617300" y="203850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01.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Viết hàm đệ quy in một mảng số nguyên a có n phần tử theo thứ tự từ a[0] đến a[n-1] (</a:t>
            </a:r>
            <a:r>
              <a:rPr lang="en">
                <a:solidFill>
                  <a:schemeClr val="dk1"/>
                </a:solidFill>
              </a:rPr>
              <a:t>đầu đến cuối</a:t>
            </a:r>
            <a:r>
              <a:rPr lang="en">
                <a:solidFill>
                  <a:srgbClr val="333333"/>
                </a:solidFill>
              </a:rPr>
              <a:t>).</a:t>
            </a:r>
            <a:endParaRPr sz="2200"/>
          </a:p>
        </p:txBody>
      </p:sp>
      <p:sp>
        <p:nvSpPr>
          <p:cNvPr id="5885" name="Google Shape;5885;p51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02</a:t>
            </a:r>
            <a:endParaRPr/>
          </a:p>
        </p:txBody>
      </p:sp>
      <p:pic>
        <p:nvPicPr>
          <p:cNvPr id="5886" name="Google Shape;5886;p51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7" name="Google Shape;5887;p51">
            <a:hlinkClick action="ppaction://hlinkshowjump?jump=previous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8" name="Google Shape;5888;p51">
            <a:hlinkClick action="ppaction://hlinkshowjump?jump=next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9" name="Google Shape;5889;p51"/>
          <p:cNvGrpSpPr/>
          <p:nvPr/>
        </p:nvGrpSpPr>
        <p:grpSpPr>
          <a:xfrm flipH="1" rot="-398936">
            <a:off x="878211" y="3593288"/>
            <a:ext cx="1044359" cy="1028224"/>
            <a:chOff x="3113300" y="3279250"/>
            <a:chExt cx="553925" cy="543250"/>
          </a:xfrm>
        </p:grpSpPr>
        <p:sp>
          <p:nvSpPr>
            <p:cNvPr id="5890" name="Google Shape;5890;p51"/>
            <p:cNvSpPr/>
            <p:nvPr/>
          </p:nvSpPr>
          <p:spPr>
            <a:xfrm>
              <a:off x="3491125" y="3284275"/>
              <a:ext cx="176100" cy="435475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1" name="Google Shape;5891;p51"/>
            <p:cNvSpPr/>
            <p:nvPr/>
          </p:nvSpPr>
          <p:spPr>
            <a:xfrm>
              <a:off x="3518075" y="3279250"/>
              <a:ext cx="60800" cy="432350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2" name="Google Shape;5892;p51"/>
            <p:cNvSpPr/>
            <p:nvPr/>
          </p:nvSpPr>
          <p:spPr>
            <a:xfrm>
              <a:off x="3113300" y="3629500"/>
              <a:ext cx="427350" cy="193000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3" name="Google Shape;5893;p51"/>
            <p:cNvSpPr/>
            <p:nvPr/>
          </p:nvSpPr>
          <p:spPr>
            <a:xfrm>
              <a:off x="3514300" y="3708725"/>
              <a:ext cx="95900" cy="90975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4" name="Google Shape;5894;p51"/>
            <p:cNvSpPr/>
            <p:nvPr/>
          </p:nvSpPr>
          <p:spPr>
            <a:xfrm>
              <a:off x="3545000" y="3648425"/>
              <a:ext cx="96525" cy="90500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5" name="Google Shape;5895;p51"/>
            <p:cNvSpPr/>
            <p:nvPr/>
          </p:nvSpPr>
          <p:spPr>
            <a:xfrm>
              <a:off x="3613300" y="3706800"/>
              <a:ext cx="28850" cy="29025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6" name="Google Shape;5896;p51"/>
            <p:cNvSpPr/>
            <p:nvPr/>
          </p:nvSpPr>
          <p:spPr>
            <a:xfrm>
              <a:off x="3612675" y="3710950"/>
              <a:ext cx="34500" cy="8800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7" name="Google Shape;5897;p51"/>
            <p:cNvSpPr/>
            <p:nvPr/>
          </p:nvSpPr>
          <p:spPr>
            <a:xfrm>
              <a:off x="3580100" y="3777325"/>
              <a:ext cx="18200" cy="28450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8" name="Google Shape;5898;p51"/>
            <p:cNvSpPr/>
            <p:nvPr/>
          </p:nvSpPr>
          <p:spPr>
            <a:xfrm>
              <a:off x="3574450" y="3767725"/>
              <a:ext cx="36375" cy="24525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9" name="Google Shape;5899;p51"/>
            <p:cNvSpPr/>
            <p:nvPr/>
          </p:nvSpPr>
          <p:spPr>
            <a:xfrm>
              <a:off x="3133975" y="3706725"/>
              <a:ext cx="406050" cy="94600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00" name="Google Shape;5900;p51"/>
          <p:cNvGrpSpPr/>
          <p:nvPr/>
        </p:nvGrpSpPr>
        <p:grpSpPr>
          <a:xfrm flipH="1">
            <a:off x="7345676" y="1047111"/>
            <a:ext cx="832920" cy="745490"/>
            <a:chOff x="277366" y="299012"/>
            <a:chExt cx="703301" cy="629424"/>
          </a:xfrm>
        </p:grpSpPr>
        <p:sp>
          <p:nvSpPr>
            <p:cNvPr id="5901" name="Google Shape;5901;p51"/>
            <p:cNvSpPr/>
            <p:nvPr/>
          </p:nvSpPr>
          <p:spPr>
            <a:xfrm rot="1649405">
              <a:off x="618986" y="526398"/>
              <a:ext cx="56401" cy="96501"/>
            </a:xfrm>
            <a:custGeom>
              <a:rect b="b" l="l" r="r" t="t"/>
              <a:pathLst>
                <a:path extrusionOk="0" fill="none" h="3860" w="2256">
                  <a:moveTo>
                    <a:pt x="2256" y="386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2" name="Google Shape;5902;p51"/>
            <p:cNvSpPr/>
            <p:nvPr/>
          </p:nvSpPr>
          <p:spPr>
            <a:xfrm>
              <a:off x="830737" y="814662"/>
              <a:ext cx="91991" cy="8635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3" name="Google Shape;5903;p51"/>
            <p:cNvSpPr/>
            <p:nvPr/>
          </p:nvSpPr>
          <p:spPr>
            <a:xfrm>
              <a:off x="888643" y="720973"/>
              <a:ext cx="92025" cy="86961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4" name="Google Shape;5904;p51"/>
            <p:cNvSpPr/>
            <p:nvPr/>
          </p:nvSpPr>
          <p:spPr>
            <a:xfrm>
              <a:off x="605874" y="299012"/>
              <a:ext cx="329630" cy="398615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5" name="Google Shape;5905;p51"/>
            <p:cNvSpPr/>
            <p:nvPr/>
          </p:nvSpPr>
          <p:spPr>
            <a:xfrm>
              <a:off x="280526" y="626060"/>
              <a:ext cx="482110" cy="302376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6" name="Google Shape;5906;p51"/>
            <p:cNvSpPr/>
            <p:nvPr/>
          </p:nvSpPr>
          <p:spPr>
            <a:xfrm>
              <a:off x="404868" y="741022"/>
              <a:ext cx="301561" cy="57091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7" name="Google Shape;5907;p51"/>
            <p:cNvSpPr/>
            <p:nvPr/>
          </p:nvSpPr>
          <p:spPr>
            <a:xfrm>
              <a:off x="691884" y="376492"/>
              <a:ext cx="188263" cy="258947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8" name="Google Shape;5908;p51"/>
            <p:cNvSpPr/>
            <p:nvPr/>
          </p:nvSpPr>
          <p:spPr>
            <a:xfrm rot="1649405">
              <a:off x="360454" y="578828"/>
              <a:ext cx="535131" cy="101526"/>
            </a:xfrm>
            <a:custGeom>
              <a:rect b="b" l="l" r="r" t="t"/>
              <a:pathLst>
                <a:path extrusionOk="0" fill="none" h="4061" w="21405">
                  <a:moveTo>
                    <a:pt x="21404" y="4060"/>
                  </a:moveTo>
                  <a:cubicBezTo>
                    <a:pt x="21404" y="4060"/>
                    <a:pt x="10502" y="0"/>
                    <a:pt x="0" y="1178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9" name="Google Shape;5909;p51"/>
            <p:cNvSpPr/>
            <p:nvPr/>
          </p:nvSpPr>
          <p:spPr>
            <a:xfrm rot="1649405">
              <a:off x="786105" y="654162"/>
              <a:ext cx="31975" cy="94001"/>
            </a:xfrm>
            <a:custGeom>
              <a:rect b="b" l="l" r="r" t="t"/>
              <a:pathLst>
                <a:path extrusionOk="0" fill="none" h="3760" w="1279">
                  <a:moveTo>
                    <a:pt x="401" y="0"/>
                  </a:moveTo>
                  <a:cubicBezTo>
                    <a:pt x="401" y="0"/>
                    <a:pt x="0" y="2281"/>
                    <a:pt x="1278" y="3760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0" name="Google Shape;5910;p51"/>
            <p:cNvSpPr/>
            <p:nvPr/>
          </p:nvSpPr>
          <p:spPr>
            <a:xfrm rot="1649405">
              <a:off x="606747" y="649270"/>
              <a:ext cx="93376" cy="67051"/>
            </a:xfrm>
            <a:custGeom>
              <a:rect b="b" l="l" r="r" t="t"/>
              <a:pathLst>
                <a:path extrusionOk="0" fill="none" h="2682" w="3735">
                  <a:moveTo>
                    <a:pt x="3734" y="0"/>
                  </a:moveTo>
                  <a:cubicBezTo>
                    <a:pt x="3559" y="25"/>
                    <a:pt x="0" y="2682"/>
                    <a:pt x="0" y="2682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1" name="Google Shape;5911;p51"/>
            <p:cNvSpPr/>
            <p:nvPr/>
          </p:nvSpPr>
          <p:spPr>
            <a:xfrm rot="1649405">
              <a:off x="540841" y="584623"/>
              <a:ext cx="62051" cy="40125"/>
            </a:xfrm>
            <a:custGeom>
              <a:rect b="b" l="l" r="r" t="t"/>
              <a:pathLst>
                <a:path extrusionOk="0" fill="none" h="1605" w="2482">
                  <a:moveTo>
                    <a:pt x="2482" y="25"/>
                  </a:moveTo>
                  <a:cubicBezTo>
                    <a:pt x="2357" y="0"/>
                    <a:pt x="1" y="1604"/>
                    <a:pt x="1" y="1604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2" name="Google Shape;5912;p51"/>
            <p:cNvSpPr/>
            <p:nvPr/>
          </p:nvSpPr>
          <p:spPr>
            <a:xfrm rot="1649405">
              <a:off x="472673" y="399358"/>
              <a:ext cx="107151" cy="143502"/>
            </a:xfrm>
            <a:custGeom>
              <a:rect b="b" l="l" r="r" t="t"/>
              <a:pathLst>
                <a:path extrusionOk="0" fill="none" h="5740" w="4286">
                  <a:moveTo>
                    <a:pt x="4286" y="574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3" name="Google Shape;5913;p51"/>
            <p:cNvSpPr/>
            <p:nvPr/>
          </p:nvSpPr>
          <p:spPr>
            <a:xfrm rot="1649405">
              <a:off x="341642" y="501167"/>
              <a:ext cx="148527" cy="70826"/>
            </a:xfrm>
            <a:custGeom>
              <a:rect b="b" l="l" r="r" t="t"/>
              <a:pathLst>
                <a:path extrusionOk="0" fill="none" h="2833" w="5941">
                  <a:moveTo>
                    <a:pt x="5940" y="1"/>
                  </a:moveTo>
                  <a:lnTo>
                    <a:pt x="0" y="2833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4" name="Google Shape;5914;p51"/>
            <p:cNvSpPr/>
            <p:nvPr/>
          </p:nvSpPr>
          <p:spPr>
            <a:xfrm rot="1649405">
              <a:off x="800089" y="614851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20" y="0"/>
                  </a:moveTo>
                  <a:cubicBezTo>
                    <a:pt x="664" y="0"/>
                    <a:pt x="253" y="322"/>
                    <a:pt x="126" y="787"/>
                  </a:cubicBezTo>
                  <a:cubicBezTo>
                    <a:pt x="0" y="1338"/>
                    <a:pt x="326" y="1890"/>
                    <a:pt x="878" y="2040"/>
                  </a:cubicBezTo>
                  <a:cubicBezTo>
                    <a:pt x="957" y="2058"/>
                    <a:pt x="1037" y="2067"/>
                    <a:pt x="1115" y="2067"/>
                  </a:cubicBezTo>
                  <a:cubicBezTo>
                    <a:pt x="1580" y="2067"/>
                    <a:pt x="2002" y="1760"/>
                    <a:pt x="2131" y="1288"/>
                  </a:cubicBezTo>
                  <a:cubicBezTo>
                    <a:pt x="2281" y="737"/>
                    <a:pt x="1930" y="185"/>
                    <a:pt x="1379" y="35"/>
                  </a:cubicBezTo>
                  <a:cubicBezTo>
                    <a:pt x="1292" y="11"/>
                    <a:pt x="1205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5" name="Google Shape;5915;p51"/>
            <p:cNvSpPr/>
            <p:nvPr/>
          </p:nvSpPr>
          <p:spPr>
            <a:xfrm rot="1649405">
              <a:off x="490253" y="584509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2" y="1"/>
                  </a:moveTo>
                  <a:cubicBezTo>
                    <a:pt x="677" y="1"/>
                    <a:pt x="255" y="308"/>
                    <a:pt x="126" y="780"/>
                  </a:cubicBezTo>
                  <a:cubicBezTo>
                    <a:pt x="1" y="1331"/>
                    <a:pt x="326" y="1907"/>
                    <a:pt x="878" y="2033"/>
                  </a:cubicBezTo>
                  <a:cubicBezTo>
                    <a:pt x="965" y="2056"/>
                    <a:pt x="1051" y="2068"/>
                    <a:pt x="1137" y="2068"/>
                  </a:cubicBezTo>
                  <a:cubicBezTo>
                    <a:pt x="1593" y="2068"/>
                    <a:pt x="2004" y="1745"/>
                    <a:pt x="2131" y="1281"/>
                  </a:cubicBezTo>
                  <a:cubicBezTo>
                    <a:pt x="2281" y="729"/>
                    <a:pt x="1930" y="178"/>
                    <a:pt x="1379" y="28"/>
                  </a:cubicBezTo>
                  <a:cubicBezTo>
                    <a:pt x="1300" y="10"/>
                    <a:pt x="1220" y="1"/>
                    <a:pt x="1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6" name="Google Shape;5916;p51"/>
            <p:cNvSpPr/>
            <p:nvPr/>
          </p:nvSpPr>
          <p:spPr>
            <a:xfrm rot="1649405">
              <a:off x="375953" y="459370"/>
              <a:ext cx="57051" cy="51726"/>
            </a:xfrm>
            <a:custGeom>
              <a:rect b="b" l="l" r="r" t="t"/>
              <a:pathLst>
                <a:path extrusionOk="0" h="2069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26" y="1907"/>
                    <a:pt x="878" y="2032"/>
                  </a:cubicBezTo>
                  <a:cubicBezTo>
                    <a:pt x="969" y="2057"/>
                    <a:pt x="1061" y="2069"/>
                    <a:pt x="1151" y="2069"/>
                  </a:cubicBezTo>
                  <a:cubicBezTo>
                    <a:pt x="1608" y="2069"/>
                    <a:pt x="2030" y="1765"/>
                    <a:pt x="2156" y="1305"/>
                  </a:cubicBezTo>
                  <a:cubicBezTo>
                    <a:pt x="2281" y="754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7" name="Google Shape;5917;p51"/>
            <p:cNvSpPr/>
            <p:nvPr/>
          </p:nvSpPr>
          <p:spPr>
            <a:xfrm rot="1649405">
              <a:off x="285997" y="506187"/>
              <a:ext cx="57051" cy="51351"/>
            </a:xfrm>
            <a:custGeom>
              <a:rect b="b" l="l" r="r" t="t"/>
              <a:pathLst>
                <a:path extrusionOk="0" h="2054" w="2282">
                  <a:moveTo>
                    <a:pt x="1108" y="1"/>
                  </a:moveTo>
                  <a:cubicBezTo>
                    <a:pt x="657" y="1"/>
                    <a:pt x="252" y="304"/>
                    <a:pt x="126" y="764"/>
                  </a:cubicBezTo>
                  <a:cubicBezTo>
                    <a:pt x="1" y="1315"/>
                    <a:pt x="327" y="1892"/>
                    <a:pt x="878" y="2017"/>
                  </a:cubicBezTo>
                  <a:cubicBezTo>
                    <a:pt x="969" y="2042"/>
                    <a:pt x="1061" y="2054"/>
                    <a:pt x="1151" y="2054"/>
                  </a:cubicBezTo>
                  <a:cubicBezTo>
                    <a:pt x="1607" y="2054"/>
                    <a:pt x="2026" y="1751"/>
                    <a:pt x="2131" y="1290"/>
                  </a:cubicBezTo>
                  <a:cubicBezTo>
                    <a:pt x="2281" y="739"/>
                    <a:pt x="1931" y="162"/>
                    <a:pt x="1379" y="37"/>
                  </a:cubicBezTo>
                  <a:cubicBezTo>
                    <a:pt x="1288" y="12"/>
                    <a:pt x="1197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8" name="Google Shape;5918;p51"/>
            <p:cNvSpPr/>
            <p:nvPr/>
          </p:nvSpPr>
          <p:spPr>
            <a:xfrm rot="1649405">
              <a:off x="488639" y="371793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51" y="1881"/>
                    <a:pt x="903" y="2032"/>
                  </a:cubicBezTo>
                  <a:cubicBezTo>
                    <a:pt x="990" y="2056"/>
                    <a:pt x="1076" y="2067"/>
                    <a:pt x="1162" y="2067"/>
                  </a:cubicBezTo>
                  <a:cubicBezTo>
                    <a:pt x="1618" y="2067"/>
                    <a:pt x="2029" y="1745"/>
                    <a:pt x="2156" y="1280"/>
                  </a:cubicBezTo>
                  <a:cubicBezTo>
                    <a:pt x="2281" y="729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9" name="Google Shape;5919;p51"/>
            <p:cNvSpPr/>
            <p:nvPr/>
          </p:nvSpPr>
          <p:spPr>
            <a:xfrm rot="1649405">
              <a:off x="545871" y="669025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5" y="1"/>
                  </a:moveTo>
                  <a:cubicBezTo>
                    <a:pt x="689" y="1"/>
                    <a:pt x="277" y="323"/>
                    <a:pt x="151" y="788"/>
                  </a:cubicBezTo>
                  <a:cubicBezTo>
                    <a:pt x="0" y="1339"/>
                    <a:pt x="351" y="1890"/>
                    <a:pt x="903" y="2041"/>
                  </a:cubicBezTo>
                  <a:cubicBezTo>
                    <a:pt x="982" y="2059"/>
                    <a:pt x="1062" y="2067"/>
                    <a:pt x="1140" y="2067"/>
                  </a:cubicBezTo>
                  <a:cubicBezTo>
                    <a:pt x="1605" y="2067"/>
                    <a:pt x="2027" y="1761"/>
                    <a:pt x="2156" y="1289"/>
                  </a:cubicBezTo>
                  <a:cubicBezTo>
                    <a:pt x="2281" y="737"/>
                    <a:pt x="1955" y="161"/>
                    <a:pt x="1404" y="36"/>
                  </a:cubicBezTo>
                  <a:cubicBezTo>
                    <a:pt x="1317" y="12"/>
                    <a:pt x="1230" y="1"/>
                    <a:pt x="1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0" name="Google Shape;5920;p51"/>
            <p:cNvSpPr/>
            <p:nvPr/>
          </p:nvSpPr>
          <p:spPr>
            <a:xfrm>
              <a:off x="782176" y="720123"/>
              <a:ext cx="92025" cy="86112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1" name="Google Shape;5921;p51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922" name="Google Shape;5922;p51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923" name="Google Shape;5923;p51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5924" name="Google Shape;5924;p51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HW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5925" name="Google Shape;5925;p51"/>
          <p:cNvCxnSpPr/>
          <p:nvPr/>
        </p:nvCxnSpPr>
        <p:spPr>
          <a:xfrm>
            <a:off x="4932663" y="1962300"/>
            <a:ext cx="0" cy="238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6" name="Google Shape;5926;p51"/>
          <p:cNvSpPr txBox="1"/>
          <p:nvPr>
            <p:ph idx="3" type="subTitle"/>
          </p:nvPr>
        </p:nvSpPr>
        <p:spPr>
          <a:xfrm>
            <a:off x="5083200" y="203850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02.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Dựa trên thuật toán </a:t>
            </a:r>
            <a:r>
              <a:rPr lang="en">
                <a:solidFill>
                  <a:schemeClr val="dk1"/>
                </a:solidFill>
              </a:rPr>
              <a:t>Linear Search</a:t>
            </a:r>
            <a:r>
              <a:rPr lang="en">
                <a:solidFill>
                  <a:srgbClr val="333333"/>
                </a:solidFill>
              </a:rPr>
              <a:t>, hãy cài đặt một hàm đệ quy để tìm một phần tử trong mảng số nguyên a và xuất ra chỉ số của phần tử đó.</a:t>
            </a:r>
            <a:endParaRPr sz="2200"/>
          </a:p>
        </p:txBody>
      </p:sp>
      <p:grpSp>
        <p:nvGrpSpPr>
          <p:cNvPr id="5927" name="Google Shape;5927;p51"/>
          <p:cNvGrpSpPr/>
          <p:nvPr/>
        </p:nvGrpSpPr>
        <p:grpSpPr>
          <a:xfrm>
            <a:off x="7666190" y="3253245"/>
            <a:ext cx="1303081" cy="1708309"/>
            <a:chOff x="6283707" y="2736897"/>
            <a:chExt cx="1562260" cy="2048578"/>
          </a:xfrm>
        </p:grpSpPr>
        <p:sp>
          <p:nvSpPr>
            <p:cNvPr id="5928" name="Google Shape;5928;p51"/>
            <p:cNvSpPr/>
            <p:nvPr/>
          </p:nvSpPr>
          <p:spPr>
            <a:xfrm>
              <a:off x="7635725" y="3931900"/>
              <a:ext cx="210241" cy="153369"/>
            </a:xfrm>
            <a:custGeom>
              <a:rect b="b" l="l" r="r" t="t"/>
              <a:pathLst>
                <a:path extrusionOk="0" h="5505" w="7545">
                  <a:moveTo>
                    <a:pt x="3264" y="1"/>
                  </a:moveTo>
                  <a:cubicBezTo>
                    <a:pt x="2509" y="1"/>
                    <a:pt x="1855" y="80"/>
                    <a:pt x="1855" y="80"/>
                  </a:cubicBezTo>
                  <a:cubicBezTo>
                    <a:pt x="1830" y="79"/>
                    <a:pt x="1804" y="79"/>
                    <a:pt x="1779" y="79"/>
                  </a:cubicBezTo>
                  <a:cubicBezTo>
                    <a:pt x="340" y="79"/>
                    <a:pt x="1" y="1458"/>
                    <a:pt x="1" y="1458"/>
                  </a:cubicBezTo>
                  <a:cubicBezTo>
                    <a:pt x="1" y="1458"/>
                    <a:pt x="3109" y="5343"/>
                    <a:pt x="3585" y="5493"/>
                  </a:cubicBezTo>
                  <a:cubicBezTo>
                    <a:pt x="3609" y="5501"/>
                    <a:pt x="3630" y="5505"/>
                    <a:pt x="3649" y="5505"/>
                  </a:cubicBezTo>
                  <a:cubicBezTo>
                    <a:pt x="4077" y="5505"/>
                    <a:pt x="3435" y="3714"/>
                    <a:pt x="3434" y="3714"/>
                  </a:cubicBezTo>
                  <a:lnTo>
                    <a:pt x="3434" y="3714"/>
                  </a:lnTo>
                  <a:cubicBezTo>
                    <a:pt x="3435" y="3714"/>
                    <a:pt x="4688" y="5243"/>
                    <a:pt x="5038" y="5318"/>
                  </a:cubicBezTo>
                  <a:cubicBezTo>
                    <a:pt x="5072" y="5326"/>
                    <a:pt x="5101" y="5330"/>
                    <a:pt x="5127" y="5330"/>
                  </a:cubicBezTo>
                  <a:cubicBezTo>
                    <a:pt x="5763" y="5330"/>
                    <a:pt x="4237" y="3063"/>
                    <a:pt x="4236" y="3062"/>
                  </a:cubicBezTo>
                  <a:lnTo>
                    <a:pt x="4236" y="3062"/>
                  </a:lnTo>
                  <a:cubicBezTo>
                    <a:pt x="4237" y="3063"/>
                    <a:pt x="5639" y="4352"/>
                    <a:pt x="6166" y="4352"/>
                  </a:cubicBezTo>
                  <a:cubicBezTo>
                    <a:pt x="6194" y="4352"/>
                    <a:pt x="6219" y="4348"/>
                    <a:pt x="6241" y="4341"/>
                  </a:cubicBezTo>
                  <a:cubicBezTo>
                    <a:pt x="7043" y="4090"/>
                    <a:pt x="4663" y="2386"/>
                    <a:pt x="4663" y="2386"/>
                  </a:cubicBezTo>
                  <a:lnTo>
                    <a:pt x="4663" y="2386"/>
                  </a:lnTo>
                  <a:cubicBezTo>
                    <a:pt x="4663" y="2386"/>
                    <a:pt x="5731" y="2883"/>
                    <a:pt x="6367" y="2883"/>
                  </a:cubicBezTo>
                  <a:cubicBezTo>
                    <a:pt x="6473" y="2883"/>
                    <a:pt x="6567" y="2869"/>
                    <a:pt x="6642" y="2837"/>
                  </a:cubicBezTo>
                  <a:cubicBezTo>
                    <a:pt x="7545" y="2436"/>
                    <a:pt x="4061" y="1233"/>
                    <a:pt x="4061" y="1233"/>
                  </a:cubicBezTo>
                  <a:lnTo>
                    <a:pt x="4061" y="1233"/>
                  </a:lnTo>
                  <a:cubicBezTo>
                    <a:pt x="4061" y="1233"/>
                    <a:pt x="4121" y="1236"/>
                    <a:pt x="4217" y="1236"/>
                  </a:cubicBezTo>
                  <a:cubicBezTo>
                    <a:pt x="4615" y="1236"/>
                    <a:pt x="5631" y="1187"/>
                    <a:pt x="5490" y="681"/>
                  </a:cubicBezTo>
                  <a:cubicBezTo>
                    <a:pt x="5309" y="124"/>
                    <a:pt x="4207" y="1"/>
                    <a:pt x="3264" y="1"/>
                  </a:cubicBezTo>
                  <a:close/>
                </a:path>
              </a:pathLst>
            </a:custGeom>
            <a:solidFill>
              <a:srgbClr val="F9B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9" name="Google Shape;5929;p51"/>
            <p:cNvSpPr/>
            <p:nvPr/>
          </p:nvSpPr>
          <p:spPr>
            <a:xfrm>
              <a:off x="7135725" y="4068025"/>
              <a:ext cx="112175" cy="139750"/>
            </a:xfrm>
            <a:custGeom>
              <a:rect b="b" l="l" r="r" t="t"/>
              <a:pathLst>
                <a:path extrusionOk="0" h="5590" w="4487">
                  <a:moveTo>
                    <a:pt x="3910" y="0"/>
                  </a:moveTo>
                  <a:lnTo>
                    <a:pt x="0" y="852"/>
                  </a:lnTo>
                  <a:lnTo>
                    <a:pt x="802" y="5589"/>
                  </a:lnTo>
                  <a:lnTo>
                    <a:pt x="4487" y="4913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0" name="Google Shape;5930;p51"/>
            <p:cNvSpPr/>
            <p:nvPr/>
          </p:nvSpPr>
          <p:spPr>
            <a:xfrm>
              <a:off x="7170800" y="4277925"/>
              <a:ext cx="92775" cy="59550"/>
            </a:xfrm>
            <a:custGeom>
              <a:rect b="b" l="l" r="r" t="t"/>
              <a:pathLst>
                <a:path extrusionOk="0" h="2382" w="3711">
                  <a:moveTo>
                    <a:pt x="3485" y="0"/>
                  </a:moveTo>
                  <a:lnTo>
                    <a:pt x="1" y="627"/>
                  </a:lnTo>
                  <a:lnTo>
                    <a:pt x="302" y="2381"/>
                  </a:lnTo>
                  <a:lnTo>
                    <a:pt x="3710" y="1780"/>
                  </a:lnTo>
                  <a:lnTo>
                    <a:pt x="34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1" name="Google Shape;5931;p51"/>
            <p:cNvSpPr/>
            <p:nvPr/>
          </p:nvSpPr>
          <p:spPr>
            <a:xfrm>
              <a:off x="7181450" y="4343700"/>
              <a:ext cx="89625" cy="58925"/>
            </a:xfrm>
            <a:custGeom>
              <a:rect b="b" l="l" r="r" t="t"/>
              <a:pathLst>
                <a:path extrusionOk="0" h="2357" w="3585">
                  <a:moveTo>
                    <a:pt x="3384" y="1"/>
                  </a:moveTo>
                  <a:lnTo>
                    <a:pt x="1" y="602"/>
                  </a:lnTo>
                  <a:lnTo>
                    <a:pt x="302" y="2357"/>
                  </a:lnTo>
                  <a:lnTo>
                    <a:pt x="3585" y="1780"/>
                  </a:lnTo>
                  <a:lnTo>
                    <a:pt x="33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2" name="Google Shape;5932;p51"/>
            <p:cNvSpPr/>
            <p:nvPr/>
          </p:nvSpPr>
          <p:spPr>
            <a:xfrm>
              <a:off x="7192750" y="4408875"/>
              <a:ext cx="93375" cy="100900"/>
            </a:xfrm>
            <a:custGeom>
              <a:rect b="b" l="l" r="r" t="t"/>
              <a:pathLst>
                <a:path extrusionOk="0" h="4036" w="3735">
                  <a:moveTo>
                    <a:pt x="3233" y="0"/>
                  </a:moveTo>
                  <a:lnTo>
                    <a:pt x="0" y="602"/>
                  </a:lnTo>
                  <a:lnTo>
                    <a:pt x="577" y="4036"/>
                  </a:lnTo>
                  <a:lnTo>
                    <a:pt x="3734" y="4036"/>
                  </a:lnTo>
                  <a:lnTo>
                    <a:pt x="32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3" name="Google Shape;5933;p51"/>
            <p:cNvSpPr/>
            <p:nvPr/>
          </p:nvSpPr>
          <p:spPr>
            <a:xfrm>
              <a:off x="7155775" y="4190825"/>
              <a:ext cx="94625" cy="37625"/>
            </a:xfrm>
            <a:custGeom>
              <a:rect b="b" l="l" r="r" t="t"/>
              <a:pathLst>
                <a:path extrusionOk="0" h="1505" w="3785">
                  <a:moveTo>
                    <a:pt x="3685" y="1"/>
                  </a:moveTo>
                  <a:lnTo>
                    <a:pt x="0" y="677"/>
                  </a:lnTo>
                  <a:lnTo>
                    <a:pt x="151" y="1504"/>
                  </a:lnTo>
                  <a:lnTo>
                    <a:pt x="3785" y="853"/>
                  </a:lnTo>
                  <a:lnTo>
                    <a:pt x="36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4" name="Google Shape;5934;p51"/>
            <p:cNvSpPr/>
            <p:nvPr/>
          </p:nvSpPr>
          <p:spPr>
            <a:xfrm>
              <a:off x="7167050" y="4256625"/>
              <a:ext cx="90875" cy="36975"/>
            </a:xfrm>
            <a:custGeom>
              <a:rect b="b" l="l" r="r" t="t"/>
              <a:pathLst>
                <a:path extrusionOk="0" h="1479" w="3635">
                  <a:moveTo>
                    <a:pt x="3534" y="0"/>
                  </a:moveTo>
                  <a:lnTo>
                    <a:pt x="1" y="652"/>
                  </a:lnTo>
                  <a:lnTo>
                    <a:pt x="151" y="1479"/>
                  </a:lnTo>
                  <a:lnTo>
                    <a:pt x="3635" y="852"/>
                  </a:lnTo>
                  <a:lnTo>
                    <a:pt x="35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5" name="Google Shape;5935;p51"/>
            <p:cNvSpPr/>
            <p:nvPr/>
          </p:nvSpPr>
          <p:spPr>
            <a:xfrm>
              <a:off x="7178325" y="4322400"/>
              <a:ext cx="87750" cy="36375"/>
            </a:xfrm>
            <a:custGeom>
              <a:rect b="b" l="l" r="r" t="t"/>
              <a:pathLst>
                <a:path extrusionOk="0" h="1455" w="3510">
                  <a:moveTo>
                    <a:pt x="3409" y="1"/>
                  </a:moveTo>
                  <a:lnTo>
                    <a:pt x="1" y="602"/>
                  </a:lnTo>
                  <a:lnTo>
                    <a:pt x="126" y="1454"/>
                  </a:lnTo>
                  <a:lnTo>
                    <a:pt x="3509" y="853"/>
                  </a:lnTo>
                  <a:lnTo>
                    <a:pt x="34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6" name="Google Shape;5936;p51"/>
            <p:cNvSpPr/>
            <p:nvPr/>
          </p:nvSpPr>
          <p:spPr>
            <a:xfrm>
              <a:off x="7188975" y="4388200"/>
              <a:ext cx="84625" cy="35725"/>
            </a:xfrm>
            <a:custGeom>
              <a:rect b="b" l="l" r="r" t="t"/>
              <a:pathLst>
                <a:path extrusionOk="0" h="1429" w="3385">
                  <a:moveTo>
                    <a:pt x="3284" y="0"/>
                  </a:moveTo>
                  <a:lnTo>
                    <a:pt x="1" y="577"/>
                  </a:lnTo>
                  <a:lnTo>
                    <a:pt x="151" y="1429"/>
                  </a:lnTo>
                  <a:lnTo>
                    <a:pt x="3384" y="82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7" name="Google Shape;5937;p51"/>
            <p:cNvSpPr/>
            <p:nvPr/>
          </p:nvSpPr>
          <p:spPr>
            <a:xfrm>
              <a:off x="6451500" y="4666400"/>
              <a:ext cx="1362200" cy="119075"/>
            </a:xfrm>
            <a:custGeom>
              <a:rect b="b" l="l" r="r" t="t"/>
              <a:pathLst>
                <a:path extrusionOk="0" h="4763" w="54488">
                  <a:moveTo>
                    <a:pt x="27244" y="0"/>
                  </a:moveTo>
                  <a:cubicBezTo>
                    <a:pt x="12206" y="0"/>
                    <a:pt x="1" y="1078"/>
                    <a:pt x="1" y="2381"/>
                  </a:cubicBezTo>
                  <a:cubicBezTo>
                    <a:pt x="1" y="3685"/>
                    <a:pt x="12206" y="4762"/>
                    <a:pt x="27244" y="4762"/>
                  </a:cubicBezTo>
                  <a:cubicBezTo>
                    <a:pt x="42282" y="4762"/>
                    <a:pt x="54487" y="3685"/>
                    <a:pt x="54487" y="2381"/>
                  </a:cubicBezTo>
                  <a:cubicBezTo>
                    <a:pt x="54487" y="1078"/>
                    <a:pt x="42282" y="0"/>
                    <a:pt x="27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8" name="Google Shape;5938;p51"/>
            <p:cNvSpPr/>
            <p:nvPr/>
          </p:nvSpPr>
          <p:spPr>
            <a:xfrm>
              <a:off x="6880075" y="4151350"/>
              <a:ext cx="174850" cy="23200"/>
            </a:xfrm>
            <a:custGeom>
              <a:rect b="b" l="l" r="r" t="t"/>
              <a:pathLst>
                <a:path extrusionOk="0" fill="none" h="928" w="6994">
                  <a:moveTo>
                    <a:pt x="1" y="928"/>
                  </a:moveTo>
                  <a:lnTo>
                    <a:pt x="6993" y="1"/>
                  </a:lnTo>
                </a:path>
              </a:pathLst>
            </a:custGeom>
            <a:noFill/>
            <a:ln cap="flat" cmpd="sng" w="21300">
              <a:solidFill>
                <a:schemeClr val="accent3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9" name="Google Shape;5939;p51"/>
            <p:cNvSpPr/>
            <p:nvPr/>
          </p:nvSpPr>
          <p:spPr>
            <a:xfrm>
              <a:off x="6917675" y="4492825"/>
              <a:ext cx="110925" cy="236875"/>
            </a:xfrm>
            <a:custGeom>
              <a:rect b="b" l="l" r="r" t="t"/>
              <a:pathLst>
                <a:path extrusionOk="0" h="9475" w="4437">
                  <a:moveTo>
                    <a:pt x="4437" y="1"/>
                  </a:moveTo>
                  <a:lnTo>
                    <a:pt x="1" y="678"/>
                  </a:lnTo>
                  <a:lnTo>
                    <a:pt x="928" y="9475"/>
                  </a:lnTo>
                  <a:lnTo>
                    <a:pt x="4437" y="9475"/>
                  </a:lnTo>
                  <a:lnTo>
                    <a:pt x="44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0" name="Google Shape;5940;p51"/>
            <p:cNvSpPr/>
            <p:nvPr/>
          </p:nvSpPr>
          <p:spPr>
            <a:xfrm>
              <a:off x="6805800" y="4658875"/>
              <a:ext cx="222800" cy="78750"/>
            </a:xfrm>
            <a:custGeom>
              <a:rect b="b" l="l" r="r" t="t"/>
              <a:pathLst>
                <a:path extrusionOk="0" h="3150" w="8912">
                  <a:moveTo>
                    <a:pt x="6706" y="1"/>
                  </a:moveTo>
                  <a:cubicBezTo>
                    <a:pt x="6706" y="1"/>
                    <a:pt x="4890" y="847"/>
                    <a:pt x="3286" y="847"/>
                  </a:cubicBezTo>
                  <a:cubicBezTo>
                    <a:pt x="2484" y="847"/>
                    <a:pt x="1735" y="635"/>
                    <a:pt x="1293" y="1"/>
                  </a:cubicBezTo>
                  <a:lnTo>
                    <a:pt x="1293" y="1"/>
                  </a:lnTo>
                  <a:cubicBezTo>
                    <a:pt x="1292" y="1"/>
                    <a:pt x="0" y="3150"/>
                    <a:pt x="5435" y="3150"/>
                  </a:cubicBezTo>
                  <a:cubicBezTo>
                    <a:pt x="6378" y="3150"/>
                    <a:pt x="7523" y="3055"/>
                    <a:pt x="8912" y="2833"/>
                  </a:cubicBezTo>
                  <a:lnTo>
                    <a:pt x="6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1" name="Google Shape;5941;p51"/>
            <p:cNvSpPr/>
            <p:nvPr/>
          </p:nvSpPr>
          <p:spPr>
            <a:xfrm>
              <a:off x="6940225" y="4431425"/>
              <a:ext cx="73975" cy="78350"/>
            </a:xfrm>
            <a:custGeom>
              <a:rect b="b" l="l" r="r" t="t"/>
              <a:pathLst>
                <a:path extrusionOk="0" h="3134" w="2959">
                  <a:moveTo>
                    <a:pt x="2958" y="1"/>
                  </a:moveTo>
                  <a:lnTo>
                    <a:pt x="1" y="377"/>
                  </a:lnTo>
                  <a:lnTo>
                    <a:pt x="126" y="3134"/>
                  </a:lnTo>
                  <a:lnTo>
                    <a:pt x="2958" y="283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2" name="Google Shape;5942;p51"/>
            <p:cNvSpPr/>
            <p:nvPr/>
          </p:nvSpPr>
          <p:spPr>
            <a:xfrm>
              <a:off x="6937100" y="4365650"/>
              <a:ext cx="77100" cy="54525"/>
            </a:xfrm>
            <a:custGeom>
              <a:rect b="b" l="l" r="r" t="t"/>
              <a:pathLst>
                <a:path extrusionOk="0" h="2181" w="3084">
                  <a:moveTo>
                    <a:pt x="3083" y="0"/>
                  </a:moveTo>
                  <a:lnTo>
                    <a:pt x="0" y="401"/>
                  </a:lnTo>
                  <a:lnTo>
                    <a:pt x="76" y="2181"/>
                  </a:lnTo>
                  <a:lnTo>
                    <a:pt x="3083" y="1780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3" name="Google Shape;5943;p51"/>
            <p:cNvSpPr/>
            <p:nvPr/>
          </p:nvSpPr>
          <p:spPr>
            <a:xfrm>
              <a:off x="6934600" y="4299225"/>
              <a:ext cx="79600" cy="55175"/>
            </a:xfrm>
            <a:custGeom>
              <a:rect b="b" l="l" r="r" t="t"/>
              <a:pathLst>
                <a:path extrusionOk="0" h="2207" w="3184">
                  <a:moveTo>
                    <a:pt x="3183" y="1"/>
                  </a:moveTo>
                  <a:lnTo>
                    <a:pt x="0" y="427"/>
                  </a:lnTo>
                  <a:lnTo>
                    <a:pt x="75" y="2206"/>
                  </a:lnTo>
                  <a:lnTo>
                    <a:pt x="3183" y="1805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4" name="Google Shape;5944;p51"/>
            <p:cNvSpPr/>
            <p:nvPr/>
          </p:nvSpPr>
          <p:spPr>
            <a:xfrm>
              <a:off x="6931450" y="4233425"/>
              <a:ext cx="82750" cy="55175"/>
            </a:xfrm>
            <a:custGeom>
              <a:rect b="b" l="l" r="r" t="t"/>
              <a:pathLst>
                <a:path extrusionOk="0" h="2207" w="3310">
                  <a:moveTo>
                    <a:pt x="3309" y="1"/>
                  </a:moveTo>
                  <a:lnTo>
                    <a:pt x="1" y="427"/>
                  </a:lnTo>
                  <a:lnTo>
                    <a:pt x="76" y="2206"/>
                  </a:lnTo>
                  <a:lnTo>
                    <a:pt x="3309" y="1780"/>
                  </a:lnTo>
                  <a:lnTo>
                    <a:pt x="330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5" name="Google Shape;5945;p51"/>
            <p:cNvSpPr/>
            <p:nvPr/>
          </p:nvSpPr>
          <p:spPr>
            <a:xfrm>
              <a:off x="6925825" y="4094975"/>
              <a:ext cx="88375" cy="128450"/>
            </a:xfrm>
            <a:custGeom>
              <a:rect b="b" l="l" r="r" t="t"/>
              <a:pathLst>
                <a:path extrusionOk="0" h="5138" w="3535">
                  <a:moveTo>
                    <a:pt x="3534" y="0"/>
                  </a:moveTo>
                  <a:lnTo>
                    <a:pt x="0" y="702"/>
                  </a:lnTo>
                  <a:lnTo>
                    <a:pt x="201" y="5138"/>
                  </a:lnTo>
                  <a:lnTo>
                    <a:pt x="3534" y="4687"/>
                  </a:lnTo>
                  <a:lnTo>
                    <a:pt x="3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6" name="Google Shape;5946;p51"/>
            <p:cNvSpPr/>
            <p:nvPr/>
          </p:nvSpPr>
          <p:spPr>
            <a:xfrm>
              <a:off x="6930825" y="4212125"/>
              <a:ext cx="83375" cy="31975"/>
            </a:xfrm>
            <a:custGeom>
              <a:rect b="b" l="l" r="r" t="t"/>
              <a:pathLst>
                <a:path extrusionOk="0" h="1279" w="3335">
                  <a:moveTo>
                    <a:pt x="3334" y="1"/>
                  </a:moveTo>
                  <a:lnTo>
                    <a:pt x="1" y="452"/>
                  </a:lnTo>
                  <a:lnTo>
                    <a:pt x="26" y="1279"/>
                  </a:lnTo>
                  <a:lnTo>
                    <a:pt x="3334" y="853"/>
                  </a:lnTo>
                  <a:lnTo>
                    <a:pt x="33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7" name="Google Shape;5947;p51"/>
            <p:cNvSpPr/>
            <p:nvPr/>
          </p:nvSpPr>
          <p:spPr>
            <a:xfrm>
              <a:off x="6933350" y="4277925"/>
              <a:ext cx="80850" cy="31975"/>
            </a:xfrm>
            <a:custGeom>
              <a:rect b="b" l="l" r="r" t="t"/>
              <a:pathLst>
                <a:path extrusionOk="0" h="1279" w="3234">
                  <a:moveTo>
                    <a:pt x="3233" y="0"/>
                  </a:moveTo>
                  <a:lnTo>
                    <a:pt x="0" y="426"/>
                  </a:lnTo>
                  <a:lnTo>
                    <a:pt x="50" y="1279"/>
                  </a:lnTo>
                  <a:lnTo>
                    <a:pt x="3233" y="853"/>
                  </a:lnTo>
                  <a:lnTo>
                    <a:pt x="3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8" name="Google Shape;5948;p51"/>
            <p:cNvSpPr/>
            <p:nvPr/>
          </p:nvSpPr>
          <p:spPr>
            <a:xfrm>
              <a:off x="6936475" y="4344350"/>
              <a:ext cx="77725" cy="31350"/>
            </a:xfrm>
            <a:custGeom>
              <a:rect b="b" l="l" r="r" t="t"/>
              <a:pathLst>
                <a:path extrusionOk="0" h="1254" w="3109">
                  <a:moveTo>
                    <a:pt x="3108" y="0"/>
                  </a:moveTo>
                  <a:lnTo>
                    <a:pt x="0" y="401"/>
                  </a:lnTo>
                  <a:lnTo>
                    <a:pt x="25" y="1253"/>
                  </a:lnTo>
                  <a:lnTo>
                    <a:pt x="3108" y="85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9" name="Google Shape;5949;p51"/>
            <p:cNvSpPr/>
            <p:nvPr/>
          </p:nvSpPr>
          <p:spPr>
            <a:xfrm rot="2700000">
              <a:off x="6310365" y="3565978"/>
              <a:ext cx="188242" cy="153373"/>
            </a:xfrm>
            <a:custGeom>
              <a:rect b="b" l="l" r="r" t="t"/>
              <a:pathLst>
                <a:path extrusionOk="0" h="5863" w="7194">
                  <a:moveTo>
                    <a:pt x="5608" y="0"/>
                  </a:moveTo>
                  <a:cubicBezTo>
                    <a:pt x="5455" y="0"/>
                    <a:pt x="5290" y="20"/>
                    <a:pt x="5113" y="66"/>
                  </a:cubicBezTo>
                  <a:cubicBezTo>
                    <a:pt x="5113" y="66"/>
                    <a:pt x="1780" y="317"/>
                    <a:pt x="1679" y="1370"/>
                  </a:cubicBezTo>
                  <a:cubicBezTo>
                    <a:pt x="1646" y="1662"/>
                    <a:pt x="1944" y="1742"/>
                    <a:pt x="2284" y="1742"/>
                  </a:cubicBezTo>
                  <a:cubicBezTo>
                    <a:pt x="2702" y="1742"/>
                    <a:pt x="3183" y="1620"/>
                    <a:pt x="3183" y="1620"/>
                  </a:cubicBezTo>
                  <a:lnTo>
                    <a:pt x="3183" y="1620"/>
                  </a:lnTo>
                  <a:cubicBezTo>
                    <a:pt x="3183" y="1620"/>
                    <a:pt x="0" y="3500"/>
                    <a:pt x="953" y="3700"/>
                  </a:cubicBezTo>
                  <a:cubicBezTo>
                    <a:pt x="988" y="3708"/>
                    <a:pt x="1026" y="3712"/>
                    <a:pt x="1067" y="3712"/>
                  </a:cubicBezTo>
                  <a:cubicBezTo>
                    <a:pt x="1682" y="3712"/>
                    <a:pt x="2807" y="2874"/>
                    <a:pt x="2807" y="2873"/>
                  </a:cubicBezTo>
                  <a:lnTo>
                    <a:pt x="2807" y="2873"/>
                  </a:lnTo>
                  <a:cubicBezTo>
                    <a:pt x="2807" y="2874"/>
                    <a:pt x="802" y="5029"/>
                    <a:pt x="1654" y="5104"/>
                  </a:cubicBezTo>
                  <a:cubicBezTo>
                    <a:pt x="1661" y="5105"/>
                    <a:pt x="1668" y="5105"/>
                    <a:pt x="1676" y="5105"/>
                  </a:cubicBezTo>
                  <a:cubicBezTo>
                    <a:pt x="2167" y="5105"/>
                    <a:pt x="3383" y="3475"/>
                    <a:pt x="3384" y="3475"/>
                  </a:cubicBezTo>
                  <a:lnTo>
                    <a:pt x="3384" y="3475"/>
                  </a:lnTo>
                  <a:cubicBezTo>
                    <a:pt x="3383" y="3475"/>
                    <a:pt x="2367" y="5862"/>
                    <a:pt x="2907" y="5862"/>
                  </a:cubicBezTo>
                  <a:cubicBezTo>
                    <a:pt x="2942" y="5862"/>
                    <a:pt x="2984" y="5852"/>
                    <a:pt x="3033" y="5831"/>
                  </a:cubicBezTo>
                  <a:cubicBezTo>
                    <a:pt x="3359" y="5680"/>
                    <a:pt x="4286" y="3951"/>
                    <a:pt x="4286" y="3951"/>
                  </a:cubicBezTo>
                  <a:lnTo>
                    <a:pt x="4286" y="3951"/>
                  </a:lnTo>
                  <a:cubicBezTo>
                    <a:pt x="4286" y="3951"/>
                    <a:pt x="4000" y="5731"/>
                    <a:pt x="4396" y="5731"/>
                  </a:cubicBezTo>
                  <a:cubicBezTo>
                    <a:pt x="4423" y="5731"/>
                    <a:pt x="4453" y="5723"/>
                    <a:pt x="4486" y="5705"/>
                  </a:cubicBezTo>
                  <a:cubicBezTo>
                    <a:pt x="4912" y="5455"/>
                    <a:pt x="7193" y="1044"/>
                    <a:pt x="7193" y="1044"/>
                  </a:cubicBezTo>
                  <a:cubicBezTo>
                    <a:pt x="7193" y="1044"/>
                    <a:pt x="6710" y="0"/>
                    <a:pt x="5608" y="0"/>
                  </a:cubicBezTo>
                  <a:close/>
                </a:path>
              </a:pathLst>
            </a:custGeom>
            <a:solidFill>
              <a:srgbClr val="F9B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0" name="Google Shape;5950;p51"/>
            <p:cNvSpPr/>
            <p:nvPr/>
          </p:nvSpPr>
          <p:spPr>
            <a:xfrm>
              <a:off x="6938975" y="4410125"/>
              <a:ext cx="75225" cy="30725"/>
            </a:xfrm>
            <a:custGeom>
              <a:rect b="b" l="l" r="r" t="t"/>
              <a:pathLst>
                <a:path extrusionOk="0" h="1229" w="3009">
                  <a:moveTo>
                    <a:pt x="3008" y="1"/>
                  </a:moveTo>
                  <a:lnTo>
                    <a:pt x="1" y="402"/>
                  </a:lnTo>
                  <a:lnTo>
                    <a:pt x="51" y="1229"/>
                  </a:lnTo>
                  <a:lnTo>
                    <a:pt x="3008" y="853"/>
                  </a:lnTo>
                  <a:lnTo>
                    <a:pt x="30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1" name="Google Shape;5951;p51"/>
            <p:cNvSpPr/>
            <p:nvPr/>
          </p:nvSpPr>
          <p:spPr>
            <a:xfrm>
              <a:off x="7192125" y="4492825"/>
              <a:ext cx="139750" cy="236875"/>
            </a:xfrm>
            <a:custGeom>
              <a:rect b="b" l="l" r="r" t="t"/>
              <a:pathLst>
                <a:path extrusionOk="0" h="9475" w="5590">
                  <a:moveTo>
                    <a:pt x="0" y="1"/>
                  </a:moveTo>
                  <a:lnTo>
                    <a:pt x="2105" y="9475"/>
                  </a:lnTo>
                  <a:lnTo>
                    <a:pt x="5589" y="9475"/>
                  </a:lnTo>
                  <a:lnTo>
                    <a:pt x="45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2" name="Google Shape;5952;p51"/>
            <p:cNvSpPr/>
            <p:nvPr/>
          </p:nvSpPr>
          <p:spPr>
            <a:xfrm>
              <a:off x="7244750" y="4658875"/>
              <a:ext cx="222800" cy="78750"/>
            </a:xfrm>
            <a:custGeom>
              <a:rect b="b" l="l" r="r" t="t"/>
              <a:pathLst>
                <a:path extrusionOk="0" h="3150" w="8912">
                  <a:moveTo>
                    <a:pt x="2206" y="1"/>
                  </a:moveTo>
                  <a:lnTo>
                    <a:pt x="0" y="2833"/>
                  </a:lnTo>
                  <a:cubicBezTo>
                    <a:pt x="1389" y="3055"/>
                    <a:pt x="2534" y="3150"/>
                    <a:pt x="3477" y="3150"/>
                  </a:cubicBezTo>
                  <a:cubicBezTo>
                    <a:pt x="8912" y="3150"/>
                    <a:pt x="7620" y="1"/>
                    <a:pt x="7619" y="1"/>
                  </a:cubicBezTo>
                  <a:lnTo>
                    <a:pt x="7619" y="1"/>
                  </a:lnTo>
                  <a:cubicBezTo>
                    <a:pt x="7177" y="635"/>
                    <a:pt x="6428" y="847"/>
                    <a:pt x="5626" y="847"/>
                  </a:cubicBezTo>
                  <a:cubicBezTo>
                    <a:pt x="4021" y="847"/>
                    <a:pt x="2206" y="1"/>
                    <a:pt x="22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3" name="Google Shape;5953;p51"/>
            <p:cNvSpPr/>
            <p:nvPr/>
          </p:nvSpPr>
          <p:spPr>
            <a:xfrm>
              <a:off x="6806150" y="3871275"/>
              <a:ext cx="517575" cy="416075"/>
            </a:xfrm>
            <a:custGeom>
              <a:rect b="b" l="l" r="r" t="t"/>
              <a:pathLst>
                <a:path extrusionOk="0" h="16643" w="20703">
                  <a:moveTo>
                    <a:pt x="3384" y="1"/>
                  </a:moveTo>
                  <a:cubicBezTo>
                    <a:pt x="1529" y="5765"/>
                    <a:pt x="0" y="14462"/>
                    <a:pt x="0" y="14462"/>
                  </a:cubicBezTo>
                  <a:lnTo>
                    <a:pt x="6441" y="11454"/>
                  </a:lnTo>
                  <a:lnTo>
                    <a:pt x="9950" y="16642"/>
                  </a:lnTo>
                  <a:lnTo>
                    <a:pt x="14712" y="11454"/>
                  </a:lnTo>
                  <a:lnTo>
                    <a:pt x="20502" y="15765"/>
                  </a:lnTo>
                  <a:cubicBezTo>
                    <a:pt x="20502" y="15765"/>
                    <a:pt x="20702" y="11028"/>
                    <a:pt x="20101" y="2732"/>
                  </a:cubicBezTo>
                  <a:lnTo>
                    <a:pt x="33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4" name="Google Shape;5954;p51"/>
            <p:cNvSpPr/>
            <p:nvPr/>
          </p:nvSpPr>
          <p:spPr>
            <a:xfrm>
              <a:off x="6875075" y="3494150"/>
              <a:ext cx="488125" cy="470225"/>
            </a:xfrm>
            <a:custGeom>
              <a:rect b="b" l="l" r="r" t="t"/>
              <a:pathLst>
                <a:path extrusionOk="0" h="18809" w="19525">
                  <a:moveTo>
                    <a:pt x="10623" y="0"/>
                  </a:moveTo>
                  <a:cubicBezTo>
                    <a:pt x="9045" y="0"/>
                    <a:pt x="6443" y="208"/>
                    <a:pt x="3860" y="1326"/>
                  </a:cubicBezTo>
                  <a:cubicBezTo>
                    <a:pt x="3860" y="1326"/>
                    <a:pt x="1404" y="9622"/>
                    <a:pt x="0" y="17817"/>
                  </a:cubicBezTo>
                  <a:cubicBezTo>
                    <a:pt x="0" y="17817"/>
                    <a:pt x="4111" y="18809"/>
                    <a:pt x="9249" y="18809"/>
                  </a:cubicBezTo>
                  <a:cubicBezTo>
                    <a:pt x="11819" y="18809"/>
                    <a:pt x="14645" y="18561"/>
                    <a:pt x="17344" y="17817"/>
                  </a:cubicBezTo>
                  <a:lnTo>
                    <a:pt x="19524" y="5863"/>
                  </a:lnTo>
                  <a:lnTo>
                    <a:pt x="17344" y="1025"/>
                  </a:lnTo>
                  <a:cubicBezTo>
                    <a:pt x="17344" y="1025"/>
                    <a:pt x="15487" y="73"/>
                    <a:pt x="12256" y="73"/>
                  </a:cubicBezTo>
                  <a:cubicBezTo>
                    <a:pt x="12214" y="73"/>
                    <a:pt x="12173" y="73"/>
                    <a:pt x="12131" y="73"/>
                  </a:cubicBezTo>
                  <a:cubicBezTo>
                    <a:pt x="12131" y="73"/>
                    <a:pt x="11556" y="0"/>
                    <a:pt x="106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5" name="Google Shape;5955;p51"/>
            <p:cNvSpPr/>
            <p:nvPr/>
          </p:nvSpPr>
          <p:spPr>
            <a:xfrm>
              <a:off x="6871300" y="3869625"/>
              <a:ext cx="440525" cy="97550"/>
            </a:xfrm>
            <a:custGeom>
              <a:rect b="b" l="l" r="r" t="t"/>
              <a:pathLst>
                <a:path extrusionOk="0" h="3902" w="17621">
                  <a:moveTo>
                    <a:pt x="5599" y="1"/>
                  </a:moveTo>
                  <a:cubicBezTo>
                    <a:pt x="2628" y="1"/>
                    <a:pt x="763" y="318"/>
                    <a:pt x="602" y="342"/>
                  </a:cubicBezTo>
                  <a:lnTo>
                    <a:pt x="1" y="2748"/>
                  </a:lnTo>
                  <a:cubicBezTo>
                    <a:pt x="40" y="2735"/>
                    <a:pt x="2341" y="2384"/>
                    <a:pt x="5775" y="2384"/>
                  </a:cubicBezTo>
                  <a:cubicBezTo>
                    <a:pt x="9015" y="2384"/>
                    <a:pt x="13263" y="2697"/>
                    <a:pt x="17570" y="3901"/>
                  </a:cubicBezTo>
                  <a:lnTo>
                    <a:pt x="17620" y="1671"/>
                  </a:lnTo>
                  <a:cubicBezTo>
                    <a:pt x="12879" y="336"/>
                    <a:pt x="8654" y="1"/>
                    <a:pt x="5599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6" name="Google Shape;5956;p51"/>
            <p:cNvSpPr/>
            <p:nvPr/>
          </p:nvSpPr>
          <p:spPr>
            <a:xfrm>
              <a:off x="7015425" y="3858675"/>
              <a:ext cx="129725" cy="88450"/>
            </a:xfrm>
            <a:custGeom>
              <a:rect b="b" l="l" r="r" t="t"/>
              <a:pathLst>
                <a:path extrusionOk="0" h="3538" w="5189">
                  <a:moveTo>
                    <a:pt x="880" y="1"/>
                  </a:moveTo>
                  <a:cubicBezTo>
                    <a:pt x="649" y="1"/>
                    <a:pt x="450" y="170"/>
                    <a:pt x="426" y="404"/>
                  </a:cubicBezTo>
                  <a:lnTo>
                    <a:pt x="50" y="2685"/>
                  </a:lnTo>
                  <a:cubicBezTo>
                    <a:pt x="0" y="2961"/>
                    <a:pt x="201" y="3211"/>
                    <a:pt x="477" y="3236"/>
                  </a:cubicBezTo>
                  <a:lnTo>
                    <a:pt x="4361" y="3537"/>
                  </a:lnTo>
                  <a:cubicBezTo>
                    <a:pt x="4612" y="3537"/>
                    <a:pt x="4837" y="3362"/>
                    <a:pt x="4888" y="3111"/>
                  </a:cubicBezTo>
                  <a:lnTo>
                    <a:pt x="5163" y="830"/>
                  </a:lnTo>
                  <a:cubicBezTo>
                    <a:pt x="5188" y="555"/>
                    <a:pt x="4988" y="304"/>
                    <a:pt x="4712" y="304"/>
                  </a:cubicBezTo>
                  <a:lnTo>
                    <a:pt x="928" y="3"/>
                  </a:lnTo>
                  <a:cubicBezTo>
                    <a:pt x="912" y="2"/>
                    <a:pt x="896" y="1"/>
                    <a:pt x="8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7" name="Google Shape;5957;p51"/>
            <p:cNvSpPr/>
            <p:nvPr/>
          </p:nvSpPr>
          <p:spPr>
            <a:xfrm>
              <a:off x="6451500" y="3502225"/>
              <a:ext cx="603425" cy="197400"/>
            </a:xfrm>
            <a:custGeom>
              <a:rect b="b" l="l" r="r" t="t"/>
              <a:pathLst>
                <a:path extrusionOk="0" h="7896" w="24137">
                  <a:moveTo>
                    <a:pt x="24136" y="1"/>
                  </a:moveTo>
                  <a:lnTo>
                    <a:pt x="1" y="3184"/>
                  </a:lnTo>
                  <a:lnTo>
                    <a:pt x="1956" y="7895"/>
                  </a:lnTo>
                  <a:lnTo>
                    <a:pt x="22081" y="5765"/>
                  </a:lnTo>
                  <a:lnTo>
                    <a:pt x="241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8" name="Google Shape;5958;p51"/>
            <p:cNvSpPr/>
            <p:nvPr/>
          </p:nvSpPr>
          <p:spPr>
            <a:xfrm>
              <a:off x="7230325" y="3495975"/>
              <a:ext cx="513825" cy="513800"/>
            </a:xfrm>
            <a:custGeom>
              <a:rect b="b" l="l" r="r" t="t"/>
              <a:pathLst>
                <a:path extrusionOk="0" h="20552" w="20553">
                  <a:moveTo>
                    <a:pt x="1" y="0"/>
                  </a:moveTo>
                  <a:lnTo>
                    <a:pt x="1755" y="6366"/>
                  </a:lnTo>
                  <a:lnTo>
                    <a:pt x="16617" y="20551"/>
                  </a:lnTo>
                  <a:lnTo>
                    <a:pt x="20552" y="16968"/>
                  </a:lnTo>
                  <a:cubicBezTo>
                    <a:pt x="20552" y="16968"/>
                    <a:pt x="8597" y="4962"/>
                    <a:pt x="6317" y="2682"/>
                  </a:cubicBezTo>
                  <a:cubicBezTo>
                    <a:pt x="4011" y="40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9" name="Google Shape;5959;p51"/>
            <p:cNvSpPr/>
            <p:nvPr/>
          </p:nvSpPr>
          <p:spPr>
            <a:xfrm>
              <a:off x="7114425" y="3398850"/>
              <a:ext cx="121575" cy="163975"/>
            </a:xfrm>
            <a:custGeom>
              <a:rect b="b" l="l" r="r" t="t"/>
              <a:pathLst>
                <a:path extrusionOk="0" h="6559" w="4863">
                  <a:moveTo>
                    <a:pt x="4862" y="0"/>
                  </a:moveTo>
                  <a:lnTo>
                    <a:pt x="552" y="151"/>
                  </a:lnTo>
                  <a:lnTo>
                    <a:pt x="301" y="4913"/>
                  </a:lnTo>
                  <a:cubicBezTo>
                    <a:pt x="301" y="4913"/>
                    <a:pt x="0" y="6341"/>
                    <a:pt x="2406" y="6542"/>
                  </a:cubicBezTo>
                  <a:cubicBezTo>
                    <a:pt x="2529" y="6553"/>
                    <a:pt x="2645" y="6559"/>
                    <a:pt x="2755" y="6559"/>
                  </a:cubicBezTo>
                  <a:cubicBezTo>
                    <a:pt x="4559" y="6559"/>
                    <a:pt x="4537" y="5088"/>
                    <a:pt x="4537" y="5088"/>
                  </a:cubicBezTo>
                  <a:lnTo>
                    <a:pt x="4862" y="0"/>
                  </a:lnTo>
                  <a:close/>
                </a:path>
              </a:pathLst>
            </a:custGeom>
            <a:solidFill>
              <a:srgbClr val="FFBD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0" name="Google Shape;5960;p51"/>
            <p:cNvSpPr/>
            <p:nvPr/>
          </p:nvSpPr>
          <p:spPr>
            <a:xfrm>
              <a:off x="7159525" y="4212125"/>
              <a:ext cx="95900" cy="60800"/>
            </a:xfrm>
            <a:custGeom>
              <a:rect b="b" l="l" r="r" t="t"/>
              <a:pathLst>
                <a:path extrusionOk="0" h="2432" w="3836">
                  <a:moveTo>
                    <a:pt x="3635" y="1"/>
                  </a:moveTo>
                  <a:lnTo>
                    <a:pt x="1" y="652"/>
                  </a:lnTo>
                  <a:lnTo>
                    <a:pt x="302" y="2432"/>
                  </a:lnTo>
                  <a:lnTo>
                    <a:pt x="3835" y="1780"/>
                  </a:lnTo>
                  <a:lnTo>
                    <a:pt x="36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61" name="Google Shape;5961;p51"/>
            <p:cNvGrpSpPr/>
            <p:nvPr/>
          </p:nvGrpSpPr>
          <p:grpSpPr>
            <a:xfrm rot="252063">
              <a:off x="6829325" y="2763876"/>
              <a:ext cx="765292" cy="783655"/>
              <a:chOff x="4738875" y="3058800"/>
              <a:chExt cx="1452400" cy="1487250"/>
            </a:xfrm>
          </p:grpSpPr>
          <p:sp>
            <p:nvSpPr>
              <p:cNvPr id="5962" name="Google Shape;5962;p51"/>
              <p:cNvSpPr/>
              <p:nvPr/>
            </p:nvSpPr>
            <p:spPr>
              <a:xfrm>
                <a:off x="4936875" y="3058800"/>
                <a:ext cx="959925" cy="796525"/>
              </a:xfrm>
              <a:custGeom>
                <a:rect b="b" l="l" r="r" t="t"/>
                <a:pathLst>
                  <a:path extrusionOk="0" h="31861" w="38397">
                    <a:moveTo>
                      <a:pt x="21615" y="1"/>
                    </a:moveTo>
                    <a:cubicBezTo>
                      <a:pt x="21103" y="1"/>
                      <a:pt x="20581" y="27"/>
                      <a:pt x="20051" y="81"/>
                    </a:cubicBezTo>
                    <a:cubicBezTo>
                      <a:pt x="19625" y="106"/>
                      <a:pt x="19199" y="181"/>
                      <a:pt x="18772" y="256"/>
                    </a:cubicBezTo>
                    <a:cubicBezTo>
                      <a:pt x="18622" y="281"/>
                      <a:pt x="18497" y="306"/>
                      <a:pt x="18346" y="332"/>
                    </a:cubicBezTo>
                    <a:cubicBezTo>
                      <a:pt x="17219" y="582"/>
                      <a:pt x="16041" y="958"/>
                      <a:pt x="14838" y="1484"/>
                    </a:cubicBezTo>
                    <a:cubicBezTo>
                      <a:pt x="14787" y="1484"/>
                      <a:pt x="14737" y="1509"/>
                      <a:pt x="14687" y="1535"/>
                    </a:cubicBezTo>
                    <a:cubicBezTo>
                      <a:pt x="14111" y="1785"/>
                      <a:pt x="13584" y="2061"/>
                      <a:pt x="13083" y="2337"/>
                    </a:cubicBezTo>
                    <a:cubicBezTo>
                      <a:pt x="13008" y="2362"/>
                      <a:pt x="12933" y="2412"/>
                      <a:pt x="12858" y="2437"/>
                    </a:cubicBezTo>
                    <a:cubicBezTo>
                      <a:pt x="12732" y="2537"/>
                      <a:pt x="12582" y="2612"/>
                      <a:pt x="12457" y="2687"/>
                    </a:cubicBezTo>
                    <a:cubicBezTo>
                      <a:pt x="11655" y="3164"/>
                      <a:pt x="10903" y="3690"/>
                      <a:pt x="10201" y="4266"/>
                    </a:cubicBezTo>
                    <a:cubicBezTo>
                      <a:pt x="9900" y="4517"/>
                      <a:pt x="9599" y="4768"/>
                      <a:pt x="9299" y="5018"/>
                    </a:cubicBezTo>
                    <a:cubicBezTo>
                      <a:pt x="8772" y="5520"/>
                      <a:pt x="8246" y="6021"/>
                      <a:pt x="7770" y="6572"/>
                    </a:cubicBezTo>
                    <a:cubicBezTo>
                      <a:pt x="7770" y="6572"/>
                      <a:pt x="7745" y="6597"/>
                      <a:pt x="7745" y="6597"/>
                    </a:cubicBezTo>
                    <a:cubicBezTo>
                      <a:pt x="7670" y="6697"/>
                      <a:pt x="7569" y="6798"/>
                      <a:pt x="7494" y="6873"/>
                    </a:cubicBezTo>
                    <a:cubicBezTo>
                      <a:pt x="7394" y="7023"/>
                      <a:pt x="7269" y="7149"/>
                      <a:pt x="7168" y="7274"/>
                    </a:cubicBezTo>
                    <a:cubicBezTo>
                      <a:pt x="6818" y="7675"/>
                      <a:pt x="6517" y="8101"/>
                      <a:pt x="6216" y="8527"/>
                    </a:cubicBezTo>
                    <a:cubicBezTo>
                      <a:pt x="6041" y="8753"/>
                      <a:pt x="5890" y="8978"/>
                      <a:pt x="5740" y="9229"/>
                    </a:cubicBezTo>
                    <a:cubicBezTo>
                      <a:pt x="5489" y="9580"/>
                      <a:pt x="5289" y="9931"/>
                      <a:pt x="5063" y="10281"/>
                    </a:cubicBezTo>
                    <a:cubicBezTo>
                      <a:pt x="5013" y="10357"/>
                      <a:pt x="4963" y="10457"/>
                      <a:pt x="4913" y="10532"/>
                    </a:cubicBezTo>
                    <a:cubicBezTo>
                      <a:pt x="4863" y="10632"/>
                      <a:pt x="4787" y="10733"/>
                      <a:pt x="4737" y="10858"/>
                    </a:cubicBezTo>
                    <a:cubicBezTo>
                      <a:pt x="4712" y="10883"/>
                      <a:pt x="4687" y="10933"/>
                      <a:pt x="4662" y="10958"/>
                    </a:cubicBezTo>
                    <a:cubicBezTo>
                      <a:pt x="4437" y="11384"/>
                      <a:pt x="4236" y="11785"/>
                      <a:pt x="4036" y="12211"/>
                    </a:cubicBezTo>
                    <a:cubicBezTo>
                      <a:pt x="3910" y="12437"/>
                      <a:pt x="3785" y="12662"/>
                      <a:pt x="3685" y="12913"/>
                    </a:cubicBezTo>
                    <a:cubicBezTo>
                      <a:pt x="3534" y="13214"/>
                      <a:pt x="3409" y="13540"/>
                      <a:pt x="3259" y="13865"/>
                    </a:cubicBezTo>
                    <a:cubicBezTo>
                      <a:pt x="3208" y="13966"/>
                      <a:pt x="3158" y="14091"/>
                      <a:pt x="3133" y="14191"/>
                    </a:cubicBezTo>
                    <a:cubicBezTo>
                      <a:pt x="3133" y="14216"/>
                      <a:pt x="3108" y="14216"/>
                      <a:pt x="3108" y="14241"/>
                    </a:cubicBezTo>
                    <a:cubicBezTo>
                      <a:pt x="3008" y="14467"/>
                      <a:pt x="2933" y="14692"/>
                      <a:pt x="2833" y="14918"/>
                    </a:cubicBezTo>
                    <a:cubicBezTo>
                      <a:pt x="2682" y="15369"/>
                      <a:pt x="2507" y="15820"/>
                      <a:pt x="2356" y="16271"/>
                    </a:cubicBezTo>
                    <a:cubicBezTo>
                      <a:pt x="2281" y="16472"/>
                      <a:pt x="2206" y="16698"/>
                      <a:pt x="2131" y="16923"/>
                    </a:cubicBezTo>
                    <a:cubicBezTo>
                      <a:pt x="2056" y="17199"/>
                      <a:pt x="1955" y="17500"/>
                      <a:pt x="1880" y="17775"/>
                    </a:cubicBezTo>
                    <a:cubicBezTo>
                      <a:pt x="1855" y="17875"/>
                      <a:pt x="1805" y="18001"/>
                      <a:pt x="1780" y="18126"/>
                    </a:cubicBezTo>
                    <a:cubicBezTo>
                      <a:pt x="1755" y="18176"/>
                      <a:pt x="1755" y="18251"/>
                      <a:pt x="1730" y="18327"/>
                    </a:cubicBezTo>
                    <a:cubicBezTo>
                      <a:pt x="1655" y="18552"/>
                      <a:pt x="1604" y="18778"/>
                      <a:pt x="1529" y="19003"/>
                    </a:cubicBezTo>
                    <a:cubicBezTo>
                      <a:pt x="1454" y="19304"/>
                      <a:pt x="1379" y="19605"/>
                      <a:pt x="1304" y="19906"/>
                    </a:cubicBezTo>
                    <a:cubicBezTo>
                      <a:pt x="1254" y="20131"/>
                      <a:pt x="1203" y="20357"/>
                      <a:pt x="1178" y="20582"/>
                    </a:cubicBezTo>
                    <a:cubicBezTo>
                      <a:pt x="1153" y="20607"/>
                      <a:pt x="1153" y="20607"/>
                      <a:pt x="1153" y="20632"/>
                    </a:cubicBezTo>
                    <a:cubicBezTo>
                      <a:pt x="1128" y="20758"/>
                      <a:pt x="1103" y="20883"/>
                      <a:pt x="1078" y="21008"/>
                    </a:cubicBezTo>
                    <a:cubicBezTo>
                      <a:pt x="1053" y="21109"/>
                      <a:pt x="1028" y="21209"/>
                      <a:pt x="1028" y="21309"/>
                    </a:cubicBezTo>
                    <a:cubicBezTo>
                      <a:pt x="928" y="21785"/>
                      <a:pt x="828" y="22261"/>
                      <a:pt x="752" y="22738"/>
                    </a:cubicBezTo>
                    <a:cubicBezTo>
                      <a:pt x="452" y="24442"/>
                      <a:pt x="301" y="25996"/>
                      <a:pt x="201" y="27349"/>
                    </a:cubicBezTo>
                    <a:cubicBezTo>
                      <a:pt x="0" y="30081"/>
                      <a:pt x="76" y="31861"/>
                      <a:pt x="76" y="31861"/>
                    </a:cubicBezTo>
                    <a:lnTo>
                      <a:pt x="3108" y="31184"/>
                    </a:lnTo>
                    <a:lnTo>
                      <a:pt x="15264" y="28402"/>
                    </a:lnTo>
                    <a:lnTo>
                      <a:pt x="32256" y="24542"/>
                    </a:lnTo>
                    <a:lnTo>
                      <a:pt x="36041" y="23690"/>
                    </a:lnTo>
                    <a:cubicBezTo>
                      <a:pt x="36041" y="23690"/>
                      <a:pt x="34562" y="21008"/>
                      <a:pt x="33159" y="18001"/>
                    </a:cubicBezTo>
                    <a:cubicBezTo>
                      <a:pt x="32833" y="17324"/>
                      <a:pt x="32507" y="16622"/>
                      <a:pt x="32231" y="15921"/>
                    </a:cubicBezTo>
                    <a:cubicBezTo>
                      <a:pt x="32181" y="15845"/>
                      <a:pt x="32131" y="15745"/>
                      <a:pt x="32106" y="15670"/>
                    </a:cubicBezTo>
                    <a:cubicBezTo>
                      <a:pt x="32056" y="15545"/>
                      <a:pt x="32006" y="15444"/>
                      <a:pt x="31955" y="15344"/>
                    </a:cubicBezTo>
                    <a:cubicBezTo>
                      <a:pt x="31730" y="14793"/>
                      <a:pt x="31504" y="14241"/>
                      <a:pt x="31329" y="13715"/>
                    </a:cubicBezTo>
                    <a:cubicBezTo>
                      <a:pt x="31304" y="13640"/>
                      <a:pt x="31279" y="13590"/>
                      <a:pt x="31254" y="13515"/>
                    </a:cubicBezTo>
                    <a:cubicBezTo>
                      <a:pt x="31254" y="13464"/>
                      <a:pt x="31229" y="13439"/>
                      <a:pt x="31204" y="13389"/>
                    </a:cubicBezTo>
                    <a:cubicBezTo>
                      <a:pt x="31153" y="13239"/>
                      <a:pt x="31103" y="13063"/>
                      <a:pt x="31053" y="12913"/>
                    </a:cubicBezTo>
                    <a:cubicBezTo>
                      <a:pt x="31028" y="12863"/>
                      <a:pt x="31028" y="12813"/>
                      <a:pt x="31003" y="12763"/>
                    </a:cubicBezTo>
                    <a:cubicBezTo>
                      <a:pt x="30978" y="12662"/>
                      <a:pt x="30928" y="12562"/>
                      <a:pt x="30903" y="12462"/>
                    </a:cubicBezTo>
                    <a:cubicBezTo>
                      <a:pt x="30878" y="12362"/>
                      <a:pt x="30853" y="12261"/>
                      <a:pt x="30828" y="12186"/>
                    </a:cubicBezTo>
                    <a:cubicBezTo>
                      <a:pt x="30803" y="12086"/>
                      <a:pt x="30778" y="11986"/>
                      <a:pt x="30752" y="11885"/>
                    </a:cubicBezTo>
                    <a:cubicBezTo>
                      <a:pt x="30752" y="11860"/>
                      <a:pt x="30727" y="11810"/>
                      <a:pt x="30727" y="11785"/>
                    </a:cubicBezTo>
                    <a:cubicBezTo>
                      <a:pt x="30702" y="11710"/>
                      <a:pt x="30702" y="11635"/>
                      <a:pt x="30677" y="11585"/>
                    </a:cubicBezTo>
                    <a:lnTo>
                      <a:pt x="30677" y="11560"/>
                    </a:lnTo>
                    <a:cubicBezTo>
                      <a:pt x="30652" y="11434"/>
                      <a:pt x="30627" y="11309"/>
                      <a:pt x="30602" y="11184"/>
                    </a:cubicBezTo>
                    <a:cubicBezTo>
                      <a:pt x="30577" y="11083"/>
                      <a:pt x="30577" y="10958"/>
                      <a:pt x="30577" y="10858"/>
                    </a:cubicBezTo>
                    <a:cubicBezTo>
                      <a:pt x="30552" y="10733"/>
                      <a:pt x="30552" y="10607"/>
                      <a:pt x="30552" y="10482"/>
                    </a:cubicBezTo>
                    <a:cubicBezTo>
                      <a:pt x="30552" y="10332"/>
                      <a:pt x="30577" y="10181"/>
                      <a:pt x="30627" y="10081"/>
                    </a:cubicBezTo>
                    <a:cubicBezTo>
                      <a:pt x="30627" y="10056"/>
                      <a:pt x="30627" y="10006"/>
                      <a:pt x="30652" y="9981"/>
                    </a:cubicBezTo>
                    <a:cubicBezTo>
                      <a:pt x="30677" y="9931"/>
                      <a:pt x="30727" y="9855"/>
                      <a:pt x="30752" y="9805"/>
                    </a:cubicBezTo>
                    <a:lnTo>
                      <a:pt x="30778" y="9805"/>
                    </a:lnTo>
                    <a:cubicBezTo>
                      <a:pt x="30828" y="9730"/>
                      <a:pt x="30903" y="9655"/>
                      <a:pt x="30978" y="9630"/>
                    </a:cubicBezTo>
                    <a:cubicBezTo>
                      <a:pt x="31135" y="9530"/>
                      <a:pt x="31333" y="9487"/>
                      <a:pt x="31562" y="9487"/>
                    </a:cubicBezTo>
                    <a:cubicBezTo>
                      <a:pt x="31735" y="9487"/>
                      <a:pt x="31926" y="9511"/>
                      <a:pt x="32131" y="9555"/>
                    </a:cubicBezTo>
                    <a:cubicBezTo>
                      <a:pt x="32231" y="9555"/>
                      <a:pt x="32331" y="9580"/>
                      <a:pt x="32432" y="9630"/>
                    </a:cubicBezTo>
                    <a:cubicBezTo>
                      <a:pt x="32632" y="9680"/>
                      <a:pt x="32858" y="9755"/>
                      <a:pt x="33083" y="9855"/>
                    </a:cubicBezTo>
                    <a:cubicBezTo>
                      <a:pt x="33159" y="9880"/>
                      <a:pt x="33234" y="9905"/>
                      <a:pt x="33309" y="9956"/>
                    </a:cubicBezTo>
                    <a:cubicBezTo>
                      <a:pt x="33359" y="9956"/>
                      <a:pt x="33359" y="9981"/>
                      <a:pt x="33384" y="9981"/>
                    </a:cubicBezTo>
                    <a:cubicBezTo>
                      <a:pt x="33685" y="10106"/>
                      <a:pt x="33961" y="10256"/>
                      <a:pt x="34261" y="10407"/>
                    </a:cubicBezTo>
                    <a:cubicBezTo>
                      <a:pt x="34362" y="10457"/>
                      <a:pt x="34437" y="10507"/>
                      <a:pt x="34537" y="10557"/>
                    </a:cubicBezTo>
                    <a:cubicBezTo>
                      <a:pt x="34712" y="10657"/>
                      <a:pt x="34863" y="10758"/>
                      <a:pt x="35038" y="10858"/>
                    </a:cubicBezTo>
                    <a:cubicBezTo>
                      <a:pt x="35063" y="10858"/>
                      <a:pt x="35088" y="10858"/>
                      <a:pt x="35088" y="10883"/>
                    </a:cubicBezTo>
                    <a:cubicBezTo>
                      <a:pt x="35339" y="11033"/>
                      <a:pt x="35590" y="11184"/>
                      <a:pt x="35840" y="11334"/>
                    </a:cubicBezTo>
                    <a:cubicBezTo>
                      <a:pt x="37194" y="12211"/>
                      <a:pt x="38296" y="13063"/>
                      <a:pt x="38397" y="13139"/>
                    </a:cubicBezTo>
                    <a:cubicBezTo>
                      <a:pt x="38347" y="13063"/>
                      <a:pt x="37996" y="12261"/>
                      <a:pt x="37344" y="11109"/>
                    </a:cubicBezTo>
                    <a:cubicBezTo>
                      <a:pt x="37244" y="10908"/>
                      <a:pt x="37118" y="10733"/>
                      <a:pt x="37018" y="10532"/>
                    </a:cubicBezTo>
                    <a:cubicBezTo>
                      <a:pt x="36793" y="10156"/>
                      <a:pt x="36542" y="9755"/>
                      <a:pt x="36266" y="9329"/>
                    </a:cubicBezTo>
                    <a:lnTo>
                      <a:pt x="36091" y="9103"/>
                    </a:lnTo>
                    <a:cubicBezTo>
                      <a:pt x="36016" y="9003"/>
                      <a:pt x="35940" y="8903"/>
                      <a:pt x="35865" y="8778"/>
                    </a:cubicBezTo>
                    <a:cubicBezTo>
                      <a:pt x="35690" y="8527"/>
                      <a:pt x="35489" y="8251"/>
                      <a:pt x="35289" y="7951"/>
                    </a:cubicBezTo>
                    <a:cubicBezTo>
                      <a:pt x="35214" y="7875"/>
                      <a:pt x="35164" y="7800"/>
                      <a:pt x="35113" y="7725"/>
                    </a:cubicBezTo>
                    <a:cubicBezTo>
                      <a:pt x="35088" y="7700"/>
                      <a:pt x="35063" y="7675"/>
                      <a:pt x="35063" y="7650"/>
                    </a:cubicBezTo>
                    <a:cubicBezTo>
                      <a:pt x="34913" y="7499"/>
                      <a:pt x="34788" y="7349"/>
                      <a:pt x="34662" y="7174"/>
                    </a:cubicBezTo>
                    <a:cubicBezTo>
                      <a:pt x="34537" y="7023"/>
                      <a:pt x="34412" y="6873"/>
                      <a:pt x="34286" y="6697"/>
                    </a:cubicBezTo>
                    <a:cubicBezTo>
                      <a:pt x="34111" y="6522"/>
                      <a:pt x="33961" y="6347"/>
                      <a:pt x="33810" y="6146"/>
                    </a:cubicBezTo>
                    <a:cubicBezTo>
                      <a:pt x="33685" y="6021"/>
                      <a:pt x="33560" y="5895"/>
                      <a:pt x="33459" y="5770"/>
                    </a:cubicBezTo>
                    <a:cubicBezTo>
                      <a:pt x="33359" y="5670"/>
                      <a:pt x="33259" y="5545"/>
                      <a:pt x="33133" y="5444"/>
                    </a:cubicBezTo>
                    <a:cubicBezTo>
                      <a:pt x="32933" y="5219"/>
                      <a:pt x="32707" y="5018"/>
                      <a:pt x="32482" y="4793"/>
                    </a:cubicBezTo>
                    <a:cubicBezTo>
                      <a:pt x="32306" y="4617"/>
                      <a:pt x="32106" y="4442"/>
                      <a:pt x="31905" y="4266"/>
                    </a:cubicBezTo>
                    <a:cubicBezTo>
                      <a:pt x="31780" y="4166"/>
                      <a:pt x="31680" y="4041"/>
                      <a:pt x="31554" y="3941"/>
                    </a:cubicBezTo>
                    <a:cubicBezTo>
                      <a:pt x="31429" y="3840"/>
                      <a:pt x="31304" y="3740"/>
                      <a:pt x="31204" y="3665"/>
                    </a:cubicBezTo>
                    <a:cubicBezTo>
                      <a:pt x="31103" y="3590"/>
                      <a:pt x="31028" y="3514"/>
                      <a:pt x="30928" y="3439"/>
                    </a:cubicBezTo>
                    <a:cubicBezTo>
                      <a:pt x="30702" y="3264"/>
                      <a:pt x="30477" y="3088"/>
                      <a:pt x="30226" y="2913"/>
                    </a:cubicBezTo>
                    <a:cubicBezTo>
                      <a:pt x="29900" y="2687"/>
                      <a:pt x="29549" y="2437"/>
                      <a:pt x="29174" y="2236"/>
                    </a:cubicBezTo>
                    <a:cubicBezTo>
                      <a:pt x="28898" y="2036"/>
                      <a:pt x="28597" y="1885"/>
                      <a:pt x="28296" y="1710"/>
                    </a:cubicBezTo>
                    <a:cubicBezTo>
                      <a:pt x="28071" y="1610"/>
                      <a:pt x="27870" y="1484"/>
                      <a:pt x="27645" y="1384"/>
                    </a:cubicBezTo>
                    <a:cubicBezTo>
                      <a:pt x="27494" y="1334"/>
                      <a:pt x="27369" y="1259"/>
                      <a:pt x="27219" y="1184"/>
                    </a:cubicBezTo>
                    <a:cubicBezTo>
                      <a:pt x="26742" y="983"/>
                      <a:pt x="26241" y="808"/>
                      <a:pt x="25740" y="657"/>
                    </a:cubicBezTo>
                    <a:cubicBezTo>
                      <a:pt x="25239" y="482"/>
                      <a:pt x="24687" y="332"/>
                      <a:pt x="24136" y="231"/>
                    </a:cubicBezTo>
                    <a:lnTo>
                      <a:pt x="24036" y="231"/>
                    </a:lnTo>
                    <a:cubicBezTo>
                      <a:pt x="23885" y="181"/>
                      <a:pt x="23735" y="156"/>
                      <a:pt x="23585" y="131"/>
                    </a:cubicBezTo>
                    <a:cubicBezTo>
                      <a:pt x="22944" y="46"/>
                      <a:pt x="22288" y="1"/>
                      <a:pt x="216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3" name="Google Shape;5963;p51"/>
              <p:cNvSpPr/>
              <p:nvPr/>
            </p:nvSpPr>
            <p:spPr>
              <a:xfrm>
                <a:off x="4975725" y="3381625"/>
                <a:ext cx="742500" cy="152275"/>
              </a:xfrm>
              <a:custGeom>
                <a:rect b="b" l="l" r="r" t="t"/>
                <a:pathLst>
                  <a:path extrusionOk="0" h="6091" w="29700">
                    <a:moveTo>
                      <a:pt x="29499" y="0"/>
                    </a:moveTo>
                    <a:cubicBezTo>
                      <a:pt x="28321" y="175"/>
                      <a:pt x="27118" y="351"/>
                      <a:pt x="25940" y="551"/>
                    </a:cubicBezTo>
                    <a:cubicBezTo>
                      <a:pt x="24712" y="727"/>
                      <a:pt x="23509" y="927"/>
                      <a:pt x="22281" y="1128"/>
                    </a:cubicBezTo>
                    <a:cubicBezTo>
                      <a:pt x="19700" y="1554"/>
                      <a:pt x="17118" y="2005"/>
                      <a:pt x="14537" y="2481"/>
                    </a:cubicBezTo>
                    <a:cubicBezTo>
                      <a:pt x="14211" y="2556"/>
                      <a:pt x="13885" y="2607"/>
                      <a:pt x="13534" y="2682"/>
                    </a:cubicBezTo>
                    <a:cubicBezTo>
                      <a:pt x="13509" y="2682"/>
                      <a:pt x="13484" y="2682"/>
                      <a:pt x="13434" y="2707"/>
                    </a:cubicBezTo>
                    <a:cubicBezTo>
                      <a:pt x="12933" y="2782"/>
                      <a:pt x="12431" y="2882"/>
                      <a:pt x="11930" y="2983"/>
                    </a:cubicBezTo>
                    <a:cubicBezTo>
                      <a:pt x="9975" y="3358"/>
                      <a:pt x="8020" y="3759"/>
                      <a:pt x="6040" y="4160"/>
                    </a:cubicBezTo>
                    <a:cubicBezTo>
                      <a:pt x="4562" y="4461"/>
                      <a:pt x="3083" y="4762"/>
                      <a:pt x="1604" y="5088"/>
                    </a:cubicBezTo>
                    <a:cubicBezTo>
                      <a:pt x="1128" y="5188"/>
                      <a:pt x="652" y="5288"/>
                      <a:pt x="176" y="5414"/>
                    </a:cubicBezTo>
                    <a:cubicBezTo>
                      <a:pt x="101" y="5639"/>
                      <a:pt x="50" y="5865"/>
                      <a:pt x="0" y="6090"/>
                    </a:cubicBezTo>
                    <a:cubicBezTo>
                      <a:pt x="176" y="6040"/>
                      <a:pt x="376" y="5990"/>
                      <a:pt x="577" y="5965"/>
                    </a:cubicBezTo>
                    <a:cubicBezTo>
                      <a:pt x="2306" y="5564"/>
                      <a:pt x="4035" y="5213"/>
                      <a:pt x="5765" y="4837"/>
                    </a:cubicBezTo>
                    <a:cubicBezTo>
                      <a:pt x="7619" y="4461"/>
                      <a:pt x="9449" y="4110"/>
                      <a:pt x="11304" y="3734"/>
                    </a:cubicBezTo>
                    <a:cubicBezTo>
                      <a:pt x="12056" y="3609"/>
                      <a:pt x="12782" y="3459"/>
                      <a:pt x="13534" y="3308"/>
                    </a:cubicBezTo>
                    <a:cubicBezTo>
                      <a:pt x="16642" y="2732"/>
                      <a:pt x="19750" y="2180"/>
                      <a:pt x="22858" y="1679"/>
                    </a:cubicBezTo>
                    <a:cubicBezTo>
                      <a:pt x="23284" y="1604"/>
                      <a:pt x="23735" y="1529"/>
                      <a:pt x="24186" y="1454"/>
                    </a:cubicBezTo>
                    <a:cubicBezTo>
                      <a:pt x="26016" y="1153"/>
                      <a:pt x="27845" y="877"/>
                      <a:pt x="29700" y="602"/>
                    </a:cubicBezTo>
                    <a:cubicBezTo>
                      <a:pt x="29700" y="551"/>
                      <a:pt x="29675" y="526"/>
                      <a:pt x="29650" y="476"/>
                    </a:cubicBezTo>
                    <a:cubicBezTo>
                      <a:pt x="29599" y="326"/>
                      <a:pt x="29549" y="150"/>
                      <a:pt x="294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4" name="Google Shape;5964;p51"/>
              <p:cNvSpPr/>
              <p:nvPr/>
            </p:nvSpPr>
            <p:spPr>
              <a:xfrm>
                <a:off x="4990125" y="3347775"/>
                <a:ext cx="717450" cy="134125"/>
              </a:xfrm>
              <a:custGeom>
                <a:rect b="b" l="l" r="r" t="t"/>
                <a:pathLst>
                  <a:path extrusionOk="0" h="5365" w="28698">
                    <a:moveTo>
                      <a:pt x="28547" y="1"/>
                    </a:moveTo>
                    <a:cubicBezTo>
                      <a:pt x="25866" y="452"/>
                      <a:pt x="23159" y="903"/>
                      <a:pt x="20477" y="1354"/>
                    </a:cubicBezTo>
                    <a:cubicBezTo>
                      <a:pt x="18898" y="1605"/>
                      <a:pt x="17319" y="1880"/>
                      <a:pt x="15765" y="2131"/>
                    </a:cubicBezTo>
                    <a:cubicBezTo>
                      <a:pt x="14838" y="2281"/>
                      <a:pt x="13936" y="2432"/>
                      <a:pt x="13033" y="2582"/>
                    </a:cubicBezTo>
                    <a:cubicBezTo>
                      <a:pt x="12332" y="2707"/>
                      <a:pt x="11655" y="2808"/>
                      <a:pt x="10978" y="2933"/>
                    </a:cubicBezTo>
                    <a:cubicBezTo>
                      <a:pt x="9399" y="3184"/>
                      <a:pt x="7795" y="3459"/>
                      <a:pt x="6216" y="3710"/>
                    </a:cubicBezTo>
                    <a:cubicBezTo>
                      <a:pt x="4211" y="4036"/>
                      <a:pt x="2231" y="4362"/>
                      <a:pt x="226" y="4712"/>
                    </a:cubicBezTo>
                    <a:cubicBezTo>
                      <a:pt x="151" y="4913"/>
                      <a:pt x="76" y="5139"/>
                      <a:pt x="1" y="5364"/>
                    </a:cubicBezTo>
                    <a:cubicBezTo>
                      <a:pt x="1981" y="5038"/>
                      <a:pt x="3961" y="4712"/>
                      <a:pt x="5941" y="4387"/>
                    </a:cubicBezTo>
                    <a:cubicBezTo>
                      <a:pt x="7896" y="4061"/>
                      <a:pt x="9850" y="3735"/>
                      <a:pt x="11805" y="3409"/>
                    </a:cubicBezTo>
                    <a:cubicBezTo>
                      <a:pt x="12206" y="3359"/>
                      <a:pt x="12582" y="3284"/>
                      <a:pt x="12983" y="3209"/>
                    </a:cubicBezTo>
                    <a:cubicBezTo>
                      <a:pt x="13660" y="3108"/>
                      <a:pt x="14312" y="3008"/>
                      <a:pt x="14963" y="2883"/>
                    </a:cubicBezTo>
                    <a:cubicBezTo>
                      <a:pt x="16993" y="2557"/>
                      <a:pt x="19023" y="2231"/>
                      <a:pt x="21054" y="1880"/>
                    </a:cubicBezTo>
                    <a:cubicBezTo>
                      <a:pt x="23184" y="1529"/>
                      <a:pt x="25314" y="1179"/>
                      <a:pt x="27445" y="828"/>
                    </a:cubicBezTo>
                    <a:cubicBezTo>
                      <a:pt x="27871" y="753"/>
                      <a:pt x="28297" y="677"/>
                      <a:pt x="28698" y="627"/>
                    </a:cubicBezTo>
                    <a:cubicBezTo>
                      <a:pt x="28673" y="527"/>
                      <a:pt x="28648" y="427"/>
                      <a:pt x="28622" y="326"/>
                    </a:cubicBezTo>
                    <a:cubicBezTo>
                      <a:pt x="28622" y="301"/>
                      <a:pt x="28597" y="251"/>
                      <a:pt x="28597" y="226"/>
                    </a:cubicBezTo>
                    <a:cubicBezTo>
                      <a:pt x="28572" y="151"/>
                      <a:pt x="28572" y="76"/>
                      <a:pt x="28547" y="26"/>
                    </a:cubicBezTo>
                    <a:lnTo>
                      <a:pt x="2854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5" name="Google Shape;5965;p51"/>
              <p:cNvSpPr/>
              <p:nvPr/>
            </p:nvSpPr>
            <p:spPr>
              <a:xfrm>
                <a:off x="5812825" y="3322100"/>
                <a:ext cx="57650" cy="20075"/>
              </a:xfrm>
              <a:custGeom>
                <a:rect b="b" l="l" r="r" t="t"/>
                <a:pathLst>
                  <a:path extrusionOk="0" h="803" w="2306">
                    <a:moveTo>
                      <a:pt x="1980" y="0"/>
                    </a:moveTo>
                    <a:cubicBezTo>
                      <a:pt x="1303" y="100"/>
                      <a:pt x="652" y="201"/>
                      <a:pt x="0" y="326"/>
                    </a:cubicBezTo>
                    <a:cubicBezTo>
                      <a:pt x="276" y="476"/>
                      <a:pt x="552" y="652"/>
                      <a:pt x="802" y="802"/>
                    </a:cubicBezTo>
                    <a:cubicBezTo>
                      <a:pt x="1303" y="727"/>
                      <a:pt x="1805" y="652"/>
                      <a:pt x="2306" y="577"/>
                    </a:cubicBezTo>
                    <a:cubicBezTo>
                      <a:pt x="2206" y="376"/>
                      <a:pt x="2080" y="201"/>
                      <a:pt x="19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6" name="Google Shape;5966;p51"/>
              <p:cNvSpPr/>
              <p:nvPr/>
            </p:nvSpPr>
            <p:spPr>
              <a:xfrm>
                <a:off x="5008300" y="3303925"/>
                <a:ext cx="698025" cy="127850"/>
              </a:xfrm>
              <a:custGeom>
                <a:rect b="b" l="l" r="r" t="t"/>
                <a:pathLst>
                  <a:path extrusionOk="0" h="5114" w="27921">
                    <a:moveTo>
                      <a:pt x="27921" y="0"/>
                    </a:moveTo>
                    <a:lnTo>
                      <a:pt x="27921" y="0"/>
                    </a:lnTo>
                    <a:cubicBezTo>
                      <a:pt x="24662" y="602"/>
                      <a:pt x="21429" y="1128"/>
                      <a:pt x="18171" y="1629"/>
                    </a:cubicBezTo>
                    <a:cubicBezTo>
                      <a:pt x="17845" y="1679"/>
                      <a:pt x="17519" y="1730"/>
                      <a:pt x="17219" y="1780"/>
                    </a:cubicBezTo>
                    <a:cubicBezTo>
                      <a:pt x="15640" y="2030"/>
                      <a:pt x="14036" y="2256"/>
                      <a:pt x="12457" y="2507"/>
                    </a:cubicBezTo>
                    <a:cubicBezTo>
                      <a:pt x="10903" y="2732"/>
                      <a:pt x="9349" y="2958"/>
                      <a:pt x="7795" y="3208"/>
                    </a:cubicBezTo>
                    <a:cubicBezTo>
                      <a:pt x="7294" y="3283"/>
                      <a:pt x="6818" y="3359"/>
                      <a:pt x="6316" y="3434"/>
                    </a:cubicBezTo>
                    <a:cubicBezTo>
                      <a:pt x="4286" y="3760"/>
                      <a:pt x="2281" y="4085"/>
                      <a:pt x="251" y="4436"/>
                    </a:cubicBezTo>
                    <a:cubicBezTo>
                      <a:pt x="176" y="4662"/>
                      <a:pt x="76" y="4887"/>
                      <a:pt x="1" y="5113"/>
                    </a:cubicBezTo>
                    <a:cubicBezTo>
                      <a:pt x="2006" y="4762"/>
                      <a:pt x="4011" y="4436"/>
                      <a:pt x="6041" y="4111"/>
                    </a:cubicBezTo>
                    <a:cubicBezTo>
                      <a:pt x="6918" y="3985"/>
                      <a:pt x="7770" y="3835"/>
                      <a:pt x="8647" y="3710"/>
                    </a:cubicBezTo>
                    <a:cubicBezTo>
                      <a:pt x="9875" y="3509"/>
                      <a:pt x="11128" y="3334"/>
                      <a:pt x="12382" y="3158"/>
                    </a:cubicBezTo>
                    <a:cubicBezTo>
                      <a:pt x="13735" y="2933"/>
                      <a:pt x="15088" y="2732"/>
                      <a:pt x="16442" y="2532"/>
                    </a:cubicBezTo>
                    <a:cubicBezTo>
                      <a:pt x="17219" y="2431"/>
                      <a:pt x="17971" y="2306"/>
                      <a:pt x="18748" y="2181"/>
                    </a:cubicBezTo>
                    <a:cubicBezTo>
                      <a:pt x="21730" y="1730"/>
                      <a:pt x="24738" y="1228"/>
                      <a:pt x="27695" y="677"/>
                    </a:cubicBezTo>
                    <a:cubicBezTo>
                      <a:pt x="27695" y="527"/>
                      <a:pt x="27720" y="376"/>
                      <a:pt x="27770" y="276"/>
                    </a:cubicBezTo>
                    <a:cubicBezTo>
                      <a:pt x="27770" y="251"/>
                      <a:pt x="27795" y="201"/>
                      <a:pt x="27795" y="176"/>
                    </a:cubicBezTo>
                    <a:cubicBezTo>
                      <a:pt x="27820" y="126"/>
                      <a:pt x="27870" y="50"/>
                      <a:pt x="279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7" name="Google Shape;5967;p51"/>
              <p:cNvSpPr/>
              <p:nvPr/>
            </p:nvSpPr>
            <p:spPr>
              <a:xfrm>
                <a:off x="5740125" y="3278225"/>
                <a:ext cx="103425" cy="29475"/>
              </a:xfrm>
              <a:custGeom>
                <a:rect b="b" l="l" r="r" t="t"/>
                <a:pathLst>
                  <a:path extrusionOk="0" h="1179" w="4137">
                    <a:moveTo>
                      <a:pt x="3735" y="1"/>
                    </a:moveTo>
                    <a:cubicBezTo>
                      <a:pt x="2507" y="276"/>
                      <a:pt x="1254" y="527"/>
                      <a:pt x="1" y="778"/>
                    </a:cubicBezTo>
                    <a:cubicBezTo>
                      <a:pt x="101" y="778"/>
                      <a:pt x="201" y="803"/>
                      <a:pt x="302" y="853"/>
                    </a:cubicBezTo>
                    <a:cubicBezTo>
                      <a:pt x="502" y="903"/>
                      <a:pt x="728" y="978"/>
                      <a:pt x="953" y="1078"/>
                    </a:cubicBezTo>
                    <a:cubicBezTo>
                      <a:pt x="1029" y="1103"/>
                      <a:pt x="1104" y="1128"/>
                      <a:pt x="1204" y="1179"/>
                    </a:cubicBezTo>
                    <a:cubicBezTo>
                      <a:pt x="2181" y="978"/>
                      <a:pt x="3159" y="778"/>
                      <a:pt x="4136" y="552"/>
                    </a:cubicBezTo>
                    <a:cubicBezTo>
                      <a:pt x="4011" y="377"/>
                      <a:pt x="3886" y="201"/>
                      <a:pt x="37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8" name="Google Shape;5968;p51"/>
              <p:cNvSpPr/>
              <p:nvPr/>
            </p:nvSpPr>
            <p:spPr>
              <a:xfrm>
                <a:off x="5028975" y="3238125"/>
                <a:ext cx="785750" cy="143525"/>
              </a:xfrm>
              <a:custGeom>
                <a:rect b="b" l="l" r="r" t="t"/>
                <a:pathLst>
                  <a:path extrusionOk="0" h="5741" w="31430">
                    <a:moveTo>
                      <a:pt x="30978" y="1"/>
                    </a:moveTo>
                    <a:cubicBezTo>
                      <a:pt x="26342" y="928"/>
                      <a:pt x="21655" y="1555"/>
                      <a:pt x="16993" y="2231"/>
                    </a:cubicBezTo>
                    <a:cubicBezTo>
                      <a:pt x="15289" y="2482"/>
                      <a:pt x="13610" y="2732"/>
                      <a:pt x="11931" y="3008"/>
                    </a:cubicBezTo>
                    <a:cubicBezTo>
                      <a:pt x="8071" y="3610"/>
                      <a:pt x="4186" y="4286"/>
                      <a:pt x="352" y="5038"/>
                    </a:cubicBezTo>
                    <a:cubicBezTo>
                      <a:pt x="226" y="5264"/>
                      <a:pt x="101" y="5489"/>
                      <a:pt x="1" y="5740"/>
                    </a:cubicBezTo>
                    <a:cubicBezTo>
                      <a:pt x="3936" y="4988"/>
                      <a:pt x="7870" y="4286"/>
                      <a:pt x="11830" y="3660"/>
                    </a:cubicBezTo>
                    <a:cubicBezTo>
                      <a:pt x="13610" y="3359"/>
                      <a:pt x="15364" y="3083"/>
                      <a:pt x="17144" y="2833"/>
                    </a:cubicBezTo>
                    <a:cubicBezTo>
                      <a:pt x="21931" y="2131"/>
                      <a:pt x="26693" y="1504"/>
                      <a:pt x="31429" y="552"/>
                    </a:cubicBezTo>
                    <a:cubicBezTo>
                      <a:pt x="31404" y="527"/>
                      <a:pt x="31379" y="502"/>
                      <a:pt x="31379" y="477"/>
                    </a:cubicBezTo>
                    <a:cubicBezTo>
                      <a:pt x="31254" y="326"/>
                      <a:pt x="31129" y="176"/>
                      <a:pt x="309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9" name="Google Shape;5969;p51"/>
              <p:cNvSpPr/>
              <p:nvPr/>
            </p:nvSpPr>
            <p:spPr>
              <a:xfrm>
                <a:off x="5053425" y="3212450"/>
                <a:ext cx="740625" cy="120325"/>
              </a:xfrm>
              <a:custGeom>
                <a:rect b="b" l="l" r="r" t="t"/>
                <a:pathLst>
                  <a:path extrusionOk="0" h="4813" w="29625">
                    <a:moveTo>
                      <a:pt x="29148" y="0"/>
                    </a:moveTo>
                    <a:cubicBezTo>
                      <a:pt x="23208" y="1053"/>
                      <a:pt x="17218" y="1880"/>
                      <a:pt x="11228" y="2682"/>
                    </a:cubicBezTo>
                    <a:cubicBezTo>
                      <a:pt x="7619" y="3158"/>
                      <a:pt x="4010" y="3634"/>
                      <a:pt x="401" y="4135"/>
                    </a:cubicBezTo>
                    <a:cubicBezTo>
                      <a:pt x="351" y="4211"/>
                      <a:pt x="301" y="4311"/>
                      <a:pt x="251" y="4386"/>
                    </a:cubicBezTo>
                    <a:cubicBezTo>
                      <a:pt x="201" y="4486"/>
                      <a:pt x="125" y="4587"/>
                      <a:pt x="75" y="4712"/>
                    </a:cubicBezTo>
                    <a:cubicBezTo>
                      <a:pt x="50" y="4737"/>
                      <a:pt x="25" y="4787"/>
                      <a:pt x="0" y="4812"/>
                    </a:cubicBezTo>
                    <a:cubicBezTo>
                      <a:pt x="3709" y="4311"/>
                      <a:pt x="7394" y="3835"/>
                      <a:pt x="11103" y="3333"/>
                    </a:cubicBezTo>
                    <a:cubicBezTo>
                      <a:pt x="17293" y="2506"/>
                      <a:pt x="23484" y="1629"/>
                      <a:pt x="29624" y="551"/>
                    </a:cubicBezTo>
                    <a:cubicBezTo>
                      <a:pt x="29474" y="376"/>
                      <a:pt x="29299" y="201"/>
                      <a:pt x="291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0" name="Google Shape;5970;p51"/>
              <p:cNvSpPr/>
              <p:nvPr/>
            </p:nvSpPr>
            <p:spPr>
              <a:xfrm>
                <a:off x="5080350" y="3165450"/>
                <a:ext cx="668575" cy="124075"/>
              </a:xfrm>
              <a:custGeom>
                <a:rect b="b" l="l" r="r" t="t"/>
                <a:pathLst>
                  <a:path extrusionOk="0" h="4963" w="26743">
                    <a:moveTo>
                      <a:pt x="26166" y="0"/>
                    </a:moveTo>
                    <a:cubicBezTo>
                      <a:pt x="22783" y="577"/>
                      <a:pt x="19399" y="1153"/>
                      <a:pt x="16016" y="1705"/>
                    </a:cubicBezTo>
                    <a:cubicBezTo>
                      <a:pt x="14236" y="2005"/>
                      <a:pt x="12457" y="2331"/>
                      <a:pt x="10678" y="2657"/>
                    </a:cubicBezTo>
                    <a:cubicBezTo>
                      <a:pt x="7294" y="3259"/>
                      <a:pt x="3886" y="3835"/>
                      <a:pt x="477" y="4261"/>
                    </a:cubicBezTo>
                    <a:cubicBezTo>
                      <a:pt x="302" y="4487"/>
                      <a:pt x="151" y="4712"/>
                      <a:pt x="1" y="4963"/>
                    </a:cubicBezTo>
                    <a:cubicBezTo>
                      <a:pt x="3510" y="4537"/>
                      <a:pt x="6993" y="3910"/>
                      <a:pt x="10502" y="3309"/>
                    </a:cubicBezTo>
                    <a:cubicBezTo>
                      <a:pt x="12131" y="3008"/>
                      <a:pt x="13760" y="2732"/>
                      <a:pt x="15389" y="2457"/>
                    </a:cubicBezTo>
                    <a:cubicBezTo>
                      <a:pt x="19174" y="1805"/>
                      <a:pt x="22958" y="1178"/>
                      <a:pt x="26743" y="527"/>
                    </a:cubicBezTo>
                    <a:cubicBezTo>
                      <a:pt x="26567" y="351"/>
                      <a:pt x="26367" y="176"/>
                      <a:pt x="26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1" name="Google Shape;5971;p51"/>
              <p:cNvSpPr/>
              <p:nvPr/>
            </p:nvSpPr>
            <p:spPr>
              <a:xfrm>
                <a:off x="5116075" y="3131600"/>
                <a:ext cx="594000" cy="109050"/>
              </a:xfrm>
              <a:custGeom>
                <a:rect b="b" l="l" r="r" t="t"/>
                <a:pathLst>
                  <a:path extrusionOk="0" h="4362" w="23760">
                    <a:moveTo>
                      <a:pt x="23058" y="1"/>
                    </a:moveTo>
                    <a:cubicBezTo>
                      <a:pt x="19900" y="502"/>
                      <a:pt x="16742" y="1003"/>
                      <a:pt x="13584" y="1505"/>
                    </a:cubicBezTo>
                    <a:cubicBezTo>
                      <a:pt x="12381" y="1680"/>
                      <a:pt x="11153" y="1881"/>
                      <a:pt x="9950" y="2081"/>
                    </a:cubicBezTo>
                    <a:cubicBezTo>
                      <a:pt x="8622" y="2282"/>
                      <a:pt x="7269" y="2482"/>
                      <a:pt x="5940" y="2708"/>
                    </a:cubicBezTo>
                    <a:cubicBezTo>
                      <a:pt x="4261" y="2958"/>
                      <a:pt x="2406" y="3435"/>
                      <a:pt x="577" y="3685"/>
                    </a:cubicBezTo>
                    <a:cubicBezTo>
                      <a:pt x="502" y="3785"/>
                      <a:pt x="401" y="3886"/>
                      <a:pt x="326" y="3961"/>
                    </a:cubicBezTo>
                    <a:cubicBezTo>
                      <a:pt x="226" y="4111"/>
                      <a:pt x="101" y="4237"/>
                      <a:pt x="0" y="4362"/>
                    </a:cubicBezTo>
                    <a:cubicBezTo>
                      <a:pt x="1529" y="4161"/>
                      <a:pt x="3058" y="3785"/>
                      <a:pt x="4487" y="3560"/>
                    </a:cubicBezTo>
                    <a:lnTo>
                      <a:pt x="9700" y="2733"/>
                    </a:lnTo>
                    <a:lnTo>
                      <a:pt x="12958" y="2232"/>
                    </a:lnTo>
                    <a:cubicBezTo>
                      <a:pt x="16542" y="1655"/>
                      <a:pt x="20151" y="1104"/>
                      <a:pt x="23760" y="527"/>
                    </a:cubicBezTo>
                    <a:cubicBezTo>
                      <a:pt x="23534" y="352"/>
                      <a:pt x="23309" y="176"/>
                      <a:pt x="230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2" name="Google Shape;5972;p51"/>
              <p:cNvSpPr/>
              <p:nvPr/>
            </p:nvSpPr>
            <p:spPr>
              <a:xfrm>
                <a:off x="5169325" y="3101525"/>
                <a:ext cx="496900" cy="82750"/>
              </a:xfrm>
              <a:custGeom>
                <a:rect b="b" l="l" r="r" t="t"/>
                <a:pathLst>
                  <a:path extrusionOk="0" h="3310" w="19876">
                    <a:moveTo>
                      <a:pt x="18998" y="1"/>
                    </a:moveTo>
                    <a:cubicBezTo>
                      <a:pt x="15565" y="502"/>
                      <a:pt x="12106" y="978"/>
                      <a:pt x="8647" y="1480"/>
                    </a:cubicBezTo>
                    <a:cubicBezTo>
                      <a:pt x="6066" y="1831"/>
                      <a:pt x="3484" y="2206"/>
                      <a:pt x="903" y="2557"/>
                    </a:cubicBezTo>
                    <a:cubicBezTo>
                      <a:pt x="602" y="2808"/>
                      <a:pt x="301" y="3059"/>
                      <a:pt x="1" y="3309"/>
                    </a:cubicBezTo>
                    <a:cubicBezTo>
                      <a:pt x="2783" y="2933"/>
                      <a:pt x="5540" y="2532"/>
                      <a:pt x="8322" y="2156"/>
                    </a:cubicBezTo>
                    <a:cubicBezTo>
                      <a:pt x="12181" y="1605"/>
                      <a:pt x="16016" y="1054"/>
                      <a:pt x="19876" y="527"/>
                    </a:cubicBezTo>
                    <a:cubicBezTo>
                      <a:pt x="19600" y="327"/>
                      <a:pt x="19299" y="176"/>
                      <a:pt x="189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3" name="Google Shape;5973;p51"/>
              <p:cNvSpPr/>
              <p:nvPr/>
            </p:nvSpPr>
            <p:spPr>
              <a:xfrm>
                <a:off x="5263950" y="3064575"/>
                <a:ext cx="316425" cy="52650"/>
              </a:xfrm>
              <a:custGeom>
                <a:rect b="b" l="l" r="r" t="t"/>
                <a:pathLst>
                  <a:path extrusionOk="0" h="2106" w="12657">
                    <a:moveTo>
                      <a:pt x="11053" y="0"/>
                    </a:moveTo>
                    <a:cubicBezTo>
                      <a:pt x="9474" y="226"/>
                      <a:pt x="7870" y="426"/>
                      <a:pt x="6291" y="652"/>
                    </a:cubicBezTo>
                    <a:cubicBezTo>
                      <a:pt x="4787" y="852"/>
                      <a:pt x="3258" y="1053"/>
                      <a:pt x="1755" y="1253"/>
                    </a:cubicBezTo>
                    <a:cubicBezTo>
                      <a:pt x="1704" y="1253"/>
                      <a:pt x="1654" y="1278"/>
                      <a:pt x="1604" y="1304"/>
                    </a:cubicBezTo>
                    <a:cubicBezTo>
                      <a:pt x="1028" y="1554"/>
                      <a:pt x="501" y="1830"/>
                      <a:pt x="0" y="2106"/>
                    </a:cubicBezTo>
                    <a:cubicBezTo>
                      <a:pt x="1930" y="1855"/>
                      <a:pt x="3860" y="1579"/>
                      <a:pt x="5790" y="1329"/>
                    </a:cubicBezTo>
                    <a:cubicBezTo>
                      <a:pt x="8070" y="1028"/>
                      <a:pt x="10376" y="727"/>
                      <a:pt x="12657" y="426"/>
                    </a:cubicBezTo>
                    <a:cubicBezTo>
                      <a:pt x="12156" y="251"/>
                      <a:pt x="11604" y="101"/>
                      <a:pt x="110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4" name="Google Shape;5974;p51"/>
              <p:cNvSpPr/>
              <p:nvPr/>
            </p:nvSpPr>
            <p:spPr>
              <a:xfrm>
                <a:off x="4962575" y="3442400"/>
                <a:ext cx="780100" cy="149150"/>
              </a:xfrm>
              <a:custGeom>
                <a:rect b="b" l="l" r="r" t="t"/>
                <a:pathLst>
                  <a:path extrusionOk="0" h="5966" w="31204">
                    <a:moveTo>
                      <a:pt x="30927" y="0"/>
                    </a:moveTo>
                    <a:cubicBezTo>
                      <a:pt x="20652" y="1654"/>
                      <a:pt x="10376" y="3434"/>
                      <a:pt x="125" y="5288"/>
                    </a:cubicBezTo>
                    <a:cubicBezTo>
                      <a:pt x="100" y="5414"/>
                      <a:pt x="75" y="5539"/>
                      <a:pt x="50" y="5664"/>
                    </a:cubicBezTo>
                    <a:cubicBezTo>
                      <a:pt x="25" y="5765"/>
                      <a:pt x="0" y="5865"/>
                      <a:pt x="0" y="5965"/>
                    </a:cubicBezTo>
                    <a:cubicBezTo>
                      <a:pt x="10376" y="4060"/>
                      <a:pt x="20777" y="2256"/>
                      <a:pt x="31203" y="577"/>
                    </a:cubicBezTo>
                    <a:cubicBezTo>
                      <a:pt x="31103" y="401"/>
                      <a:pt x="31028" y="201"/>
                      <a:pt x="309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5" name="Google Shape;5975;p51"/>
              <p:cNvSpPr/>
              <p:nvPr/>
            </p:nvSpPr>
            <p:spPr>
              <a:xfrm>
                <a:off x="4841000" y="3335250"/>
                <a:ext cx="1078975" cy="646650"/>
              </a:xfrm>
              <a:custGeom>
                <a:rect b="b" l="l" r="r" t="t"/>
                <a:pathLst>
                  <a:path extrusionOk="0" h="25866" w="43159">
                    <a:moveTo>
                      <a:pt x="24437" y="0"/>
                    </a:moveTo>
                    <a:lnTo>
                      <a:pt x="23911" y="527"/>
                    </a:lnTo>
                    <a:lnTo>
                      <a:pt x="23134" y="1279"/>
                    </a:lnTo>
                    <a:lnTo>
                      <a:pt x="21730" y="2632"/>
                    </a:lnTo>
                    <a:lnTo>
                      <a:pt x="20928" y="3384"/>
                    </a:lnTo>
                    <a:lnTo>
                      <a:pt x="19926" y="4336"/>
                    </a:lnTo>
                    <a:lnTo>
                      <a:pt x="19374" y="4888"/>
                    </a:lnTo>
                    <a:lnTo>
                      <a:pt x="18923" y="4612"/>
                    </a:lnTo>
                    <a:lnTo>
                      <a:pt x="18823" y="4562"/>
                    </a:lnTo>
                    <a:lnTo>
                      <a:pt x="17770" y="3910"/>
                    </a:lnTo>
                    <a:lnTo>
                      <a:pt x="16943" y="3434"/>
                    </a:lnTo>
                    <a:lnTo>
                      <a:pt x="15339" y="2457"/>
                    </a:lnTo>
                    <a:lnTo>
                      <a:pt x="14487" y="1955"/>
                    </a:lnTo>
                    <a:lnTo>
                      <a:pt x="13384" y="1279"/>
                    </a:lnTo>
                    <a:lnTo>
                      <a:pt x="13008" y="2181"/>
                    </a:lnTo>
                    <a:lnTo>
                      <a:pt x="12733" y="2858"/>
                    </a:lnTo>
                    <a:lnTo>
                      <a:pt x="12181" y="4211"/>
                    </a:lnTo>
                    <a:lnTo>
                      <a:pt x="11906" y="4888"/>
                    </a:lnTo>
                    <a:lnTo>
                      <a:pt x="11429" y="6015"/>
                    </a:lnTo>
                    <a:lnTo>
                      <a:pt x="11154" y="6692"/>
                    </a:lnTo>
                    <a:lnTo>
                      <a:pt x="10377" y="8597"/>
                    </a:lnTo>
                    <a:lnTo>
                      <a:pt x="10302" y="8797"/>
                    </a:lnTo>
                    <a:lnTo>
                      <a:pt x="9224" y="8822"/>
                    </a:lnTo>
                    <a:lnTo>
                      <a:pt x="5139" y="8848"/>
                    </a:lnTo>
                    <a:lnTo>
                      <a:pt x="3735" y="8873"/>
                    </a:lnTo>
                    <a:lnTo>
                      <a:pt x="4587" y="11680"/>
                    </a:lnTo>
                    <a:lnTo>
                      <a:pt x="5765" y="15564"/>
                    </a:lnTo>
                    <a:lnTo>
                      <a:pt x="4036" y="16291"/>
                    </a:lnTo>
                    <a:lnTo>
                      <a:pt x="1" y="17945"/>
                    </a:lnTo>
                    <a:lnTo>
                      <a:pt x="4412" y="25865"/>
                    </a:lnTo>
                    <a:lnTo>
                      <a:pt x="5439" y="25740"/>
                    </a:lnTo>
                    <a:lnTo>
                      <a:pt x="6392" y="25589"/>
                    </a:lnTo>
                    <a:lnTo>
                      <a:pt x="17896" y="24011"/>
                    </a:lnTo>
                    <a:lnTo>
                      <a:pt x="20477" y="23660"/>
                    </a:lnTo>
                    <a:lnTo>
                      <a:pt x="20577" y="23635"/>
                    </a:lnTo>
                    <a:lnTo>
                      <a:pt x="39099" y="21078"/>
                    </a:lnTo>
                    <a:lnTo>
                      <a:pt x="40502" y="20878"/>
                    </a:lnTo>
                    <a:lnTo>
                      <a:pt x="40703" y="20552"/>
                    </a:lnTo>
                    <a:lnTo>
                      <a:pt x="42482" y="17670"/>
                    </a:lnTo>
                    <a:lnTo>
                      <a:pt x="43159" y="16517"/>
                    </a:lnTo>
                    <a:lnTo>
                      <a:pt x="43059" y="15765"/>
                    </a:lnTo>
                    <a:lnTo>
                      <a:pt x="42608" y="12732"/>
                    </a:lnTo>
                    <a:lnTo>
                      <a:pt x="41806" y="7043"/>
                    </a:lnTo>
                    <a:lnTo>
                      <a:pt x="36994" y="6943"/>
                    </a:lnTo>
                    <a:lnTo>
                      <a:pt x="36567" y="6918"/>
                    </a:lnTo>
                    <a:lnTo>
                      <a:pt x="36016" y="4888"/>
                    </a:lnTo>
                    <a:lnTo>
                      <a:pt x="35941" y="4612"/>
                    </a:lnTo>
                    <a:lnTo>
                      <a:pt x="34863" y="577"/>
                    </a:lnTo>
                    <a:lnTo>
                      <a:pt x="34562" y="727"/>
                    </a:lnTo>
                    <a:lnTo>
                      <a:pt x="33410" y="1329"/>
                    </a:lnTo>
                    <a:lnTo>
                      <a:pt x="31329" y="2406"/>
                    </a:lnTo>
                    <a:lnTo>
                      <a:pt x="29575" y="3309"/>
                    </a:lnTo>
                    <a:lnTo>
                      <a:pt x="28572" y="3835"/>
                    </a:lnTo>
                    <a:lnTo>
                      <a:pt x="28247" y="3534"/>
                    </a:lnTo>
                    <a:lnTo>
                      <a:pt x="27670" y="2983"/>
                    </a:lnTo>
                    <a:lnTo>
                      <a:pt x="27019" y="2381"/>
                    </a:lnTo>
                    <a:lnTo>
                      <a:pt x="26442" y="1855"/>
                    </a:lnTo>
                    <a:lnTo>
                      <a:pt x="25440" y="928"/>
                    </a:lnTo>
                    <a:lnTo>
                      <a:pt x="24838" y="376"/>
                    </a:lnTo>
                    <a:lnTo>
                      <a:pt x="24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6" name="Google Shape;5976;p51"/>
              <p:cNvSpPr/>
              <p:nvPr/>
            </p:nvSpPr>
            <p:spPr>
              <a:xfrm>
                <a:off x="5806550" y="3272400"/>
                <a:ext cx="146025" cy="132000"/>
              </a:xfrm>
              <a:custGeom>
                <a:rect b="b" l="l" r="r" t="t"/>
                <a:pathLst>
                  <a:path extrusionOk="0" h="5280" w="5841">
                    <a:moveTo>
                      <a:pt x="2928" y="0"/>
                    </a:moveTo>
                    <a:cubicBezTo>
                      <a:pt x="2221" y="0"/>
                      <a:pt x="1516" y="283"/>
                      <a:pt x="1003" y="835"/>
                    </a:cubicBezTo>
                    <a:cubicBezTo>
                      <a:pt x="1" y="1913"/>
                      <a:pt x="51" y="3567"/>
                      <a:pt x="1128" y="4570"/>
                    </a:cubicBezTo>
                    <a:cubicBezTo>
                      <a:pt x="1641" y="5046"/>
                      <a:pt x="2284" y="5279"/>
                      <a:pt x="2925" y="5279"/>
                    </a:cubicBezTo>
                    <a:cubicBezTo>
                      <a:pt x="3632" y="5279"/>
                      <a:pt x="4337" y="4996"/>
                      <a:pt x="4863" y="4444"/>
                    </a:cubicBezTo>
                    <a:cubicBezTo>
                      <a:pt x="5840" y="3367"/>
                      <a:pt x="5790" y="1712"/>
                      <a:pt x="4712" y="710"/>
                    </a:cubicBezTo>
                    <a:cubicBezTo>
                      <a:pt x="4212" y="233"/>
                      <a:pt x="3569" y="0"/>
                      <a:pt x="29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7" name="Google Shape;5977;p51"/>
              <p:cNvSpPr/>
              <p:nvPr/>
            </p:nvSpPr>
            <p:spPr>
              <a:xfrm>
                <a:off x="5216950" y="4327100"/>
                <a:ext cx="491875" cy="218950"/>
              </a:xfrm>
              <a:custGeom>
                <a:rect b="b" l="l" r="r" t="t"/>
                <a:pathLst>
                  <a:path extrusionOk="0" h="8758" w="19675">
                    <a:moveTo>
                      <a:pt x="16316" y="1"/>
                    </a:moveTo>
                    <a:lnTo>
                      <a:pt x="3384" y="1028"/>
                    </a:lnTo>
                    <a:cubicBezTo>
                      <a:pt x="3384" y="1028"/>
                      <a:pt x="2958" y="1505"/>
                      <a:pt x="2432" y="2231"/>
                    </a:cubicBezTo>
                    <a:cubicBezTo>
                      <a:pt x="2407" y="2281"/>
                      <a:pt x="2356" y="2307"/>
                      <a:pt x="2356" y="2357"/>
                    </a:cubicBezTo>
                    <a:cubicBezTo>
                      <a:pt x="1304" y="3835"/>
                      <a:pt x="1" y="6292"/>
                      <a:pt x="1254" y="7971"/>
                    </a:cubicBezTo>
                    <a:cubicBezTo>
                      <a:pt x="1507" y="8301"/>
                      <a:pt x="1788" y="8444"/>
                      <a:pt x="2086" y="8444"/>
                    </a:cubicBezTo>
                    <a:cubicBezTo>
                      <a:pt x="2963" y="8444"/>
                      <a:pt x="3983" y="7194"/>
                      <a:pt x="4863" y="5790"/>
                    </a:cubicBezTo>
                    <a:cubicBezTo>
                      <a:pt x="5564" y="4662"/>
                      <a:pt x="6166" y="3409"/>
                      <a:pt x="6517" y="2657"/>
                    </a:cubicBezTo>
                    <a:cubicBezTo>
                      <a:pt x="6717" y="2231"/>
                      <a:pt x="6843" y="1956"/>
                      <a:pt x="6843" y="1956"/>
                    </a:cubicBezTo>
                    <a:cubicBezTo>
                      <a:pt x="6843" y="1956"/>
                      <a:pt x="6868" y="2231"/>
                      <a:pt x="6943" y="2657"/>
                    </a:cubicBezTo>
                    <a:cubicBezTo>
                      <a:pt x="7211" y="4390"/>
                      <a:pt x="8145" y="8758"/>
                      <a:pt x="10552" y="8758"/>
                    </a:cubicBezTo>
                    <a:cubicBezTo>
                      <a:pt x="10618" y="8758"/>
                      <a:pt x="10684" y="8754"/>
                      <a:pt x="10752" y="8748"/>
                    </a:cubicBezTo>
                    <a:cubicBezTo>
                      <a:pt x="13334" y="8497"/>
                      <a:pt x="12356" y="3835"/>
                      <a:pt x="11930" y="2181"/>
                    </a:cubicBezTo>
                    <a:cubicBezTo>
                      <a:pt x="11830" y="1880"/>
                      <a:pt x="11780" y="1680"/>
                      <a:pt x="11755" y="1630"/>
                    </a:cubicBezTo>
                    <a:lnTo>
                      <a:pt x="11755" y="1630"/>
                    </a:lnTo>
                    <a:cubicBezTo>
                      <a:pt x="11805" y="1680"/>
                      <a:pt x="11905" y="1880"/>
                      <a:pt x="12056" y="2156"/>
                    </a:cubicBezTo>
                    <a:cubicBezTo>
                      <a:pt x="12881" y="3607"/>
                      <a:pt x="15257" y="7482"/>
                      <a:pt x="17166" y="7482"/>
                    </a:cubicBezTo>
                    <a:cubicBezTo>
                      <a:pt x="17401" y="7482"/>
                      <a:pt x="17628" y="7423"/>
                      <a:pt x="17845" y="7294"/>
                    </a:cubicBezTo>
                    <a:cubicBezTo>
                      <a:pt x="19675" y="6191"/>
                      <a:pt x="17845" y="2582"/>
                      <a:pt x="16868" y="878"/>
                    </a:cubicBezTo>
                    <a:cubicBezTo>
                      <a:pt x="16542" y="327"/>
                      <a:pt x="16316" y="1"/>
                      <a:pt x="16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8" name="Google Shape;5978;p51"/>
              <p:cNvSpPr/>
              <p:nvPr/>
            </p:nvSpPr>
            <p:spPr>
              <a:xfrm>
                <a:off x="5697525" y="3911375"/>
                <a:ext cx="359675" cy="431075"/>
              </a:xfrm>
              <a:custGeom>
                <a:rect b="b" l="l" r="r" t="t"/>
                <a:pathLst>
                  <a:path extrusionOk="0" h="17243" w="14387">
                    <a:moveTo>
                      <a:pt x="7065" y="1"/>
                    </a:moveTo>
                    <a:cubicBezTo>
                      <a:pt x="4245" y="1"/>
                      <a:pt x="3860" y="7457"/>
                      <a:pt x="3860" y="7457"/>
                    </a:cubicBezTo>
                    <a:lnTo>
                      <a:pt x="1" y="15126"/>
                    </a:lnTo>
                    <a:cubicBezTo>
                      <a:pt x="1" y="15126"/>
                      <a:pt x="1816" y="17242"/>
                      <a:pt x="3881" y="17242"/>
                    </a:cubicBezTo>
                    <a:cubicBezTo>
                      <a:pt x="4913" y="17242"/>
                      <a:pt x="6007" y="16713"/>
                      <a:pt x="6968" y="15126"/>
                    </a:cubicBezTo>
                    <a:cubicBezTo>
                      <a:pt x="6968" y="15126"/>
                      <a:pt x="7126" y="15159"/>
                      <a:pt x="7374" y="15159"/>
                    </a:cubicBezTo>
                    <a:cubicBezTo>
                      <a:pt x="8137" y="15159"/>
                      <a:pt x="9759" y="14846"/>
                      <a:pt x="10327" y="12294"/>
                    </a:cubicBezTo>
                    <a:cubicBezTo>
                      <a:pt x="10327" y="12294"/>
                      <a:pt x="10337" y="12294"/>
                      <a:pt x="10358" y="12294"/>
                    </a:cubicBezTo>
                    <a:cubicBezTo>
                      <a:pt x="10621" y="12294"/>
                      <a:pt x="12477" y="12208"/>
                      <a:pt x="13384" y="9813"/>
                    </a:cubicBezTo>
                    <a:cubicBezTo>
                      <a:pt x="14387" y="7231"/>
                      <a:pt x="11354" y="1617"/>
                      <a:pt x="7820" y="164"/>
                    </a:cubicBezTo>
                    <a:cubicBezTo>
                      <a:pt x="7551" y="52"/>
                      <a:pt x="7300" y="1"/>
                      <a:pt x="70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9" name="Google Shape;5979;p51"/>
              <p:cNvSpPr/>
              <p:nvPr/>
            </p:nvSpPr>
            <p:spPr>
              <a:xfrm>
                <a:off x="5719450" y="3929225"/>
                <a:ext cx="322100" cy="413300"/>
              </a:xfrm>
              <a:custGeom>
                <a:rect b="b" l="l" r="r" t="t"/>
                <a:pathLst>
                  <a:path extrusionOk="0" h="16532" w="12884">
                    <a:moveTo>
                      <a:pt x="8171" y="10352"/>
                    </a:moveTo>
                    <a:cubicBezTo>
                      <a:pt x="8322" y="10377"/>
                      <a:pt x="8472" y="10427"/>
                      <a:pt x="8622" y="10502"/>
                    </a:cubicBezTo>
                    <a:cubicBezTo>
                      <a:pt x="8898" y="10678"/>
                      <a:pt x="9124" y="10978"/>
                      <a:pt x="9199" y="11304"/>
                    </a:cubicBezTo>
                    <a:cubicBezTo>
                      <a:pt x="9233" y="11414"/>
                      <a:pt x="9249" y="11530"/>
                      <a:pt x="9252" y="11648"/>
                    </a:cubicBezTo>
                    <a:lnTo>
                      <a:pt x="9252" y="11648"/>
                    </a:lnTo>
                    <a:cubicBezTo>
                      <a:pt x="8919" y="11593"/>
                      <a:pt x="8610" y="11470"/>
                      <a:pt x="8347" y="11254"/>
                    </a:cubicBezTo>
                    <a:cubicBezTo>
                      <a:pt x="8221" y="11129"/>
                      <a:pt x="8096" y="11003"/>
                      <a:pt x="8021" y="10853"/>
                    </a:cubicBezTo>
                    <a:cubicBezTo>
                      <a:pt x="7971" y="10778"/>
                      <a:pt x="7946" y="10703"/>
                      <a:pt x="7921" y="10628"/>
                    </a:cubicBezTo>
                    <a:cubicBezTo>
                      <a:pt x="7896" y="10552"/>
                      <a:pt x="7871" y="10452"/>
                      <a:pt x="7896" y="10452"/>
                    </a:cubicBezTo>
                    <a:cubicBezTo>
                      <a:pt x="7871" y="10427"/>
                      <a:pt x="8021" y="10352"/>
                      <a:pt x="8171" y="10352"/>
                    </a:cubicBezTo>
                    <a:close/>
                    <a:moveTo>
                      <a:pt x="4829" y="13014"/>
                    </a:moveTo>
                    <a:cubicBezTo>
                      <a:pt x="4861" y="13014"/>
                      <a:pt x="4898" y="13020"/>
                      <a:pt x="4938" y="13034"/>
                    </a:cubicBezTo>
                    <a:cubicBezTo>
                      <a:pt x="5089" y="13109"/>
                      <a:pt x="5239" y="13209"/>
                      <a:pt x="5389" y="13334"/>
                    </a:cubicBezTo>
                    <a:cubicBezTo>
                      <a:pt x="5540" y="13435"/>
                      <a:pt x="5665" y="13560"/>
                      <a:pt x="5765" y="13710"/>
                    </a:cubicBezTo>
                    <a:cubicBezTo>
                      <a:pt x="5899" y="13873"/>
                      <a:pt x="5962" y="14071"/>
                      <a:pt x="5960" y="14274"/>
                    </a:cubicBezTo>
                    <a:lnTo>
                      <a:pt x="5960" y="14274"/>
                    </a:lnTo>
                    <a:cubicBezTo>
                      <a:pt x="5834" y="14248"/>
                      <a:pt x="5711" y="14211"/>
                      <a:pt x="5590" y="14161"/>
                    </a:cubicBezTo>
                    <a:cubicBezTo>
                      <a:pt x="5264" y="14036"/>
                      <a:pt x="4963" y="13811"/>
                      <a:pt x="4763" y="13535"/>
                    </a:cubicBezTo>
                    <a:cubicBezTo>
                      <a:pt x="4688" y="13410"/>
                      <a:pt x="4637" y="13234"/>
                      <a:pt x="4663" y="13134"/>
                    </a:cubicBezTo>
                    <a:cubicBezTo>
                      <a:pt x="4681" y="13060"/>
                      <a:pt x="4740" y="13014"/>
                      <a:pt x="4829" y="13014"/>
                    </a:cubicBezTo>
                    <a:close/>
                    <a:moveTo>
                      <a:pt x="8021" y="1"/>
                    </a:moveTo>
                    <a:lnTo>
                      <a:pt x="8021" y="1"/>
                    </a:lnTo>
                    <a:cubicBezTo>
                      <a:pt x="9049" y="1179"/>
                      <a:pt x="10176" y="2282"/>
                      <a:pt x="11028" y="3560"/>
                    </a:cubicBezTo>
                    <a:cubicBezTo>
                      <a:pt x="11906" y="4838"/>
                      <a:pt x="12607" y="6292"/>
                      <a:pt x="12557" y="7821"/>
                    </a:cubicBezTo>
                    <a:cubicBezTo>
                      <a:pt x="12532" y="8572"/>
                      <a:pt x="12307" y="9324"/>
                      <a:pt x="11931" y="9976"/>
                    </a:cubicBezTo>
                    <a:cubicBezTo>
                      <a:pt x="11555" y="10602"/>
                      <a:pt x="11003" y="11179"/>
                      <a:pt x="10352" y="11480"/>
                    </a:cubicBezTo>
                    <a:cubicBezTo>
                      <a:pt x="10137" y="11562"/>
                      <a:pt x="9900" y="11623"/>
                      <a:pt x="9663" y="11648"/>
                    </a:cubicBezTo>
                    <a:lnTo>
                      <a:pt x="9663" y="11648"/>
                    </a:lnTo>
                    <a:cubicBezTo>
                      <a:pt x="9662" y="11499"/>
                      <a:pt x="9643" y="11350"/>
                      <a:pt x="9600" y="11204"/>
                    </a:cubicBezTo>
                    <a:cubicBezTo>
                      <a:pt x="9475" y="10778"/>
                      <a:pt x="9224" y="10402"/>
                      <a:pt x="8848" y="10151"/>
                    </a:cubicBezTo>
                    <a:cubicBezTo>
                      <a:pt x="8648" y="10026"/>
                      <a:pt x="8422" y="9951"/>
                      <a:pt x="8196" y="9951"/>
                    </a:cubicBezTo>
                    <a:cubicBezTo>
                      <a:pt x="8071" y="9951"/>
                      <a:pt x="7946" y="9951"/>
                      <a:pt x="7820" y="10001"/>
                    </a:cubicBezTo>
                    <a:cubicBezTo>
                      <a:pt x="7695" y="10051"/>
                      <a:pt x="7545" y="10176"/>
                      <a:pt x="7495" y="10352"/>
                    </a:cubicBezTo>
                    <a:cubicBezTo>
                      <a:pt x="7445" y="10527"/>
                      <a:pt x="7495" y="10653"/>
                      <a:pt x="7520" y="10753"/>
                    </a:cubicBezTo>
                    <a:cubicBezTo>
                      <a:pt x="7570" y="10853"/>
                      <a:pt x="7620" y="10953"/>
                      <a:pt x="7670" y="11054"/>
                    </a:cubicBezTo>
                    <a:cubicBezTo>
                      <a:pt x="7770" y="11254"/>
                      <a:pt x="7921" y="11404"/>
                      <a:pt x="8096" y="11555"/>
                    </a:cubicBezTo>
                    <a:cubicBezTo>
                      <a:pt x="8413" y="11823"/>
                      <a:pt x="8801" y="11973"/>
                      <a:pt x="9214" y="12027"/>
                    </a:cubicBezTo>
                    <a:lnTo>
                      <a:pt x="9214" y="12027"/>
                    </a:lnTo>
                    <a:cubicBezTo>
                      <a:pt x="9192" y="12131"/>
                      <a:pt x="9161" y="12234"/>
                      <a:pt x="9124" y="12332"/>
                    </a:cubicBezTo>
                    <a:cubicBezTo>
                      <a:pt x="8873" y="13009"/>
                      <a:pt x="8322" y="13585"/>
                      <a:pt x="7695" y="13961"/>
                    </a:cubicBezTo>
                    <a:cubicBezTo>
                      <a:pt x="7295" y="14191"/>
                      <a:pt x="6849" y="14318"/>
                      <a:pt x="6407" y="14318"/>
                    </a:cubicBezTo>
                    <a:cubicBezTo>
                      <a:pt x="6347" y="14318"/>
                      <a:pt x="6288" y="14316"/>
                      <a:pt x="6228" y="14311"/>
                    </a:cubicBezTo>
                    <a:lnTo>
                      <a:pt x="6228" y="14311"/>
                    </a:lnTo>
                    <a:cubicBezTo>
                      <a:pt x="6239" y="14044"/>
                      <a:pt x="6170" y="13766"/>
                      <a:pt x="6016" y="13535"/>
                    </a:cubicBezTo>
                    <a:cubicBezTo>
                      <a:pt x="5891" y="13359"/>
                      <a:pt x="5740" y="13209"/>
                      <a:pt x="5565" y="13084"/>
                    </a:cubicBezTo>
                    <a:cubicBezTo>
                      <a:pt x="5414" y="12983"/>
                      <a:pt x="5264" y="12833"/>
                      <a:pt x="5038" y="12758"/>
                    </a:cubicBezTo>
                    <a:cubicBezTo>
                      <a:pt x="4965" y="12721"/>
                      <a:pt x="4878" y="12698"/>
                      <a:pt x="4778" y="12698"/>
                    </a:cubicBezTo>
                    <a:cubicBezTo>
                      <a:pt x="4741" y="12698"/>
                      <a:pt x="4703" y="12701"/>
                      <a:pt x="4663" y="12708"/>
                    </a:cubicBezTo>
                    <a:cubicBezTo>
                      <a:pt x="4512" y="12758"/>
                      <a:pt x="4387" y="12883"/>
                      <a:pt x="4337" y="13009"/>
                    </a:cubicBezTo>
                    <a:cubicBezTo>
                      <a:pt x="4262" y="13309"/>
                      <a:pt x="4362" y="13535"/>
                      <a:pt x="4487" y="13710"/>
                    </a:cubicBezTo>
                    <a:cubicBezTo>
                      <a:pt x="4713" y="14086"/>
                      <a:pt x="5064" y="14337"/>
                      <a:pt x="5465" y="14512"/>
                    </a:cubicBezTo>
                    <a:cubicBezTo>
                      <a:pt x="5604" y="14564"/>
                      <a:pt x="5746" y="14605"/>
                      <a:pt x="5889" y="14633"/>
                    </a:cubicBezTo>
                    <a:lnTo>
                      <a:pt x="5889" y="14633"/>
                    </a:lnTo>
                    <a:cubicBezTo>
                      <a:pt x="5882" y="14651"/>
                      <a:pt x="5874" y="14669"/>
                      <a:pt x="5866" y="14688"/>
                    </a:cubicBezTo>
                    <a:cubicBezTo>
                      <a:pt x="5615" y="15364"/>
                      <a:pt x="4938" y="15866"/>
                      <a:pt x="4236" y="16116"/>
                    </a:cubicBezTo>
                    <a:cubicBezTo>
                      <a:pt x="3804" y="16286"/>
                      <a:pt x="3333" y="16380"/>
                      <a:pt x="2860" y="16380"/>
                    </a:cubicBezTo>
                    <a:cubicBezTo>
                      <a:pt x="2565" y="16380"/>
                      <a:pt x="2269" y="16344"/>
                      <a:pt x="1981" y="16267"/>
                    </a:cubicBezTo>
                    <a:cubicBezTo>
                      <a:pt x="1254" y="16041"/>
                      <a:pt x="577" y="15640"/>
                      <a:pt x="1" y="15114"/>
                    </a:cubicBezTo>
                    <a:lnTo>
                      <a:pt x="1" y="15114"/>
                    </a:lnTo>
                    <a:cubicBezTo>
                      <a:pt x="527" y="15665"/>
                      <a:pt x="1204" y="16116"/>
                      <a:pt x="1956" y="16367"/>
                    </a:cubicBezTo>
                    <a:cubicBezTo>
                      <a:pt x="2294" y="16480"/>
                      <a:pt x="2654" y="16532"/>
                      <a:pt x="3015" y="16532"/>
                    </a:cubicBezTo>
                    <a:cubicBezTo>
                      <a:pt x="3455" y="16532"/>
                      <a:pt x="3898" y="16455"/>
                      <a:pt x="4312" y="16317"/>
                    </a:cubicBezTo>
                    <a:cubicBezTo>
                      <a:pt x="4688" y="16191"/>
                      <a:pt x="5038" y="15991"/>
                      <a:pt x="5364" y="15740"/>
                    </a:cubicBezTo>
                    <a:cubicBezTo>
                      <a:pt x="5690" y="15490"/>
                      <a:pt x="5966" y="15164"/>
                      <a:pt x="6116" y="14788"/>
                    </a:cubicBezTo>
                    <a:cubicBezTo>
                      <a:pt x="6134" y="14750"/>
                      <a:pt x="6149" y="14711"/>
                      <a:pt x="6163" y="14671"/>
                    </a:cubicBezTo>
                    <a:lnTo>
                      <a:pt x="6163" y="14671"/>
                    </a:lnTo>
                    <a:cubicBezTo>
                      <a:pt x="6238" y="14678"/>
                      <a:pt x="6313" y="14681"/>
                      <a:pt x="6388" y="14681"/>
                    </a:cubicBezTo>
                    <a:cubicBezTo>
                      <a:pt x="6491" y="14681"/>
                      <a:pt x="6592" y="14675"/>
                      <a:pt x="6693" y="14663"/>
                    </a:cubicBezTo>
                    <a:cubicBezTo>
                      <a:pt x="7119" y="14638"/>
                      <a:pt x="7520" y="14487"/>
                      <a:pt x="7871" y="14287"/>
                    </a:cubicBezTo>
                    <a:cubicBezTo>
                      <a:pt x="8572" y="13861"/>
                      <a:pt x="9174" y="13259"/>
                      <a:pt x="9500" y="12482"/>
                    </a:cubicBezTo>
                    <a:cubicBezTo>
                      <a:pt x="9553" y="12340"/>
                      <a:pt x="9597" y="12191"/>
                      <a:pt x="9626" y="12040"/>
                    </a:cubicBezTo>
                    <a:lnTo>
                      <a:pt x="9626" y="12040"/>
                    </a:lnTo>
                    <a:cubicBezTo>
                      <a:pt x="9937" y="12020"/>
                      <a:pt x="10233" y="11938"/>
                      <a:pt x="10502" y="11831"/>
                    </a:cubicBezTo>
                    <a:cubicBezTo>
                      <a:pt x="11254" y="11480"/>
                      <a:pt x="11856" y="10853"/>
                      <a:pt x="12257" y="10151"/>
                    </a:cubicBezTo>
                    <a:cubicBezTo>
                      <a:pt x="12658" y="9450"/>
                      <a:pt x="12883" y="8648"/>
                      <a:pt x="12858" y="7821"/>
                    </a:cubicBezTo>
                    <a:cubicBezTo>
                      <a:pt x="12883" y="7018"/>
                      <a:pt x="12683" y="6242"/>
                      <a:pt x="12382" y="5490"/>
                    </a:cubicBezTo>
                    <a:cubicBezTo>
                      <a:pt x="12081" y="4763"/>
                      <a:pt x="11655" y="4086"/>
                      <a:pt x="11204" y="3460"/>
                    </a:cubicBezTo>
                    <a:cubicBezTo>
                      <a:pt x="10277" y="2181"/>
                      <a:pt x="9124" y="1129"/>
                      <a:pt x="8021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0" name="Google Shape;5980;p51"/>
              <p:cNvSpPr/>
              <p:nvPr/>
            </p:nvSpPr>
            <p:spPr>
              <a:xfrm>
                <a:off x="4866075" y="4112000"/>
                <a:ext cx="390375" cy="355025"/>
              </a:xfrm>
              <a:custGeom>
                <a:rect b="b" l="l" r="r" t="t"/>
                <a:pathLst>
                  <a:path extrusionOk="0" h="14201" w="15615">
                    <a:moveTo>
                      <a:pt x="2101" y="1"/>
                    </a:moveTo>
                    <a:cubicBezTo>
                      <a:pt x="2033" y="1"/>
                      <a:pt x="1968" y="3"/>
                      <a:pt x="1905" y="8"/>
                    </a:cubicBezTo>
                    <a:cubicBezTo>
                      <a:pt x="1905" y="8"/>
                      <a:pt x="1930" y="209"/>
                      <a:pt x="1930" y="535"/>
                    </a:cubicBezTo>
                    <a:cubicBezTo>
                      <a:pt x="1955" y="710"/>
                      <a:pt x="1955" y="911"/>
                      <a:pt x="1955" y="1161"/>
                    </a:cubicBezTo>
                    <a:lnTo>
                      <a:pt x="1955" y="1211"/>
                    </a:lnTo>
                    <a:cubicBezTo>
                      <a:pt x="1955" y="1236"/>
                      <a:pt x="1955" y="1236"/>
                      <a:pt x="1955" y="1236"/>
                    </a:cubicBezTo>
                    <a:cubicBezTo>
                      <a:pt x="2005" y="2439"/>
                      <a:pt x="1955" y="4269"/>
                      <a:pt x="1454" y="5572"/>
                    </a:cubicBezTo>
                    <a:cubicBezTo>
                      <a:pt x="1103" y="6500"/>
                      <a:pt x="577" y="7878"/>
                      <a:pt x="301" y="9256"/>
                    </a:cubicBezTo>
                    <a:cubicBezTo>
                      <a:pt x="226" y="9557"/>
                      <a:pt x="176" y="9858"/>
                      <a:pt x="151" y="10159"/>
                    </a:cubicBezTo>
                    <a:cubicBezTo>
                      <a:pt x="0" y="11562"/>
                      <a:pt x="201" y="12840"/>
                      <a:pt x="1228" y="13492"/>
                    </a:cubicBezTo>
                    <a:cubicBezTo>
                      <a:pt x="1746" y="13807"/>
                      <a:pt x="2215" y="13928"/>
                      <a:pt x="2630" y="13928"/>
                    </a:cubicBezTo>
                    <a:cubicBezTo>
                      <a:pt x="3701" y="13928"/>
                      <a:pt x="4409" y="13119"/>
                      <a:pt x="4662" y="12740"/>
                    </a:cubicBezTo>
                    <a:cubicBezTo>
                      <a:pt x="4762" y="12640"/>
                      <a:pt x="4787" y="12565"/>
                      <a:pt x="4787" y="12565"/>
                    </a:cubicBezTo>
                    <a:cubicBezTo>
                      <a:pt x="4787" y="12565"/>
                      <a:pt x="4837" y="12640"/>
                      <a:pt x="4913" y="12740"/>
                    </a:cubicBezTo>
                    <a:cubicBezTo>
                      <a:pt x="5188" y="13141"/>
                      <a:pt x="5965" y="14068"/>
                      <a:pt x="6842" y="14194"/>
                    </a:cubicBezTo>
                    <a:cubicBezTo>
                      <a:pt x="6883" y="14198"/>
                      <a:pt x="6923" y="14200"/>
                      <a:pt x="6963" y="14200"/>
                    </a:cubicBezTo>
                    <a:cubicBezTo>
                      <a:pt x="7587" y="14200"/>
                      <a:pt x="8117" y="13666"/>
                      <a:pt x="8447" y="13241"/>
                    </a:cubicBezTo>
                    <a:cubicBezTo>
                      <a:pt x="8447" y="13241"/>
                      <a:pt x="8447" y="13241"/>
                      <a:pt x="8447" y="13216"/>
                    </a:cubicBezTo>
                    <a:cubicBezTo>
                      <a:pt x="8572" y="13041"/>
                      <a:pt x="8672" y="12891"/>
                      <a:pt x="8747" y="12790"/>
                    </a:cubicBezTo>
                    <a:cubicBezTo>
                      <a:pt x="8772" y="12715"/>
                      <a:pt x="8797" y="12690"/>
                      <a:pt x="8797" y="12690"/>
                    </a:cubicBezTo>
                    <a:cubicBezTo>
                      <a:pt x="8797" y="12690"/>
                      <a:pt x="8797" y="12690"/>
                      <a:pt x="8848" y="12740"/>
                    </a:cubicBezTo>
                    <a:cubicBezTo>
                      <a:pt x="8873" y="12815"/>
                      <a:pt x="8948" y="12916"/>
                      <a:pt x="9073" y="13016"/>
                    </a:cubicBezTo>
                    <a:cubicBezTo>
                      <a:pt x="9290" y="13189"/>
                      <a:pt x="9657" y="13382"/>
                      <a:pt x="10271" y="13382"/>
                    </a:cubicBezTo>
                    <a:cubicBezTo>
                      <a:pt x="10367" y="13382"/>
                      <a:pt x="10469" y="13377"/>
                      <a:pt x="10577" y="13367"/>
                    </a:cubicBezTo>
                    <a:cubicBezTo>
                      <a:pt x="11254" y="13266"/>
                      <a:pt x="12256" y="12740"/>
                      <a:pt x="13183" y="12038"/>
                    </a:cubicBezTo>
                    <a:lnTo>
                      <a:pt x="13208" y="12038"/>
                    </a:lnTo>
                    <a:cubicBezTo>
                      <a:pt x="13760" y="11612"/>
                      <a:pt x="14311" y="11111"/>
                      <a:pt x="14737" y="10635"/>
                    </a:cubicBezTo>
                    <a:cubicBezTo>
                      <a:pt x="15063" y="10284"/>
                      <a:pt x="15339" y="9933"/>
                      <a:pt x="15514" y="9607"/>
                    </a:cubicBezTo>
                    <a:cubicBezTo>
                      <a:pt x="15539" y="9557"/>
                      <a:pt x="15539" y="9532"/>
                      <a:pt x="15564" y="9482"/>
                    </a:cubicBezTo>
                    <a:cubicBezTo>
                      <a:pt x="15614" y="9131"/>
                      <a:pt x="15289" y="8555"/>
                      <a:pt x="14687" y="7878"/>
                    </a:cubicBezTo>
                    <a:cubicBezTo>
                      <a:pt x="12883" y="5823"/>
                      <a:pt x="8697" y="2665"/>
                      <a:pt x="5389" y="1036"/>
                    </a:cubicBezTo>
                    <a:cubicBezTo>
                      <a:pt x="5038" y="860"/>
                      <a:pt x="4712" y="710"/>
                      <a:pt x="4386" y="585"/>
                    </a:cubicBezTo>
                    <a:cubicBezTo>
                      <a:pt x="3485" y="201"/>
                      <a:pt x="2704" y="1"/>
                      <a:pt x="2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1" name="Google Shape;5981;p51"/>
              <p:cNvSpPr/>
              <p:nvPr/>
            </p:nvSpPr>
            <p:spPr>
              <a:xfrm>
                <a:off x="4856050" y="4125350"/>
                <a:ext cx="370325" cy="345975"/>
              </a:xfrm>
              <a:custGeom>
                <a:rect b="b" l="l" r="r" t="t"/>
                <a:pathLst>
                  <a:path extrusionOk="0" h="13839" w="14813">
                    <a:moveTo>
                      <a:pt x="5827" y="9597"/>
                    </a:moveTo>
                    <a:cubicBezTo>
                      <a:pt x="5863" y="9597"/>
                      <a:pt x="5884" y="9619"/>
                      <a:pt x="5915" y="9650"/>
                    </a:cubicBezTo>
                    <a:cubicBezTo>
                      <a:pt x="5965" y="9700"/>
                      <a:pt x="5990" y="9850"/>
                      <a:pt x="5990" y="9976"/>
                    </a:cubicBezTo>
                    <a:cubicBezTo>
                      <a:pt x="6015" y="10101"/>
                      <a:pt x="5965" y="10251"/>
                      <a:pt x="5915" y="10402"/>
                    </a:cubicBezTo>
                    <a:cubicBezTo>
                      <a:pt x="5790" y="10853"/>
                      <a:pt x="5539" y="11304"/>
                      <a:pt x="5238" y="11680"/>
                    </a:cubicBezTo>
                    <a:cubicBezTo>
                      <a:pt x="5213" y="11630"/>
                      <a:pt x="5188" y="11605"/>
                      <a:pt x="5163" y="11555"/>
                    </a:cubicBezTo>
                    <a:cubicBezTo>
                      <a:pt x="4988" y="11003"/>
                      <a:pt x="5063" y="10326"/>
                      <a:pt x="5414" y="9900"/>
                    </a:cubicBezTo>
                    <a:cubicBezTo>
                      <a:pt x="5514" y="9800"/>
                      <a:pt x="5639" y="9700"/>
                      <a:pt x="5740" y="9625"/>
                    </a:cubicBezTo>
                    <a:cubicBezTo>
                      <a:pt x="5778" y="9606"/>
                      <a:pt x="5805" y="9597"/>
                      <a:pt x="5827" y="9597"/>
                    </a:cubicBezTo>
                    <a:close/>
                    <a:moveTo>
                      <a:pt x="9399" y="10627"/>
                    </a:moveTo>
                    <a:cubicBezTo>
                      <a:pt x="9650" y="11053"/>
                      <a:pt x="9574" y="11630"/>
                      <a:pt x="9324" y="12081"/>
                    </a:cubicBezTo>
                    <a:cubicBezTo>
                      <a:pt x="9173" y="11880"/>
                      <a:pt x="9098" y="11605"/>
                      <a:pt x="9098" y="11354"/>
                    </a:cubicBezTo>
                    <a:cubicBezTo>
                      <a:pt x="9098" y="11078"/>
                      <a:pt x="9223" y="10803"/>
                      <a:pt x="9399" y="10627"/>
                    </a:cubicBezTo>
                    <a:close/>
                    <a:moveTo>
                      <a:pt x="2331" y="1"/>
                    </a:moveTo>
                    <a:cubicBezTo>
                      <a:pt x="2331" y="201"/>
                      <a:pt x="2331" y="402"/>
                      <a:pt x="2331" y="602"/>
                    </a:cubicBezTo>
                    <a:cubicBezTo>
                      <a:pt x="2331" y="1053"/>
                      <a:pt x="2356" y="1504"/>
                      <a:pt x="2356" y="1955"/>
                    </a:cubicBezTo>
                    <a:cubicBezTo>
                      <a:pt x="2356" y="2607"/>
                      <a:pt x="2281" y="3234"/>
                      <a:pt x="2106" y="3860"/>
                    </a:cubicBezTo>
                    <a:cubicBezTo>
                      <a:pt x="1805" y="5113"/>
                      <a:pt x="1228" y="6291"/>
                      <a:pt x="777" y="7519"/>
                    </a:cubicBezTo>
                    <a:cubicBezTo>
                      <a:pt x="301" y="8722"/>
                      <a:pt x="0" y="10101"/>
                      <a:pt x="351" y="11429"/>
                    </a:cubicBezTo>
                    <a:cubicBezTo>
                      <a:pt x="451" y="11755"/>
                      <a:pt x="577" y="12081"/>
                      <a:pt x="777" y="12382"/>
                    </a:cubicBezTo>
                    <a:cubicBezTo>
                      <a:pt x="978" y="12657"/>
                      <a:pt x="1228" y="12908"/>
                      <a:pt x="1529" y="13108"/>
                    </a:cubicBezTo>
                    <a:cubicBezTo>
                      <a:pt x="1830" y="13259"/>
                      <a:pt x="2156" y="13409"/>
                      <a:pt x="2507" y="13434"/>
                    </a:cubicBezTo>
                    <a:cubicBezTo>
                      <a:pt x="2624" y="13451"/>
                      <a:pt x="2743" y="13459"/>
                      <a:pt x="2863" y="13459"/>
                    </a:cubicBezTo>
                    <a:cubicBezTo>
                      <a:pt x="3103" y="13459"/>
                      <a:pt x="3342" y="13426"/>
                      <a:pt x="3559" y="13359"/>
                    </a:cubicBezTo>
                    <a:cubicBezTo>
                      <a:pt x="4186" y="13159"/>
                      <a:pt x="4712" y="12808"/>
                      <a:pt x="5163" y="12357"/>
                    </a:cubicBezTo>
                    <a:cubicBezTo>
                      <a:pt x="5414" y="12707"/>
                      <a:pt x="5740" y="13008"/>
                      <a:pt x="6091" y="13259"/>
                    </a:cubicBezTo>
                    <a:cubicBezTo>
                      <a:pt x="6366" y="13459"/>
                      <a:pt x="6667" y="13635"/>
                      <a:pt x="6993" y="13735"/>
                    </a:cubicBezTo>
                    <a:cubicBezTo>
                      <a:pt x="7176" y="13800"/>
                      <a:pt x="7366" y="13839"/>
                      <a:pt x="7556" y="13839"/>
                    </a:cubicBezTo>
                    <a:cubicBezTo>
                      <a:pt x="7730" y="13839"/>
                      <a:pt x="7903" y="13807"/>
                      <a:pt x="8071" y="13735"/>
                    </a:cubicBezTo>
                    <a:cubicBezTo>
                      <a:pt x="8421" y="13585"/>
                      <a:pt x="8672" y="13334"/>
                      <a:pt x="8923" y="13133"/>
                    </a:cubicBezTo>
                    <a:cubicBezTo>
                      <a:pt x="9098" y="12958"/>
                      <a:pt x="9274" y="12758"/>
                      <a:pt x="9424" y="12532"/>
                    </a:cubicBezTo>
                    <a:cubicBezTo>
                      <a:pt x="9799" y="12813"/>
                      <a:pt x="10242" y="12939"/>
                      <a:pt x="10680" y="12939"/>
                    </a:cubicBezTo>
                    <a:cubicBezTo>
                      <a:pt x="10945" y="12939"/>
                      <a:pt x="11208" y="12893"/>
                      <a:pt x="11454" y="12808"/>
                    </a:cubicBezTo>
                    <a:cubicBezTo>
                      <a:pt x="12181" y="12582"/>
                      <a:pt x="12807" y="12156"/>
                      <a:pt x="13384" y="11680"/>
                    </a:cubicBezTo>
                    <a:cubicBezTo>
                      <a:pt x="13459" y="11630"/>
                      <a:pt x="13534" y="11580"/>
                      <a:pt x="13584" y="11504"/>
                    </a:cubicBezTo>
                    <a:lnTo>
                      <a:pt x="13609" y="11504"/>
                    </a:lnTo>
                    <a:cubicBezTo>
                      <a:pt x="14086" y="11078"/>
                      <a:pt x="14512" y="10577"/>
                      <a:pt x="14812" y="10026"/>
                    </a:cubicBezTo>
                    <a:lnTo>
                      <a:pt x="14812" y="10026"/>
                    </a:lnTo>
                    <a:cubicBezTo>
                      <a:pt x="14437" y="10652"/>
                      <a:pt x="13910" y="11179"/>
                      <a:pt x="13334" y="11605"/>
                    </a:cubicBezTo>
                    <a:cubicBezTo>
                      <a:pt x="12732" y="12031"/>
                      <a:pt x="12106" y="12457"/>
                      <a:pt x="11404" y="12632"/>
                    </a:cubicBezTo>
                    <a:cubicBezTo>
                      <a:pt x="11195" y="12691"/>
                      <a:pt x="10975" y="12721"/>
                      <a:pt x="10756" y="12721"/>
                    </a:cubicBezTo>
                    <a:cubicBezTo>
                      <a:pt x="10318" y="12721"/>
                      <a:pt x="9883" y="12599"/>
                      <a:pt x="9549" y="12331"/>
                    </a:cubicBezTo>
                    <a:lnTo>
                      <a:pt x="9574" y="12331"/>
                    </a:lnTo>
                    <a:cubicBezTo>
                      <a:pt x="9925" y="11730"/>
                      <a:pt x="10000" y="10903"/>
                      <a:pt x="9549" y="10301"/>
                    </a:cubicBezTo>
                    <a:lnTo>
                      <a:pt x="9474" y="10201"/>
                    </a:lnTo>
                    <a:lnTo>
                      <a:pt x="9374" y="10276"/>
                    </a:lnTo>
                    <a:cubicBezTo>
                      <a:pt x="8998" y="10502"/>
                      <a:pt x="8822" y="10953"/>
                      <a:pt x="8822" y="11329"/>
                    </a:cubicBezTo>
                    <a:cubicBezTo>
                      <a:pt x="8822" y="11680"/>
                      <a:pt x="8923" y="12006"/>
                      <a:pt x="9148" y="12256"/>
                    </a:cubicBezTo>
                    <a:cubicBezTo>
                      <a:pt x="9148" y="12281"/>
                      <a:pt x="9148" y="12281"/>
                      <a:pt x="9173" y="12306"/>
                    </a:cubicBezTo>
                    <a:cubicBezTo>
                      <a:pt x="9073" y="12432"/>
                      <a:pt x="8973" y="12582"/>
                      <a:pt x="8848" y="12682"/>
                    </a:cubicBezTo>
                    <a:cubicBezTo>
                      <a:pt x="8848" y="12707"/>
                      <a:pt x="8848" y="12707"/>
                      <a:pt x="8848" y="12707"/>
                    </a:cubicBezTo>
                    <a:cubicBezTo>
                      <a:pt x="8797" y="12758"/>
                      <a:pt x="8747" y="12808"/>
                      <a:pt x="8672" y="12858"/>
                    </a:cubicBezTo>
                    <a:cubicBezTo>
                      <a:pt x="8446" y="13083"/>
                      <a:pt x="8196" y="13284"/>
                      <a:pt x="7945" y="13384"/>
                    </a:cubicBezTo>
                    <a:cubicBezTo>
                      <a:pt x="7819" y="13438"/>
                      <a:pt x="7686" y="13462"/>
                      <a:pt x="7552" y="13462"/>
                    </a:cubicBezTo>
                    <a:cubicBezTo>
                      <a:pt x="7126" y="13462"/>
                      <a:pt x="6678" y="13225"/>
                      <a:pt x="6316" y="12958"/>
                    </a:cubicBezTo>
                    <a:cubicBezTo>
                      <a:pt x="5965" y="12707"/>
                      <a:pt x="5665" y="12407"/>
                      <a:pt x="5439" y="12056"/>
                    </a:cubicBezTo>
                    <a:cubicBezTo>
                      <a:pt x="5815" y="11630"/>
                      <a:pt x="6141" y="11103"/>
                      <a:pt x="6316" y="10527"/>
                    </a:cubicBezTo>
                    <a:cubicBezTo>
                      <a:pt x="6366" y="10351"/>
                      <a:pt x="6416" y="10176"/>
                      <a:pt x="6416" y="9976"/>
                    </a:cubicBezTo>
                    <a:cubicBezTo>
                      <a:pt x="6416" y="9775"/>
                      <a:pt x="6391" y="9575"/>
                      <a:pt x="6241" y="9399"/>
                    </a:cubicBezTo>
                    <a:cubicBezTo>
                      <a:pt x="6166" y="9299"/>
                      <a:pt x="6040" y="9199"/>
                      <a:pt x="5890" y="9199"/>
                    </a:cubicBezTo>
                    <a:cubicBezTo>
                      <a:pt x="5867" y="9194"/>
                      <a:pt x="5843" y="9192"/>
                      <a:pt x="5819" y="9192"/>
                    </a:cubicBezTo>
                    <a:cubicBezTo>
                      <a:pt x="5712" y="9192"/>
                      <a:pt x="5601" y="9233"/>
                      <a:pt x="5539" y="9274"/>
                    </a:cubicBezTo>
                    <a:cubicBezTo>
                      <a:pt x="5364" y="9374"/>
                      <a:pt x="5238" y="9499"/>
                      <a:pt x="5113" y="9625"/>
                    </a:cubicBezTo>
                    <a:cubicBezTo>
                      <a:pt x="4637" y="10226"/>
                      <a:pt x="4562" y="11003"/>
                      <a:pt x="4812" y="11680"/>
                    </a:cubicBezTo>
                    <a:cubicBezTo>
                      <a:pt x="4837" y="11780"/>
                      <a:pt x="4888" y="11905"/>
                      <a:pt x="4963" y="12006"/>
                    </a:cubicBezTo>
                    <a:cubicBezTo>
                      <a:pt x="4537" y="12457"/>
                      <a:pt x="4010" y="12808"/>
                      <a:pt x="3459" y="12983"/>
                    </a:cubicBezTo>
                    <a:cubicBezTo>
                      <a:pt x="3259" y="13050"/>
                      <a:pt x="3058" y="13072"/>
                      <a:pt x="2857" y="13072"/>
                    </a:cubicBezTo>
                    <a:cubicBezTo>
                      <a:pt x="2757" y="13072"/>
                      <a:pt x="2657" y="13067"/>
                      <a:pt x="2557" y="13058"/>
                    </a:cubicBezTo>
                    <a:cubicBezTo>
                      <a:pt x="2281" y="13033"/>
                      <a:pt x="1980" y="12933"/>
                      <a:pt x="1730" y="12783"/>
                    </a:cubicBezTo>
                    <a:cubicBezTo>
                      <a:pt x="1454" y="12632"/>
                      <a:pt x="1253" y="12432"/>
                      <a:pt x="1078" y="12181"/>
                    </a:cubicBezTo>
                    <a:cubicBezTo>
                      <a:pt x="903" y="11930"/>
                      <a:pt x="777" y="11630"/>
                      <a:pt x="702" y="11354"/>
                    </a:cubicBezTo>
                    <a:cubicBezTo>
                      <a:pt x="552" y="10803"/>
                      <a:pt x="502" y="10201"/>
                      <a:pt x="552" y="9625"/>
                    </a:cubicBezTo>
                    <a:cubicBezTo>
                      <a:pt x="552" y="9575"/>
                      <a:pt x="552" y="9524"/>
                      <a:pt x="577" y="9474"/>
                    </a:cubicBezTo>
                    <a:cubicBezTo>
                      <a:pt x="602" y="9224"/>
                      <a:pt x="652" y="8973"/>
                      <a:pt x="702" y="8722"/>
                    </a:cubicBezTo>
                    <a:cubicBezTo>
                      <a:pt x="777" y="8346"/>
                      <a:pt x="903" y="7971"/>
                      <a:pt x="1028" y="7620"/>
                    </a:cubicBezTo>
                    <a:cubicBezTo>
                      <a:pt x="1429" y="6392"/>
                      <a:pt x="2005" y="5189"/>
                      <a:pt x="2281" y="3910"/>
                    </a:cubicBezTo>
                    <a:cubicBezTo>
                      <a:pt x="2406" y="3259"/>
                      <a:pt x="2456" y="2607"/>
                      <a:pt x="2431" y="1955"/>
                    </a:cubicBezTo>
                    <a:cubicBezTo>
                      <a:pt x="2431" y="1529"/>
                      <a:pt x="2406" y="1128"/>
                      <a:pt x="2381" y="702"/>
                    </a:cubicBezTo>
                    <a:cubicBezTo>
                      <a:pt x="2381" y="702"/>
                      <a:pt x="2356" y="702"/>
                      <a:pt x="2381" y="677"/>
                    </a:cubicBezTo>
                    <a:cubicBezTo>
                      <a:pt x="2356" y="677"/>
                      <a:pt x="2356" y="652"/>
                      <a:pt x="2356" y="627"/>
                    </a:cubicBezTo>
                    <a:cubicBezTo>
                      <a:pt x="2356" y="427"/>
                      <a:pt x="2331" y="201"/>
                      <a:pt x="2331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2" name="Google Shape;5982;p51"/>
              <p:cNvSpPr/>
              <p:nvPr/>
            </p:nvSpPr>
            <p:spPr>
              <a:xfrm>
                <a:off x="4967575" y="3544200"/>
                <a:ext cx="945525" cy="849350"/>
              </a:xfrm>
              <a:custGeom>
                <a:rect b="b" l="l" r="r" t="t"/>
                <a:pathLst>
                  <a:path extrusionOk="0" h="33974" w="37821">
                    <a:moveTo>
                      <a:pt x="18157" y="1"/>
                    </a:moveTo>
                    <a:cubicBezTo>
                      <a:pt x="16813" y="1"/>
                      <a:pt x="15382" y="91"/>
                      <a:pt x="13935" y="364"/>
                    </a:cubicBezTo>
                    <a:cubicBezTo>
                      <a:pt x="9825" y="1166"/>
                      <a:pt x="5590" y="3422"/>
                      <a:pt x="2908" y="9337"/>
                    </a:cubicBezTo>
                    <a:cubicBezTo>
                      <a:pt x="2908" y="9337"/>
                      <a:pt x="2432" y="10264"/>
                      <a:pt x="1880" y="11768"/>
                    </a:cubicBezTo>
                    <a:cubicBezTo>
                      <a:pt x="1429" y="12971"/>
                      <a:pt x="928" y="14550"/>
                      <a:pt x="577" y="16304"/>
                    </a:cubicBezTo>
                    <a:cubicBezTo>
                      <a:pt x="502" y="16655"/>
                      <a:pt x="427" y="17006"/>
                      <a:pt x="376" y="17382"/>
                    </a:cubicBezTo>
                    <a:cubicBezTo>
                      <a:pt x="76" y="19262"/>
                      <a:pt x="1" y="21292"/>
                      <a:pt x="326" y="23297"/>
                    </a:cubicBezTo>
                    <a:cubicBezTo>
                      <a:pt x="402" y="23823"/>
                      <a:pt x="527" y="24324"/>
                      <a:pt x="677" y="24826"/>
                    </a:cubicBezTo>
                    <a:cubicBezTo>
                      <a:pt x="903" y="25602"/>
                      <a:pt x="1229" y="26379"/>
                      <a:pt x="1630" y="27106"/>
                    </a:cubicBezTo>
                    <a:cubicBezTo>
                      <a:pt x="3384" y="30339"/>
                      <a:pt x="6567" y="32294"/>
                      <a:pt x="10351" y="33272"/>
                    </a:cubicBezTo>
                    <a:cubicBezTo>
                      <a:pt x="10477" y="33297"/>
                      <a:pt x="10577" y="33322"/>
                      <a:pt x="10677" y="33347"/>
                    </a:cubicBezTo>
                    <a:cubicBezTo>
                      <a:pt x="11229" y="33472"/>
                      <a:pt x="11755" y="33572"/>
                      <a:pt x="12331" y="33673"/>
                    </a:cubicBezTo>
                    <a:cubicBezTo>
                      <a:pt x="12382" y="33673"/>
                      <a:pt x="12432" y="33698"/>
                      <a:pt x="12507" y="33698"/>
                    </a:cubicBezTo>
                    <a:cubicBezTo>
                      <a:pt x="13785" y="33898"/>
                      <a:pt x="15138" y="33973"/>
                      <a:pt x="16492" y="33973"/>
                    </a:cubicBezTo>
                    <a:lnTo>
                      <a:pt x="16918" y="33973"/>
                    </a:lnTo>
                    <a:cubicBezTo>
                      <a:pt x="18572" y="33948"/>
                      <a:pt x="20251" y="33798"/>
                      <a:pt x="21905" y="33497"/>
                    </a:cubicBezTo>
                    <a:cubicBezTo>
                      <a:pt x="21930" y="33497"/>
                      <a:pt x="21981" y="33472"/>
                      <a:pt x="22031" y="33472"/>
                    </a:cubicBezTo>
                    <a:cubicBezTo>
                      <a:pt x="23434" y="33222"/>
                      <a:pt x="24838" y="32871"/>
                      <a:pt x="26166" y="32445"/>
                    </a:cubicBezTo>
                    <a:cubicBezTo>
                      <a:pt x="26392" y="32369"/>
                      <a:pt x="26617" y="32294"/>
                      <a:pt x="26843" y="32194"/>
                    </a:cubicBezTo>
                    <a:cubicBezTo>
                      <a:pt x="27946" y="31793"/>
                      <a:pt x="28998" y="31242"/>
                      <a:pt x="30001" y="30565"/>
                    </a:cubicBezTo>
                    <a:cubicBezTo>
                      <a:pt x="34687" y="27407"/>
                      <a:pt x="37820" y="21743"/>
                      <a:pt x="36893" y="16104"/>
                    </a:cubicBezTo>
                    <a:cubicBezTo>
                      <a:pt x="36818" y="15653"/>
                      <a:pt x="36718" y="15176"/>
                      <a:pt x="36592" y="14725"/>
                    </a:cubicBezTo>
                    <a:cubicBezTo>
                      <a:pt x="36342" y="13873"/>
                      <a:pt x="36016" y="13021"/>
                      <a:pt x="35640" y="12194"/>
                    </a:cubicBezTo>
                    <a:cubicBezTo>
                      <a:pt x="35289" y="11417"/>
                      <a:pt x="34888" y="10640"/>
                      <a:pt x="34437" y="9888"/>
                    </a:cubicBezTo>
                    <a:cubicBezTo>
                      <a:pt x="33409" y="8209"/>
                      <a:pt x="32231" y="6605"/>
                      <a:pt x="31028" y="5126"/>
                    </a:cubicBezTo>
                    <a:cubicBezTo>
                      <a:pt x="30978" y="5076"/>
                      <a:pt x="30953" y="5051"/>
                      <a:pt x="30928" y="5001"/>
                    </a:cubicBezTo>
                    <a:cubicBezTo>
                      <a:pt x="29349" y="3096"/>
                      <a:pt x="26993" y="389"/>
                      <a:pt x="24261" y="339"/>
                    </a:cubicBezTo>
                    <a:cubicBezTo>
                      <a:pt x="22816" y="307"/>
                      <a:pt x="20633" y="1"/>
                      <a:pt x="18157" y="1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3" name="Google Shape;5983;p51"/>
              <p:cNvSpPr/>
              <p:nvPr/>
            </p:nvSpPr>
            <p:spPr>
              <a:xfrm>
                <a:off x="5562200" y="3939875"/>
                <a:ext cx="35725" cy="58300"/>
              </a:xfrm>
              <a:custGeom>
                <a:rect b="b" l="l" r="r" t="t"/>
                <a:pathLst>
                  <a:path extrusionOk="0" h="2332" w="1429">
                    <a:moveTo>
                      <a:pt x="702" y="1"/>
                    </a:moveTo>
                    <a:cubicBezTo>
                      <a:pt x="326" y="1"/>
                      <a:pt x="0" y="527"/>
                      <a:pt x="25" y="1179"/>
                    </a:cubicBezTo>
                    <a:cubicBezTo>
                      <a:pt x="25" y="1806"/>
                      <a:pt x="326" y="2332"/>
                      <a:pt x="727" y="2332"/>
                    </a:cubicBezTo>
                    <a:cubicBezTo>
                      <a:pt x="1103" y="2332"/>
                      <a:pt x="1429" y="1806"/>
                      <a:pt x="1404" y="1154"/>
                    </a:cubicBezTo>
                    <a:cubicBezTo>
                      <a:pt x="1404" y="502"/>
                      <a:pt x="1103" y="1"/>
                      <a:pt x="702" y="1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4" name="Google Shape;5984;p51"/>
              <p:cNvSpPr/>
              <p:nvPr/>
            </p:nvSpPr>
            <p:spPr>
              <a:xfrm>
                <a:off x="5203800" y="3953050"/>
                <a:ext cx="35725" cy="58925"/>
              </a:xfrm>
              <a:custGeom>
                <a:rect b="b" l="l" r="r" t="t"/>
                <a:pathLst>
                  <a:path extrusionOk="0" h="2357" w="1429">
                    <a:moveTo>
                      <a:pt x="702" y="0"/>
                    </a:moveTo>
                    <a:cubicBezTo>
                      <a:pt x="326" y="0"/>
                      <a:pt x="0" y="527"/>
                      <a:pt x="25" y="1178"/>
                    </a:cubicBezTo>
                    <a:cubicBezTo>
                      <a:pt x="25" y="1830"/>
                      <a:pt x="326" y="2356"/>
                      <a:pt x="727" y="2356"/>
                    </a:cubicBezTo>
                    <a:cubicBezTo>
                      <a:pt x="1103" y="2356"/>
                      <a:pt x="1429" y="1830"/>
                      <a:pt x="1404" y="1178"/>
                    </a:cubicBezTo>
                    <a:cubicBezTo>
                      <a:pt x="1404" y="527"/>
                      <a:pt x="1103" y="0"/>
                      <a:pt x="702" y="0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5" name="Google Shape;5985;p51"/>
              <p:cNvSpPr/>
              <p:nvPr/>
            </p:nvSpPr>
            <p:spPr>
              <a:xfrm>
                <a:off x="5296525" y="3902300"/>
                <a:ext cx="136625" cy="216800"/>
              </a:xfrm>
              <a:custGeom>
                <a:rect b="b" l="l" r="r" t="t"/>
                <a:pathLst>
                  <a:path extrusionOk="0" h="8672" w="5465">
                    <a:moveTo>
                      <a:pt x="2331" y="0"/>
                    </a:moveTo>
                    <a:cubicBezTo>
                      <a:pt x="2281" y="727"/>
                      <a:pt x="2206" y="1454"/>
                      <a:pt x="2106" y="2156"/>
                    </a:cubicBezTo>
                    <a:cubicBezTo>
                      <a:pt x="1980" y="2882"/>
                      <a:pt x="1830" y="3584"/>
                      <a:pt x="1655" y="4286"/>
                    </a:cubicBezTo>
                    <a:cubicBezTo>
                      <a:pt x="1504" y="4988"/>
                      <a:pt x="1279" y="5664"/>
                      <a:pt x="1028" y="6341"/>
                    </a:cubicBezTo>
                    <a:cubicBezTo>
                      <a:pt x="802" y="7018"/>
                      <a:pt x="502" y="7669"/>
                      <a:pt x="176" y="8296"/>
                    </a:cubicBezTo>
                    <a:lnTo>
                      <a:pt x="0" y="8672"/>
                    </a:lnTo>
                    <a:lnTo>
                      <a:pt x="376" y="8597"/>
                    </a:lnTo>
                    <a:cubicBezTo>
                      <a:pt x="1003" y="8496"/>
                      <a:pt x="1529" y="8246"/>
                      <a:pt x="2031" y="7945"/>
                    </a:cubicBezTo>
                    <a:cubicBezTo>
                      <a:pt x="2532" y="7644"/>
                      <a:pt x="2983" y="7268"/>
                      <a:pt x="3409" y="6867"/>
                    </a:cubicBezTo>
                    <a:cubicBezTo>
                      <a:pt x="3835" y="6466"/>
                      <a:pt x="4211" y="6040"/>
                      <a:pt x="4537" y="5564"/>
                    </a:cubicBezTo>
                    <a:cubicBezTo>
                      <a:pt x="4712" y="5339"/>
                      <a:pt x="4863" y="5088"/>
                      <a:pt x="5038" y="4862"/>
                    </a:cubicBezTo>
                    <a:lnTo>
                      <a:pt x="5464" y="4111"/>
                    </a:lnTo>
                    <a:lnTo>
                      <a:pt x="4938" y="4812"/>
                    </a:lnTo>
                    <a:cubicBezTo>
                      <a:pt x="4762" y="5013"/>
                      <a:pt x="4587" y="5238"/>
                      <a:pt x="4412" y="5464"/>
                    </a:cubicBezTo>
                    <a:cubicBezTo>
                      <a:pt x="4011" y="5865"/>
                      <a:pt x="3635" y="6291"/>
                      <a:pt x="3209" y="6667"/>
                    </a:cubicBezTo>
                    <a:cubicBezTo>
                      <a:pt x="2782" y="7018"/>
                      <a:pt x="2331" y="7344"/>
                      <a:pt x="1855" y="7619"/>
                    </a:cubicBezTo>
                    <a:cubicBezTo>
                      <a:pt x="1604" y="7770"/>
                      <a:pt x="1354" y="7895"/>
                      <a:pt x="1103" y="7970"/>
                    </a:cubicBezTo>
                    <a:cubicBezTo>
                      <a:pt x="981" y="8019"/>
                      <a:pt x="854" y="8068"/>
                      <a:pt x="729" y="8108"/>
                    </a:cubicBezTo>
                    <a:lnTo>
                      <a:pt x="729" y="8108"/>
                    </a:lnTo>
                    <a:cubicBezTo>
                      <a:pt x="994" y="7577"/>
                      <a:pt x="1228" y="7030"/>
                      <a:pt x="1429" y="6466"/>
                    </a:cubicBezTo>
                    <a:cubicBezTo>
                      <a:pt x="1655" y="5790"/>
                      <a:pt x="1855" y="5063"/>
                      <a:pt x="2006" y="4361"/>
                    </a:cubicBezTo>
                    <a:cubicBezTo>
                      <a:pt x="2131" y="3634"/>
                      <a:pt x="2256" y="2907"/>
                      <a:pt x="2306" y="2181"/>
                    </a:cubicBezTo>
                    <a:cubicBezTo>
                      <a:pt x="2356" y="1454"/>
                      <a:pt x="2381" y="727"/>
                      <a:pt x="2331" y="0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6" name="Google Shape;5986;p51"/>
              <p:cNvSpPr/>
              <p:nvPr/>
            </p:nvSpPr>
            <p:spPr>
              <a:xfrm>
                <a:off x="5138625" y="4011125"/>
                <a:ext cx="96525" cy="86550"/>
              </a:xfrm>
              <a:custGeom>
                <a:rect b="b" l="l" r="r" t="t"/>
                <a:pathLst>
                  <a:path extrusionOk="0" h="3462" w="3861">
                    <a:moveTo>
                      <a:pt x="1936" y="0"/>
                    </a:moveTo>
                    <a:cubicBezTo>
                      <a:pt x="1466" y="0"/>
                      <a:pt x="996" y="189"/>
                      <a:pt x="652" y="560"/>
                    </a:cubicBezTo>
                    <a:cubicBezTo>
                      <a:pt x="1" y="1261"/>
                      <a:pt x="51" y="2339"/>
                      <a:pt x="753" y="2991"/>
                    </a:cubicBezTo>
                    <a:cubicBezTo>
                      <a:pt x="1090" y="3304"/>
                      <a:pt x="1521" y="3461"/>
                      <a:pt x="1950" y="3461"/>
                    </a:cubicBezTo>
                    <a:cubicBezTo>
                      <a:pt x="2412" y="3461"/>
                      <a:pt x="2871" y="3279"/>
                      <a:pt x="3209" y="2915"/>
                    </a:cubicBezTo>
                    <a:cubicBezTo>
                      <a:pt x="3860" y="2214"/>
                      <a:pt x="3810" y="1111"/>
                      <a:pt x="3108" y="459"/>
                    </a:cubicBezTo>
                    <a:cubicBezTo>
                      <a:pt x="2777" y="152"/>
                      <a:pt x="2356" y="0"/>
                      <a:pt x="1936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7" name="Google Shape;5987;p51"/>
              <p:cNvSpPr/>
              <p:nvPr/>
            </p:nvSpPr>
            <p:spPr>
              <a:xfrm>
                <a:off x="5593525" y="4003475"/>
                <a:ext cx="83350" cy="75400"/>
              </a:xfrm>
              <a:custGeom>
                <a:rect b="b" l="l" r="r" t="t"/>
                <a:pathLst>
                  <a:path extrusionOk="0" h="3016" w="3334">
                    <a:moveTo>
                      <a:pt x="1658" y="0"/>
                    </a:moveTo>
                    <a:cubicBezTo>
                      <a:pt x="1260" y="0"/>
                      <a:pt x="864" y="163"/>
                      <a:pt x="577" y="490"/>
                    </a:cubicBezTo>
                    <a:cubicBezTo>
                      <a:pt x="0" y="1091"/>
                      <a:pt x="25" y="2043"/>
                      <a:pt x="652" y="2620"/>
                    </a:cubicBezTo>
                    <a:cubicBezTo>
                      <a:pt x="940" y="2884"/>
                      <a:pt x="1307" y="3015"/>
                      <a:pt x="1676" y="3015"/>
                    </a:cubicBezTo>
                    <a:cubicBezTo>
                      <a:pt x="2078" y="3015"/>
                      <a:pt x="2481" y="2859"/>
                      <a:pt x="2782" y="2545"/>
                    </a:cubicBezTo>
                    <a:cubicBezTo>
                      <a:pt x="3334" y="1918"/>
                      <a:pt x="3309" y="966"/>
                      <a:pt x="2682" y="414"/>
                    </a:cubicBezTo>
                    <a:cubicBezTo>
                      <a:pt x="2394" y="138"/>
                      <a:pt x="2025" y="0"/>
                      <a:pt x="1658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8" name="Google Shape;5988;p51"/>
              <p:cNvSpPr/>
              <p:nvPr/>
            </p:nvSpPr>
            <p:spPr>
              <a:xfrm>
                <a:off x="5380475" y="4067700"/>
                <a:ext cx="150400" cy="57725"/>
              </a:xfrm>
              <a:custGeom>
                <a:rect b="b" l="l" r="r" t="t"/>
                <a:pathLst>
                  <a:path extrusionOk="0" h="2309" w="6016">
                    <a:moveTo>
                      <a:pt x="6016" y="1"/>
                    </a:moveTo>
                    <a:cubicBezTo>
                      <a:pt x="5615" y="377"/>
                      <a:pt x="5214" y="753"/>
                      <a:pt x="4738" y="1053"/>
                    </a:cubicBezTo>
                    <a:cubicBezTo>
                      <a:pt x="4287" y="1354"/>
                      <a:pt x="3785" y="1580"/>
                      <a:pt x="3259" y="1730"/>
                    </a:cubicBezTo>
                    <a:cubicBezTo>
                      <a:pt x="2758" y="1880"/>
                      <a:pt x="2206" y="1956"/>
                      <a:pt x="1655" y="1956"/>
                    </a:cubicBezTo>
                    <a:cubicBezTo>
                      <a:pt x="1104" y="1956"/>
                      <a:pt x="552" y="1906"/>
                      <a:pt x="1" y="1780"/>
                    </a:cubicBezTo>
                    <a:lnTo>
                      <a:pt x="1" y="1780"/>
                    </a:lnTo>
                    <a:cubicBezTo>
                      <a:pt x="638" y="2130"/>
                      <a:pt x="1376" y="2309"/>
                      <a:pt x="2118" y="2309"/>
                    </a:cubicBezTo>
                    <a:cubicBezTo>
                      <a:pt x="2545" y="2309"/>
                      <a:pt x="2973" y="2250"/>
                      <a:pt x="3384" y="2131"/>
                    </a:cubicBezTo>
                    <a:cubicBezTo>
                      <a:pt x="3936" y="1956"/>
                      <a:pt x="4487" y="1705"/>
                      <a:pt x="4938" y="1329"/>
                    </a:cubicBezTo>
                    <a:cubicBezTo>
                      <a:pt x="5164" y="1154"/>
                      <a:pt x="5364" y="928"/>
                      <a:pt x="5540" y="703"/>
                    </a:cubicBezTo>
                    <a:cubicBezTo>
                      <a:pt x="5715" y="477"/>
                      <a:pt x="5891" y="226"/>
                      <a:pt x="6016" y="1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9" name="Google Shape;5989;p51"/>
              <p:cNvSpPr/>
              <p:nvPr/>
            </p:nvSpPr>
            <p:spPr>
              <a:xfrm>
                <a:off x="4955050" y="3486675"/>
                <a:ext cx="901025" cy="480175"/>
              </a:xfrm>
              <a:custGeom>
                <a:rect b="b" l="l" r="r" t="t"/>
                <a:pathLst>
                  <a:path extrusionOk="0" h="19207" w="36041">
                    <a:moveTo>
                      <a:pt x="20499" y="1"/>
                    </a:moveTo>
                    <a:cubicBezTo>
                      <a:pt x="18951" y="1"/>
                      <a:pt x="17267" y="218"/>
                      <a:pt x="15439" y="710"/>
                    </a:cubicBezTo>
                    <a:cubicBezTo>
                      <a:pt x="0" y="4871"/>
                      <a:pt x="953" y="19207"/>
                      <a:pt x="953" y="19207"/>
                    </a:cubicBezTo>
                    <a:cubicBezTo>
                      <a:pt x="6216" y="17427"/>
                      <a:pt x="9574" y="8831"/>
                      <a:pt x="9574" y="8831"/>
                    </a:cubicBezTo>
                    <a:cubicBezTo>
                      <a:pt x="10413" y="11012"/>
                      <a:pt x="11406" y="11731"/>
                      <a:pt x="12351" y="11731"/>
                    </a:cubicBezTo>
                    <a:cubicBezTo>
                      <a:pt x="14173" y="11731"/>
                      <a:pt x="15815" y="9056"/>
                      <a:pt x="15815" y="9056"/>
                    </a:cubicBezTo>
                    <a:cubicBezTo>
                      <a:pt x="17162" y="10989"/>
                      <a:pt x="18375" y="11658"/>
                      <a:pt x="19408" y="11658"/>
                    </a:cubicBezTo>
                    <a:cubicBezTo>
                      <a:pt x="21739" y="11658"/>
                      <a:pt x="23158" y="8254"/>
                      <a:pt x="23158" y="8254"/>
                    </a:cubicBezTo>
                    <a:cubicBezTo>
                      <a:pt x="23876" y="9059"/>
                      <a:pt x="24569" y="9335"/>
                      <a:pt x="25182" y="9335"/>
                    </a:cubicBezTo>
                    <a:cubicBezTo>
                      <a:pt x="26516" y="9335"/>
                      <a:pt x="27469" y="8029"/>
                      <a:pt x="27469" y="8029"/>
                    </a:cubicBezTo>
                    <a:cubicBezTo>
                      <a:pt x="29158" y="11711"/>
                      <a:pt x="33752" y="12057"/>
                      <a:pt x="35423" y="12057"/>
                    </a:cubicBezTo>
                    <a:cubicBezTo>
                      <a:pt x="35810" y="12057"/>
                      <a:pt x="36041" y="12039"/>
                      <a:pt x="36041" y="12039"/>
                    </a:cubicBezTo>
                    <a:cubicBezTo>
                      <a:pt x="36041" y="12039"/>
                      <a:pt x="32028" y="1"/>
                      <a:pt x="204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0" name="Google Shape;5990;p51"/>
              <p:cNvSpPr/>
              <p:nvPr/>
            </p:nvSpPr>
            <p:spPr>
              <a:xfrm>
                <a:off x="5069075" y="3594650"/>
                <a:ext cx="676100" cy="312050"/>
              </a:xfrm>
              <a:custGeom>
                <a:rect b="b" l="l" r="r" t="t"/>
                <a:pathLst>
                  <a:path extrusionOk="0" h="12482" w="27044">
                    <a:moveTo>
                      <a:pt x="23041" y="595"/>
                    </a:moveTo>
                    <a:lnTo>
                      <a:pt x="23041" y="595"/>
                    </a:lnTo>
                    <a:cubicBezTo>
                      <a:pt x="23408" y="1041"/>
                      <a:pt x="23526" y="1657"/>
                      <a:pt x="23434" y="2231"/>
                    </a:cubicBezTo>
                    <a:cubicBezTo>
                      <a:pt x="23379" y="2692"/>
                      <a:pt x="23175" y="3125"/>
                      <a:pt x="22901" y="3512"/>
                    </a:cubicBezTo>
                    <a:lnTo>
                      <a:pt x="22901" y="3512"/>
                    </a:lnTo>
                    <a:cubicBezTo>
                      <a:pt x="22603" y="2552"/>
                      <a:pt x="22639" y="1494"/>
                      <a:pt x="23041" y="595"/>
                    </a:cubicBezTo>
                    <a:close/>
                    <a:moveTo>
                      <a:pt x="18296" y="369"/>
                    </a:moveTo>
                    <a:cubicBezTo>
                      <a:pt x="18425" y="369"/>
                      <a:pt x="18542" y="419"/>
                      <a:pt x="18622" y="527"/>
                    </a:cubicBezTo>
                    <a:cubicBezTo>
                      <a:pt x="18798" y="702"/>
                      <a:pt x="18848" y="1028"/>
                      <a:pt x="18873" y="1329"/>
                    </a:cubicBezTo>
                    <a:cubicBezTo>
                      <a:pt x="18873" y="1655"/>
                      <a:pt x="18873" y="1980"/>
                      <a:pt x="18848" y="2306"/>
                    </a:cubicBezTo>
                    <a:cubicBezTo>
                      <a:pt x="18797" y="2739"/>
                      <a:pt x="18694" y="3163"/>
                      <a:pt x="18547" y="3571"/>
                    </a:cubicBezTo>
                    <a:lnTo>
                      <a:pt x="18547" y="3571"/>
                    </a:lnTo>
                    <a:cubicBezTo>
                      <a:pt x="18396" y="3352"/>
                      <a:pt x="18256" y="3122"/>
                      <a:pt x="18121" y="2883"/>
                    </a:cubicBezTo>
                    <a:cubicBezTo>
                      <a:pt x="17795" y="2331"/>
                      <a:pt x="17444" y="1730"/>
                      <a:pt x="17495" y="1153"/>
                    </a:cubicBezTo>
                    <a:cubicBezTo>
                      <a:pt x="17520" y="878"/>
                      <a:pt x="17695" y="627"/>
                      <a:pt x="17946" y="477"/>
                    </a:cubicBezTo>
                    <a:cubicBezTo>
                      <a:pt x="18062" y="407"/>
                      <a:pt x="18184" y="369"/>
                      <a:pt x="18296" y="369"/>
                    </a:cubicBezTo>
                    <a:close/>
                    <a:moveTo>
                      <a:pt x="11847" y="981"/>
                    </a:moveTo>
                    <a:cubicBezTo>
                      <a:pt x="12115" y="1453"/>
                      <a:pt x="12142" y="2027"/>
                      <a:pt x="12031" y="2582"/>
                    </a:cubicBezTo>
                    <a:cubicBezTo>
                      <a:pt x="11953" y="3071"/>
                      <a:pt x="11768" y="3544"/>
                      <a:pt x="11523" y="3991"/>
                    </a:cubicBezTo>
                    <a:lnTo>
                      <a:pt x="11523" y="3991"/>
                    </a:lnTo>
                    <a:cubicBezTo>
                      <a:pt x="11427" y="3490"/>
                      <a:pt x="11379" y="2957"/>
                      <a:pt x="11379" y="2457"/>
                    </a:cubicBezTo>
                    <a:cubicBezTo>
                      <a:pt x="11379" y="1902"/>
                      <a:pt x="11477" y="1289"/>
                      <a:pt x="11847" y="981"/>
                    </a:cubicBezTo>
                    <a:close/>
                    <a:moveTo>
                      <a:pt x="5348" y="2250"/>
                    </a:moveTo>
                    <a:lnTo>
                      <a:pt x="5348" y="2250"/>
                    </a:lnTo>
                    <a:cubicBezTo>
                      <a:pt x="5514" y="2629"/>
                      <a:pt x="5505" y="3079"/>
                      <a:pt x="5414" y="3509"/>
                    </a:cubicBezTo>
                    <a:cubicBezTo>
                      <a:pt x="5365" y="3824"/>
                      <a:pt x="5260" y="4138"/>
                      <a:pt x="5137" y="4445"/>
                    </a:cubicBezTo>
                    <a:lnTo>
                      <a:pt x="5137" y="4445"/>
                    </a:lnTo>
                    <a:cubicBezTo>
                      <a:pt x="5071" y="4253"/>
                      <a:pt x="5020" y="4058"/>
                      <a:pt x="4988" y="3860"/>
                    </a:cubicBezTo>
                    <a:cubicBezTo>
                      <a:pt x="4873" y="3285"/>
                      <a:pt x="4948" y="2626"/>
                      <a:pt x="5348" y="2250"/>
                    </a:cubicBezTo>
                    <a:close/>
                    <a:moveTo>
                      <a:pt x="18322" y="0"/>
                    </a:moveTo>
                    <a:cubicBezTo>
                      <a:pt x="18121" y="0"/>
                      <a:pt x="17921" y="76"/>
                      <a:pt x="17770" y="176"/>
                    </a:cubicBezTo>
                    <a:cubicBezTo>
                      <a:pt x="17444" y="376"/>
                      <a:pt x="17194" y="702"/>
                      <a:pt x="17144" y="1103"/>
                    </a:cubicBezTo>
                    <a:cubicBezTo>
                      <a:pt x="17094" y="1479"/>
                      <a:pt x="17194" y="1830"/>
                      <a:pt x="17344" y="2156"/>
                    </a:cubicBezTo>
                    <a:cubicBezTo>
                      <a:pt x="17469" y="2482"/>
                      <a:pt x="17645" y="2757"/>
                      <a:pt x="17820" y="3058"/>
                    </a:cubicBezTo>
                    <a:cubicBezTo>
                      <a:pt x="18002" y="3356"/>
                      <a:pt x="18190" y="3655"/>
                      <a:pt x="18403" y="3932"/>
                    </a:cubicBezTo>
                    <a:lnTo>
                      <a:pt x="18403" y="3932"/>
                    </a:lnTo>
                    <a:cubicBezTo>
                      <a:pt x="18115" y="4589"/>
                      <a:pt x="17710" y="5195"/>
                      <a:pt x="17219" y="5715"/>
                    </a:cubicBezTo>
                    <a:cubicBezTo>
                      <a:pt x="16768" y="6166"/>
                      <a:pt x="16241" y="6567"/>
                      <a:pt x="15665" y="6843"/>
                    </a:cubicBezTo>
                    <a:cubicBezTo>
                      <a:pt x="15275" y="7038"/>
                      <a:pt x="14834" y="7157"/>
                      <a:pt x="14406" y="7157"/>
                    </a:cubicBezTo>
                    <a:cubicBezTo>
                      <a:pt x="14229" y="7157"/>
                      <a:pt x="14054" y="7137"/>
                      <a:pt x="13885" y="7093"/>
                    </a:cubicBezTo>
                    <a:cubicBezTo>
                      <a:pt x="13284" y="6943"/>
                      <a:pt x="12758" y="6567"/>
                      <a:pt x="12382" y="6091"/>
                    </a:cubicBezTo>
                    <a:cubicBezTo>
                      <a:pt x="12013" y="5630"/>
                      <a:pt x="11771" y="5084"/>
                      <a:pt x="11637" y="4511"/>
                    </a:cubicBezTo>
                    <a:lnTo>
                      <a:pt x="11637" y="4511"/>
                    </a:lnTo>
                    <a:cubicBezTo>
                      <a:pt x="11998" y="3948"/>
                      <a:pt x="12285" y="3314"/>
                      <a:pt x="12407" y="2657"/>
                    </a:cubicBezTo>
                    <a:cubicBezTo>
                      <a:pt x="12557" y="1980"/>
                      <a:pt x="12482" y="1203"/>
                      <a:pt x="12056" y="577"/>
                    </a:cubicBezTo>
                    <a:lnTo>
                      <a:pt x="11956" y="452"/>
                    </a:lnTo>
                    <a:lnTo>
                      <a:pt x="11805" y="527"/>
                    </a:lnTo>
                    <a:cubicBezTo>
                      <a:pt x="11454" y="702"/>
                      <a:pt x="11229" y="1053"/>
                      <a:pt x="11129" y="1404"/>
                    </a:cubicBezTo>
                    <a:cubicBezTo>
                      <a:pt x="11003" y="1755"/>
                      <a:pt x="10978" y="2106"/>
                      <a:pt x="10978" y="2457"/>
                    </a:cubicBezTo>
                    <a:cubicBezTo>
                      <a:pt x="10978" y="3133"/>
                      <a:pt x="11053" y="3785"/>
                      <a:pt x="11204" y="4462"/>
                    </a:cubicBezTo>
                    <a:cubicBezTo>
                      <a:pt x="11206" y="4472"/>
                      <a:pt x="11208" y="4482"/>
                      <a:pt x="11210" y="4491"/>
                    </a:cubicBezTo>
                    <a:lnTo>
                      <a:pt x="11210" y="4491"/>
                    </a:lnTo>
                    <a:cubicBezTo>
                      <a:pt x="10862" y="4974"/>
                      <a:pt x="10490" y="5453"/>
                      <a:pt x="10076" y="5890"/>
                    </a:cubicBezTo>
                    <a:cubicBezTo>
                      <a:pt x="9600" y="6366"/>
                      <a:pt x="9124" y="6843"/>
                      <a:pt x="8597" y="7168"/>
                    </a:cubicBezTo>
                    <a:cubicBezTo>
                      <a:pt x="8322" y="7344"/>
                      <a:pt x="8021" y="7444"/>
                      <a:pt x="7745" y="7469"/>
                    </a:cubicBezTo>
                    <a:cubicBezTo>
                      <a:pt x="7444" y="7469"/>
                      <a:pt x="7169" y="7344"/>
                      <a:pt x="6918" y="7168"/>
                    </a:cubicBezTo>
                    <a:cubicBezTo>
                      <a:pt x="6442" y="6742"/>
                      <a:pt x="6041" y="6216"/>
                      <a:pt x="5715" y="5665"/>
                    </a:cubicBezTo>
                    <a:cubicBezTo>
                      <a:pt x="5544" y="5362"/>
                      <a:pt x="5380" y="5053"/>
                      <a:pt x="5248" y="4737"/>
                    </a:cubicBezTo>
                    <a:lnTo>
                      <a:pt x="5248" y="4737"/>
                    </a:lnTo>
                    <a:cubicBezTo>
                      <a:pt x="5410" y="4361"/>
                      <a:pt x="5563" y="3969"/>
                      <a:pt x="5665" y="3559"/>
                    </a:cubicBezTo>
                    <a:cubicBezTo>
                      <a:pt x="5765" y="3058"/>
                      <a:pt x="5765" y="2482"/>
                      <a:pt x="5515" y="2005"/>
                    </a:cubicBezTo>
                    <a:lnTo>
                      <a:pt x="5439" y="1880"/>
                    </a:lnTo>
                    <a:lnTo>
                      <a:pt x="5339" y="1955"/>
                    </a:lnTo>
                    <a:cubicBezTo>
                      <a:pt x="5013" y="2156"/>
                      <a:pt x="4813" y="2507"/>
                      <a:pt x="4738" y="2858"/>
                    </a:cubicBezTo>
                    <a:cubicBezTo>
                      <a:pt x="4637" y="3208"/>
                      <a:pt x="4662" y="3559"/>
                      <a:pt x="4712" y="3885"/>
                    </a:cubicBezTo>
                    <a:cubicBezTo>
                      <a:pt x="4760" y="4218"/>
                      <a:pt x="4853" y="4533"/>
                      <a:pt x="4971" y="4837"/>
                    </a:cubicBezTo>
                    <a:lnTo>
                      <a:pt x="4971" y="4837"/>
                    </a:lnTo>
                    <a:cubicBezTo>
                      <a:pt x="4960" y="4863"/>
                      <a:pt x="4949" y="4888"/>
                      <a:pt x="4938" y="4913"/>
                    </a:cubicBezTo>
                    <a:cubicBezTo>
                      <a:pt x="4562" y="5840"/>
                      <a:pt x="4136" y="6742"/>
                      <a:pt x="3635" y="7619"/>
                    </a:cubicBezTo>
                    <a:cubicBezTo>
                      <a:pt x="2657" y="9374"/>
                      <a:pt x="1530" y="11178"/>
                      <a:pt x="1" y="12482"/>
                    </a:cubicBezTo>
                    <a:cubicBezTo>
                      <a:pt x="1580" y="11229"/>
                      <a:pt x="2733" y="9424"/>
                      <a:pt x="3760" y="7695"/>
                    </a:cubicBezTo>
                    <a:cubicBezTo>
                      <a:pt x="4263" y="6856"/>
                      <a:pt x="4698" y="5994"/>
                      <a:pt x="5086" y="5109"/>
                    </a:cubicBezTo>
                    <a:lnTo>
                      <a:pt x="5086" y="5109"/>
                    </a:lnTo>
                    <a:cubicBezTo>
                      <a:pt x="5193" y="5350"/>
                      <a:pt x="5314" y="5584"/>
                      <a:pt x="5439" y="5815"/>
                    </a:cubicBezTo>
                    <a:cubicBezTo>
                      <a:pt x="5790" y="6391"/>
                      <a:pt x="6191" y="6943"/>
                      <a:pt x="6718" y="7419"/>
                    </a:cubicBezTo>
                    <a:cubicBezTo>
                      <a:pt x="6976" y="7630"/>
                      <a:pt x="7321" y="7797"/>
                      <a:pt x="7673" y="7797"/>
                    </a:cubicBezTo>
                    <a:cubicBezTo>
                      <a:pt x="7697" y="7797"/>
                      <a:pt x="7721" y="7797"/>
                      <a:pt x="7745" y="7795"/>
                    </a:cubicBezTo>
                    <a:cubicBezTo>
                      <a:pt x="8121" y="7795"/>
                      <a:pt x="8472" y="7645"/>
                      <a:pt x="8773" y="7469"/>
                    </a:cubicBezTo>
                    <a:cubicBezTo>
                      <a:pt x="9374" y="7093"/>
                      <a:pt x="9850" y="6617"/>
                      <a:pt x="10327" y="6141"/>
                    </a:cubicBezTo>
                    <a:cubicBezTo>
                      <a:pt x="10692" y="5756"/>
                      <a:pt x="11028" y="5372"/>
                      <a:pt x="11334" y="4953"/>
                    </a:cubicBezTo>
                    <a:lnTo>
                      <a:pt x="11334" y="4953"/>
                    </a:lnTo>
                    <a:cubicBezTo>
                      <a:pt x="11489" y="5452"/>
                      <a:pt x="11715" y="5925"/>
                      <a:pt x="12056" y="6341"/>
                    </a:cubicBezTo>
                    <a:cubicBezTo>
                      <a:pt x="12482" y="6893"/>
                      <a:pt x="13083" y="7319"/>
                      <a:pt x="13785" y="7494"/>
                    </a:cubicBezTo>
                    <a:cubicBezTo>
                      <a:pt x="13978" y="7542"/>
                      <a:pt x="14174" y="7564"/>
                      <a:pt x="14370" y="7564"/>
                    </a:cubicBezTo>
                    <a:cubicBezTo>
                      <a:pt x="14888" y="7564"/>
                      <a:pt x="15404" y="7412"/>
                      <a:pt x="15840" y="7193"/>
                    </a:cubicBezTo>
                    <a:cubicBezTo>
                      <a:pt x="16467" y="6893"/>
                      <a:pt x="17018" y="6492"/>
                      <a:pt x="17495" y="5990"/>
                    </a:cubicBezTo>
                    <a:cubicBezTo>
                      <a:pt x="17981" y="5478"/>
                      <a:pt x="18383" y="4893"/>
                      <a:pt x="18676" y="4260"/>
                    </a:cubicBezTo>
                    <a:lnTo>
                      <a:pt x="18676" y="4260"/>
                    </a:lnTo>
                    <a:cubicBezTo>
                      <a:pt x="18799" y="4395"/>
                      <a:pt x="18931" y="4522"/>
                      <a:pt x="19073" y="4637"/>
                    </a:cubicBezTo>
                    <a:cubicBezTo>
                      <a:pt x="19349" y="4863"/>
                      <a:pt x="19650" y="5063"/>
                      <a:pt x="20001" y="5163"/>
                    </a:cubicBezTo>
                    <a:cubicBezTo>
                      <a:pt x="20175" y="5217"/>
                      <a:pt x="20364" y="5242"/>
                      <a:pt x="20556" y="5242"/>
                    </a:cubicBezTo>
                    <a:cubicBezTo>
                      <a:pt x="20722" y="5242"/>
                      <a:pt x="20891" y="5223"/>
                      <a:pt x="21053" y="5188"/>
                    </a:cubicBezTo>
                    <a:cubicBezTo>
                      <a:pt x="21730" y="5013"/>
                      <a:pt x="22307" y="4562"/>
                      <a:pt x="22758" y="4086"/>
                    </a:cubicBezTo>
                    <a:cubicBezTo>
                      <a:pt x="22814" y="4027"/>
                      <a:pt x="22868" y="3966"/>
                      <a:pt x="22920" y="3904"/>
                    </a:cubicBezTo>
                    <a:lnTo>
                      <a:pt x="22920" y="3904"/>
                    </a:lnTo>
                    <a:cubicBezTo>
                      <a:pt x="23045" y="4189"/>
                      <a:pt x="23200" y="4461"/>
                      <a:pt x="23384" y="4712"/>
                    </a:cubicBezTo>
                    <a:cubicBezTo>
                      <a:pt x="23835" y="5314"/>
                      <a:pt x="24437" y="5790"/>
                      <a:pt x="25063" y="6216"/>
                    </a:cubicBezTo>
                    <a:cubicBezTo>
                      <a:pt x="25665" y="6642"/>
                      <a:pt x="26342" y="7018"/>
                      <a:pt x="27043" y="7244"/>
                    </a:cubicBezTo>
                    <a:cubicBezTo>
                      <a:pt x="26342" y="7018"/>
                      <a:pt x="25690" y="6617"/>
                      <a:pt x="25089" y="6166"/>
                    </a:cubicBezTo>
                    <a:cubicBezTo>
                      <a:pt x="24487" y="5740"/>
                      <a:pt x="23886" y="5264"/>
                      <a:pt x="23459" y="4662"/>
                    </a:cubicBezTo>
                    <a:cubicBezTo>
                      <a:pt x="23273" y="4394"/>
                      <a:pt x="23121" y="4104"/>
                      <a:pt x="23003" y="3802"/>
                    </a:cubicBezTo>
                    <a:lnTo>
                      <a:pt x="23003" y="3802"/>
                    </a:lnTo>
                    <a:cubicBezTo>
                      <a:pt x="23352" y="3356"/>
                      <a:pt x="23603" y="2831"/>
                      <a:pt x="23685" y="2256"/>
                    </a:cubicBezTo>
                    <a:cubicBezTo>
                      <a:pt x="23760" y="1579"/>
                      <a:pt x="23585" y="827"/>
                      <a:pt x="23084" y="326"/>
                    </a:cubicBezTo>
                    <a:lnTo>
                      <a:pt x="22983" y="226"/>
                    </a:lnTo>
                    <a:lnTo>
                      <a:pt x="22933" y="351"/>
                    </a:lnTo>
                    <a:cubicBezTo>
                      <a:pt x="22456" y="1378"/>
                      <a:pt x="22436" y="2580"/>
                      <a:pt x="22813" y="3632"/>
                    </a:cubicBezTo>
                    <a:lnTo>
                      <a:pt x="22813" y="3632"/>
                    </a:lnTo>
                    <a:cubicBezTo>
                      <a:pt x="22739" y="3728"/>
                      <a:pt x="22662" y="3821"/>
                      <a:pt x="22582" y="3910"/>
                    </a:cubicBezTo>
                    <a:cubicBezTo>
                      <a:pt x="22131" y="4361"/>
                      <a:pt x="21605" y="4762"/>
                      <a:pt x="20978" y="4913"/>
                    </a:cubicBezTo>
                    <a:cubicBezTo>
                      <a:pt x="20852" y="4944"/>
                      <a:pt x="20724" y="4959"/>
                      <a:pt x="20597" y="4959"/>
                    </a:cubicBezTo>
                    <a:cubicBezTo>
                      <a:pt x="20120" y="4959"/>
                      <a:pt x="19650" y="4748"/>
                      <a:pt x="19274" y="4411"/>
                    </a:cubicBezTo>
                    <a:cubicBezTo>
                      <a:pt x="19108" y="4263"/>
                      <a:pt x="18957" y="4102"/>
                      <a:pt x="18817" y="3931"/>
                    </a:cubicBezTo>
                    <a:lnTo>
                      <a:pt x="18817" y="3931"/>
                    </a:lnTo>
                    <a:cubicBezTo>
                      <a:pt x="19017" y="3421"/>
                      <a:pt x="19148" y="2884"/>
                      <a:pt x="19199" y="2331"/>
                    </a:cubicBezTo>
                    <a:cubicBezTo>
                      <a:pt x="19249" y="2005"/>
                      <a:pt x="19249" y="1655"/>
                      <a:pt x="19224" y="1304"/>
                    </a:cubicBezTo>
                    <a:cubicBezTo>
                      <a:pt x="19199" y="978"/>
                      <a:pt x="19174" y="602"/>
                      <a:pt x="18898" y="276"/>
                    </a:cubicBezTo>
                    <a:cubicBezTo>
                      <a:pt x="18748" y="126"/>
                      <a:pt x="18547" y="25"/>
                      <a:pt x="18322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1" name="Google Shape;5991;p51"/>
              <p:cNvSpPr/>
              <p:nvPr/>
            </p:nvSpPr>
            <p:spPr>
              <a:xfrm>
                <a:off x="5285875" y="3553300"/>
                <a:ext cx="7550" cy="31975"/>
              </a:xfrm>
              <a:custGeom>
                <a:rect b="b" l="l" r="r" t="t"/>
                <a:pathLst>
                  <a:path extrusionOk="0" h="1279" w="302">
                    <a:moveTo>
                      <a:pt x="151" y="0"/>
                    </a:moveTo>
                    <a:cubicBezTo>
                      <a:pt x="76" y="0"/>
                      <a:pt x="0" y="50"/>
                      <a:pt x="0" y="151"/>
                    </a:cubicBezTo>
                    <a:lnTo>
                      <a:pt x="0" y="1128"/>
                    </a:lnTo>
                    <a:cubicBezTo>
                      <a:pt x="0" y="1228"/>
                      <a:pt x="76" y="1278"/>
                      <a:pt x="151" y="1278"/>
                    </a:cubicBezTo>
                    <a:cubicBezTo>
                      <a:pt x="226" y="1278"/>
                      <a:pt x="301" y="1228"/>
                      <a:pt x="301" y="1128"/>
                    </a:cubicBezTo>
                    <a:lnTo>
                      <a:pt x="301" y="151"/>
                    </a:lnTo>
                    <a:cubicBezTo>
                      <a:pt x="301" y="50"/>
                      <a:pt x="226" y="0"/>
                      <a:pt x="151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2" name="Google Shape;5992;p51"/>
              <p:cNvSpPr/>
              <p:nvPr/>
            </p:nvSpPr>
            <p:spPr>
              <a:xfrm>
                <a:off x="5302175" y="3560800"/>
                <a:ext cx="8150" cy="21975"/>
              </a:xfrm>
              <a:custGeom>
                <a:rect b="b" l="l" r="r" t="t"/>
                <a:pathLst>
                  <a:path extrusionOk="0" h="879" w="326">
                    <a:moveTo>
                      <a:pt x="163" y="1"/>
                    </a:moveTo>
                    <a:cubicBezTo>
                      <a:pt x="81" y="1"/>
                      <a:pt x="0" y="51"/>
                      <a:pt x="0" y="151"/>
                    </a:cubicBezTo>
                    <a:lnTo>
                      <a:pt x="0" y="728"/>
                    </a:lnTo>
                    <a:cubicBezTo>
                      <a:pt x="0" y="828"/>
                      <a:pt x="81" y="878"/>
                      <a:pt x="163" y="878"/>
                    </a:cubicBezTo>
                    <a:cubicBezTo>
                      <a:pt x="244" y="878"/>
                      <a:pt x="326" y="828"/>
                      <a:pt x="326" y="728"/>
                    </a:cubicBezTo>
                    <a:lnTo>
                      <a:pt x="326" y="151"/>
                    </a:lnTo>
                    <a:cubicBezTo>
                      <a:pt x="326" y="51"/>
                      <a:pt x="244" y="1"/>
                      <a:pt x="163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3" name="Google Shape;5993;p51"/>
              <p:cNvSpPr/>
              <p:nvPr/>
            </p:nvSpPr>
            <p:spPr>
              <a:xfrm>
                <a:off x="5436100" y="3519450"/>
                <a:ext cx="11450" cy="35375"/>
              </a:xfrm>
              <a:custGeom>
                <a:rect b="b" l="l" r="r" t="t"/>
                <a:pathLst>
                  <a:path extrusionOk="0" h="1415" w="458">
                    <a:moveTo>
                      <a:pt x="260" y="1"/>
                    </a:moveTo>
                    <a:cubicBezTo>
                      <a:pt x="182" y="1"/>
                      <a:pt x="107" y="51"/>
                      <a:pt x="107" y="151"/>
                    </a:cubicBezTo>
                    <a:cubicBezTo>
                      <a:pt x="157" y="502"/>
                      <a:pt x="107" y="853"/>
                      <a:pt x="32" y="1229"/>
                    </a:cubicBezTo>
                    <a:cubicBezTo>
                      <a:pt x="1" y="1336"/>
                      <a:pt x="101" y="1415"/>
                      <a:pt x="195" y="1415"/>
                    </a:cubicBezTo>
                    <a:cubicBezTo>
                      <a:pt x="255" y="1415"/>
                      <a:pt x="313" y="1382"/>
                      <a:pt x="332" y="1304"/>
                    </a:cubicBezTo>
                    <a:cubicBezTo>
                      <a:pt x="433" y="928"/>
                      <a:pt x="458" y="527"/>
                      <a:pt x="433" y="151"/>
                    </a:cubicBezTo>
                    <a:cubicBezTo>
                      <a:pt x="420" y="51"/>
                      <a:pt x="339" y="1"/>
                      <a:pt x="260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4" name="Google Shape;5994;p51"/>
              <p:cNvSpPr/>
              <p:nvPr/>
            </p:nvSpPr>
            <p:spPr>
              <a:xfrm>
                <a:off x="5451600" y="3532000"/>
                <a:ext cx="10050" cy="20075"/>
              </a:xfrm>
              <a:custGeom>
                <a:rect b="b" l="l" r="r" t="t"/>
                <a:pathLst>
                  <a:path extrusionOk="0" h="803" w="402">
                    <a:moveTo>
                      <a:pt x="245" y="0"/>
                    </a:moveTo>
                    <a:cubicBezTo>
                      <a:pt x="163" y="0"/>
                      <a:pt x="76" y="50"/>
                      <a:pt x="63" y="150"/>
                    </a:cubicBezTo>
                    <a:cubicBezTo>
                      <a:pt x="38" y="326"/>
                      <a:pt x="13" y="476"/>
                      <a:pt x="13" y="652"/>
                    </a:cubicBezTo>
                    <a:cubicBezTo>
                      <a:pt x="1" y="752"/>
                      <a:pt x="69" y="802"/>
                      <a:pt x="145" y="802"/>
                    </a:cubicBezTo>
                    <a:cubicBezTo>
                      <a:pt x="220" y="802"/>
                      <a:pt x="301" y="752"/>
                      <a:pt x="314" y="652"/>
                    </a:cubicBezTo>
                    <a:cubicBezTo>
                      <a:pt x="339" y="476"/>
                      <a:pt x="364" y="326"/>
                      <a:pt x="389" y="150"/>
                    </a:cubicBezTo>
                    <a:cubicBezTo>
                      <a:pt x="402" y="50"/>
                      <a:pt x="326" y="0"/>
                      <a:pt x="245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5" name="Google Shape;5995;p51"/>
              <p:cNvSpPr/>
              <p:nvPr/>
            </p:nvSpPr>
            <p:spPr>
              <a:xfrm>
                <a:off x="5683425" y="3661075"/>
                <a:ext cx="10675" cy="27575"/>
              </a:xfrm>
              <a:custGeom>
                <a:rect b="b" l="l" r="r" t="t"/>
                <a:pathLst>
                  <a:path extrusionOk="0" h="1103" w="427">
                    <a:moveTo>
                      <a:pt x="157" y="0"/>
                    </a:moveTo>
                    <a:cubicBezTo>
                      <a:pt x="76" y="0"/>
                      <a:pt x="1" y="50"/>
                      <a:pt x="13" y="150"/>
                    </a:cubicBezTo>
                    <a:cubicBezTo>
                      <a:pt x="38" y="426"/>
                      <a:pt x="88" y="702"/>
                      <a:pt x="114" y="952"/>
                    </a:cubicBezTo>
                    <a:cubicBezTo>
                      <a:pt x="126" y="1053"/>
                      <a:pt x="208" y="1103"/>
                      <a:pt x="283" y="1103"/>
                    </a:cubicBezTo>
                    <a:cubicBezTo>
                      <a:pt x="358" y="1103"/>
                      <a:pt x="427" y="1053"/>
                      <a:pt x="414" y="952"/>
                    </a:cubicBezTo>
                    <a:cubicBezTo>
                      <a:pt x="389" y="702"/>
                      <a:pt x="364" y="426"/>
                      <a:pt x="339" y="150"/>
                    </a:cubicBezTo>
                    <a:cubicBezTo>
                      <a:pt x="327" y="50"/>
                      <a:pt x="239" y="0"/>
                      <a:pt x="157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6" name="Google Shape;5996;p51"/>
              <p:cNvSpPr/>
              <p:nvPr/>
            </p:nvSpPr>
            <p:spPr>
              <a:xfrm>
                <a:off x="5697225" y="3672350"/>
                <a:ext cx="12900" cy="24500"/>
              </a:xfrm>
              <a:custGeom>
                <a:rect b="b" l="l" r="r" t="t"/>
                <a:pathLst>
                  <a:path extrusionOk="0" h="980" w="516">
                    <a:moveTo>
                      <a:pt x="154" y="0"/>
                    </a:moveTo>
                    <a:cubicBezTo>
                      <a:pt x="75" y="0"/>
                      <a:pt x="0" y="50"/>
                      <a:pt x="13" y="151"/>
                    </a:cubicBezTo>
                    <a:cubicBezTo>
                      <a:pt x="13" y="426"/>
                      <a:pt x="88" y="652"/>
                      <a:pt x="188" y="902"/>
                    </a:cubicBezTo>
                    <a:cubicBezTo>
                      <a:pt x="211" y="957"/>
                      <a:pt x="254" y="980"/>
                      <a:pt x="299" y="980"/>
                    </a:cubicBezTo>
                    <a:cubicBezTo>
                      <a:pt x="400" y="980"/>
                      <a:pt x="516" y="865"/>
                      <a:pt x="464" y="727"/>
                    </a:cubicBezTo>
                    <a:cubicBezTo>
                      <a:pt x="364" y="552"/>
                      <a:pt x="338" y="351"/>
                      <a:pt x="313" y="151"/>
                    </a:cubicBezTo>
                    <a:cubicBezTo>
                      <a:pt x="313" y="50"/>
                      <a:pt x="232" y="0"/>
                      <a:pt x="154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7" name="Google Shape;5997;p51"/>
              <p:cNvSpPr/>
              <p:nvPr/>
            </p:nvSpPr>
            <p:spPr>
              <a:xfrm>
                <a:off x="5105725" y="3700525"/>
                <a:ext cx="9750" cy="26350"/>
              </a:xfrm>
              <a:custGeom>
                <a:rect b="b" l="l" r="r" t="t"/>
                <a:pathLst>
                  <a:path extrusionOk="0" h="1054" w="390">
                    <a:moveTo>
                      <a:pt x="236" y="1"/>
                    </a:moveTo>
                    <a:cubicBezTo>
                      <a:pt x="158" y="1"/>
                      <a:pt x="76" y="51"/>
                      <a:pt x="64" y="151"/>
                    </a:cubicBezTo>
                    <a:lnTo>
                      <a:pt x="13" y="903"/>
                    </a:lnTo>
                    <a:cubicBezTo>
                      <a:pt x="1" y="1004"/>
                      <a:pt x="70" y="1054"/>
                      <a:pt x="145" y="1054"/>
                    </a:cubicBezTo>
                    <a:cubicBezTo>
                      <a:pt x="220" y="1054"/>
                      <a:pt x="302" y="1004"/>
                      <a:pt x="314" y="903"/>
                    </a:cubicBezTo>
                    <a:lnTo>
                      <a:pt x="389" y="151"/>
                    </a:lnTo>
                    <a:cubicBezTo>
                      <a:pt x="389" y="51"/>
                      <a:pt x="314" y="1"/>
                      <a:pt x="236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8" name="Google Shape;5998;p51"/>
              <p:cNvSpPr/>
              <p:nvPr/>
            </p:nvSpPr>
            <p:spPr>
              <a:xfrm>
                <a:off x="5124850" y="3715575"/>
                <a:ext cx="8175" cy="20075"/>
              </a:xfrm>
              <a:custGeom>
                <a:rect b="b" l="l" r="r" t="t"/>
                <a:pathLst>
                  <a:path extrusionOk="0" h="803" w="327">
                    <a:moveTo>
                      <a:pt x="163" y="1"/>
                    </a:moveTo>
                    <a:cubicBezTo>
                      <a:pt x="82" y="1"/>
                      <a:pt x="0" y="51"/>
                      <a:pt x="0" y="151"/>
                    </a:cubicBezTo>
                    <a:lnTo>
                      <a:pt x="0" y="652"/>
                    </a:lnTo>
                    <a:cubicBezTo>
                      <a:pt x="0" y="752"/>
                      <a:pt x="82" y="803"/>
                      <a:pt x="163" y="803"/>
                    </a:cubicBezTo>
                    <a:cubicBezTo>
                      <a:pt x="245" y="803"/>
                      <a:pt x="326" y="752"/>
                      <a:pt x="326" y="652"/>
                    </a:cubicBezTo>
                    <a:lnTo>
                      <a:pt x="326" y="151"/>
                    </a:lnTo>
                    <a:cubicBezTo>
                      <a:pt x="326" y="51"/>
                      <a:pt x="245" y="1"/>
                      <a:pt x="163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9" name="Google Shape;5999;p51"/>
              <p:cNvSpPr/>
              <p:nvPr/>
            </p:nvSpPr>
            <p:spPr>
              <a:xfrm>
                <a:off x="5810300" y="3483750"/>
                <a:ext cx="380975" cy="484350"/>
              </a:xfrm>
              <a:custGeom>
                <a:rect b="b" l="l" r="r" t="t"/>
                <a:pathLst>
                  <a:path extrusionOk="0" h="19374" w="15239">
                    <a:moveTo>
                      <a:pt x="7695" y="0"/>
                    </a:moveTo>
                    <a:lnTo>
                      <a:pt x="1" y="13559"/>
                    </a:lnTo>
                    <a:lnTo>
                      <a:pt x="1154" y="19374"/>
                    </a:lnTo>
                    <a:cubicBezTo>
                      <a:pt x="15239" y="14537"/>
                      <a:pt x="7696" y="1"/>
                      <a:pt x="7695" y="0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0" name="Google Shape;6000;p51"/>
              <p:cNvSpPr/>
              <p:nvPr/>
            </p:nvSpPr>
            <p:spPr>
              <a:xfrm>
                <a:off x="5892400" y="3602800"/>
                <a:ext cx="99025" cy="271950"/>
              </a:xfrm>
              <a:custGeom>
                <a:rect b="b" l="l" r="r" t="t"/>
                <a:pathLst>
                  <a:path extrusionOk="0" h="10878" w="3961">
                    <a:moveTo>
                      <a:pt x="3960" y="0"/>
                    </a:moveTo>
                    <a:lnTo>
                      <a:pt x="3960" y="0"/>
                    </a:lnTo>
                    <a:cubicBezTo>
                      <a:pt x="3283" y="727"/>
                      <a:pt x="2757" y="1554"/>
                      <a:pt x="2256" y="2406"/>
                    </a:cubicBezTo>
                    <a:cubicBezTo>
                      <a:pt x="1755" y="3258"/>
                      <a:pt x="1354" y="4161"/>
                      <a:pt x="1003" y="5088"/>
                    </a:cubicBezTo>
                    <a:cubicBezTo>
                      <a:pt x="652" y="6015"/>
                      <a:pt x="376" y="6968"/>
                      <a:pt x="226" y="7945"/>
                    </a:cubicBezTo>
                    <a:cubicBezTo>
                      <a:pt x="25" y="8897"/>
                      <a:pt x="0" y="9900"/>
                      <a:pt x="50" y="10877"/>
                    </a:cubicBezTo>
                    <a:cubicBezTo>
                      <a:pt x="151" y="10401"/>
                      <a:pt x="151" y="9900"/>
                      <a:pt x="251" y="9424"/>
                    </a:cubicBezTo>
                    <a:lnTo>
                      <a:pt x="376" y="8697"/>
                    </a:lnTo>
                    <a:lnTo>
                      <a:pt x="527" y="7995"/>
                    </a:lnTo>
                    <a:cubicBezTo>
                      <a:pt x="752" y="7068"/>
                      <a:pt x="1028" y="6116"/>
                      <a:pt x="1379" y="5213"/>
                    </a:cubicBezTo>
                    <a:cubicBezTo>
                      <a:pt x="1704" y="4311"/>
                      <a:pt x="2105" y="3434"/>
                      <a:pt x="2532" y="2557"/>
                    </a:cubicBezTo>
                    <a:cubicBezTo>
                      <a:pt x="2757" y="2131"/>
                      <a:pt x="2983" y="1679"/>
                      <a:pt x="3208" y="1278"/>
                    </a:cubicBezTo>
                    <a:cubicBezTo>
                      <a:pt x="3434" y="827"/>
                      <a:pt x="3684" y="426"/>
                      <a:pt x="3960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1" name="Google Shape;6001;p51"/>
              <p:cNvSpPr/>
              <p:nvPr/>
            </p:nvSpPr>
            <p:spPr>
              <a:xfrm>
                <a:off x="4738875" y="3713075"/>
                <a:ext cx="277600" cy="453650"/>
              </a:xfrm>
              <a:custGeom>
                <a:rect b="b" l="l" r="r" t="t"/>
                <a:pathLst>
                  <a:path extrusionOk="0" h="18146" w="11104">
                    <a:moveTo>
                      <a:pt x="1730" y="0"/>
                    </a:moveTo>
                    <a:cubicBezTo>
                      <a:pt x="1730" y="1"/>
                      <a:pt x="1" y="13158"/>
                      <a:pt x="7018" y="17093"/>
                    </a:cubicBezTo>
                    <a:cubicBezTo>
                      <a:pt x="7043" y="17118"/>
                      <a:pt x="7043" y="17118"/>
                      <a:pt x="7043" y="17118"/>
                    </a:cubicBezTo>
                    <a:lnTo>
                      <a:pt x="7068" y="17118"/>
                    </a:lnTo>
                    <a:cubicBezTo>
                      <a:pt x="7870" y="17569"/>
                      <a:pt x="8773" y="17895"/>
                      <a:pt x="9825" y="18071"/>
                    </a:cubicBezTo>
                    <a:cubicBezTo>
                      <a:pt x="10001" y="18096"/>
                      <a:pt x="10176" y="18121"/>
                      <a:pt x="10352" y="18146"/>
                    </a:cubicBezTo>
                    <a:lnTo>
                      <a:pt x="10477" y="16993"/>
                    </a:lnTo>
                    <a:lnTo>
                      <a:pt x="11103" y="11203"/>
                    </a:lnTo>
                    <a:lnTo>
                      <a:pt x="10502" y="10476"/>
                    </a:lnTo>
                    <a:lnTo>
                      <a:pt x="9725" y="9549"/>
                    </a:lnTo>
                    <a:lnTo>
                      <a:pt x="4086" y="2832"/>
                    </a:lnTo>
                    <a:lnTo>
                      <a:pt x="1730" y="0"/>
                    </a:ln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2" name="Google Shape;6002;p51"/>
              <p:cNvSpPr/>
              <p:nvPr/>
            </p:nvSpPr>
            <p:spPr>
              <a:xfrm>
                <a:off x="4820325" y="3819575"/>
                <a:ext cx="124100" cy="259425"/>
              </a:xfrm>
              <a:custGeom>
                <a:rect b="b" l="l" r="r" t="t"/>
                <a:pathLst>
                  <a:path extrusionOk="0" h="10377" w="4964">
                    <a:moveTo>
                      <a:pt x="1" y="1"/>
                    </a:moveTo>
                    <a:cubicBezTo>
                      <a:pt x="327" y="352"/>
                      <a:pt x="627" y="728"/>
                      <a:pt x="928" y="1129"/>
                    </a:cubicBezTo>
                    <a:cubicBezTo>
                      <a:pt x="1229" y="1505"/>
                      <a:pt x="1505" y="1906"/>
                      <a:pt x="1780" y="2307"/>
                    </a:cubicBezTo>
                    <a:cubicBezTo>
                      <a:pt x="2332" y="3109"/>
                      <a:pt x="2833" y="3936"/>
                      <a:pt x="3259" y="4813"/>
                    </a:cubicBezTo>
                    <a:cubicBezTo>
                      <a:pt x="3735" y="5665"/>
                      <a:pt x="4061" y="6567"/>
                      <a:pt x="4362" y="7495"/>
                    </a:cubicBezTo>
                    <a:lnTo>
                      <a:pt x="4537" y="8196"/>
                    </a:lnTo>
                    <a:cubicBezTo>
                      <a:pt x="4612" y="8447"/>
                      <a:pt x="4637" y="8673"/>
                      <a:pt x="4688" y="8923"/>
                    </a:cubicBezTo>
                    <a:cubicBezTo>
                      <a:pt x="4813" y="9399"/>
                      <a:pt x="4813" y="9876"/>
                      <a:pt x="4888" y="10377"/>
                    </a:cubicBezTo>
                    <a:cubicBezTo>
                      <a:pt x="4963" y="9399"/>
                      <a:pt x="4888" y="8397"/>
                      <a:pt x="4662" y="7420"/>
                    </a:cubicBezTo>
                    <a:cubicBezTo>
                      <a:pt x="4437" y="6442"/>
                      <a:pt x="4111" y="5515"/>
                      <a:pt x="3635" y="4612"/>
                    </a:cubicBezTo>
                    <a:cubicBezTo>
                      <a:pt x="3184" y="3735"/>
                      <a:pt x="2657" y="2883"/>
                      <a:pt x="2056" y="2106"/>
                    </a:cubicBezTo>
                    <a:cubicBezTo>
                      <a:pt x="1429" y="1329"/>
                      <a:pt x="753" y="602"/>
                      <a:pt x="1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6" name="Shape 6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7" name="Google Shape;6007;p52"/>
          <p:cNvSpPr/>
          <p:nvPr/>
        </p:nvSpPr>
        <p:spPr>
          <a:xfrm>
            <a:off x="1380450" y="1265375"/>
            <a:ext cx="7096500" cy="329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8" name="Google Shape;6008;p52"/>
          <p:cNvSpPr txBox="1"/>
          <p:nvPr>
            <p:ph idx="1" type="subTitle"/>
          </p:nvPr>
        </p:nvSpPr>
        <p:spPr>
          <a:xfrm>
            <a:off x="1617300" y="1366025"/>
            <a:ext cx="590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Viết hàm đệ quy cho các mô tả sau rồi cài đặt chương trình C để kiểm tra kết quả của các hàm đệ quy đó.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09" name="Google Shape;6009;p52"/>
          <p:cNvSpPr txBox="1"/>
          <p:nvPr>
            <p:ph idx="3" type="subTitle"/>
          </p:nvPr>
        </p:nvSpPr>
        <p:spPr>
          <a:xfrm>
            <a:off x="1617300" y="203850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03.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>
                <a:solidFill>
                  <a:srgbClr val="333333"/>
                </a:solidFill>
              </a:rPr>
              <a:t>Cho một </a:t>
            </a:r>
            <a:r>
              <a:rPr lang="en">
                <a:solidFill>
                  <a:schemeClr val="dk1"/>
                </a:solidFill>
              </a:rPr>
              <a:t>stack</a:t>
            </a:r>
            <a:r>
              <a:rPr lang="en">
                <a:solidFill>
                  <a:srgbClr val="333333"/>
                </a:solidFill>
              </a:rPr>
              <a:t> đầy có 20 phần tử. Hãy viết hàm đệ quy để pop lần lượt các phần tử từ stack cho đến khi stack rỗng.</a:t>
            </a:r>
            <a:endParaRPr>
              <a:solidFill>
                <a:srgbClr val="3333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>
                <a:solidFill>
                  <a:srgbClr val="333333"/>
                </a:solidFill>
              </a:rPr>
              <a:t>Áp dụng tương tự với </a:t>
            </a:r>
            <a:r>
              <a:rPr lang="en">
                <a:solidFill>
                  <a:schemeClr val="dk1"/>
                </a:solidFill>
              </a:rPr>
              <a:t>queue</a:t>
            </a:r>
            <a:r>
              <a:rPr lang="en">
                <a:solidFill>
                  <a:srgbClr val="333333"/>
                </a:solidFill>
              </a:rPr>
              <a:t>.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6010" name="Google Shape;6010;p52"/>
          <p:cNvSpPr txBox="1"/>
          <p:nvPr>
            <p:ph type="title"/>
          </p:nvPr>
        </p:nvSpPr>
        <p:spPr>
          <a:xfrm>
            <a:off x="1433175" y="402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02</a:t>
            </a:r>
            <a:endParaRPr/>
          </a:p>
        </p:txBody>
      </p:sp>
      <p:pic>
        <p:nvPicPr>
          <p:cNvPr id="6011" name="Google Shape;6011;p52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2" name="Google Shape;6012;p52">
            <a:hlinkClick action="ppaction://hlinkshowjump?jump=previous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3" name="Google Shape;6013;p52">
            <a:hlinkClick action="ppaction://hlinkshowjump?jump=next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14" name="Google Shape;6014;p52"/>
          <p:cNvGrpSpPr/>
          <p:nvPr/>
        </p:nvGrpSpPr>
        <p:grpSpPr>
          <a:xfrm flipH="1" rot="-398936">
            <a:off x="878211" y="3593288"/>
            <a:ext cx="1044359" cy="1028224"/>
            <a:chOff x="3113300" y="3279250"/>
            <a:chExt cx="553925" cy="543250"/>
          </a:xfrm>
        </p:grpSpPr>
        <p:sp>
          <p:nvSpPr>
            <p:cNvPr id="6015" name="Google Shape;6015;p52"/>
            <p:cNvSpPr/>
            <p:nvPr/>
          </p:nvSpPr>
          <p:spPr>
            <a:xfrm>
              <a:off x="3491125" y="3284275"/>
              <a:ext cx="176100" cy="435475"/>
            </a:xfrm>
            <a:custGeom>
              <a:rect b="b" l="l" r="r" t="t"/>
              <a:pathLst>
                <a:path extrusionOk="0" h="17419" w="7044">
                  <a:moveTo>
                    <a:pt x="978" y="0"/>
                  </a:moveTo>
                  <a:cubicBezTo>
                    <a:pt x="978" y="1"/>
                    <a:pt x="1554" y="3409"/>
                    <a:pt x="1" y="4236"/>
                  </a:cubicBezTo>
                  <a:cubicBezTo>
                    <a:pt x="1" y="4236"/>
                    <a:pt x="2507" y="6717"/>
                    <a:pt x="1" y="8045"/>
                  </a:cubicBezTo>
                  <a:cubicBezTo>
                    <a:pt x="1" y="8045"/>
                    <a:pt x="2457" y="12481"/>
                    <a:pt x="101" y="14060"/>
                  </a:cubicBezTo>
                  <a:cubicBezTo>
                    <a:pt x="101" y="14060"/>
                    <a:pt x="2432" y="14511"/>
                    <a:pt x="3309" y="17419"/>
                  </a:cubicBezTo>
                  <a:cubicBezTo>
                    <a:pt x="3309" y="17419"/>
                    <a:pt x="5264" y="12206"/>
                    <a:pt x="7043" y="10978"/>
                  </a:cubicBezTo>
                  <a:cubicBezTo>
                    <a:pt x="7043" y="10978"/>
                    <a:pt x="5113" y="10501"/>
                    <a:pt x="5013" y="9123"/>
                  </a:cubicBezTo>
                  <a:cubicBezTo>
                    <a:pt x="4938" y="7745"/>
                    <a:pt x="6041" y="5664"/>
                    <a:pt x="6041" y="5664"/>
                  </a:cubicBezTo>
                  <a:lnTo>
                    <a:pt x="6041" y="5664"/>
                  </a:lnTo>
                  <a:cubicBezTo>
                    <a:pt x="6041" y="5664"/>
                    <a:pt x="5373" y="6084"/>
                    <a:pt x="4742" y="6084"/>
                  </a:cubicBezTo>
                  <a:cubicBezTo>
                    <a:pt x="4239" y="6084"/>
                    <a:pt x="3760" y="5818"/>
                    <a:pt x="3660" y="4862"/>
                  </a:cubicBezTo>
                  <a:cubicBezTo>
                    <a:pt x="3459" y="2707"/>
                    <a:pt x="3835" y="2556"/>
                    <a:pt x="3835" y="2556"/>
                  </a:cubicBezTo>
                  <a:lnTo>
                    <a:pt x="3835" y="2556"/>
                  </a:lnTo>
                  <a:cubicBezTo>
                    <a:pt x="3835" y="2556"/>
                    <a:pt x="3691" y="2591"/>
                    <a:pt x="3465" y="2591"/>
                  </a:cubicBezTo>
                  <a:cubicBezTo>
                    <a:pt x="2803" y="2591"/>
                    <a:pt x="1445" y="2298"/>
                    <a:pt x="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6" name="Google Shape;6016;p52"/>
            <p:cNvSpPr/>
            <p:nvPr/>
          </p:nvSpPr>
          <p:spPr>
            <a:xfrm>
              <a:off x="3518075" y="3279250"/>
              <a:ext cx="60800" cy="432350"/>
            </a:xfrm>
            <a:custGeom>
              <a:rect b="b" l="l" r="r" t="t"/>
              <a:pathLst>
                <a:path extrusionOk="0" h="17294" w="2432">
                  <a:moveTo>
                    <a:pt x="25" y="1"/>
                  </a:moveTo>
                  <a:lnTo>
                    <a:pt x="25" y="1"/>
                  </a:lnTo>
                  <a:cubicBezTo>
                    <a:pt x="0" y="1"/>
                    <a:pt x="25" y="251"/>
                    <a:pt x="75" y="677"/>
                  </a:cubicBezTo>
                  <a:cubicBezTo>
                    <a:pt x="151" y="1128"/>
                    <a:pt x="226" y="1755"/>
                    <a:pt x="351" y="2532"/>
                  </a:cubicBezTo>
                  <a:cubicBezTo>
                    <a:pt x="577" y="4111"/>
                    <a:pt x="877" y="6266"/>
                    <a:pt x="1203" y="8647"/>
                  </a:cubicBezTo>
                  <a:cubicBezTo>
                    <a:pt x="1529" y="11028"/>
                    <a:pt x="1805" y="13209"/>
                    <a:pt x="2005" y="14763"/>
                  </a:cubicBezTo>
                  <a:cubicBezTo>
                    <a:pt x="2206" y="16341"/>
                    <a:pt x="2356" y="17294"/>
                    <a:pt x="2406" y="17294"/>
                  </a:cubicBezTo>
                  <a:cubicBezTo>
                    <a:pt x="2431" y="17294"/>
                    <a:pt x="2431" y="17043"/>
                    <a:pt x="2406" y="16617"/>
                  </a:cubicBezTo>
                  <a:cubicBezTo>
                    <a:pt x="2381" y="16166"/>
                    <a:pt x="2331" y="15514"/>
                    <a:pt x="2281" y="14737"/>
                  </a:cubicBezTo>
                  <a:cubicBezTo>
                    <a:pt x="2131" y="13159"/>
                    <a:pt x="1905" y="10978"/>
                    <a:pt x="1579" y="8597"/>
                  </a:cubicBezTo>
                  <a:cubicBezTo>
                    <a:pt x="1253" y="6216"/>
                    <a:pt x="902" y="4061"/>
                    <a:pt x="602" y="2507"/>
                  </a:cubicBezTo>
                  <a:cubicBezTo>
                    <a:pt x="451" y="1730"/>
                    <a:pt x="326" y="1103"/>
                    <a:pt x="226" y="652"/>
                  </a:cubicBezTo>
                  <a:cubicBezTo>
                    <a:pt x="126" y="2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7" name="Google Shape;6017;p52"/>
            <p:cNvSpPr/>
            <p:nvPr/>
          </p:nvSpPr>
          <p:spPr>
            <a:xfrm>
              <a:off x="3113300" y="3629500"/>
              <a:ext cx="427350" cy="193000"/>
            </a:xfrm>
            <a:custGeom>
              <a:rect b="b" l="l" r="r" t="t"/>
              <a:pathLst>
                <a:path extrusionOk="0" h="7720" w="17094">
                  <a:moveTo>
                    <a:pt x="10301" y="1"/>
                  </a:moveTo>
                  <a:cubicBezTo>
                    <a:pt x="10301" y="1"/>
                    <a:pt x="10001" y="1981"/>
                    <a:pt x="8647" y="2206"/>
                  </a:cubicBezTo>
                  <a:cubicBezTo>
                    <a:pt x="8482" y="2237"/>
                    <a:pt x="8305" y="2250"/>
                    <a:pt x="8121" y="2250"/>
                  </a:cubicBezTo>
                  <a:cubicBezTo>
                    <a:pt x="6795" y="2250"/>
                    <a:pt x="5114" y="1555"/>
                    <a:pt x="5113" y="1555"/>
                  </a:cubicBezTo>
                  <a:lnTo>
                    <a:pt x="5113" y="1555"/>
                  </a:lnTo>
                  <a:cubicBezTo>
                    <a:pt x="5114" y="1555"/>
                    <a:pt x="6667" y="3585"/>
                    <a:pt x="4562" y="4011"/>
                  </a:cubicBezTo>
                  <a:cubicBezTo>
                    <a:pt x="3767" y="4172"/>
                    <a:pt x="3240" y="4222"/>
                    <a:pt x="2892" y="4222"/>
                  </a:cubicBezTo>
                  <a:cubicBezTo>
                    <a:pt x="2319" y="4222"/>
                    <a:pt x="2231" y="4086"/>
                    <a:pt x="2231" y="4086"/>
                  </a:cubicBezTo>
                  <a:lnTo>
                    <a:pt x="2231" y="4086"/>
                  </a:lnTo>
                  <a:cubicBezTo>
                    <a:pt x="2231" y="4086"/>
                    <a:pt x="3008" y="6241"/>
                    <a:pt x="1" y="7194"/>
                  </a:cubicBezTo>
                  <a:cubicBezTo>
                    <a:pt x="1" y="7194"/>
                    <a:pt x="1048" y="6902"/>
                    <a:pt x="2146" y="6902"/>
                  </a:cubicBezTo>
                  <a:cubicBezTo>
                    <a:pt x="3006" y="6902"/>
                    <a:pt x="3896" y="7081"/>
                    <a:pt x="4337" y="7720"/>
                  </a:cubicBezTo>
                  <a:cubicBezTo>
                    <a:pt x="4337" y="7720"/>
                    <a:pt x="5419" y="6367"/>
                    <a:pt x="6610" y="6367"/>
                  </a:cubicBezTo>
                  <a:cubicBezTo>
                    <a:pt x="7119" y="6367"/>
                    <a:pt x="7648" y="6614"/>
                    <a:pt x="8121" y="7319"/>
                  </a:cubicBezTo>
                  <a:cubicBezTo>
                    <a:pt x="8121" y="7319"/>
                    <a:pt x="10322" y="5781"/>
                    <a:pt x="12216" y="5781"/>
                  </a:cubicBezTo>
                  <a:cubicBezTo>
                    <a:pt x="12926" y="5781"/>
                    <a:pt x="13594" y="5997"/>
                    <a:pt x="14086" y="6592"/>
                  </a:cubicBezTo>
                  <a:cubicBezTo>
                    <a:pt x="14086" y="6592"/>
                    <a:pt x="14286" y="4236"/>
                    <a:pt x="17093" y="3058"/>
                  </a:cubicBezTo>
                  <a:cubicBezTo>
                    <a:pt x="17093" y="3058"/>
                    <a:pt x="11705" y="1630"/>
                    <a:pt x="10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8" name="Google Shape;6018;p52"/>
            <p:cNvSpPr/>
            <p:nvPr/>
          </p:nvSpPr>
          <p:spPr>
            <a:xfrm>
              <a:off x="3514300" y="3708725"/>
              <a:ext cx="95900" cy="90975"/>
            </a:xfrm>
            <a:custGeom>
              <a:rect b="b" l="l" r="r" t="t"/>
              <a:pathLst>
                <a:path extrusionOk="0" h="3639" w="3836">
                  <a:moveTo>
                    <a:pt x="1912" y="0"/>
                  </a:moveTo>
                  <a:cubicBezTo>
                    <a:pt x="1835" y="0"/>
                    <a:pt x="1758" y="5"/>
                    <a:pt x="1680" y="15"/>
                  </a:cubicBezTo>
                  <a:cubicBezTo>
                    <a:pt x="703" y="165"/>
                    <a:pt x="1" y="1067"/>
                    <a:pt x="126" y="2070"/>
                  </a:cubicBezTo>
                  <a:cubicBezTo>
                    <a:pt x="242" y="2971"/>
                    <a:pt x="1018" y="3638"/>
                    <a:pt x="1924" y="3638"/>
                  </a:cubicBezTo>
                  <a:cubicBezTo>
                    <a:pt x="2001" y="3638"/>
                    <a:pt x="2078" y="3633"/>
                    <a:pt x="2156" y="3624"/>
                  </a:cubicBezTo>
                  <a:cubicBezTo>
                    <a:pt x="3159" y="3498"/>
                    <a:pt x="3835" y="2571"/>
                    <a:pt x="3710" y="1594"/>
                  </a:cubicBezTo>
                  <a:cubicBezTo>
                    <a:pt x="3595" y="669"/>
                    <a:pt x="2818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9" name="Google Shape;6019;p52"/>
            <p:cNvSpPr/>
            <p:nvPr/>
          </p:nvSpPr>
          <p:spPr>
            <a:xfrm>
              <a:off x="3545000" y="3648425"/>
              <a:ext cx="96525" cy="90500"/>
            </a:xfrm>
            <a:custGeom>
              <a:rect b="b" l="l" r="r" t="t"/>
              <a:pathLst>
                <a:path extrusionOk="0" h="3620" w="3861">
                  <a:moveTo>
                    <a:pt x="1951" y="0"/>
                  </a:moveTo>
                  <a:cubicBezTo>
                    <a:pt x="1862" y="0"/>
                    <a:pt x="1771" y="7"/>
                    <a:pt x="1680" y="21"/>
                  </a:cubicBezTo>
                  <a:cubicBezTo>
                    <a:pt x="703" y="146"/>
                    <a:pt x="1" y="1048"/>
                    <a:pt x="126" y="2051"/>
                  </a:cubicBezTo>
                  <a:cubicBezTo>
                    <a:pt x="265" y="2952"/>
                    <a:pt x="1043" y="3619"/>
                    <a:pt x="1930" y="3619"/>
                  </a:cubicBezTo>
                  <a:cubicBezTo>
                    <a:pt x="2005" y="3619"/>
                    <a:pt x="2080" y="3614"/>
                    <a:pt x="2156" y="3605"/>
                  </a:cubicBezTo>
                  <a:cubicBezTo>
                    <a:pt x="3159" y="3479"/>
                    <a:pt x="3861" y="2552"/>
                    <a:pt x="3735" y="1574"/>
                  </a:cubicBezTo>
                  <a:cubicBezTo>
                    <a:pt x="3599" y="663"/>
                    <a:pt x="2840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0" name="Google Shape;6020;p52"/>
            <p:cNvSpPr/>
            <p:nvPr/>
          </p:nvSpPr>
          <p:spPr>
            <a:xfrm>
              <a:off x="3613300" y="3706800"/>
              <a:ext cx="28850" cy="29025"/>
            </a:xfrm>
            <a:custGeom>
              <a:rect b="b" l="l" r="r" t="t"/>
              <a:pathLst>
                <a:path extrusionOk="0" h="1161" w="1154">
                  <a:moveTo>
                    <a:pt x="121" y="1"/>
                  </a:moveTo>
                  <a:cubicBezTo>
                    <a:pt x="102" y="1"/>
                    <a:pt x="87" y="6"/>
                    <a:pt x="76" y="16"/>
                  </a:cubicBezTo>
                  <a:cubicBezTo>
                    <a:pt x="1" y="67"/>
                    <a:pt x="176" y="392"/>
                    <a:pt x="452" y="693"/>
                  </a:cubicBezTo>
                  <a:cubicBezTo>
                    <a:pt x="688" y="973"/>
                    <a:pt x="925" y="1160"/>
                    <a:pt x="1035" y="1160"/>
                  </a:cubicBezTo>
                  <a:cubicBezTo>
                    <a:pt x="1053" y="1160"/>
                    <a:pt x="1068" y="1155"/>
                    <a:pt x="1078" y="1144"/>
                  </a:cubicBezTo>
                  <a:cubicBezTo>
                    <a:pt x="1154" y="1069"/>
                    <a:pt x="1003" y="768"/>
                    <a:pt x="728" y="442"/>
                  </a:cubicBezTo>
                  <a:cubicBezTo>
                    <a:pt x="491" y="185"/>
                    <a:pt x="237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1" name="Google Shape;6021;p52"/>
            <p:cNvSpPr/>
            <p:nvPr/>
          </p:nvSpPr>
          <p:spPr>
            <a:xfrm>
              <a:off x="3612675" y="3710950"/>
              <a:ext cx="34500" cy="8800"/>
            </a:xfrm>
            <a:custGeom>
              <a:rect b="b" l="l" r="r" t="t"/>
              <a:pathLst>
                <a:path extrusionOk="0" h="352" w="1380">
                  <a:moveTo>
                    <a:pt x="677" y="1"/>
                  </a:moveTo>
                  <a:cubicBezTo>
                    <a:pt x="327" y="1"/>
                    <a:pt x="1" y="51"/>
                    <a:pt x="1" y="151"/>
                  </a:cubicBezTo>
                  <a:cubicBezTo>
                    <a:pt x="1" y="251"/>
                    <a:pt x="301" y="352"/>
                    <a:pt x="677" y="352"/>
                  </a:cubicBezTo>
                  <a:cubicBezTo>
                    <a:pt x="1078" y="352"/>
                    <a:pt x="1379" y="251"/>
                    <a:pt x="1379" y="151"/>
                  </a:cubicBezTo>
                  <a:cubicBezTo>
                    <a:pt x="1379" y="51"/>
                    <a:pt x="1053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2" name="Google Shape;6022;p52"/>
            <p:cNvSpPr/>
            <p:nvPr/>
          </p:nvSpPr>
          <p:spPr>
            <a:xfrm>
              <a:off x="3580100" y="3777325"/>
              <a:ext cx="18200" cy="28450"/>
            </a:xfrm>
            <a:custGeom>
              <a:rect b="b" l="l" r="r" t="t"/>
              <a:pathLst>
                <a:path extrusionOk="0" h="1138" w="728">
                  <a:moveTo>
                    <a:pt x="119" y="0"/>
                  </a:moveTo>
                  <a:cubicBezTo>
                    <a:pt x="112" y="0"/>
                    <a:pt x="106" y="1"/>
                    <a:pt x="101" y="2"/>
                  </a:cubicBezTo>
                  <a:cubicBezTo>
                    <a:pt x="0" y="53"/>
                    <a:pt x="51" y="353"/>
                    <a:pt x="201" y="654"/>
                  </a:cubicBezTo>
                  <a:cubicBezTo>
                    <a:pt x="314" y="927"/>
                    <a:pt x="490" y="1137"/>
                    <a:pt x="596" y="1137"/>
                  </a:cubicBezTo>
                  <a:cubicBezTo>
                    <a:pt x="607" y="1137"/>
                    <a:pt x="618" y="1135"/>
                    <a:pt x="627" y="1130"/>
                  </a:cubicBezTo>
                  <a:cubicBezTo>
                    <a:pt x="727" y="1105"/>
                    <a:pt x="677" y="804"/>
                    <a:pt x="527" y="504"/>
                  </a:cubicBezTo>
                  <a:cubicBezTo>
                    <a:pt x="408" y="196"/>
                    <a:pt x="223" y="0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3" name="Google Shape;6023;p52"/>
            <p:cNvSpPr/>
            <p:nvPr/>
          </p:nvSpPr>
          <p:spPr>
            <a:xfrm>
              <a:off x="3574450" y="3767725"/>
              <a:ext cx="36375" cy="24525"/>
            </a:xfrm>
            <a:custGeom>
              <a:rect b="b" l="l" r="r" t="t"/>
              <a:pathLst>
                <a:path extrusionOk="0" h="981" w="1455">
                  <a:moveTo>
                    <a:pt x="132" y="1"/>
                  </a:moveTo>
                  <a:cubicBezTo>
                    <a:pt x="91" y="1"/>
                    <a:pt x="63" y="12"/>
                    <a:pt x="51" y="36"/>
                  </a:cubicBezTo>
                  <a:cubicBezTo>
                    <a:pt x="1" y="136"/>
                    <a:pt x="277" y="361"/>
                    <a:pt x="627" y="612"/>
                  </a:cubicBezTo>
                  <a:cubicBezTo>
                    <a:pt x="923" y="823"/>
                    <a:pt x="1200" y="980"/>
                    <a:pt x="1325" y="980"/>
                  </a:cubicBezTo>
                  <a:cubicBezTo>
                    <a:pt x="1349" y="980"/>
                    <a:pt x="1367" y="975"/>
                    <a:pt x="1379" y="963"/>
                  </a:cubicBezTo>
                  <a:cubicBezTo>
                    <a:pt x="1455" y="888"/>
                    <a:pt x="1204" y="587"/>
                    <a:pt x="828" y="311"/>
                  </a:cubicBezTo>
                  <a:cubicBezTo>
                    <a:pt x="540" y="119"/>
                    <a:pt x="267" y="1"/>
                    <a:pt x="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4" name="Google Shape;6024;p52"/>
            <p:cNvSpPr/>
            <p:nvPr/>
          </p:nvSpPr>
          <p:spPr>
            <a:xfrm>
              <a:off x="3133975" y="3706725"/>
              <a:ext cx="406050" cy="94600"/>
            </a:xfrm>
            <a:custGeom>
              <a:rect b="b" l="l" r="r" t="t"/>
              <a:pathLst>
                <a:path extrusionOk="0" h="3784" w="16242">
                  <a:moveTo>
                    <a:pt x="15239" y="1"/>
                  </a:moveTo>
                  <a:cubicBezTo>
                    <a:pt x="15107" y="1"/>
                    <a:pt x="14963" y="7"/>
                    <a:pt x="14813" y="19"/>
                  </a:cubicBezTo>
                  <a:cubicBezTo>
                    <a:pt x="14512" y="19"/>
                    <a:pt x="14161" y="19"/>
                    <a:pt x="13785" y="44"/>
                  </a:cubicBezTo>
                  <a:cubicBezTo>
                    <a:pt x="13585" y="44"/>
                    <a:pt x="13384" y="70"/>
                    <a:pt x="13184" y="70"/>
                  </a:cubicBezTo>
                  <a:cubicBezTo>
                    <a:pt x="12983" y="70"/>
                    <a:pt x="12758" y="95"/>
                    <a:pt x="12532" y="120"/>
                  </a:cubicBezTo>
                  <a:cubicBezTo>
                    <a:pt x="12081" y="145"/>
                    <a:pt x="11605" y="220"/>
                    <a:pt x="11104" y="270"/>
                  </a:cubicBezTo>
                  <a:cubicBezTo>
                    <a:pt x="10853" y="295"/>
                    <a:pt x="10602" y="345"/>
                    <a:pt x="10352" y="395"/>
                  </a:cubicBezTo>
                  <a:cubicBezTo>
                    <a:pt x="10226" y="395"/>
                    <a:pt x="10076" y="420"/>
                    <a:pt x="9951" y="445"/>
                  </a:cubicBezTo>
                  <a:cubicBezTo>
                    <a:pt x="9825" y="471"/>
                    <a:pt x="9675" y="496"/>
                    <a:pt x="9550" y="521"/>
                  </a:cubicBezTo>
                  <a:cubicBezTo>
                    <a:pt x="8998" y="621"/>
                    <a:pt x="8447" y="721"/>
                    <a:pt x="7870" y="846"/>
                  </a:cubicBezTo>
                  <a:cubicBezTo>
                    <a:pt x="7319" y="997"/>
                    <a:pt x="6768" y="1122"/>
                    <a:pt x="6241" y="1273"/>
                  </a:cubicBezTo>
                  <a:cubicBezTo>
                    <a:pt x="6091" y="1323"/>
                    <a:pt x="5966" y="1348"/>
                    <a:pt x="5840" y="1373"/>
                  </a:cubicBezTo>
                  <a:cubicBezTo>
                    <a:pt x="5715" y="1423"/>
                    <a:pt x="5590" y="1473"/>
                    <a:pt x="5464" y="1498"/>
                  </a:cubicBezTo>
                  <a:cubicBezTo>
                    <a:pt x="5214" y="1573"/>
                    <a:pt x="4963" y="1649"/>
                    <a:pt x="4713" y="1724"/>
                  </a:cubicBezTo>
                  <a:cubicBezTo>
                    <a:pt x="4236" y="1899"/>
                    <a:pt x="3785" y="2050"/>
                    <a:pt x="3359" y="2225"/>
                  </a:cubicBezTo>
                  <a:cubicBezTo>
                    <a:pt x="3159" y="2300"/>
                    <a:pt x="2958" y="2375"/>
                    <a:pt x="2758" y="2451"/>
                  </a:cubicBezTo>
                  <a:cubicBezTo>
                    <a:pt x="2557" y="2526"/>
                    <a:pt x="2382" y="2601"/>
                    <a:pt x="2206" y="2676"/>
                  </a:cubicBezTo>
                  <a:cubicBezTo>
                    <a:pt x="1855" y="2826"/>
                    <a:pt x="1555" y="2977"/>
                    <a:pt x="1279" y="3102"/>
                  </a:cubicBezTo>
                  <a:cubicBezTo>
                    <a:pt x="1003" y="3227"/>
                    <a:pt x="753" y="3353"/>
                    <a:pt x="577" y="3453"/>
                  </a:cubicBezTo>
                  <a:cubicBezTo>
                    <a:pt x="201" y="3654"/>
                    <a:pt x="1" y="3754"/>
                    <a:pt x="1" y="3779"/>
                  </a:cubicBezTo>
                  <a:cubicBezTo>
                    <a:pt x="1" y="3782"/>
                    <a:pt x="4" y="3784"/>
                    <a:pt x="12" y="3784"/>
                  </a:cubicBezTo>
                  <a:cubicBezTo>
                    <a:pt x="61" y="3784"/>
                    <a:pt x="277" y="3710"/>
                    <a:pt x="627" y="3578"/>
                  </a:cubicBezTo>
                  <a:cubicBezTo>
                    <a:pt x="828" y="3503"/>
                    <a:pt x="1078" y="3403"/>
                    <a:pt x="1354" y="3303"/>
                  </a:cubicBezTo>
                  <a:cubicBezTo>
                    <a:pt x="1630" y="3177"/>
                    <a:pt x="1956" y="3052"/>
                    <a:pt x="2307" y="2927"/>
                  </a:cubicBezTo>
                  <a:cubicBezTo>
                    <a:pt x="2482" y="2852"/>
                    <a:pt x="2657" y="2801"/>
                    <a:pt x="2858" y="2726"/>
                  </a:cubicBezTo>
                  <a:cubicBezTo>
                    <a:pt x="3058" y="2651"/>
                    <a:pt x="3259" y="2576"/>
                    <a:pt x="3459" y="2501"/>
                  </a:cubicBezTo>
                  <a:cubicBezTo>
                    <a:pt x="3885" y="2350"/>
                    <a:pt x="4337" y="2225"/>
                    <a:pt x="4813" y="2050"/>
                  </a:cubicBezTo>
                  <a:cubicBezTo>
                    <a:pt x="5063" y="1974"/>
                    <a:pt x="5314" y="1924"/>
                    <a:pt x="5565" y="1849"/>
                  </a:cubicBezTo>
                  <a:cubicBezTo>
                    <a:pt x="5690" y="1799"/>
                    <a:pt x="5815" y="1774"/>
                    <a:pt x="5941" y="1724"/>
                  </a:cubicBezTo>
                  <a:cubicBezTo>
                    <a:pt x="6066" y="1699"/>
                    <a:pt x="6191" y="1649"/>
                    <a:pt x="6317" y="1623"/>
                  </a:cubicBezTo>
                  <a:cubicBezTo>
                    <a:pt x="6843" y="1473"/>
                    <a:pt x="7394" y="1348"/>
                    <a:pt x="7971" y="1222"/>
                  </a:cubicBezTo>
                  <a:cubicBezTo>
                    <a:pt x="8522" y="1097"/>
                    <a:pt x="9073" y="972"/>
                    <a:pt x="9625" y="872"/>
                  </a:cubicBezTo>
                  <a:cubicBezTo>
                    <a:pt x="9750" y="846"/>
                    <a:pt x="9875" y="821"/>
                    <a:pt x="10001" y="796"/>
                  </a:cubicBezTo>
                  <a:cubicBezTo>
                    <a:pt x="10151" y="771"/>
                    <a:pt x="10276" y="746"/>
                    <a:pt x="10402" y="746"/>
                  </a:cubicBezTo>
                  <a:cubicBezTo>
                    <a:pt x="10652" y="696"/>
                    <a:pt x="10903" y="646"/>
                    <a:pt x="11154" y="621"/>
                  </a:cubicBezTo>
                  <a:cubicBezTo>
                    <a:pt x="11655" y="546"/>
                    <a:pt x="12131" y="471"/>
                    <a:pt x="12582" y="420"/>
                  </a:cubicBezTo>
                  <a:cubicBezTo>
                    <a:pt x="12783" y="395"/>
                    <a:pt x="13008" y="370"/>
                    <a:pt x="13209" y="345"/>
                  </a:cubicBezTo>
                  <a:cubicBezTo>
                    <a:pt x="13409" y="345"/>
                    <a:pt x="13610" y="320"/>
                    <a:pt x="13810" y="295"/>
                  </a:cubicBezTo>
                  <a:cubicBezTo>
                    <a:pt x="14186" y="270"/>
                    <a:pt x="14512" y="245"/>
                    <a:pt x="14813" y="220"/>
                  </a:cubicBezTo>
                  <a:cubicBezTo>
                    <a:pt x="15114" y="195"/>
                    <a:pt x="15389" y="170"/>
                    <a:pt x="15590" y="170"/>
                  </a:cubicBezTo>
                  <a:cubicBezTo>
                    <a:pt x="16016" y="120"/>
                    <a:pt x="16241" y="95"/>
                    <a:pt x="16241" y="70"/>
                  </a:cubicBezTo>
                  <a:cubicBezTo>
                    <a:pt x="16241" y="44"/>
                    <a:pt x="16016" y="19"/>
                    <a:pt x="15590" y="19"/>
                  </a:cubicBezTo>
                  <a:cubicBezTo>
                    <a:pt x="15490" y="7"/>
                    <a:pt x="15370" y="1"/>
                    <a:pt x="15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5" name="Google Shape;6025;p52"/>
          <p:cNvGrpSpPr/>
          <p:nvPr/>
        </p:nvGrpSpPr>
        <p:grpSpPr>
          <a:xfrm flipH="1">
            <a:off x="7345676" y="1047111"/>
            <a:ext cx="832920" cy="745490"/>
            <a:chOff x="277366" y="299012"/>
            <a:chExt cx="703301" cy="629424"/>
          </a:xfrm>
        </p:grpSpPr>
        <p:sp>
          <p:nvSpPr>
            <p:cNvPr id="6026" name="Google Shape;6026;p52"/>
            <p:cNvSpPr/>
            <p:nvPr/>
          </p:nvSpPr>
          <p:spPr>
            <a:xfrm rot="1649405">
              <a:off x="618986" y="526398"/>
              <a:ext cx="56401" cy="96501"/>
            </a:xfrm>
            <a:custGeom>
              <a:rect b="b" l="l" r="r" t="t"/>
              <a:pathLst>
                <a:path extrusionOk="0" fill="none" h="3860" w="2256">
                  <a:moveTo>
                    <a:pt x="2256" y="386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7" name="Google Shape;6027;p52"/>
            <p:cNvSpPr/>
            <p:nvPr/>
          </p:nvSpPr>
          <p:spPr>
            <a:xfrm>
              <a:off x="830737" y="814662"/>
              <a:ext cx="91991" cy="86350"/>
            </a:xfrm>
            <a:custGeom>
              <a:rect b="b" l="l" r="r" t="t"/>
              <a:pathLst>
                <a:path extrusionOk="0" h="2541" w="2707">
                  <a:moveTo>
                    <a:pt x="1367" y="1"/>
                  </a:moveTo>
                  <a:cubicBezTo>
                    <a:pt x="740" y="1"/>
                    <a:pt x="192" y="453"/>
                    <a:pt x="100" y="1092"/>
                  </a:cubicBezTo>
                  <a:cubicBezTo>
                    <a:pt x="0" y="1769"/>
                    <a:pt x="451" y="2420"/>
                    <a:pt x="1153" y="2520"/>
                  </a:cubicBezTo>
                  <a:cubicBezTo>
                    <a:pt x="1229" y="2534"/>
                    <a:pt x="1304" y="2540"/>
                    <a:pt x="1378" y="2540"/>
                  </a:cubicBezTo>
                  <a:cubicBezTo>
                    <a:pt x="1989" y="2540"/>
                    <a:pt x="2517" y="2094"/>
                    <a:pt x="2607" y="1468"/>
                  </a:cubicBezTo>
                  <a:cubicBezTo>
                    <a:pt x="2707" y="766"/>
                    <a:pt x="2231" y="114"/>
                    <a:pt x="1554" y="14"/>
                  </a:cubicBezTo>
                  <a:cubicBezTo>
                    <a:pt x="1491" y="5"/>
                    <a:pt x="1429" y="1"/>
                    <a:pt x="1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8" name="Google Shape;6028;p52"/>
            <p:cNvSpPr/>
            <p:nvPr/>
          </p:nvSpPr>
          <p:spPr>
            <a:xfrm>
              <a:off x="888643" y="720973"/>
              <a:ext cx="92025" cy="86961"/>
            </a:xfrm>
            <a:custGeom>
              <a:rect b="b" l="l" r="r" t="t"/>
              <a:pathLst>
                <a:path extrusionOk="0" h="2559" w="2708">
                  <a:moveTo>
                    <a:pt x="1368" y="1"/>
                  </a:moveTo>
                  <a:cubicBezTo>
                    <a:pt x="741" y="1"/>
                    <a:pt x="192" y="453"/>
                    <a:pt x="101" y="1092"/>
                  </a:cubicBezTo>
                  <a:cubicBezTo>
                    <a:pt x="0" y="1769"/>
                    <a:pt x="477" y="2420"/>
                    <a:pt x="1153" y="2546"/>
                  </a:cubicBezTo>
                  <a:cubicBezTo>
                    <a:pt x="1216" y="2555"/>
                    <a:pt x="1278" y="2559"/>
                    <a:pt x="1340" y="2559"/>
                  </a:cubicBezTo>
                  <a:cubicBezTo>
                    <a:pt x="1967" y="2559"/>
                    <a:pt x="2516" y="2107"/>
                    <a:pt x="2607" y="1468"/>
                  </a:cubicBezTo>
                  <a:cubicBezTo>
                    <a:pt x="2707" y="791"/>
                    <a:pt x="2231" y="140"/>
                    <a:pt x="1554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9" name="Google Shape;6029;p52"/>
            <p:cNvSpPr/>
            <p:nvPr/>
          </p:nvSpPr>
          <p:spPr>
            <a:xfrm>
              <a:off x="605874" y="299012"/>
              <a:ext cx="329630" cy="398615"/>
            </a:xfrm>
            <a:custGeom>
              <a:rect b="b" l="l" r="r" t="t"/>
              <a:pathLst>
                <a:path extrusionOk="0" h="11730" w="9700">
                  <a:moveTo>
                    <a:pt x="1053" y="0"/>
                  </a:moveTo>
                  <a:cubicBezTo>
                    <a:pt x="1053" y="0"/>
                    <a:pt x="2231" y="3283"/>
                    <a:pt x="1" y="6742"/>
                  </a:cubicBezTo>
                  <a:cubicBezTo>
                    <a:pt x="1" y="6742"/>
                    <a:pt x="3484" y="7845"/>
                    <a:pt x="3008" y="11730"/>
                  </a:cubicBezTo>
                  <a:cubicBezTo>
                    <a:pt x="3008" y="11730"/>
                    <a:pt x="5497" y="10944"/>
                    <a:pt x="7605" y="10944"/>
                  </a:cubicBezTo>
                  <a:cubicBezTo>
                    <a:pt x="8413" y="10944"/>
                    <a:pt x="9165" y="11059"/>
                    <a:pt x="9700" y="11379"/>
                  </a:cubicBezTo>
                  <a:cubicBezTo>
                    <a:pt x="9700" y="11379"/>
                    <a:pt x="7670" y="6391"/>
                    <a:pt x="9474" y="5263"/>
                  </a:cubicBezTo>
                  <a:cubicBezTo>
                    <a:pt x="9474" y="5263"/>
                    <a:pt x="5790" y="3985"/>
                    <a:pt x="6241" y="251"/>
                  </a:cubicBezTo>
                  <a:lnTo>
                    <a:pt x="6241" y="251"/>
                  </a:lnTo>
                  <a:cubicBezTo>
                    <a:pt x="6241" y="251"/>
                    <a:pt x="4983" y="961"/>
                    <a:pt x="3531" y="961"/>
                  </a:cubicBezTo>
                  <a:cubicBezTo>
                    <a:pt x="2702" y="961"/>
                    <a:pt x="1810" y="729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0" name="Google Shape;6030;p52"/>
            <p:cNvSpPr/>
            <p:nvPr/>
          </p:nvSpPr>
          <p:spPr>
            <a:xfrm>
              <a:off x="280526" y="626060"/>
              <a:ext cx="482110" cy="302376"/>
            </a:xfrm>
            <a:custGeom>
              <a:rect b="b" l="l" r="r" t="t"/>
              <a:pathLst>
                <a:path extrusionOk="0" h="8898" w="14187">
                  <a:moveTo>
                    <a:pt x="8798" y="0"/>
                  </a:moveTo>
                  <a:cubicBezTo>
                    <a:pt x="8798" y="0"/>
                    <a:pt x="7391" y="1192"/>
                    <a:pt x="5531" y="1192"/>
                  </a:cubicBezTo>
                  <a:cubicBezTo>
                    <a:pt x="4695" y="1192"/>
                    <a:pt x="3766" y="951"/>
                    <a:pt x="2833" y="251"/>
                  </a:cubicBezTo>
                  <a:cubicBezTo>
                    <a:pt x="2833" y="251"/>
                    <a:pt x="2783" y="3810"/>
                    <a:pt x="1" y="4587"/>
                  </a:cubicBezTo>
                  <a:cubicBezTo>
                    <a:pt x="1" y="4587"/>
                    <a:pt x="3434" y="5238"/>
                    <a:pt x="5264" y="8898"/>
                  </a:cubicBezTo>
                  <a:cubicBezTo>
                    <a:pt x="5264" y="8898"/>
                    <a:pt x="6503" y="7794"/>
                    <a:pt x="8262" y="7794"/>
                  </a:cubicBezTo>
                  <a:cubicBezTo>
                    <a:pt x="9115" y="7794"/>
                    <a:pt x="10089" y="8053"/>
                    <a:pt x="11103" y="8822"/>
                  </a:cubicBezTo>
                  <a:cubicBezTo>
                    <a:pt x="11103" y="8822"/>
                    <a:pt x="12206" y="3960"/>
                    <a:pt x="14186" y="2882"/>
                  </a:cubicBezTo>
                  <a:cubicBezTo>
                    <a:pt x="14186" y="2882"/>
                    <a:pt x="8848" y="2131"/>
                    <a:pt x="8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1" name="Google Shape;6031;p52"/>
            <p:cNvSpPr/>
            <p:nvPr/>
          </p:nvSpPr>
          <p:spPr>
            <a:xfrm>
              <a:off x="404868" y="741022"/>
              <a:ext cx="301561" cy="57091"/>
            </a:xfrm>
            <a:custGeom>
              <a:rect b="b" l="l" r="r" t="t"/>
              <a:pathLst>
                <a:path extrusionOk="0" fill="none" h="1680" w="8874">
                  <a:moveTo>
                    <a:pt x="8873" y="1"/>
                  </a:moveTo>
                  <a:cubicBezTo>
                    <a:pt x="8873" y="1"/>
                    <a:pt x="4663" y="1680"/>
                    <a:pt x="1" y="953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2" name="Google Shape;6032;p52"/>
            <p:cNvSpPr/>
            <p:nvPr/>
          </p:nvSpPr>
          <p:spPr>
            <a:xfrm>
              <a:off x="691884" y="376492"/>
              <a:ext cx="188263" cy="258947"/>
            </a:xfrm>
            <a:custGeom>
              <a:rect b="b" l="l" r="r" t="t"/>
              <a:pathLst>
                <a:path extrusionOk="0" fill="none" h="7620" w="5540">
                  <a:moveTo>
                    <a:pt x="5540" y="7620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3" name="Google Shape;6033;p52"/>
            <p:cNvSpPr/>
            <p:nvPr/>
          </p:nvSpPr>
          <p:spPr>
            <a:xfrm rot="1649405">
              <a:off x="360454" y="578828"/>
              <a:ext cx="535131" cy="101526"/>
            </a:xfrm>
            <a:custGeom>
              <a:rect b="b" l="l" r="r" t="t"/>
              <a:pathLst>
                <a:path extrusionOk="0" fill="none" h="4061" w="21405">
                  <a:moveTo>
                    <a:pt x="21404" y="4060"/>
                  </a:moveTo>
                  <a:cubicBezTo>
                    <a:pt x="21404" y="4060"/>
                    <a:pt x="10502" y="0"/>
                    <a:pt x="0" y="1178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4" name="Google Shape;6034;p52"/>
            <p:cNvSpPr/>
            <p:nvPr/>
          </p:nvSpPr>
          <p:spPr>
            <a:xfrm rot="1649405">
              <a:off x="786105" y="654162"/>
              <a:ext cx="31975" cy="94001"/>
            </a:xfrm>
            <a:custGeom>
              <a:rect b="b" l="l" r="r" t="t"/>
              <a:pathLst>
                <a:path extrusionOk="0" fill="none" h="3760" w="1279">
                  <a:moveTo>
                    <a:pt x="401" y="0"/>
                  </a:moveTo>
                  <a:cubicBezTo>
                    <a:pt x="401" y="0"/>
                    <a:pt x="0" y="2281"/>
                    <a:pt x="1278" y="3760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5" name="Google Shape;6035;p52"/>
            <p:cNvSpPr/>
            <p:nvPr/>
          </p:nvSpPr>
          <p:spPr>
            <a:xfrm rot="1649405">
              <a:off x="606747" y="649270"/>
              <a:ext cx="93376" cy="67051"/>
            </a:xfrm>
            <a:custGeom>
              <a:rect b="b" l="l" r="r" t="t"/>
              <a:pathLst>
                <a:path extrusionOk="0" fill="none" h="2682" w="3735">
                  <a:moveTo>
                    <a:pt x="3734" y="0"/>
                  </a:moveTo>
                  <a:cubicBezTo>
                    <a:pt x="3559" y="25"/>
                    <a:pt x="0" y="2682"/>
                    <a:pt x="0" y="2682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6" name="Google Shape;6036;p52"/>
            <p:cNvSpPr/>
            <p:nvPr/>
          </p:nvSpPr>
          <p:spPr>
            <a:xfrm rot="1649405">
              <a:off x="540841" y="584623"/>
              <a:ext cx="62051" cy="40125"/>
            </a:xfrm>
            <a:custGeom>
              <a:rect b="b" l="l" r="r" t="t"/>
              <a:pathLst>
                <a:path extrusionOk="0" fill="none" h="1605" w="2482">
                  <a:moveTo>
                    <a:pt x="2482" y="25"/>
                  </a:moveTo>
                  <a:cubicBezTo>
                    <a:pt x="2357" y="0"/>
                    <a:pt x="1" y="1604"/>
                    <a:pt x="1" y="1604"/>
                  </a:cubicBez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7" name="Google Shape;6037;p52"/>
            <p:cNvSpPr/>
            <p:nvPr/>
          </p:nvSpPr>
          <p:spPr>
            <a:xfrm rot="1649405">
              <a:off x="472673" y="399358"/>
              <a:ext cx="107151" cy="143502"/>
            </a:xfrm>
            <a:custGeom>
              <a:rect b="b" l="l" r="r" t="t"/>
              <a:pathLst>
                <a:path extrusionOk="0" fill="none" h="5740" w="4286">
                  <a:moveTo>
                    <a:pt x="4286" y="5740"/>
                  </a:moveTo>
                  <a:lnTo>
                    <a:pt x="0" y="0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8" name="Google Shape;6038;p52"/>
            <p:cNvSpPr/>
            <p:nvPr/>
          </p:nvSpPr>
          <p:spPr>
            <a:xfrm rot="1649405">
              <a:off x="341642" y="501167"/>
              <a:ext cx="148527" cy="70826"/>
            </a:xfrm>
            <a:custGeom>
              <a:rect b="b" l="l" r="r" t="t"/>
              <a:pathLst>
                <a:path extrusionOk="0" fill="none" h="2833" w="5941">
                  <a:moveTo>
                    <a:pt x="5940" y="1"/>
                  </a:moveTo>
                  <a:lnTo>
                    <a:pt x="0" y="2833"/>
                  </a:lnTo>
                </a:path>
              </a:pathLst>
            </a:custGeom>
            <a:noFill/>
            <a:ln cap="flat" cmpd="sng" w="106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9" name="Google Shape;6039;p52"/>
            <p:cNvSpPr/>
            <p:nvPr/>
          </p:nvSpPr>
          <p:spPr>
            <a:xfrm rot="1649405">
              <a:off x="800089" y="614851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20" y="0"/>
                  </a:moveTo>
                  <a:cubicBezTo>
                    <a:pt x="664" y="0"/>
                    <a:pt x="253" y="322"/>
                    <a:pt x="126" y="787"/>
                  </a:cubicBezTo>
                  <a:cubicBezTo>
                    <a:pt x="0" y="1338"/>
                    <a:pt x="326" y="1890"/>
                    <a:pt x="878" y="2040"/>
                  </a:cubicBezTo>
                  <a:cubicBezTo>
                    <a:pt x="957" y="2058"/>
                    <a:pt x="1037" y="2067"/>
                    <a:pt x="1115" y="2067"/>
                  </a:cubicBezTo>
                  <a:cubicBezTo>
                    <a:pt x="1580" y="2067"/>
                    <a:pt x="2002" y="1760"/>
                    <a:pt x="2131" y="1288"/>
                  </a:cubicBezTo>
                  <a:cubicBezTo>
                    <a:pt x="2281" y="737"/>
                    <a:pt x="1930" y="185"/>
                    <a:pt x="1379" y="35"/>
                  </a:cubicBezTo>
                  <a:cubicBezTo>
                    <a:pt x="1292" y="11"/>
                    <a:pt x="1205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0" name="Google Shape;6040;p52"/>
            <p:cNvSpPr/>
            <p:nvPr/>
          </p:nvSpPr>
          <p:spPr>
            <a:xfrm rot="1649405">
              <a:off x="490253" y="584509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2" y="1"/>
                  </a:moveTo>
                  <a:cubicBezTo>
                    <a:pt x="677" y="1"/>
                    <a:pt x="255" y="308"/>
                    <a:pt x="126" y="780"/>
                  </a:cubicBezTo>
                  <a:cubicBezTo>
                    <a:pt x="1" y="1331"/>
                    <a:pt x="326" y="1907"/>
                    <a:pt x="878" y="2033"/>
                  </a:cubicBezTo>
                  <a:cubicBezTo>
                    <a:pt x="965" y="2056"/>
                    <a:pt x="1051" y="2068"/>
                    <a:pt x="1137" y="2068"/>
                  </a:cubicBezTo>
                  <a:cubicBezTo>
                    <a:pt x="1593" y="2068"/>
                    <a:pt x="2004" y="1745"/>
                    <a:pt x="2131" y="1281"/>
                  </a:cubicBezTo>
                  <a:cubicBezTo>
                    <a:pt x="2281" y="729"/>
                    <a:pt x="1930" y="178"/>
                    <a:pt x="1379" y="28"/>
                  </a:cubicBezTo>
                  <a:cubicBezTo>
                    <a:pt x="1300" y="10"/>
                    <a:pt x="1220" y="1"/>
                    <a:pt x="1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1" name="Google Shape;6041;p52"/>
            <p:cNvSpPr/>
            <p:nvPr/>
          </p:nvSpPr>
          <p:spPr>
            <a:xfrm rot="1649405">
              <a:off x="375953" y="459370"/>
              <a:ext cx="57051" cy="51726"/>
            </a:xfrm>
            <a:custGeom>
              <a:rect b="b" l="l" r="r" t="t"/>
              <a:pathLst>
                <a:path extrusionOk="0" h="2069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26" y="1907"/>
                    <a:pt x="878" y="2032"/>
                  </a:cubicBezTo>
                  <a:cubicBezTo>
                    <a:pt x="969" y="2057"/>
                    <a:pt x="1061" y="2069"/>
                    <a:pt x="1151" y="2069"/>
                  </a:cubicBezTo>
                  <a:cubicBezTo>
                    <a:pt x="1608" y="2069"/>
                    <a:pt x="2030" y="1765"/>
                    <a:pt x="2156" y="1305"/>
                  </a:cubicBezTo>
                  <a:cubicBezTo>
                    <a:pt x="2281" y="754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2" name="Google Shape;6042;p52"/>
            <p:cNvSpPr/>
            <p:nvPr/>
          </p:nvSpPr>
          <p:spPr>
            <a:xfrm rot="1649405">
              <a:off x="285997" y="506187"/>
              <a:ext cx="57051" cy="51351"/>
            </a:xfrm>
            <a:custGeom>
              <a:rect b="b" l="l" r="r" t="t"/>
              <a:pathLst>
                <a:path extrusionOk="0" h="2054" w="2282">
                  <a:moveTo>
                    <a:pt x="1108" y="1"/>
                  </a:moveTo>
                  <a:cubicBezTo>
                    <a:pt x="657" y="1"/>
                    <a:pt x="252" y="304"/>
                    <a:pt x="126" y="764"/>
                  </a:cubicBezTo>
                  <a:cubicBezTo>
                    <a:pt x="1" y="1315"/>
                    <a:pt x="327" y="1892"/>
                    <a:pt x="878" y="2017"/>
                  </a:cubicBezTo>
                  <a:cubicBezTo>
                    <a:pt x="969" y="2042"/>
                    <a:pt x="1061" y="2054"/>
                    <a:pt x="1151" y="2054"/>
                  </a:cubicBezTo>
                  <a:cubicBezTo>
                    <a:pt x="1607" y="2054"/>
                    <a:pt x="2026" y="1751"/>
                    <a:pt x="2131" y="1290"/>
                  </a:cubicBezTo>
                  <a:cubicBezTo>
                    <a:pt x="2281" y="739"/>
                    <a:pt x="1931" y="162"/>
                    <a:pt x="1379" y="37"/>
                  </a:cubicBezTo>
                  <a:cubicBezTo>
                    <a:pt x="1288" y="12"/>
                    <a:pt x="1197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3" name="Google Shape;6043;p52"/>
            <p:cNvSpPr/>
            <p:nvPr/>
          </p:nvSpPr>
          <p:spPr>
            <a:xfrm rot="1649405">
              <a:off x="488639" y="371793"/>
              <a:ext cx="57051" cy="51676"/>
            </a:xfrm>
            <a:custGeom>
              <a:rect b="b" l="l" r="r" t="t"/>
              <a:pathLst>
                <a:path extrusionOk="0" h="2067" w="2282">
                  <a:moveTo>
                    <a:pt x="1166" y="0"/>
                  </a:moveTo>
                  <a:cubicBezTo>
                    <a:pt x="696" y="0"/>
                    <a:pt x="258" y="307"/>
                    <a:pt x="151" y="779"/>
                  </a:cubicBezTo>
                  <a:cubicBezTo>
                    <a:pt x="1" y="1330"/>
                    <a:pt x="351" y="1881"/>
                    <a:pt x="903" y="2032"/>
                  </a:cubicBezTo>
                  <a:cubicBezTo>
                    <a:pt x="990" y="2056"/>
                    <a:pt x="1076" y="2067"/>
                    <a:pt x="1162" y="2067"/>
                  </a:cubicBezTo>
                  <a:cubicBezTo>
                    <a:pt x="1618" y="2067"/>
                    <a:pt x="2029" y="1745"/>
                    <a:pt x="2156" y="1280"/>
                  </a:cubicBezTo>
                  <a:cubicBezTo>
                    <a:pt x="2281" y="729"/>
                    <a:pt x="1955" y="177"/>
                    <a:pt x="1404" y="27"/>
                  </a:cubicBezTo>
                  <a:cubicBezTo>
                    <a:pt x="1325" y="9"/>
                    <a:pt x="1245" y="0"/>
                    <a:pt x="1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4" name="Google Shape;6044;p52"/>
            <p:cNvSpPr/>
            <p:nvPr/>
          </p:nvSpPr>
          <p:spPr>
            <a:xfrm rot="1649405">
              <a:off x="545871" y="669025"/>
              <a:ext cx="57051" cy="51701"/>
            </a:xfrm>
            <a:custGeom>
              <a:rect b="b" l="l" r="r" t="t"/>
              <a:pathLst>
                <a:path extrusionOk="0" h="2068" w="2282">
                  <a:moveTo>
                    <a:pt x="1145" y="1"/>
                  </a:moveTo>
                  <a:cubicBezTo>
                    <a:pt x="689" y="1"/>
                    <a:pt x="277" y="323"/>
                    <a:pt x="151" y="788"/>
                  </a:cubicBezTo>
                  <a:cubicBezTo>
                    <a:pt x="0" y="1339"/>
                    <a:pt x="351" y="1890"/>
                    <a:pt x="903" y="2041"/>
                  </a:cubicBezTo>
                  <a:cubicBezTo>
                    <a:pt x="982" y="2059"/>
                    <a:pt x="1062" y="2067"/>
                    <a:pt x="1140" y="2067"/>
                  </a:cubicBezTo>
                  <a:cubicBezTo>
                    <a:pt x="1605" y="2067"/>
                    <a:pt x="2027" y="1761"/>
                    <a:pt x="2156" y="1289"/>
                  </a:cubicBezTo>
                  <a:cubicBezTo>
                    <a:pt x="2281" y="737"/>
                    <a:pt x="1955" y="161"/>
                    <a:pt x="1404" y="36"/>
                  </a:cubicBezTo>
                  <a:cubicBezTo>
                    <a:pt x="1317" y="12"/>
                    <a:pt x="1230" y="1"/>
                    <a:pt x="11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5" name="Google Shape;6045;p52"/>
            <p:cNvSpPr/>
            <p:nvPr/>
          </p:nvSpPr>
          <p:spPr>
            <a:xfrm>
              <a:off x="782176" y="720123"/>
              <a:ext cx="92025" cy="86112"/>
            </a:xfrm>
            <a:custGeom>
              <a:rect b="b" l="l" r="r" t="t"/>
              <a:pathLst>
                <a:path extrusionOk="0" h="2534" w="2708">
                  <a:moveTo>
                    <a:pt x="1368" y="1"/>
                  </a:moveTo>
                  <a:cubicBezTo>
                    <a:pt x="740" y="1"/>
                    <a:pt x="192" y="451"/>
                    <a:pt x="101" y="1067"/>
                  </a:cubicBezTo>
                  <a:cubicBezTo>
                    <a:pt x="1" y="1769"/>
                    <a:pt x="477" y="2420"/>
                    <a:pt x="1154" y="2520"/>
                  </a:cubicBezTo>
                  <a:cubicBezTo>
                    <a:pt x="1216" y="2529"/>
                    <a:pt x="1279" y="2534"/>
                    <a:pt x="1341" y="2534"/>
                  </a:cubicBezTo>
                  <a:cubicBezTo>
                    <a:pt x="1968" y="2534"/>
                    <a:pt x="2516" y="2084"/>
                    <a:pt x="2607" y="1468"/>
                  </a:cubicBezTo>
                  <a:cubicBezTo>
                    <a:pt x="2707" y="766"/>
                    <a:pt x="2256" y="114"/>
                    <a:pt x="1555" y="14"/>
                  </a:cubicBezTo>
                  <a:cubicBezTo>
                    <a:pt x="1492" y="5"/>
                    <a:pt x="1429" y="1"/>
                    <a:pt x="13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46" name="Google Shape;6046;p52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047" name="Google Shape;6047;p52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048" name="Google Shape;6048;p52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049" name="Google Shape;6049;p52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HW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6050" name="Google Shape;6050;p52"/>
          <p:cNvCxnSpPr/>
          <p:nvPr/>
        </p:nvCxnSpPr>
        <p:spPr>
          <a:xfrm>
            <a:off x="4932663" y="1962300"/>
            <a:ext cx="0" cy="238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1" name="Google Shape;6051;p52"/>
          <p:cNvSpPr txBox="1"/>
          <p:nvPr>
            <p:ph idx="3" type="subTitle"/>
          </p:nvPr>
        </p:nvSpPr>
        <p:spPr>
          <a:xfrm>
            <a:off x="5083200" y="2038500"/>
            <a:ext cx="32298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04.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Dựa trên thuật toán </a:t>
            </a:r>
            <a:r>
              <a:rPr lang="en">
                <a:solidFill>
                  <a:schemeClr val="dk1"/>
                </a:solidFill>
              </a:rPr>
              <a:t>Binary</a:t>
            </a:r>
            <a:r>
              <a:rPr lang="en">
                <a:solidFill>
                  <a:schemeClr val="dk1"/>
                </a:solidFill>
              </a:rPr>
              <a:t> Search</a:t>
            </a:r>
            <a:r>
              <a:rPr lang="en">
                <a:solidFill>
                  <a:srgbClr val="333333"/>
                </a:solidFill>
              </a:rPr>
              <a:t>, hãy cài đặt một hàm đệ quy để tìm một phần tử trong mảng số nguyên a và xuất ra chỉ số của phần tử đó.</a:t>
            </a:r>
            <a:endParaRPr sz="2200"/>
          </a:p>
        </p:txBody>
      </p:sp>
      <p:grpSp>
        <p:nvGrpSpPr>
          <p:cNvPr id="6052" name="Google Shape;6052;p52"/>
          <p:cNvGrpSpPr/>
          <p:nvPr/>
        </p:nvGrpSpPr>
        <p:grpSpPr>
          <a:xfrm>
            <a:off x="7762417" y="3497985"/>
            <a:ext cx="1076878" cy="1501372"/>
            <a:chOff x="1541875" y="1509551"/>
            <a:chExt cx="2023826" cy="2688222"/>
          </a:xfrm>
        </p:grpSpPr>
        <p:sp>
          <p:nvSpPr>
            <p:cNvPr id="6053" name="Google Shape;6053;p52"/>
            <p:cNvSpPr/>
            <p:nvPr/>
          </p:nvSpPr>
          <p:spPr>
            <a:xfrm>
              <a:off x="1541875" y="1509938"/>
              <a:ext cx="2023826" cy="2687836"/>
            </a:xfrm>
            <a:custGeom>
              <a:rect b="b" l="l" r="r" t="t"/>
              <a:pathLst>
                <a:path extrusionOk="0" h="23077" w="17376">
                  <a:moveTo>
                    <a:pt x="8678" y="0"/>
                  </a:moveTo>
                  <a:cubicBezTo>
                    <a:pt x="8544" y="0"/>
                    <a:pt x="8418" y="0"/>
                    <a:pt x="8283" y="10"/>
                  </a:cubicBezTo>
                  <a:cubicBezTo>
                    <a:pt x="6088" y="154"/>
                    <a:pt x="4248" y="1493"/>
                    <a:pt x="3477" y="3323"/>
                  </a:cubicBezTo>
                  <a:cubicBezTo>
                    <a:pt x="3227" y="3911"/>
                    <a:pt x="3092" y="4556"/>
                    <a:pt x="3092" y="5230"/>
                  </a:cubicBezTo>
                  <a:cubicBezTo>
                    <a:pt x="3092" y="7118"/>
                    <a:pt x="4161" y="8765"/>
                    <a:pt x="5770" y="9680"/>
                  </a:cubicBezTo>
                  <a:cubicBezTo>
                    <a:pt x="5654" y="9728"/>
                    <a:pt x="5548" y="9786"/>
                    <a:pt x="5442" y="9834"/>
                  </a:cubicBezTo>
                  <a:cubicBezTo>
                    <a:pt x="5240" y="9949"/>
                    <a:pt x="5028" y="10046"/>
                    <a:pt x="4826" y="10152"/>
                  </a:cubicBezTo>
                  <a:cubicBezTo>
                    <a:pt x="3516" y="10816"/>
                    <a:pt x="2225" y="11539"/>
                    <a:pt x="1147" y="12521"/>
                  </a:cubicBezTo>
                  <a:cubicBezTo>
                    <a:pt x="713" y="12916"/>
                    <a:pt x="290" y="13378"/>
                    <a:pt x="145" y="13956"/>
                  </a:cubicBezTo>
                  <a:cubicBezTo>
                    <a:pt x="1" y="14534"/>
                    <a:pt x="203" y="15227"/>
                    <a:pt x="742" y="15468"/>
                  </a:cubicBezTo>
                  <a:lnTo>
                    <a:pt x="858" y="15507"/>
                  </a:lnTo>
                  <a:cubicBezTo>
                    <a:pt x="978" y="15547"/>
                    <a:pt x="1102" y="15564"/>
                    <a:pt x="1228" y="15564"/>
                  </a:cubicBezTo>
                  <a:cubicBezTo>
                    <a:pt x="1558" y="15564"/>
                    <a:pt x="1902" y="15446"/>
                    <a:pt x="2216" y="15314"/>
                  </a:cubicBezTo>
                  <a:cubicBezTo>
                    <a:pt x="2851" y="15044"/>
                    <a:pt x="3477" y="14717"/>
                    <a:pt x="4055" y="14341"/>
                  </a:cubicBezTo>
                  <a:cubicBezTo>
                    <a:pt x="4104" y="14312"/>
                    <a:pt x="4142" y="14293"/>
                    <a:pt x="4190" y="14255"/>
                  </a:cubicBezTo>
                  <a:cubicBezTo>
                    <a:pt x="4527" y="14043"/>
                    <a:pt x="4855" y="13783"/>
                    <a:pt x="5163" y="13532"/>
                  </a:cubicBezTo>
                  <a:lnTo>
                    <a:pt x="5163" y="13532"/>
                  </a:lnTo>
                  <a:cubicBezTo>
                    <a:pt x="4730" y="15295"/>
                    <a:pt x="4296" y="17096"/>
                    <a:pt x="3959" y="18906"/>
                  </a:cubicBezTo>
                  <a:cubicBezTo>
                    <a:pt x="3853" y="19484"/>
                    <a:pt x="3757" y="20062"/>
                    <a:pt x="3670" y="20640"/>
                  </a:cubicBezTo>
                  <a:cubicBezTo>
                    <a:pt x="3555" y="21420"/>
                    <a:pt x="3526" y="22383"/>
                    <a:pt x="4181" y="22836"/>
                  </a:cubicBezTo>
                  <a:cubicBezTo>
                    <a:pt x="4296" y="22923"/>
                    <a:pt x="4421" y="22980"/>
                    <a:pt x="4547" y="23019"/>
                  </a:cubicBezTo>
                  <a:cubicBezTo>
                    <a:pt x="4677" y="23058"/>
                    <a:pt x="4814" y="23077"/>
                    <a:pt x="4951" y="23077"/>
                  </a:cubicBezTo>
                  <a:cubicBezTo>
                    <a:pt x="5088" y="23077"/>
                    <a:pt x="5226" y="23058"/>
                    <a:pt x="5356" y="23019"/>
                  </a:cubicBezTo>
                  <a:cubicBezTo>
                    <a:pt x="5750" y="22913"/>
                    <a:pt x="6107" y="22682"/>
                    <a:pt x="6415" y="22403"/>
                  </a:cubicBezTo>
                  <a:cubicBezTo>
                    <a:pt x="7186" y="21719"/>
                    <a:pt x="7706" y="20842"/>
                    <a:pt x="8100" y="19889"/>
                  </a:cubicBezTo>
                  <a:cubicBezTo>
                    <a:pt x="8178" y="19725"/>
                    <a:pt x="8245" y="19552"/>
                    <a:pt x="8303" y="19369"/>
                  </a:cubicBezTo>
                  <a:cubicBezTo>
                    <a:pt x="8447" y="18964"/>
                    <a:pt x="8582" y="18531"/>
                    <a:pt x="8707" y="18107"/>
                  </a:cubicBezTo>
                  <a:cubicBezTo>
                    <a:pt x="8871" y="18714"/>
                    <a:pt x="9064" y="19301"/>
                    <a:pt x="9295" y="19879"/>
                  </a:cubicBezTo>
                  <a:cubicBezTo>
                    <a:pt x="9680" y="20842"/>
                    <a:pt x="10210" y="21719"/>
                    <a:pt x="10980" y="22403"/>
                  </a:cubicBezTo>
                  <a:cubicBezTo>
                    <a:pt x="11288" y="22672"/>
                    <a:pt x="11645" y="22913"/>
                    <a:pt x="12040" y="23019"/>
                  </a:cubicBezTo>
                  <a:lnTo>
                    <a:pt x="12049" y="23019"/>
                  </a:lnTo>
                  <a:cubicBezTo>
                    <a:pt x="12180" y="23051"/>
                    <a:pt x="12316" y="23068"/>
                    <a:pt x="12452" y="23068"/>
                  </a:cubicBezTo>
                  <a:cubicBezTo>
                    <a:pt x="12728" y="23068"/>
                    <a:pt x="13002" y="22997"/>
                    <a:pt x="13215" y="22836"/>
                  </a:cubicBezTo>
                  <a:cubicBezTo>
                    <a:pt x="13870" y="22383"/>
                    <a:pt x="13841" y="21420"/>
                    <a:pt x="13735" y="20640"/>
                  </a:cubicBezTo>
                  <a:cubicBezTo>
                    <a:pt x="13667" y="20178"/>
                    <a:pt x="13590" y="19706"/>
                    <a:pt x="13504" y="19253"/>
                  </a:cubicBezTo>
                  <a:cubicBezTo>
                    <a:pt x="13205" y="17577"/>
                    <a:pt x="12810" y="15902"/>
                    <a:pt x="12415" y="14255"/>
                  </a:cubicBezTo>
                  <a:lnTo>
                    <a:pt x="12232" y="13532"/>
                  </a:lnTo>
                  <a:lnTo>
                    <a:pt x="12232" y="13532"/>
                  </a:lnTo>
                  <a:cubicBezTo>
                    <a:pt x="12329" y="13619"/>
                    <a:pt x="12425" y="13706"/>
                    <a:pt x="12521" y="13773"/>
                  </a:cubicBezTo>
                  <a:cubicBezTo>
                    <a:pt x="13330" y="14399"/>
                    <a:pt x="14216" y="14929"/>
                    <a:pt x="15170" y="15324"/>
                  </a:cubicBezTo>
                  <a:cubicBezTo>
                    <a:pt x="15353" y="15401"/>
                    <a:pt x="15526" y="15468"/>
                    <a:pt x="15719" y="15516"/>
                  </a:cubicBezTo>
                  <a:cubicBezTo>
                    <a:pt x="15870" y="15558"/>
                    <a:pt x="16020" y="15581"/>
                    <a:pt x="16165" y="15581"/>
                  </a:cubicBezTo>
                  <a:cubicBezTo>
                    <a:pt x="16324" y="15581"/>
                    <a:pt x="16478" y="15553"/>
                    <a:pt x="16624" y="15487"/>
                  </a:cubicBezTo>
                  <a:cubicBezTo>
                    <a:pt x="17164" y="15247"/>
                    <a:pt x="17375" y="14543"/>
                    <a:pt x="17212" y="13956"/>
                  </a:cubicBezTo>
                  <a:cubicBezTo>
                    <a:pt x="17067" y="13378"/>
                    <a:pt x="16653" y="12916"/>
                    <a:pt x="16220" y="12521"/>
                  </a:cubicBezTo>
                  <a:cubicBezTo>
                    <a:pt x="15093" y="11510"/>
                    <a:pt x="13773" y="10768"/>
                    <a:pt x="12415" y="10094"/>
                  </a:cubicBezTo>
                  <a:cubicBezTo>
                    <a:pt x="12155" y="9969"/>
                    <a:pt x="11905" y="9834"/>
                    <a:pt x="11654" y="9718"/>
                  </a:cubicBezTo>
                  <a:cubicBezTo>
                    <a:pt x="11645" y="9699"/>
                    <a:pt x="11616" y="9689"/>
                    <a:pt x="11597" y="9680"/>
                  </a:cubicBezTo>
                  <a:cubicBezTo>
                    <a:pt x="13176" y="8765"/>
                    <a:pt x="14255" y="7099"/>
                    <a:pt x="14255" y="5220"/>
                  </a:cubicBezTo>
                  <a:cubicBezTo>
                    <a:pt x="14255" y="4450"/>
                    <a:pt x="14072" y="3728"/>
                    <a:pt x="13764" y="3073"/>
                  </a:cubicBezTo>
                  <a:cubicBezTo>
                    <a:pt x="12878" y="1262"/>
                    <a:pt x="10942" y="0"/>
                    <a:pt x="8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4" name="Google Shape;6054;p52"/>
            <p:cNvSpPr/>
            <p:nvPr/>
          </p:nvSpPr>
          <p:spPr>
            <a:xfrm>
              <a:off x="1979345" y="2086474"/>
              <a:ext cx="52879" cy="52879"/>
            </a:xfrm>
            <a:custGeom>
              <a:rect b="b" l="l" r="r" t="t"/>
              <a:pathLst>
                <a:path extrusionOk="0" h="454" w="454">
                  <a:moveTo>
                    <a:pt x="247" y="0"/>
                  </a:moveTo>
                  <a:cubicBezTo>
                    <a:pt x="242" y="0"/>
                    <a:pt x="237" y="0"/>
                    <a:pt x="232" y="1"/>
                  </a:cubicBezTo>
                  <a:cubicBezTo>
                    <a:pt x="107" y="1"/>
                    <a:pt x="1" y="97"/>
                    <a:pt x="1" y="232"/>
                  </a:cubicBezTo>
                  <a:cubicBezTo>
                    <a:pt x="1" y="348"/>
                    <a:pt x="97" y="453"/>
                    <a:pt x="232" y="453"/>
                  </a:cubicBezTo>
                  <a:cubicBezTo>
                    <a:pt x="348" y="453"/>
                    <a:pt x="453" y="357"/>
                    <a:pt x="453" y="232"/>
                  </a:cubicBezTo>
                  <a:cubicBezTo>
                    <a:pt x="453" y="103"/>
                    <a:pt x="356" y="0"/>
                    <a:pt x="247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5" name="Google Shape;6055;p52"/>
            <p:cNvSpPr/>
            <p:nvPr/>
          </p:nvSpPr>
          <p:spPr>
            <a:xfrm>
              <a:off x="2060177" y="2009137"/>
              <a:ext cx="28070" cy="28186"/>
            </a:xfrm>
            <a:custGeom>
              <a:rect b="b" l="l" r="r" t="t"/>
              <a:pathLst>
                <a:path extrusionOk="0" h="242" w="241">
                  <a:moveTo>
                    <a:pt x="125" y="0"/>
                  </a:moveTo>
                  <a:cubicBezTo>
                    <a:pt x="48" y="0"/>
                    <a:pt x="0" y="58"/>
                    <a:pt x="0" y="125"/>
                  </a:cubicBezTo>
                  <a:cubicBezTo>
                    <a:pt x="0" y="193"/>
                    <a:pt x="68" y="241"/>
                    <a:pt x="125" y="241"/>
                  </a:cubicBezTo>
                  <a:cubicBezTo>
                    <a:pt x="193" y="241"/>
                    <a:pt x="241" y="183"/>
                    <a:pt x="241" y="125"/>
                  </a:cubicBezTo>
                  <a:cubicBezTo>
                    <a:pt x="241" y="58"/>
                    <a:pt x="193" y="10"/>
                    <a:pt x="125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6" name="Google Shape;6056;p52"/>
            <p:cNvSpPr/>
            <p:nvPr/>
          </p:nvSpPr>
          <p:spPr>
            <a:xfrm>
              <a:off x="3014785" y="2261531"/>
              <a:ext cx="40532" cy="40416"/>
            </a:xfrm>
            <a:custGeom>
              <a:rect b="b" l="l" r="r" t="t"/>
              <a:pathLst>
                <a:path extrusionOk="0" h="347" w="348">
                  <a:moveTo>
                    <a:pt x="174" y="0"/>
                  </a:moveTo>
                  <a:cubicBezTo>
                    <a:pt x="77" y="0"/>
                    <a:pt x="0" y="87"/>
                    <a:pt x="0" y="183"/>
                  </a:cubicBezTo>
                  <a:cubicBezTo>
                    <a:pt x="0" y="280"/>
                    <a:pt x="77" y="347"/>
                    <a:pt x="174" y="347"/>
                  </a:cubicBezTo>
                  <a:cubicBezTo>
                    <a:pt x="270" y="347"/>
                    <a:pt x="347" y="280"/>
                    <a:pt x="347" y="183"/>
                  </a:cubicBezTo>
                  <a:cubicBezTo>
                    <a:pt x="347" y="87"/>
                    <a:pt x="270" y="0"/>
                    <a:pt x="174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7" name="Google Shape;6057;p52"/>
            <p:cNvSpPr/>
            <p:nvPr/>
          </p:nvSpPr>
          <p:spPr>
            <a:xfrm>
              <a:off x="2949677" y="2395008"/>
              <a:ext cx="13627" cy="13511"/>
            </a:xfrm>
            <a:custGeom>
              <a:rect b="b" l="l" r="r" t="t"/>
              <a:pathLst>
                <a:path extrusionOk="0" h="116" w="117">
                  <a:moveTo>
                    <a:pt x="59" y="0"/>
                  </a:moveTo>
                  <a:cubicBezTo>
                    <a:pt x="20" y="0"/>
                    <a:pt x="1" y="20"/>
                    <a:pt x="1" y="58"/>
                  </a:cubicBezTo>
                  <a:cubicBezTo>
                    <a:pt x="1" y="97"/>
                    <a:pt x="20" y="116"/>
                    <a:pt x="59" y="116"/>
                  </a:cubicBezTo>
                  <a:cubicBezTo>
                    <a:pt x="97" y="116"/>
                    <a:pt x="116" y="97"/>
                    <a:pt x="116" y="58"/>
                  </a:cubicBezTo>
                  <a:cubicBezTo>
                    <a:pt x="116" y="20"/>
                    <a:pt x="97" y="0"/>
                    <a:pt x="59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8" name="Google Shape;6058;p52"/>
            <p:cNvSpPr/>
            <p:nvPr/>
          </p:nvSpPr>
          <p:spPr>
            <a:xfrm>
              <a:off x="3415218" y="3187018"/>
              <a:ext cx="45075" cy="44958"/>
            </a:xfrm>
            <a:custGeom>
              <a:rect b="b" l="l" r="r" t="t"/>
              <a:pathLst>
                <a:path extrusionOk="0" h="386" w="387">
                  <a:moveTo>
                    <a:pt x="193" y="0"/>
                  </a:moveTo>
                  <a:cubicBezTo>
                    <a:pt x="87" y="0"/>
                    <a:pt x="1" y="87"/>
                    <a:pt x="1" y="193"/>
                  </a:cubicBezTo>
                  <a:cubicBezTo>
                    <a:pt x="1" y="299"/>
                    <a:pt x="87" y="385"/>
                    <a:pt x="193" y="385"/>
                  </a:cubicBezTo>
                  <a:cubicBezTo>
                    <a:pt x="299" y="385"/>
                    <a:pt x="386" y="299"/>
                    <a:pt x="386" y="193"/>
                  </a:cubicBezTo>
                  <a:cubicBezTo>
                    <a:pt x="386" y="87"/>
                    <a:pt x="299" y="0"/>
                    <a:pt x="193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9" name="Google Shape;6059;p52"/>
            <p:cNvSpPr/>
            <p:nvPr/>
          </p:nvSpPr>
          <p:spPr>
            <a:xfrm>
              <a:off x="3333337" y="3175720"/>
              <a:ext cx="22596" cy="22596"/>
            </a:xfrm>
            <a:custGeom>
              <a:rect b="b" l="l" r="r" t="t"/>
              <a:pathLst>
                <a:path extrusionOk="0" h="194" w="194">
                  <a:moveTo>
                    <a:pt x="97" y="1"/>
                  </a:moveTo>
                  <a:cubicBezTo>
                    <a:pt x="49" y="1"/>
                    <a:pt x="1" y="39"/>
                    <a:pt x="1" y="97"/>
                  </a:cubicBezTo>
                  <a:cubicBezTo>
                    <a:pt x="1" y="155"/>
                    <a:pt x="49" y="193"/>
                    <a:pt x="97" y="193"/>
                  </a:cubicBezTo>
                  <a:cubicBezTo>
                    <a:pt x="155" y="193"/>
                    <a:pt x="193" y="155"/>
                    <a:pt x="193" y="97"/>
                  </a:cubicBezTo>
                  <a:cubicBezTo>
                    <a:pt x="193" y="39"/>
                    <a:pt x="155" y="1"/>
                    <a:pt x="97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0" name="Google Shape;6060;p52"/>
            <p:cNvSpPr/>
            <p:nvPr/>
          </p:nvSpPr>
          <p:spPr>
            <a:xfrm>
              <a:off x="2255385" y="3927314"/>
              <a:ext cx="56140" cy="56256"/>
            </a:xfrm>
            <a:custGeom>
              <a:rect b="b" l="l" r="r" t="t"/>
              <a:pathLst>
                <a:path extrusionOk="0" h="483" w="482">
                  <a:moveTo>
                    <a:pt x="241" y="1"/>
                  </a:moveTo>
                  <a:cubicBezTo>
                    <a:pt x="106" y="1"/>
                    <a:pt x="0" y="107"/>
                    <a:pt x="0" y="241"/>
                  </a:cubicBezTo>
                  <a:cubicBezTo>
                    <a:pt x="0" y="376"/>
                    <a:pt x="106" y="482"/>
                    <a:pt x="241" y="482"/>
                  </a:cubicBezTo>
                  <a:cubicBezTo>
                    <a:pt x="376" y="482"/>
                    <a:pt x="482" y="376"/>
                    <a:pt x="482" y="241"/>
                  </a:cubicBezTo>
                  <a:cubicBezTo>
                    <a:pt x="482" y="107"/>
                    <a:pt x="376" y="1"/>
                    <a:pt x="241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1" name="Google Shape;6061;p52"/>
            <p:cNvSpPr/>
            <p:nvPr/>
          </p:nvSpPr>
          <p:spPr>
            <a:xfrm>
              <a:off x="2310360" y="3830876"/>
              <a:ext cx="41581" cy="41581"/>
            </a:xfrm>
            <a:custGeom>
              <a:rect b="b" l="l" r="r" t="t"/>
              <a:pathLst>
                <a:path extrusionOk="0" h="357" w="357">
                  <a:moveTo>
                    <a:pt x="183" y="0"/>
                  </a:moveTo>
                  <a:cubicBezTo>
                    <a:pt x="87" y="0"/>
                    <a:pt x="0" y="87"/>
                    <a:pt x="0" y="183"/>
                  </a:cubicBezTo>
                  <a:cubicBezTo>
                    <a:pt x="0" y="280"/>
                    <a:pt x="87" y="357"/>
                    <a:pt x="183" y="357"/>
                  </a:cubicBezTo>
                  <a:cubicBezTo>
                    <a:pt x="279" y="357"/>
                    <a:pt x="356" y="280"/>
                    <a:pt x="356" y="183"/>
                  </a:cubicBezTo>
                  <a:cubicBezTo>
                    <a:pt x="356" y="87"/>
                    <a:pt x="279" y="0"/>
                    <a:pt x="183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2" name="Google Shape;6062;p52"/>
            <p:cNvSpPr/>
            <p:nvPr/>
          </p:nvSpPr>
          <p:spPr>
            <a:xfrm>
              <a:off x="2255385" y="3852190"/>
              <a:ext cx="20266" cy="19218"/>
            </a:xfrm>
            <a:custGeom>
              <a:rect b="b" l="l" r="r" t="t"/>
              <a:pathLst>
                <a:path extrusionOk="0" h="165" w="174">
                  <a:moveTo>
                    <a:pt x="87" y="0"/>
                  </a:moveTo>
                  <a:cubicBezTo>
                    <a:pt x="39" y="0"/>
                    <a:pt x="0" y="29"/>
                    <a:pt x="0" y="77"/>
                  </a:cubicBezTo>
                  <a:cubicBezTo>
                    <a:pt x="0" y="126"/>
                    <a:pt x="39" y="164"/>
                    <a:pt x="87" y="164"/>
                  </a:cubicBezTo>
                  <a:cubicBezTo>
                    <a:pt x="135" y="164"/>
                    <a:pt x="173" y="126"/>
                    <a:pt x="173" y="77"/>
                  </a:cubicBezTo>
                  <a:cubicBezTo>
                    <a:pt x="173" y="29"/>
                    <a:pt x="135" y="0"/>
                    <a:pt x="87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3" name="Google Shape;6063;p52"/>
            <p:cNvSpPr/>
            <p:nvPr/>
          </p:nvSpPr>
          <p:spPr>
            <a:xfrm>
              <a:off x="1945685" y="1830701"/>
              <a:ext cx="58469" cy="59634"/>
            </a:xfrm>
            <a:custGeom>
              <a:rect b="b" l="l" r="r" t="t"/>
              <a:pathLst>
                <a:path extrusionOk="0" h="512" w="502">
                  <a:moveTo>
                    <a:pt x="251" y="1"/>
                  </a:moveTo>
                  <a:cubicBezTo>
                    <a:pt x="116" y="1"/>
                    <a:pt x="1" y="116"/>
                    <a:pt x="1" y="251"/>
                  </a:cubicBezTo>
                  <a:cubicBezTo>
                    <a:pt x="1" y="396"/>
                    <a:pt x="116" y="511"/>
                    <a:pt x="251" y="511"/>
                  </a:cubicBezTo>
                  <a:cubicBezTo>
                    <a:pt x="386" y="511"/>
                    <a:pt x="502" y="396"/>
                    <a:pt x="502" y="251"/>
                  </a:cubicBezTo>
                  <a:cubicBezTo>
                    <a:pt x="502" y="116"/>
                    <a:pt x="386" y="1"/>
                    <a:pt x="251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4" name="Google Shape;6064;p52"/>
            <p:cNvSpPr/>
            <p:nvPr/>
          </p:nvSpPr>
          <p:spPr>
            <a:xfrm>
              <a:off x="1987266" y="2418536"/>
              <a:ext cx="50549" cy="50666"/>
            </a:xfrm>
            <a:custGeom>
              <a:rect b="b" l="l" r="r" t="t"/>
              <a:pathLst>
                <a:path extrusionOk="0" h="435" w="434">
                  <a:moveTo>
                    <a:pt x="222" y="1"/>
                  </a:moveTo>
                  <a:cubicBezTo>
                    <a:pt x="97" y="1"/>
                    <a:pt x="0" y="97"/>
                    <a:pt x="0" y="222"/>
                  </a:cubicBezTo>
                  <a:cubicBezTo>
                    <a:pt x="0" y="338"/>
                    <a:pt x="97" y="434"/>
                    <a:pt x="222" y="434"/>
                  </a:cubicBezTo>
                  <a:cubicBezTo>
                    <a:pt x="337" y="434"/>
                    <a:pt x="434" y="338"/>
                    <a:pt x="434" y="222"/>
                  </a:cubicBezTo>
                  <a:cubicBezTo>
                    <a:pt x="434" y="97"/>
                    <a:pt x="337" y="1"/>
                    <a:pt x="222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5" name="Google Shape;6065;p52"/>
            <p:cNvSpPr/>
            <p:nvPr/>
          </p:nvSpPr>
          <p:spPr>
            <a:xfrm>
              <a:off x="1899678" y="2300783"/>
              <a:ext cx="45075" cy="44958"/>
            </a:xfrm>
            <a:custGeom>
              <a:rect b="b" l="l" r="r" t="t"/>
              <a:pathLst>
                <a:path extrusionOk="0" h="386" w="387">
                  <a:moveTo>
                    <a:pt x="194" y="0"/>
                  </a:moveTo>
                  <a:cubicBezTo>
                    <a:pt x="78" y="0"/>
                    <a:pt x="1" y="87"/>
                    <a:pt x="1" y="193"/>
                  </a:cubicBezTo>
                  <a:cubicBezTo>
                    <a:pt x="1" y="299"/>
                    <a:pt x="78" y="386"/>
                    <a:pt x="194" y="386"/>
                  </a:cubicBezTo>
                  <a:cubicBezTo>
                    <a:pt x="300" y="386"/>
                    <a:pt x="386" y="299"/>
                    <a:pt x="386" y="193"/>
                  </a:cubicBezTo>
                  <a:cubicBezTo>
                    <a:pt x="386" y="87"/>
                    <a:pt x="300" y="0"/>
                    <a:pt x="194" y="0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6" name="Google Shape;6066;p52"/>
            <p:cNvSpPr/>
            <p:nvPr/>
          </p:nvSpPr>
          <p:spPr>
            <a:xfrm>
              <a:off x="1609196" y="2990646"/>
              <a:ext cx="67438" cy="67438"/>
            </a:xfrm>
            <a:custGeom>
              <a:rect b="b" l="l" r="r" t="t"/>
              <a:pathLst>
                <a:path extrusionOk="0" h="579" w="579">
                  <a:moveTo>
                    <a:pt x="289" y="1"/>
                  </a:moveTo>
                  <a:cubicBezTo>
                    <a:pt x="126" y="1"/>
                    <a:pt x="0" y="126"/>
                    <a:pt x="0" y="290"/>
                  </a:cubicBezTo>
                  <a:cubicBezTo>
                    <a:pt x="0" y="453"/>
                    <a:pt x="126" y="578"/>
                    <a:pt x="289" y="578"/>
                  </a:cubicBezTo>
                  <a:cubicBezTo>
                    <a:pt x="444" y="578"/>
                    <a:pt x="578" y="453"/>
                    <a:pt x="578" y="290"/>
                  </a:cubicBezTo>
                  <a:cubicBezTo>
                    <a:pt x="578" y="126"/>
                    <a:pt x="444" y="1"/>
                    <a:pt x="289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7" name="Google Shape;6067;p52"/>
            <p:cNvSpPr/>
            <p:nvPr/>
          </p:nvSpPr>
          <p:spPr>
            <a:xfrm>
              <a:off x="2039911" y="3406801"/>
              <a:ext cx="56256" cy="56256"/>
            </a:xfrm>
            <a:custGeom>
              <a:rect b="b" l="l" r="r" t="t"/>
              <a:pathLst>
                <a:path extrusionOk="0" h="483" w="483">
                  <a:moveTo>
                    <a:pt x="242" y="1"/>
                  </a:moveTo>
                  <a:cubicBezTo>
                    <a:pt x="107" y="1"/>
                    <a:pt x="1" y="116"/>
                    <a:pt x="1" y="242"/>
                  </a:cubicBezTo>
                  <a:cubicBezTo>
                    <a:pt x="1" y="376"/>
                    <a:pt x="107" y="482"/>
                    <a:pt x="242" y="482"/>
                  </a:cubicBezTo>
                  <a:cubicBezTo>
                    <a:pt x="367" y="482"/>
                    <a:pt x="482" y="376"/>
                    <a:pt x="482" y="242"/>
                  </a:cubicBezTo>
                  <a:cubicBezTo>
                    <a:pt x="482" y="97"/>
                    <a:pt x="367" y="1"/>
                    <a:pt x="242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8" name="Google Shape;6068;p52"/>
            <p:cNvSpPr/>
            <p:nvPr/>
          </p:nvSpPr>
          <p:spPr>
            <a:xfrm>
              <a:off x="2037698" y="3318166"/>
              <a:ext cx="56256" cy="56256"/>
            </a:xfrm>
            <a:custGeom>
              <a:rect b="b" l="l" r="r" t="t"/>
              <a:pathLst>
                <a:path extrusionOk="0" h="483" w="483">
                  <a:moveTo>
                    <a:pt x="241" y="1"/>
                  </a:moveTo>
                  <a:cubicBezTo>
                    <a:pt x="107" y="1"/>
                    <a:pt x="1" y="116"/>
                    <a:pt x="1" y="242"/>
                  </a:cubicBezTo>
                  <a:cubicBezTo>
                    <a:pt x="1" y="377"/>
                    <a:pt x="107" y="482"/>
                    <a:pt x="241" y="482"/>
                  </a:cubicBezTo>
                  <a:cubicBezTo>
                    <a:pt x="376" y="482"/>
                    <a:pt x="482" y="377"/>
                    <a:pt x="482" y="242"/>
                  </a:cubicBezTo>
                  <a:cubicBezTo>
                    <a:pt x="482" y="116"/>
                    <a:pt x="376" y="1"/>
                    <a:pt x="241" y="1"/>
                  </a:cubicBezTo>
                  <a:close/>
                </a:path>
              </a:pathLst>
            </a:custGeom>
            <a:solidFill>
              <a:srgbClr val="C7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9" name="Google Shape;6069;p52"/>
            <p:cNvSpPr/>
            <p:nvPr/>
          </p:nvSpPr>
          <p:spPr>
            <a:xfrm>
              <a:off x="2247465" y="2232297"/>
              <a:ext cx="120200" cy="67438"/>
            </a:xfrm>
            <a:custGeom>
              <a:rect b="b" l="l" r="r" t="t"/>
              <a:pathLst>
                <a:path extrusionOk="0" h="579" w="1032">
                  <a:moveTo>
                    <a:pt x="511" y="1"/>
                  </a:moveTo>
                  <a:cubicBezTo>
                    <a:pt x="222" y="1"/>
                    <a:pt x="1" y="136"/>
                    <a:pt x="1" y="290"/>
                  </a:cubicBezTo>
                  <a:cubicBezTo>
                    <a:pt x="1" y="444"/>
                    <a:pt x="222" y="579"/>
                    <a:pt x="511" y="579"/>
                  </a:cubicBezTo>
                  <a:cubicBezTo>
                    <a:pt x="800" y="579"/>
                    <a:pt x="1031" y="444"/>
                    <a:pt x="1031" y="290"/>
                  </a:cubicBezTo>
                  <a:cubicBezTo>
                    <a:pt x="1031" y="116"/>
                    <a:pt x="800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0" name="Google Shape;6070;p52"/>
            <p:cNvSpPr/>
            <p:nvPr/>
          </p:nvSpPr>
          <p:spPr>
            <a:xfrm>
              <a:off x="2742240" y="2232297"/>
              <a:ext cx="120083" cy="67438"/>
            </a:xfrm>
            <a:custGeom>
              <a:rect b="b" l="l" r="r" t="t"/>
              <a:pathLst>
                <a:path extrusionOk="0" h="579" w="1031">
                  <a:moveTo>
                    <a:pt x="520" y="1"/>
                  </a:moveTo>
                  <a:cubicBezTo>
                    <a:pt x="222" y="1"/>
                    <a:pt x="0" y="136"/>
                    <a:pt x="0" y="290"/>
                  </a:cubicBezTo>
                  <a:cubicBezTo>
                    <a:pt x="0" y="444"/>
                    <a:pt x="222" y="579"/>
                    <a:pt x="520" y="579"/>
                  </a:cubicBezTo>
                  <a:cubicBezTo>
                    <a:pt x="809" y="579"/>
                    <a:pt x="1031" y="444"/>
                    <a:pt x="1031" y="290"/>
                  </a:cubicBezTo>
                  <a:cubicBezTo>
                    <a:pt x="1031" y="116"/>
                    <a:pt x="809" y="1"/>
                    <a:pt x="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1" name="Google Shape;6071;p52"/>
            <p:cNvSpPr/>
            <p:nvPr/>
          </p:nvSpPr>
          <p:spPr>
            <a:xfrm>
              <a:off x="2411225" y="2323145"/>
              <a:ext cx="287338" cy="112396"/>
            </a:xfrm>
            <a:custGeom>
              <a:rect b="b" l="l" r="r" t="t"/>
              <a:pathLst>
                <a:path extrusionOk="0" h="965" w="2467">
                  <a:moveTo>
                    <a:pt x="232" y="1"/>
                  </a:moveTo>
                  <a:cubicBezTo>
                    <a:pt x="88" y="1"/>
                    <a:pt x="1" y="155"/>
                    <a:pt x="68" y="290"/>
                  </a:cubicBezTo>
                  <a:cubicBezTo>
                    <a:pt x="309" y="704"/>
                    <a:pt x="771" y="964"/>
                    <a:pt x="1243" y="964"/>
                  </a:cubicBezTo>
                  <a:cubicBezTo>
                    <a:pt x="1706" y="964"/>
                    <a:pt x="2158" y="685"/>
                    <a:pt x="2399" y="290"/>
                  </a:cubicBezTo>
                  <a:cubicBezTo>
                    <a:pt x="2466" y="174"/>
                    <a:pt x="2370" y="1"/>
                    <a:pt x="22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2" name="Google Shape;6072;p52"/>
            <p:cNvSpPr/>
            <p:nvPr/>
          </p:nvSpPr>
          <p:spPr>
            <a:xfrm>
              <a:off x="2489844" y="2361348"/>
              <a:ext cx="120083" cy="67438"/>
            </a:xfrm>
            <a:custGeom>
              <a:rect b="b" l="l" r="r" t="t"/>
              <a:pathLst>
                <a:path extrusionOk="0" h="579" w="1031">
                  <a:moveTo>
                    <a:pt x="510" y="0"/>
                  </a:moveTo>
                  <a:cubicBezTo>
                    <a:pt x="231" y="0"/>
                    <a:pt x="0" y="126"/>
                    <a:pt x="0" y="289"/>
                  </a:cubicBezTo>
                  <a:cubicBezTo>
                    <a:pt x="0" y="443"/>
                    <a:pt x="231" y="578"/>
                    <a:pt x="510" y="578"/>
                  </a:cubicBezTo>
                  <a:cubicBezTo>
                    <a:pt x="799" y="578"/>
                    <a:pt x="1031" y="443"/>
                    <a:pt x="1031" y="289"/>
                  </a:cubicBezTo>
                  <a:cubicBezTo>
                    <a:pt x="1031" y="126"/>
                    <a:pt x="799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3" name="Google Shape;6073;p52"/>
            <p:cNvSpPr/>
            <p:nvPr/>
          </p:nvSpPr>
          <p:spPr>
            <a:xfrm>
              <a:off x="2214969" y="2044661"/>
              <a:ext cx="231198" cy="156423"/>
            </a:xfrm>
            <a:custGeom>
              <a:rect b="b" l="l" r="r" t="t"/>
              <a:pathLst>
                <a:path extrusionOk="0" h="1343" w="1985">
                  <a:moveTo>
                    <a:pt x="1049" y="0"/>
                  </a:moveTo>
                  <a:cubicBezTo>
                    <a:pt x="826" y="0"/>
                    <a:pt x="596" y="79"/>
                    <a:pt x="424" y="235"/>
                  </a:cubicBezTo>
                  <a:cubicBezTo>
                    <a:pt x="154" y="456"/>
                    <a:pt x="10" y="812"/>
                    <a:pt x="0" y="1227"/>
                  </a:cubicBezTo>
                  <a:cubicBezTo>
                    <a:pt x="0" y="1284"/>
                    <a:pt x="49" y="1342"/>
                    <a:pt x="116" y="1342"/>
                  </a:cubicBezTo>
                  <a:cubicBezTo>
                    <a:pt x="183" y="1342"/>
                    <a:pt x="241" y="1284"/>
                    <a:pt x="241" y="1227"/>
                  </a:cubicBezTo>
                  <a:cubicBezTo>
                    <a:pt x="251" y="890"/>
                    <a:pt x="376" y="591"/>
                    <a:pt x="578" y="408"/>
                  </a:cubicBezTo>
                  <a:cubicBezTo>
                    <a:pt x="704" y="294"/>
                    <a:pt x="880" y="234"/>
                    <a:pt x="1047" y="234"/>
                  </a:cubicBezTo>
                  <a:cubicBezTo>
                    <a:pt x="1161" y="234"/>
                    <a:pt x="1272" y="262"/>
                    <a:pt x="1358" y="321"/>
                  </a:cubicBezTo>
                  <a:cubicBezTo>
                    <a:pt x="1503" y="418"/>
                    <a:pt x="1590" y="572"/>
                    <a:pt x="1628" y="697"/>
                  </a:cubicBezTo>
                  <a:cubicBezTo>
                    <a:pt x="1686" y="851"/>
                    <a:pt x="1705" y="1034"/>
                    <a:pt x="1734" y="1198"/>
                  </a:cubicBezTo>
                  <a:cubicBezTo>
                    <a:pt x="1734" y="1268"/>
                    <a:pt x="1790" y="1315"/>
                    <a:pt x="1852" y="1315"/>
                  </a:cubicBezTo>
                  <a:cubicBezTo>
                    <a:pt x="1857" y="1315"/>
                    <a:pt x="1863" y="1314"/>
                    <a:pt x="1869" y="1313"/>
                  </a:cubicBezTo>
                  <a:cubicBezTo>
                    <a:pt x="1936" y="1313"/>
                    <a:pt x="1984" y="1236"/>
                    <a:pt x="1975" y="1178"/>
                  </a:cubicBezTo>
                  <a:cubicBezTo>
                    <a:pt x="1946" y="995"/>
                    <a:pt x="1927" y="803"/>
                    <a:pt x="1869" y="620"/>
                  </a:cubicBezTo>
                  <a:cubicBezTo>
                    <a:pt x="1782" y="408"/>
                    <a:pt x="1657" y="235"/>
                    <a:pt x="1503" y="129"/>
                  </a:cubicBezTo>
                  <a:cubicBezTo>
                    <a:pt x="1372" y="43"/>
                    <a:pt x="1212" y="0"/>
                    <a:pt x="10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4" name="Google Shape;6074;p52"/>
            <p:cNvSpPr/>
            <p:nvPr/>
          </p:nvSpPr>
          <p:spPr>
            <a:xfrm>
              <a:off x="2679345" y="2044661"/>
              <a:ext cx="231198" cy="156423"/>
            </a:xfrm>
            <a:custGeom>
              <a:rect b="b" l="l" r="r" t="t"/>
              <a:pathLst>
                <a:path extrusionOk="0" h="1343" w="1985">
                  <a:moveTo>
                    <a:pt x="1044" y="0"/>
                  </a:moveTo>
                  <a:cubicBezTo>
                    <a:pt x="821" y="0"/>
                    <a:pt x="592" y="79"/>
                    <a:pt x="415" y="235"/>
                  </a:cubicBezTo>
                  <a:cubicBezTo>
                    <a:pt x="155" y="456"/>
                    <a:pt x="10" y="812"/>
                    <a:pt x="1" y="1227"/>
                  </a:cubicBezTo>
                  <a:cubicBezTo>
                    <a:pt x="1" y="1284"/>
                    <a:pt x="49" y="1342"/>
                    <a:pt x="116" y="1342"/>
                  </a:cubicBezTo>
                  <a:cubicBezTo>
                    <a:pt x="174" y="1342"/>
                    <a:pt x="241" y="1284"/>
                    <a:pt x="241" y="1227"/>
                  </a:cubicBezTo>
                  <a:cubicBezTo>
                    <a:pt x="251" y="890"/>
                    <a:pt x="367" y="591"/>
                    <a:pt x="579" y="408"/>
                  </a:cubicBezTo>
                  <a:cubicBezTo>
                    <a:pt x="704" y="294"/>
                    <a:pt x="877" y="234"/>
                    <a:pt x="1043" y="234"/>
                  </a:cubicBezTo>
                  <a:cubicBezTo>
                    <a:pt x="1157" y="234"/>
                    <a:pt x="1268" y="262"/>
                    <a:pt x="1359" y="321"/>
                  </a:cubicBezTo>
                  <a:cubicBezTo>
                    <a:pt x="1503" y="418"/>
                    <a:pt x="1590" y="572"/>
                    <a:pt x="1619" y="697"/>
                  </a:cubicBezTo>
                  <a:cubicBezTo>
                    <a:pt x="1686" y="851"/>
                    <a:pt x="1705" y="1034"/>
                    <a:pt x="1734" y="1198"/>
                  </a:cubicBezTo>
                  <a:cubicBezTo>
                    <a:pt x="1743" y="1268"/>
                    <a:pt x="1792" y="1315"/>
                    <a:pt x="1845" y="1315"/>
                  </a:cubicBezTo>
                  <a:cubicBezTo>
                    <a:pt x="1850" y="1315"/>
                    <a:pt x="1855" y="1314"/>
                    <a:pt x="1860" y="1313"/>
                  </a:cubicBezTo>
                  <a:cubicBezTo>
                    <a:pt x="1937" y="1313"/>
                    <a:pt x="1985" y="1236"/>
                    <a:pt x="1975" y="1178"/>
                  </a:cubicBezTo>
                  <a:cubicBezTo>
                    <a:pt x="1946" y="995"/>
                    <a:pt x="1927" y="803"/>
                    <a:pt x="1860" y="620"/>
                  </a:cubicBezTo>
                  <a:cubicBezTo>
                    <a:pt x="1782" y="408"/>
                    <a:pt x="1657" y="235"/>
                    <a:pt x="1503" y="129"/>
                  </a:cubicBezTo>
                  <a:cubicBezTo>
                    <a:pt x="1369" y="43"/>
                    <a:pt x="1208" y="0"/>
                    <a:pt x="10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5" name="Google Shape;6075;p52"/>
            <p:cNvSpPr/>
            <p:nvPr/>
          </p:nvSpPr>
          <p:spPr>
            <a:xfrm>
              <a:off x="2001825" y="3345187"/>
              <a:ext cx="1111730" cy="482429"/>
            </a:xfrm>
            <a:custGeom>
              <a:rect b="b" l="l" r="r" t="t"/>
              <a:pathLst>
                <a:path extrusionOk="0" h="4142" w="9545">
                  <a:moveTo>
                    <a:pt x="675" y="0"/>
                  </a:moveTo>
                  <a:cubicBezTo>
                    <a:pt x="434" y="1050"/>
                    <a:pt x="193" y="2109"/>
                    <a:pt x="0" y="3159"/>
                  </a:cubicBezTo>
                  <a:cubicBezTo>
                    <a:pt x="1262" y="3804"/>
                    <a:pt x="2707" y="4093"/>
                    <a:pt x="4142" y="4141"/>
                  </a:cubicBezTo>
                  <a:cubicBezTo>
                    <a:pt x="4383" y="3564"/>
                    <a:pt x="4566" y="2966"/>
                    <a:pt x="4739" y="2350"/>
                  </a:cubicBezTo>
                  <a:cubicBezTo>
                    <a:pt x="4912" y="2957"/>
                    <a:pt x="5105" y="3554"/>
                    <a:pt x="5336" y="4122"/>
                  </a:cubicBezTo>
                  <a:cubicBezTo>
                    <a:pt x="6742" y="4045"/>
                    <a:pt x="8148" y="3785"/>
                    <a:pt x="9545" y="3506"/>
                  </a:cubicBezTo>
                  <a:cubicBezTo>
                    <a:pt x="9343" y="2350"/>
                    <a:pt x="9092" y="1185"/>
                    <a:pt x="8813" y="29"/>
                  </a:cubicBezTo>
                  <a:cubicBezTo>
                    <a:pt x="7300" y="230"/>
                    <a:pt x="5751" y="415"/>
                    <a:pt x="4213" y="415"/>
                  </a:cubicBezTo>
                  <a:cubicBezTo>
                    <a:pt x="3019" y="415"/>
                    <a:pt x="1832" y="303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6" name="Google Shape;6076;p52"/>
            <p:cNvSpPr/>
            <p:nvPr/>
          </p:nvSpPr>
          <p:spPr>
            <a:xfrm>
              <a:off x="2159994" y="2642861"/>
              <a:ext cx="135807" cy="835923"/>
            </a:xfrm>
            <a:custGeom>
              <a:rect b="b" l="l" r="r" t="t"/>
              <a:pathLst>
                <a:path extrusionOk="0" h="7177" w="1166">
                  <a:moveTo>
                    <a:pt x="203" y="1"/>
                  </a:moveTo>
                  <a:lnTo>
                    <a:pt x="0" y="6926"/>
                  </a:lnTo>
                  <a:lnTo>
                    <a:pt x="1060" y="7176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7" name="Google Shape;6077;p52"/>
            <p:cNvSpPr/>
            <p:nvPr/>
          </p:nvSpPr>
          <p:spPr>
            <a:xfrm>
              <a:off x="2805019" y="2641813"/>
              <a:ext cx="126839" cy="764060"/>
            </a:xfrm>
            <a:custGeom>
              <a:rect b="b" l="l" r="r" t="t"/>
              <a:pathLst>
                <a:path extrusionOk="0" h="6560" w="1089">
                  <a:moveTo>
                    <a:pt x="0" y="0"/>
                  </a:moveTo>
                  <a:lnTo>
                    <a:pt x="328" y="6559"/>
                  </a:lnTo>
                  <a:lnTo>
                    <a:pt x="1089" y="6559"/>
                  </a:lnTo>
                  <a:lnTo>
                    <a:pt x="81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8" name="Google Shape;6078;p52"/>
            <p:cNvSpPr/>
            <p:nvPr/>
          </p:nvSpPr>
          <p:spPr>
            <a:xfrm>
              <a:off x="2820742" y="3292425"/>
              <a:ext cx="145940" cy="145940"/>
            </a:xfrm>
            <a:custGeom>
              <a:rect b="b" l="l" r="r" t="t"/>
              <a:pathLst>
                <a:path extrusionOk="0" h="1253" w="1253">
                  <a:moveTo>
                    <a:pt x="626" y="0"/>
                  </a:moveTo>
                  <a:cubicBezTo>
                    <a:pt x="280" y="0"/>
                    <a:pt x="0" y="280"/>
                    <a:pt x="0" y="626"/>
                  </a:cubicBezTo>
                  <a:cubicBezTo>
                    <a:pt x="0" y="973"/>
                    <a:pt x="280" y="1252"/>
                    <a:pt x="626" y="1252"/>
                  </a:cubicBezTo>
                  <a:cubicBezTo>
                    <a:pt x="973" y="1252"/>
                    <a:pt x="1252" y="973"/>
                    <a:pt x="1252" y="626"/>
                  </a:cubicBezTo>
                  <a:cubicBezTo>
                    <a:pt x="1252" y="280"/>
                    <a:pt x="973" y="0"/>
                    <a:pt x="6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9" name="Google Shape;6079;p52"/>
            <p:cNvSpPr/>
            <p:nvPr/>
          </p:nvSpPr>
          <p:spPr>
            <a:xfrm>
              <a:off x="2144270" y="3314788"/>
              <a:ext cx="145940" cy="146057"/>
            </a:xfrm>
            <a:custGeom>
              <a:rect b="b" l="l" r="r" t="t"/>
              <a:pathLst>
                <a:path extrusionOk="0" h="1254" w="1253">
                  <a:moveTo>
                    <a:pt x="627" y="1"/>
                  </a:moveTo>
                  <a:cubicBezTo>
                    <a:pt x="280" y="1"/>
                    <a:pt x="1" y="280"/>
                    <a:pt x="1" y="627"/>
                  </a:cubicBezTo>
                  <a:cubicBezTo>
                    <a:pt x="1" y="974"/>
                    <a:pt x="280" y="1253"/>
                    <a:pt x="627" y="1253"/>
                  </a:cubicBezTo>
                  <a:cubicBezTo>
                    <a:pt x="973" y="1253"/>
                    <a:pt x="1253" y="974"/>
                    <a:pt x="1253" y="627"/>
                  </a:cubicBezTo>
                  <a:cubicBezTo>
                    <a:pt x="1253" y="280"/>
                    <a:pt x="973" y="1"/>
                    <a:pt x="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0" name="Google Shape;6080;p52"/>
            <p:cNvSpPr/>
            <p:nvPr/>
          </p:nvSpPr>
          <p:spPr>
            <a:xfrm>
              <a:off x="1947181" y="1509551"/>
              <a:ext cx="1197104" cy="412313"/>
            </a:xfrm>
            <a:custGeom>
              <a:rect b="b" l="l" r="r" t="t"/>
              <a:pathLst>
                <a:path extrusionOk="0" h="3540" w="10278">
                  <a:moveTo>
                    <a:pt x="5202" y="0"/>
                  </a:moveTo>
                  <a:cubicBezTo>
                    <a:pt x="5076" y="0"/>
                    <a:pt x="4942" y="0"/>
                    <a:pt x="4807" y="10"/>
                  </a:cubicBezTo>
                  <a:cubicBezTo>
                    <a:pt x="2620" y="154"/>
                    <a:pt x="771" y="1493"/>
                    <a:pt x="1" y="3323"/>
                  </a:cubicBezTo>
                  <a:cubicBezTo>
                    <a:pt x="600" y="3469"/>
                    <a:pt x="1216" y="3540"/>
                    <a:pt x="1833" y="3540"/>
                  </a:cubicBezTo>
                  <a:cubicBezTo>
                    <a:pt x="3865" y="3540"/>
                    <a:pt x="5906" y="2769"/>
                    <a:pt x="7369" y="1358"/>
                  </a:cubicBezTo>
                  <a:cubicBezTo>
                    <a:pt x="7677" y="1984"/>
                    <a:pt x="8052" y="2456"/>
                    <a:pt x="8669" y="2755"/>
                  </a:cubicBezTo>
                  <a:cubicBezTo>
                    <a:pt x="8929" y="2870"/>
                    <a:pt x="9179" y="2967"/>
                    <a:pt x="9459" y="3015"/>
                  </a:cubicBezTo>
                  <a:cubicBezTo>
                    <a:pt x="9647" y="3050"/>
                    <a:pt x="9846" y="3074"/>
                    <a:pt x="10047" y="3074"/>
                  </a:cubicBezTo>
                  <a:cubicBezTo>
                    <a:pt x="10124" y="3074"/>
                    <a:pt x="10200" y="3071"/>
                    <a:pt x="10277" y="3063"/>
                  </a:cubicBezTo>
                  <a:cubicBezTo>
                    <a:pt x="9401" y="1262"/>
                    <a:pt x="7455" y="0"/>
                    <a:pt x="5202" y="0"/>
                  </a:cubicBezTo>
                  <a:close/>
                </a:path>
              </a:pathLst>
            </a:custGeom>
            <a:solidFill>
              <a:srgbClr val="544947"/>
            </a:solidFill>
            <a:ln cap="flat" cmpd="sng" w="9525">
              <a:solidFill>
                <a:srgbClr val="5449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4" name="Shape 6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5" name="Google Shape;6085;p53"/>
          <p:cNvSpPr/>
          <p:nvPr/>
        </p:nvSpPr>
        <p:spPr>
          <a:xfrm>
            <a:off x="1007050" y="649700"/>
            <a:ext cx="7883100" cy="3911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6" name="Google Shape;6086;p53"/>
          <p:cNvSpPr txBox="1"/>
          <p:nvPr>
            <p:ph type="title"/>
          </p:nvPr>
        </p:nvSpPr>
        <p:spPr>
          <a:xfrm>
            <a:off x="1433175" y="21550"/>
            <a:ext cx="69909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03</a:t>
            </a:r>
            <a:endParaRPr/>
          </a:p>
        </p:txBody>
      </p:sp>
      <p:pic>
        <p:nvPicPr>
          <p:cNvPr id="6087" name="Google Shape;6087;p53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8" name="Google Shape;6088;p53">
            <a:hlinkClick action="ppaction://hlinkshowjump?jump=previous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9" name="Google Shape;6089;p53">
            <a:hlinkClick action="ppaction://hlinkshowjump?jump=next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90" name="Google Shape;6090;p53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091" name="Google Shape;6091;p53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092" name="Google Shape;6092;p53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093" name="Google Shape;6093;p53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HW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094" name="Google Shape;6094;p53"/>
          <p:cNvSpPr txBox="1"/>
          <p:nvPr>
            <p:ph idx="1" type="subTitle"/>
          </p:nvPr>
        </p:nvSpPr>
        <p:spPr>
          <a:xfrm>
            <a:off x="1207700" y="787400"/>
            <a:ext cx="7584900" cy="37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Trên bàn học có 20 tấm thẻ có ghi một số ngẫu nhiên từ 1 đến 10 và chắc chắn luôn có ít nhất 1 thẻ có đánh số “1”. </a:t>
            </a:r>
            <a:endParaRPr sz="17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Bạn Lâm </a:t>
            </a:r>
            <a:r>
              <a:rPr lang="en" sz="1700"/>
              <a:t>lần</a:t>
            </a:r>
            <a:r>
              <a:rPr lang="en" sz="1700"/>
              <a:t> </a:t>
            </a:r>
            <a:r>
              <a:rPr lang="en" sz="1700">
                <a:solidFill>
                  <a:schemeClr val="dk1"/>
                </a:solidFill>
              </a:rPr>
              <a:t>lượt bỏ thẻ </a:t>
            </a:r>
            <a:r>
              <a:rPr lang="en" sz="1700">
                <a:solidFill>
                  <a:schemeClr val="dk1"/>
                </a:solidFill>
              </a:rPr>
              <a:t>vào</a:t>
            </a:r>
            <a:r>
              <a:rPr lang="en" sz="1700"/>
              <a:t> một chiếc hộp cao có thể xếp vừa tối đa 20 tấm thẻ và chỉ dừng lại khi bạn Lâm vừa bỏ tấm thẻ số “1” vào hộp. </a:t>
            </a:r>
            <a:endParaRPr sz="17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Biết rằng Lâm không thể đếm được hiện tại đang có bao nhiêu tấm thẻ trong hộp và không cộng các thẻ trong lúc đang bỏ vào hộp.</a:t>
            </a:r>
            <a:endParaRPr sz="17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Sau đó, Nhung lấy từng tấm thẻ ra khỏi hộp và cộng số của thẻ vừa bốc với tổng số của các thẻ đã lấy ra trước đó.</a:t>
            </a:r>
            <a:endParaRPr sz="1700"/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/>
              <a:t>Dùng cấu trúc </a:t>
            </a:r>
            <a:r>
              <a:rPr lang="en" sz="1700">
                <a:solidFill>
                  <a:schemeClr val="dk1"/>
                </a:solidFill>
              </a:rPr>
              <a:t>stack</a:t>
            </a:r>
            <a:r>
              <a:rPr lang="en" sz="1700"/>
              <a:t>, một </a:t>
            </a:r>
            <a:r>
              <a:rPr lang="en" sz="1700">
                <a:solidFill>
                  <a:schemeClr val="dk1"/>
                </a:solidFill>
              </a:rPr>
              <a:t>biến ngẫu nhiên</a:t>
            </a:r>
            <a:r>
              <a:rPr lang="en" sz="1700"/>
              <a:t> tượng trưng cho số bốc được và cài đặt </a:t>
            </a:r>
            <a:r>
              <a:rPr lang="en" sz="1700">
                <a:solidFill>
                  <a:schemeClr val="dk2"/>
                </a:solidFill>
                <a:highlight>
                  <a:schemeClr val="dk1"/>
                </a:highlight>
              </a:rPr>
              <a:t>hàm đệ quy để tạo hộp</a:t>
            </a:r>
            <a:r>
              <a:rPr lang="en" sz="1700"/>
              <a:t> lưu số của các thẻ lấy được từ biến ngẫu nhiên và </a:t>
            </a:r>
            <a:r>
              <a:rPr lang="en" sz="1700">
                <a:solidFill>
                  <a:schemeClr val="dk2"/>
                </a:solidFill>
                <a:highlight>
                  <a:schemeClr val="dk1"/>
                </a:highlight>
              </a:rPr>
              <a:t>hàm đệ quy để tính tổng</a:t>
            </a:r>
            <a:r>
              <a:rPr lang="en" sz="1700"/>
              <a:t> số các thẻ có trong hộp theo mô tả trên.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/>
              <a:t>Phân tích hai </a:t>
            </a:r>
            <a:r>
              <a:rPr lang="en" sz="1700">
                <a:solidFill>
                  <a:schemeClr val="dk1"/>
                </a:solidFill>
              </a:rPr>
              <a:t>hàm đệ quy</a:t>
            </a:r>
            <a:r>
              <a:rPr lang="en" sz="1700"/>
              <a:t> trên theo quy trình 4 bước.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8" name="Shape 6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9" name="Google Shape;6099;p54"/>
          <p:cNvSpPr/>
          <p:nvPr/>
        </p:nvSpPr>
        <p:spPr>
          <a:xfrm>
            <a:off x="2126975" y="1265325"/>
            <a:ext cx="5611500" cy="2687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0" name="Google Shape;6100;p54"/>
          <p:cNvSpPr txBox="1"/>
          <p:nvPr>
            <p:ph type="title"/>
          </p:nvPr>
        </p:nvSpPr>
        <p:spPr>
          <a:xfrm>
            <a:off x="2910050" y="2355260"/>
            <a:ext cx="40452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PRACTICES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101" name="Google Shape;6101;p54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or tap here to go to</a:t>
            </a:r>
            <a:r>
              <a:rPr lang="en"/>
              <a:t> </a:t>
            </a:r>
            <a:r>
              <a:rPr lang="en" u="sng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READ A RECURSIVE FUNCTION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02" name="Google Shape;6102;p54"/>
          <p:cNvSpPr txBox="1"/>
          <p:nvPr>
            <p:ph idx="2" type="title"/>
          </p:nvPr>
        </p:nvSpPr>
        <p:spPr>
          <a:xfrm>
            <a:off x="4276700" y="158302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03.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103" name="Google Shape;6103;p54">
            <a:hlinkClick action="ppaction://hlinkshowjump?jump=previousslide"/>
          </p:cNvPr>
          <p:cNvPicPr preferRelativeResize="0"/>
          <p:nvPr/>
        </p:nvPicPr>
        <p:blipFill rotWithShape="1">
          <a:blip r:embed="rId4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4" name="Google Shape;6104;p54">
            <a:hlinkClick action="ppaction://hlinkshowjump?jump=nextslide"/>
          </p:cNvPr>
          <p:cNvPicPr preferRelativeResize="0"/>
          <p:nvPr/>
        </p:nvPicPr>
        <p:blipFill rotWithShape="1">
          <a:blip r:embed="rId4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5" name="Google Shape;6105;p54">
            <a:hlinkClick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06" name="Google Shape;6106;p54">
            <a:hlinkClick action="ppaction://hlinksldjump" r:id="rId6"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107" name="Google Shape;6107;p54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108" name="Google Shape;6108;p54"/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PRACT</a:t>
            </a:r>
            <a:endParaRPr sz="1600"/>
          </a:p>
        </p:txBody>
      </p:sp>
      <p:sp>
        <p:nvSpPr>
          <p:cNvPr id="6109" name="Google Shape;6109;p54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HW</a:t>
            </a:r>
            <a:endParaRPr sz="1600">
              <a:solidFill>
                <a:schemeClr val="accent2"/>
              </a:solidFill>
            </a:endParaRPr>
          </a:p>
        </p:txBody>
      </p:sp>
      <p:grpSp>
        <p:nvGrpSpPr>
          <p:cNvPr id="6110" name="Google Shape;6110;p54"/>
          <p:cNvGrpSpPr/>
          <p:nvPr/>
        </p:nvGrpSpPr>
        <p:grpSpPr>
          <a:xfrm>
            <a:off x="2468750" y="3521050"/>
            <a:ext cx="4730137" cy="1172756"/>
            <a:chOff x="2468750" y="3521050"/>
            <a:chExt cx="4730137" cy="1172756"/>
          </a:xfrm>
        </p:grpSpPr>
        <p:sp>
          <p:nvSpPr>
            <p:cNvPr id="6111" name="Google Shape;6111;p54"/>
            <p:cNvSpPr/>
            <p:nvPr/>
          </p:nvSpPr>
          <p:spPr>
            <a:xfrm>
              <a:off x="2664850" y="3676225"/>
              <a:ext cx="4534037" cy="322275"/>
            </a:xfrm>
            <a:custGeom>
              <a:rect b="b" l="l" r="r" t="t"/>
              <a:pathLst>
                <a:path extrusionOk="0" h="12891" w="79909">
                  <a:moveTo>
                    <a:pt x="79657" y="1"/>
                  </a:moveTo>
                  <a:cubicBezTo>
                    <a:pt x="79618" y="1"/>
                    <a:pt x="79578" y="15"/>
                    <a:pt x="79540" y="47"/>
                  </a:cubicBezTo>
                  <a:cubicBezTo>
                    <a:pt x="75956" y="3581"/>
                    <a:pt x="71419" y="6037"/>
                    <a:pt x="66758" y="7842"/>
                  </a:cubicBezTo>
                  <a:cubicBezTo>
                    <a:pt x="61419" y="9897"/>
                    <a:pt x="55805" y="11150"/>
                    <a:pt x="50141" y="11852"/>
                  </a:cubicBezTo>
                  <a:cubicBezTo>
                    <a:pt x="46420" y="12309"/>
                    <a:pt x="42633" y="12553"/>
                    <a:pt x="38837" y="12553"/>
                  </a:cubicBezTo>
                  <a:cubicBezTo>
                    <a:pt x="30767" y="12553"/>
                    <a:pt x="22655" y="11450"/>
                    <a:pt x="15053" y="8945"/>
                  </a:cubicBezTo>
                  <a:cubicBezTo>
                    <a:pt x="9715" y="7165"/>
                    <a:pt x="4452" y="4609"/>
                    <a:pt x="366" y="674"/>
                  </a:cubicBezTo>
                  <a:cubicBezTo>
                    <a:pt x="326" y="639"/>
                    <a:pt x="282" y="624"/>
                    <a:pt x="241" y="624"/>
                  </a:cubicBezTo>
                  <a:cubicBezTo>
                    <a:pt x="106" y="624"/>
                    <a:pt x="0" y="784"/>
                    <a:pt x="116" y="899"/>
                  </a:cubicBezTo>
                  <a:cubicBezTo>
                    <a:pt x="3700" y="4358"/>
                    <a:pt x="8186" y="6764"/>
                    <a:pt x="12798" y="8493"/>
                  </a:cubicBezTo>
                  <a:cubicBezTo>
                    <a:pt x="18236" y="10549"/>
                    <a:pt x="23950" y="11727"/>
                    <a:pt x="29715" y="12353"/>
                  </a:cubicBezTo>
                  <a:cubicBezTo>
                    <a:pt x="32972" y="12706"/>
                    <a:pt x="36279" y="12891"/>
                    <a:pt x="39596" y="12891"/>
                  </a:cubicBezTo>
                  <a:cubicBezTo>
                    <a:pt x="48302" y="12891"/>
                    <a:pt x="57081" y="11618"/>
                    <a:pt x="65229" y="8769"/>
                  </a:cubicBezTo>
                  <a:cubicBezTo>
                    <a:pt x="70542" y="6889"/>
                    <a:pt x="75730" y="4258"/>
                    <a:pt x="79790" y="298"/>
                  </a:cubicBezTo>
                  <a:cubicBezTo>
                    <a:pt x="79908" y="180"/>
                    <a:pt x="79795" y="1"/>
                    <a:pt x="7965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12" name="Google Shape;6112;p54"/>
            <p:cNvGrpSpPr/>
            <p:nvPr/>
          </p:nvGrpSpPr>
          <p:grpSpPr>
            <a:xfrm>
              <a:off x="2468750" y="3521050"/>
              <a:ext cx="432375" cy="238050"/>
              <a:chOff x="2967100" y="4033350"/>
              <a:chExt cx="432375" cy="238050"/>
            </a:xfrm>
          </p:grpSpPr>
          <p:sp>
            <p:nvSpPr>
              <p:cNvPr id="6113" name="Google Shape;6113;p54"/>
              <p:cNvSpPr/>
              <p:nvPr/>
            </p:nvSpPr>
            <p:spPr>
              <a:xfrm>
                <a:off x="3153850" y="4033350"/>
                <a:ext cx="118425" cy="151275"/>
              </a:xfrm>
              <a:custGeom>
                <a:rect b="b" l="l" r="r" t="t"/>
                <a:pathLst>
                  <a:path extrusionOk="0" h="6051" w="4737">
                    <a:moveTo>
                      <a:pt x="2994" y="401"/>
                    </a:moveTo>
                    <a:cubicBezTo>
                      <a:pt x="3453" y="401"/>
                      <a:pt x="3882" y="651"/>
                      <a:pt x="4035" y="1192"/>
                    </a:cubicBezTo>
                    <a:cubicBezTo>
                      <a:pt x="4539" y="3071"/>
                      <a:pt x="2130" y="4699"/>
                      <a:pt x="564" y="5538"/>
                    </a:cubicBezTo>
                    <a:lnTo>
                      <a:pt x="564" y="5538"/>
                    </a:lnTo>
                    <a:cubicBezTo>
                      <a:pt x="663" y="4528"/>
                      <a:pt x="791" y="3477"/>
                      <a:pt x="1102" y="2495"/>
                    </a:cubicBezTo>
                    <a:cubicBezTo>
                      <a:pt x="1278" y="1944"/>
                      <a:pt x="1528" y="1317"/>
                      <a:pt x="1955" y="866"/>
                    </a:cubicBezTo>
                    <a:cubicBezTo>
                      <a:pt x="2234" y="564"/>
                      <a:pt x="2624" y="401"/>
                      <a:pt x="2994" y="401"/>
                    </a:cubicBezTo>
                    <a:close/>
                    <a:moveTo>
                      <a:pt x="3073" y="0"/>
                    </a:moveTo>
                    <a:cubicBezTo>
                      <a:pt x="2449" y="0"/>
                      <a:pt x="1812" y="454"/>
                      <a:pt x="1453" y="966"/>
                    </a:cubicBezTo>
                    <a:cubicBezTo>
                      <a:pt x="526" y="2319"/>
                      <a:pt x="376" y="4099"/>
                      <a:pt x="200" y="5678"/>
                    </a:cubicBezTo>
                    <a:cubicBezTo>
                      <a:pt x="198" y="5696"/>
                      <a:pt x="199" y="5712"/>
                      <a:pt x="201" y="5727"/>
                    </a:cubicBezTo>
                    <a:lnTo>
                      <a:pt x="201" y="5727"/>
                    </a:lnTo>
                    <a:cubicBezTo>
                      <a:pt x="184" y="5736"/>
                      <a:pt x="167" y="5745"/>
                      <a:pt x="150" y="5753"/>
                    </a:cubicBezTo>
                    <a:cubicBezTo>
                      <a:pt x="1" y="5838"/>
                      <a:pt x="87" y="6050"/>
                      <a:pt x="240" y="6050"/>
                    </a:cubicBezTo>
                    <a:cubicBezTo>
                      <a:pt x="266" y="6050"/>
                      <a:pt x="295" y="6044"/>
                      <a:pt x="325" y="6029"/>
                    </a:cubicBezTo>
                    <a:cubicBezTo>
                      <a:pt x="1629" y="5377"/>
                      <a:pt x="3032" y="4450"/>
                      <a:pt x="3884" y="3222"/>
                    </a:cubicBezTo>
                    <a:cubicBezTo>
                      <a:pt x="4436" y="2420"/>
                      <a:pt x="4736" y="1116"/>
                      <a:pt x="3909" y="340"/>
                    </a:cubicBezTo>
                    <a:cubicBezTo>
                      <a:pt x="3654" y="100"/>
                      <a:pt x="3365" y="0"/>
                      <a:pt x="30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4" name="Google Shape;6114;p54"/>
              <p:cNvSpPr/>
              <p:nvPr/>
            </p:nvSpPr>
            <p:spPr>
              <a:xfrm>
                <a:off x="3056075" y="4058225"/>
                <a:ext cx="114325" cy="124475"/>
              </a:xfrm>
              <a:custGeom>
                <a:rect b="b" l="l" r="r" t="t"/>
                <a:pathLst>
                  <a:path extrusionOk="0" h="4979" w="4573">
                    <a:moveTo>
                      <a:pt x="1437" y="424"/>
                    </a:moveTo>
                    <a:cubicBezTo>
                      <a:pt x="1977" y="424"/>
                      <a:pt x="2396" y="870"/>
                      <a:pt x="2683" y="1299"/>
                    </a:cubicBezTo>
                    <a:cubicBezTo>
                      <a:pt x="2908" y="1600"/>
                      <a:pt x="3084" y="1926"/>
                      <a:pt x="3259" y="2277"/>
                    </a:cubicBezTo>
                    <a:cubicBezTo>
                      <a:pt x="3622" y="2960"/>
                      <a:pt x="3876" y="3697"/>
                      <a:pt x="4067" y="4458"/>
                    </a:cubicBezTo>
                    <a:lnTo>
                      <a:pt x="4067" y="4458"/>
                    </a:lnTo>
                    <a:cubicBezTo>
                      <a:pt x="3473" y="4124"/>
                      <a:pt x="2906" y="3732"/>
                      <a:pt x="2407" y="3254"/>
                    </a:cubicBezTo>
                    <a:cubicBezTo>
                      <a:pt x="2106" y="2979"/>
                      <a:pt x="101" y="873"/>
                      <a:pt x="1053" y="497"/>
                    </a:cubicBezTo>
                    <a:cubicBezTo>
                      <a:pt x="1187" y="447"/>
                      <a:pt x="1315" y="424"/>
                      <a:pt x="1437" y="424"/>
                    </a:cubicBezTo>
                    <a:close/>
                    <a:moveTo>
                      <a:pt x="1535" y="1"/>
                    </a:moveTo>
                    <a:cubicBezTo>
                      <a:pt x="1300" y="1"/>
                      <a:pt x="1056" y="84"/>
                      <a:pt x="803" y="272"/>
                    </a:cubicBezTo>
                    <a:cubicBezTo>
                      <a:pt x="1" y="873"/>
                      <a:pt x="778" y="1851"/>
                      <a:pt x="1204" y="2427"/>
                    </a:cubicBezTo>
                    <a:cubicBezTo>
                      <a:pt x="2012" y="3481"/>
                      <a:pt x="3012" y="4295"/>
                      <a:pt x="4180" y="4916"/>
                    </a:cubicBezTo>
                    <a:lnTo>
                      <a:pt x="4180" y="4916"/>
                    </a:lnTo>
                    <a:cubicBezTo>
                      <a:pt x="4205" y="4956"/>
                      <a:pt x="4248" y="4975"/>
                      <a:pt x="4294" y="4975"/>
                    </a:cubicBezTo>
                    <a:cubicBezTo>
                      <a:pt x="4297" y="4975"/>
                      <a:pt x="4301" y="4975"/>
                      <a:pt x="4304" y="4974"/>
                    </a:cubicBezTo>
                    <a:lnTo>
                      <a:pt x="4304" y="4974"/>
                    </a:lnTo>
                    <a:cubicBezTo>
                      <a:pt x="4317" y="4977"/>
                      <a:pt x="4330" y="4979"/>
                      <a:pt x="4342" y="4979"/>
                    </a:cubicBezTo>
                    <a:cubicBezTo>
                      <a:pt x="4485" y="4979"/>
                      <a:pt x="4572" y="4781"/>
                      <a:pt x="4470" y="4682"/>
                    </a:cubicBezTo>
                    <a:lnTo>
                      <a:pt x="4470" y="4682"/>
                    </a:lnTo>
                    <a:cubicBezTo>
                      <a:pt x="4213" y="3596"/>
                      <a:pt x="3081" y="1"/>
                      <a:pt x="15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5" name="Google Shape;6115;p54"/>
              <p:cNvSpPr/>
              <p:nvPr/>
            </p:nvSpPr>
            <p:spPr>
              <a:xfrm>
                <a:off x="3163575" y="4138000"/>
                <a:ext cx="235900" cy="103125"/>
              </a:xfrm>
              <a:custGeom>
                <a:rect b="b" l="l" r="r" t="t"/>
                <a:pathLst>
                  <a:path extrusionOk="0" h="4125" w="9436">
                    <a:moveTo>
                      <a:pt x="7511" y="1"/>
                    </a:moveTo>
                    <a:cubicBezTo>
                      <a:pt x="7140" y="1"/>
                      <a:pt x="6788" y="183"/>
                      <a:pt x="6578" y="615"/>
                    </a:cubicBezTo>
                    <a:cubicBezTo>
                      <a:pt x="6510" y="735"/>
                      <a:pt x="6617" y="854"/>
                      <a:pt x="6723" y="854"/>
                    </a:cubicBezTo>
                    <a:cubicBezTo>
                      <a:pt x="6773" y="854"/>
                      <a:pt x="6822" y="829"/>
                      <a:pt x="6854" y="765"/>
                    </a:cubicBezTo>
                    <a:cubicBezTo>
                      <a:pt x="7024" y="432"/>
                      <a:pt x="7240" y="302"/>
                      <a:pt x="7466" y="302"/>
                    </a:cubicBezTo>
                    <a:cubicBezTo>
                      <a:pt x="8041" y="302"/>
                      <a:pt x="8683" y="1146"/>
                      <a:pt x="8809" y="1667"/>
                    </a:cubicBezTo>
                    <a:cubicBezTo>
                      <a:pt x="9009" y="2419"/>
                      <a:pt x="8708" y="3046"/>
                      <a:pt x="8057" y="3422"/>
                    </a:cubicBezTo>
                    <a:cubicBezTo>
                      <a:pt x="7674" y="3646"/>
                      <a:pt x="7278" y="3738"/>
                      <a:pt x="6883" y="3738"/>
                    </a:cubicBezTo>
                    <a:cubicBezTo>
                      <a:pt x="6217" y="3738"/>
                      <a:pt x="5556" y="3476"/>
                      <a:pt x="4974" y="3146"/>
                    </a:cubicBezTo>
                    <a:cubicBezTo>
                      <a:pt x="3587" y="2350"/>
                      <a:pt x="2344" y="1204"/>
                      <a:pt x="703" y="1204"/>
                    </a:cubicBezTo>
                    <a:cubicBezTo>
                      <a:pt x="536" y="1204"/>
                      <a:pt x="364" y="1216"/>
                      <a:pt x="187" y="1241"/>
                    </a:cubicBezTo>
                    <a:cubicBezTo>
                      <a:pt x="1" y="1288"/>
                      <a:pt x="52" y="1572"/>
                      <a:pt x="242" y="1572"/>
                    </a:cubicBezTo>
                    <a:cubicBezTo>
                      <a:pt x="256" y="1572"/>
                      <a:pt x="271" y="1571"/>
                      <a:pt x="287" y="1567"/>
                    </a:cubicBezTo>
                    <a:cubicBezTo>
                      <a:pt x="412" y="1548"/>
                      <a:pt x="537" y="1539"/>
                      <a:pt x="661" y="1539"/>
                    </a:cubicBezTo>
                    <a:cubicBezTo>
                      <a:pt x="2769" y="1539"/>
                      <a:pt x="4837" y="4125"/>
                      <a:pt x="6907" y="4125"/>
                    </a:cubicBezTo>
                    <a:cubicBezTo>
                      <a:pt x="7440" y="4125"/>
                      <a:pt x="7974" y="3953"/>
                      <a:pt x="8508" y="3522"/>
                    </a:cubicBezTo>
                    <a:cubicBezTo>
                      <a:pt x="9435" y="2770"/>
                      <a:pt x="9385" y="1517"/>
                      <a:pt x="8683" y="615"/>
                    </a:cubicBezTo>
                    <a:cubicBezTo>
                      <a:pt x="8389" y="240"/>
                      <a:pt x="7937" y="1"/>
                      <a:pt x="75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6" name="Google Shape;6116;p54"/>
              <p:cNvSpPr/>
              <p:nvPr/>
            </p:nvSpPr>
            <p:spPr>
              <a:xfrm>
                <a:off x="2967100" y="4169975"/>
                <a:ext cx="206300" cy="101425"/>
              </a:xfrm>
              <a:custGeom>
                <a:rect b="b" l="l" r="r" t="t"/>
                <a:pathLst>
                  <a:path extrusionOk="0" h="4057" w="8252">
                    <a:moveTo>
                      <a:pt x="7105" y="1"/>
                    </a:moveTo>
                    <a:cubicBezTo>
                      <a:pt x="6157" y="1"/>
                      <a:pt x="5383" y="443"/>
                      <a:pt x="4738" y="1316"/>
                    </a:cubicBezTo>
                    <a:cubicBezTo>
                      <a:pt x="4211" y="2017"/>
                      <a:pt x="3810" y="2895"/>
                      <a:pt x="3033" y="3371"/>
                    </a:cubicBezTo>
                    <a:cubicBezTo>
                      <a:pt x="2734" y="3562"/>
                      <a:pt x="2366" y="3691"/>
                      <a:pt x="2014" y="3691"/>
                    </a:cubicBezTo>
                    <a:cubicBezTo>
                      <a:pt x="1629" y="3691"/>
                      <a:pt x="1264" y="3538"/>
                      <a:pt x="1028" y="3145"/>
                    </a:cubicBezTo>
                    <a:cubicBezTo>
                      <a:pt x="577" y="2318"/>
                      <a:pt x="1279" y="1416"/>
                      <a:pt x="2156" y="1416"/>
                    </a:cubicBezTo>
                    <a:cubicBezTo>
                      <a:pt x="2382" y="1416"/>
                      <a:pt x="2382" y="1090"/>
                      <a:pt x="2156" y="1090"/>
                    </a:cubicBezTo>
                    <a:cubicBezTo>
                      <a:pt x="226" y="1090"/>
                      <a:pt x="1" y="3897"/>
                      <a:pt x="1931" y="4047"/>
                    </a:cubicBezTo>
                    <a:cubicBezTo>
                      <a:pt x="1987" y="4054"/>
                      <a:pt x="2043" y="4057"/>
                      <a:pt x="2099" y="4057"/>
                    </a:cubicBezTo>
                    <a:cubicBezTo>
                      <a:pt x="2957" y="4057"/>
                      <a:pt x="3717" y="3352"/>
                      <a:pt x="4211" y="2669"/>
                    </a:cubicBezTo>
                    <a:cubicBezTo>
                      <a:pt x="4587" y="2168"/>
                      <a:pt x="4863" y="1616"/>
                      <a:pt x="5289" y="1140"/>
                    </a:cubicBezTo>
                    <a:cubicBezTo>
                      <a:pt x="5808" y="568"/>
                      <a:pt x="6428" y="328"/>
                      <a:pt x="7114" y="328"/>
                    </a:cubicBezTo>
                    <a:cubicBezTo>
                      <a:pt x="7390" y="328"/>
                      <a:pt x="7676" y="367"/>
                      <a:pt x="7971" y="438"/>
                    </a:cubicBezTo>
                    <a:cubicBezTo>
                      <a:pt x="7994" y="446"/>
                      <a:pt x="8016" y="450"/>
                      <a:pt x="8035" y="450"/>
                    </a:cubicBezTo>
                    <a:cubicBezTo>
                      <a:pt x="8209" y="450"/>
                      <a:pt x="8251" y="183"/>
                      <a:pt x="8071" y="138"/>
                    </a:cubicBezTo>
                    <a:cubicBezTo>
                      <a:pt x="7730" y="46"/>
                      <a:pt x="7409" y="1"/>
                      <a:pt x="71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7" name="Google Shape;6117;p54"/>
              <p:cNvSpPr/>
              <p:nvPr/>
            </p:nvSpPr>
            <p:spPr>
              <a:xfrm>
                <a:off x="3145675" y="4172150"/>
                <a:ext cx="48275" cy="48900"/>
              </a:xfrm>
              <a:custGeom>
                <a:rect b="b" l="l" r="r" t="t"/>
                <a:pathLst>
                  <a:path extrusionOk="0" h="1956" w="1931">
                    <a:moveTo>
                      <a:pt x="978" y="1"/>
                    </a:moveTo>
                    <a:cubicBezTo>
                      <a:pt x="427" y="1"/>
                      <a:pt x="1" y="427"/>
                      <a:pt x="1" y="978"/>
                    </a:cubicBezTo>
                    <a:cubicBezTo>
                      <a:pt x="1" y="1504"/>
                      <a:pt x="427" y="1955"/>
                      <a:pt x="978" y="1955"/>
                    </a:cubicBezTo>
                    <a:cubicBezTo>
                      <a:pt x="1505" y="1955"/>
                      <a:pt x="1931" y="1504"/>
                      <a:pt x="1931" y="978"/>
                    </a:cubicBezTo>
                    <a:cubicBezTo>
                      <a:pt x="1931" y="427"/>
                      <a:pt x="1505" y="1"/>
                      <a:pt x="9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18" name="Google Shape;6118;p54"/>
            <p:cNvGrpSpPr/>
            <p:nvPr/>
          </p:nvGrpSpPr>
          <p:grpSpPr>
            <a:xfrm>
              <a:off x="3395427" y="3889212"/>
              <a:ext cx="343009" cy="714294"/>
              <a:chOff x="4593952" y="4081987"/>
              <a:chExt cx="343009" cy="714294"/>
            </a:xfrm>
          </p:grpSpPr>
          <p:sp>
            <p:nvSpPr>
              <p:cNvPr id="6119" name="Google Shape;6119;p54"/>
              <p:cNvSpPr/>
              <p:nvPr/>
            </p:nvSpPr>
            <p:spPr>
              <a:xfrm>
                <a:off x="4709475" y="4081987"/>
                <a:ext cx="31449" cy="73584"/>
              </a:xfrm>
              <a:custGeom>
                <a:rect b="b" l="l" r="r" t="t"/>
                <a:pathLst>
                  <a:path extrusionOk="0" h="7158" w="1774">
                    <a:moveTo>
                      <a:pt x="948" y="1"/>
                    </a:moveTo>
                    <a:cubicBezTo>
                      <a:pt x="925" y="1"/>
                      <a:pt x="902" y="2"/>
                      <a:pt x="878" y="5"/>
                    </a:cubicBezTo>
                    <a:cubicBezTo>
                      <a:pt x="51" y="105"/>
                      <a:pt x="76" y="1809"/>
                      <a:pt x="51" y="2386"/>
                    </a:cubicBezTo>
                    <a:cubicBezTo>
                      <a:pt x="1" y="3915"/>
                      <a:pt x="327" y="5443"/>
                      <a:pt x="652" y="6922"/>
                    </a:cubicBezTo>
                    <a:cubicBezTo>
                      <a:pt x="673" y="7004"/>
                      <a:pt x="740" y="7040"/>
                      <a:pt x="808" y="7040"/>
                    </a:cubicBezTo>
                    <a:cubicBezTo>
                      <a:pt x="906" y="7040"/>
                      <a:pt x="1008" y="6965"/>
                      <a:pt x="978" y="6847"/>
                    </a:cubicBezTo>
                    <a:cubicBezTo>
                      <a:pt x="753" y="5769"/>
                      <a:pt x="502" y="4717"/>
                      <a:pt x="427" y="3614"/>
                    </a:cubicBezTo>
                    <a:cubicBezTo>
                      <a:pt x="377" y="3163"/>
                      <a:pt x="377" y="2686"/>
                      <a:pt x="402" y="2235"/>
                    </a:cubicBezTo>
                    <a:cubicBezTo>
                      <a:pt x="402" y="2107"/>
                      <a:pt x="475" y="578"/>
                      <a:pt x="946" y="578"/>
                    </a:cubicBezTo>
                    <a:cubicBezTo>
                      <a:pt x="1028" y="578"/>
                      <a:pt x="1121" y="624"/>
                      <a:pt x="1229" y="732"/>
                    </a:cubicBezTo>
                    <a:cubicBezTo>
                      <a:pt x="1429" y="957"/>
                      <a:pt x="1329" y="2035"/>
                      <a:pt x="1329" y="2336"/>
                    </a:cubicBezTo>
                    <a:cubicBezTo>
                      <a:pt x="1354" y="2837"/>
                      <a:pt x="1354" y="3313"/>
                      <a:pt x="1354" y="3789"/>
                    </a:cubicBezTo>
                    <a:cubicBezTo>
                      <a:pt x="1329" y="4867"/>
                      <a:pt x="1254" y="5945"/>
                      <a:pt x="1129" y="6997"/>
                    </a:cubicBezTo>
                    <a:cubicBezTo>
                      <a:pt x="1117" y="7107"/>
                      <a:pt x="1187" y="7157"/>
                      <a:pt x="1266" y="7157"/>
                    </a:cubicBezTo>
                    <a:cubicBezTo>
                      <a:pt x="1349" y="7157"/>
                      <a:pt x="1442" y="7100"/>
                      <a:pt x="1455" y="6997"/>
                    </a:cubicBezTo>
                    <a:cubicBezTo>
                      <a:pt x="1655" y="5393"/>
                      <a:pt x="1730" y="3789"/>
                      <a:pt x="1655" y="2185"/>
                    </a:cubicBezTo>
                    <a:cubicBezTo>
                      <a:pt x="1655" y="1746"/>
                      <a:pt x="1774" y="1"/>
                      <a:pt x="9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0" name="Google Shape;6120;p54"/>
              <p:cNvSpPr/>
              <p:nvPr/>
            </p:nvSpPr>
            <p:spPr>
              <a:xfrm>
                <a:off x="4593952" y="4112461"/>
                <a:ext cx="343009" cy="683803"/>
              </a:xfrm>
              <a:custGeom>
                <a:rect b="b" l="l" r="r" t="t"/>
                <a:pathLst>
                  <a:path extrusionOk="0" h="38573" w="19349">
                    <a:moveTo>
                      <a:pt x="14126" y="1"/>
                    </a:moveTo>
                    <a:cubicBezTo>
                      <a:pt x="12915" y="1"/>
                      <a:pt x="543" y="4073"/>
                      <a:pt x="276" y="4727"/>
                    </a:cubicBezTo>
                    <a:cubicBezTo>
                      <a:pt x="1" y="5429"/>
                      <a:pt x="6692" y="25354"/>
                      <a:pt x="6692" y="27585"/>
                    </a:cubicBezTo>
                    <a:cubicBezTo>
                      <a:pt x="6692" y="29790"/>
                      <a:pt x="4587" y="38161"/>
                      <a:pt x="5289" y="38562"/>
                    </a:cubicBezTo>
                    <a:cubicBezTo>
                      <a:pt x="5300" y="38569"/>
                      <a:pt x="5314" y="38572"/>
                      <a:pt x="5331" y="38572"/>
                    </a:cubicBezTo>
                    <a:cubicBezTo>
                      <a:pt x="6371" y="38572"/>
                      <a:pt x="17981" y="25872"/>
                      <a:pt x="18647" y="23825"/>
                    </a:cubicBezTo>
                    <a:cubicBezTo>
                      <a:pt x="19349" y="21720"/>
                      <a:pt x="14612" y="291"/>
                      <a:pt x="14211" y="16"/>
                    </a:cubicBezTo>
                    <a:cubicBezTo>
                      <a:pt x="14197" y="6"/>
                      <a:pt x="14168" y="1"/>
                      <a:pt x="141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1" name="Google Shape;6121;p54"/>
              <p:cNvSpPr/>
              <p:nvPr/>
            </p:nvSpPr>
            <p:spPr>
              <a:xfrm>
                <a:off x="4677484" y="4632568"/>
                <a:ext cx="127088" cy="163713"/>
              </a:xfrm>
              <a:custGeom>
                <a:rect b="b" l="l" r="r" t="t"/>
                <a:pathLst>
                  <a:path extrusionOk="0" h="9235" w="7169">
                    <a:moveTo>
                      <a:pt x="1780" y="0"/>
                    </a:moveTo>
                    <a:cubicBezTo>
                      <a:pt x="1304" y="3258"/>
                      <a:pt x="0" y="8897"/>
                      <a:pt x="577" y="9223"/>
                    </a:cubicBezTo>
                    <a:cubicBezTo>
                      <a:pt x="589" y="9231"/>
                      <a:pt x="604" y="9235"/>
                      <a:pt x="623" y="9235"/>
                    </a:cubicBezTo>
                    <a:cubicBezTo>
                      <a:pt x="1141" y="9235"/>
                      <a:pt x="4143" y="6222"/>
                      <a:pt x="7168" y="2882"/>
                    </a:cubicBezTo>
                    <a:cubicBezTo>
                      <a:pt x="5464" y="1629"/>
                      <a:pt x="3133" y="551"/>
                      <a:pt x="17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2" name="Google Shape;6122;p54"/>
              <p:cNvSpPr/>
              <p:nvPr/>
            </p:nvSpPr>
            <p:spPr>
              <a:xfrm>
                <a:off x="4831111" y="4566196"/>
                <a:ext cx="8385" cy="15122"/>
              </a:xfrm>
              <a:custGeom>
                <a:rect b="b" l="l" r="r" t="t"/>
                <a:pathLst>
                  <a:path extrusionOk="0" h="853" w="473">
                    <a:moveTo>
                      <a:pt x="209" y="1"/>
                    </a:moveTo>
                    <a:cubicBezTo>
                      <a:pt x="113" y="1"/>
                      <a:pt x="0" y="86"/>
                      <a:pt x="31" y="210"/>
                    </a:cubicBezTo>
                    <a:cubicBezTo>
                      <a:pt x="56" y="386"/>
                      <a:pt x="81" y="561"/>
                      <a:pt x="131" y="737"/>
                    </a:cubicBezTo>
                    <a:cubicBezTo>
                      <a:pt x="151" y="817"/>
                      <a:pt x="212" y="853"/>
                      <a:pt x="275" y="853"/>
                    </a:cubicBezTo>
                    <a:cubicBezTo>
                      <a:pt x="370" y="853"/>
                      <a:pt x="472" y="772"/>
                      <a:pt x="457" y="636"/>
                    </a:cubicBezTo>
                    <a:cubicBezTo>
                      <a:pt x="407" y="461"/>
                      <a:pt x="382" y="285"/>
                      <a:pt x="332" y="110"/>
                    </a:cubicBezTo>
                    <a:cubicBezTo>
                      <a:pt x="322" y="33"/>
                      <a:pt x="269" y="1"/>
                      <a:pt x="2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3" name="Google Shape;6123;p54"/>
              <p:cNvSpPr/>
              <p:nvPr/>
            </p:nvSpPr>
            <p:spPr>
              <a:xfrm>
                <a:off x="4745381" y="4577400"/>
                <a:ext cx="10654" cy="18614"/>
              </a:xfrm>
              <a:custGeom>
                <a:rect b="b" l="l" r="r" t="t"/>
                <a:pathLst>
                  <a:path extrusionOk="0" h="1050" w="601">
                    <a:moveTo>
                      <a:pt x="204" y="1"/>
                    </a:moveTo>
                    <a:cubicBezTo>
                      <a:pt x="104" y="1"/>
                      <a:pt x="0" y="85"/>
                      <a:pt x="30" y="205"/>
                    </a:cubicBezTo>
                    <a:cubicBezTo>
                      <a:pt x="105" y="455"/>
                      <a:pt x="180" y="706"/>
                      <a:pt x="256" y="932"/>
                    </a:cubicBezTo>
                    <a:cubicBezTo>
                      <a:pt x="276" y="1014"/>
                      <a:pt x="343" y="1050"/>
                      <a:pt x="409" y="1050"/>
                    </a:cubicBezTo>
                    <a:cubicBezTo>
                      <a:pt x="505" y="1050"/>
                      <a:pt x="601" y="975"/>
                      <a:pt x="556" y="856"/>
                    </a:cubicBezTo>
                    <a:cubicBezTo>
                      <a:pt x="506" y="606"/>
                      <a:pt x="431" y="355"/>
                      <a:pt x="356" y="130"/>
                    </a:cubicBezTo>
                    <a:cubicBezTo>
                      <a:pt x="336" y="39"/>
                      <a:pt x="271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4" name="Google Shape;6124;p54"/>
              <p:cNvSpPr/>
              <p:nvPr/>
            </p:nvSpPr>
            <p:spPr>
              <a:xfrm>
                <a:off x="4693474" y="4522356"/>
                <a:ext cx="170184" cy="15157"/>
              </a:xfrm>
              <a:custGeom>
                <a:rect b="b" l="l" r="r" t="t"/>
                <a:pathLst>
                  <a:path extrusionOk="0" h="855" w="9600">
                    <a:moveTo>
                      <a:pt x="9421" y="0"/>
                    </a:moveTo>
                    <a:cubicBezTo>
                      <a:pt x="9414" y="0"/>
                      <a:pt x="9407" y="1"/>
                      <a:pt x="9399" y="1"/>
                    </a:cubicBezTo>
                    <a:cubicBezTo>
                      <a:pt x="6341" y="352"/>
                      <a:pt x="3284" y="252"/>
                      <a:pt x="226" y="528"/>
                    </a:cubicBezTo>
                    <a:cubicBezTo>
                      <a:pt x="8" y="528"/>
                      <a:pt x="1" y="855"/>
                      <a:pt x="204" y="855"/>
                    </a:cubicBezTo>
                    <a:cubicBezTo>
                      <a:pt x="211" y="855"/>
                      <a:pt x="218" y="854"/>
                      <a:pt x="226" y="854"/>
                    </a:cubicBezTo>
                    <a:cubicBezTo>
                      <a:pt x="3284" y="603"/>
                      <a:pt x="6341" y="703"/>
                      <a:pt x="9399" y="327"/>
                    </a:cubicBezTo>
                    <a:cubicBezTo>
                      <a:pt x="9592" y="303"/>
                      <a:pt x="9599" y="0"/>
                      <a:pt x="94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5" name="Google Shape;6125;p54"/>
              <p:cNvSpPr/>
              <p:nvPr/>
            </p:nvSpPr>
            <p:spPr>
              <a:xfrm>
                <a:off x="4708596" y="4611206"/>
                <a:ext cx="135509" cy="20918"/>
              </a:xfrm>
              <a:custGeom>
                <a:rect b="b" l="l" r="r" t="t"/>
                <a:pathLst>
                  <a:path extrusionOk="0" h="1180" w="7644">
                    <a:moveTo>
                      <a:pt x="179" y="1"/>
                    </a:moveTo>
                    <a:cubicBezTo>
                      <a:pt x="0" y="1"/>
                      <a:pt x="7" y="304"/>
                      <a:pt x="200" y="328"/>
                    </a:cubicBezTo>
                    <a:cubicBezTo>
                      <a:pt x="2631" y="604"/>
                      <a:pt x="4987" y="1055"/>
                      <a:pt x="7418" y="1180"/>
                    </a:cubicBezTo>
                    <a:cubicBezTo>
                      <a:pt x="7644" y="1180"/>
                      <a:pt x="7644" y="854"/>
                      <a:pt x="7418" y="829"/>
                    </a:cubicBezTo>
                    <a:cubicBezTo>
                      <a:pt x="4987" y="704"/>
                      <a:pt x="2631" y="278"/>
                      <a:pt x="200" y="2"/>
                    </a:cubicBezTo>
                    <a:cubicBezTo>
                      <a:pt x="193" y="1"/>
                      <a:pt x="186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6" name="Google Shape;6126;p54"/>
              <p:cNvSpPr/>
              <p:nvPr/>
            </p:nvSpPr>
            <p:spPr>
              <a:xfrm>
                <a:off x="4861868" y="4441519"/>
                <a:ext cx="66212" cy="152403"/>
              </a:xfrm>
              <a:custGeom>
                <a:rect b="b" l="l" r="r" t="t"/>
                <a:pathLst>
                  <a:path extrusionOk="0" h="8597" w="3735">
                    <a:moveTo>
                      <a:pt x="3083" y="0"/>
                    </a:moveTo>
                    <a:cubicBezTo>
                      <a:pt x="1980" y="652"/>
                      <a:pt x="1028" y="1955"/>
                      <a:pt x="552" y="3584"/>
                    </a:cubicBezTo>
                    <a:cubicBezTo>
                      <a:pt x="0" y="5539"/>
                      <a:pt x="301" y="7444"/>
                      <a:pt x="1178" y="8597"/>
                    </a:cubicBezTo>
                    <a:cubicBezTo>
                      <a:pt x="2457" y="7043"/>
                      <a:pt x="3359" y="5790"/>
                      <a:pt x="3559" y="5263"/>
                    </a:cubicBezTo>
                    <a:cubicBezTo>
                      <a:pt x="3735" y="4687"/>
                      <a:pt x="3509" y="2632"/>
                      <a:pt x="30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7" name="Google Shape;6127;p54"/>
              <p:cNvSpPr/>
              <p:nvPr/>
            </p:nvSpPr>
            <p:spPr>
              <a:xfrm>
                <a:off x="4643642" y="4214607"/>
                <a:ext cx="14856" cy="33363"/>
              </a:xfrm>
              <a:custGeom>
                <a:rect b="b" l="l" r="r" t="t"/>
                <a:pathLst>
                  <a:path extrusionOk="0" h="1882" w="838">
                    <a:moveTo>
                      <a:pt x="200" y="0"/>
                    </a:moveTo>
                    <a:cubicBezTo>
                      <a:pt x="102" y="0"/>
                      <a:pt x="0" y="75"/>
                      <a:pt x="30" y="193"/>
                    </a:cubicBezTo>
                    <a:lnTo>
                      <a:pt x="481" y="1772"/>
                    </a:lnTo>
                    <a:cubicBezTo>
                      <a:pt x="500" y="1849"/>
                      <a:pt x="559" y="1882"/>
                      <a:pt x="623" y="1882"/>
                    </a:cubicBezTo>
                    <a:cubicBezTo>
                      <a:pt x="725" y="1882"/>
                      <a:pt x="838" y="1796"/>
                      <a:pt x="807" y="1672"/>
                    </a:cubicBezTo>
                    <a:cubicBezTo>
                      <a:pt x="656" y="1146"/>
                      <a:pt x="506" y="645"/>
                      <a:pt x="355" y="118"/>
                    </a:cubicBezTo>
                    <a:cubicBezTo>
                      <a:pt x="335" y="36"/>
                      <a:pt x="26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8" name="Google Shape;6128;p54"/>
              <p:cNvSpPr/>
              <p:nvPr/>
            </p:nvSpPr>
            <p:spPr>
              <a:xfrm>
                <a:off x="4730684" y="4297837"/>
                <a:ext cx="12232" cy="22549"/>
              </a:xfrm>
              <a:custGeom>
                <a:rect b="b" l="l" r="r" t="t"/>
                <a:pathLst>
                  <a:path extrusionOk="0" h="1272" w="690">
                    <a:moveTo>
                      <a:pt x="216" y="1"/>
                    </a:moveTo>
                    <a:cubicBezTo>
                      <a:pt x="114" y="1"/>
                      <a:pt x="1" y="86"/>
                      <a:pt x="32" y="210"/>
                    </a:cubicBezTo>
                    <a:cubicBezTo>
                      <a:pt x="132" y="511"/>
                      <a:pt x="232" y="837"/>
                      <a:pt x="333" y="1163"/>
                    </a:cubicBezTo>
                    <a:cubicBezTo>
                      <a:pt x="352" y="1239"/>
                      <a:pt x="411" y="1272"/>
                      <a:pt x="474" y="1272"/>
                    </a:cubicBezTo>
                    <a:cubicBezTo>
                      <a:pt x="577" y="1272"/>
                      <a:pt x="689" y="1186"/>
                      <a:pt x="659" y="1062"/>
                    </a:cubicBezTo>
                    <a:lnTo>
                      <a:pt x="358" y="110"/>
                    </a:lnTo>
                    <a:cubicBezTo>
                      <a:pt x="339" y="33"/>
                      <a:pt x="279" y="1"/>
                      <a:pt x="2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9" name="Google Shape;6129;p54"/>
              <p:cNvSpPr/>
              <p:nvPr/>
            </p:nvSpPr>
            <p:spPr>
              <a:xfrm>
                <a:off x="4769366" y="4170181"/>
                <a:ext cx="10406" cy="19270"/>
              </a:xfrm>
              <a:custGeom>
                <a:rect b="b" l="l" r="r" t="t"/>
                <a:pathLst>
                  <a:path extrusionOk="0" h="1087" w="587">
                    <a:moveTo>
                      <a:pt x="201" y="0"/>
                    </a:moveTo>
                    <a:cubicBezTo>
                      <a:pt x="102" y="0"/>
                      <a:pt x="1" y="75"/>
                      <a:pt x="30" y="193"/>
                    </a:cubicBezTo>
                    <a:cubicBezTo>
                      <a:pt x="106" y="469"/>
                      <a:pt x="181" y="720"/>
                      <a:pt x="231" y="970"/>
                    </a:cubicBezTo>
                    <a:cubicBezTo>
                      <a:pt x="251" y="1050"/>
                      <a:pt x="315" y="1086"/>
                      <a:pt x="382" y="1086"/>
                    </a:cubicBezTo>
                    <a:cubicBezTo>
                      <a:pt x="482" y="1086"/>
                      <a:pt x="587" y="1005"/>
                      <a:pt x="557" y="870"/>
                    </a:cubicBezTo>
                    <a:cubicBezTo>
                      <a:pt x="482" y="619"/>
                      <a:pt x="431" y="369"/>
                      <a:pt x="356" y="118"/>
                    </a:cubicBezTo>
                    <a:cubicBezTo>
                      <a:pt x="336" y="36"/>
                      <a:pt x="269" y="0"/>
                      <a:pt x="2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0" name="Google Shape;6130;p54"/>
              <p:cNvSpPr/>
              <p:nvPr/>
            </p:nvSpPr>
            <p:spPr>
              <a:xfrm>
                <a:off x="4843112" y="4264173"/>
                <a:ext cx="9981" cy="21238"/>
              </a:xfrm>
              <a:custGeom>
                <a:rect b="b" l="l" r="r" t="t"/>
                <a:pathLst>
                  <a:path extrusionOk="0" h="1198" w="563">
                    <a:moveTo>
                      <a:pt x="199" y="1"/>
                    </a:moveTo>
                    <a:cubicBezTo>
                      <a:pt x="105" y="1"/>
                      <a:pt x="1" y="85"/>
                      <a:pt x="31" y="205"/>
                    </a:cubicBezTo>
                    <a:lnTo>
                      <a:pt x="206" y="1082"/>
                    </a:lnTo>
                    <a:cubicBezTo>
                      <a:pt x="226" y="1162"/>
                      <a:pt x="290" y="1198"/>
                      <a:pt x="357" y="1198"/>
                    </a:cubicBezTo>
                    <a:cubicBezTo>
                      <a:pt x="457" y="1198"/>
                      <a:pt x="562" y="1117"/>
                      <a:pt x="532" y="981"/>
                    </a:cubicBezTo>
                    <a:cubicBezTo>
                      <a:pt x="457" y="706"/>
                      <a:pt x="407" y="405"/>
                      <a:pt x="332" y="129"/>
                    </a:cubicBezTo>
                    <a:cubicBezTo>
                      <a:pt x="322" y="39"/>
                      <a:pt x="263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1" name="Google Shape;6131;p54"/>
              <p:cNvSpPr/>
              <p:nvPr/>
            </p:nvSpPr>
            <p:spPr>
              <a:xfrm>
                <a:off x="4840896" y="4357260"/>
                <a:ext cx="11736" cy="26574"/>
              </a:xfrm>
              <a:custGeom>
                <a:rect b="b" l="l" r="r" t="t"/>
                <a:pathLst>
                  <a:path extrusionOk="0" h="1499" w="662">
                    <a:moveTo>
                      <a:pt x="206" y="0"/>
                    </a:moveTo>
                    <a:cubicBezTo>
                      <a:pt x="106" y="0"/>
                      <a:pt x="0" y="81"/>
                      <a:pt x="31" y="217"/>
                    </a:cubicBezTo>
                    <a:cubicBezTo>
                      <a:pt x="131" y="593"/>
                      <a:pt x="206" y="994"/>
                      <a:pt x="306" y="1370"/>
                    </a:cubicBezTo>
                    <a:cubicBezTo>
                      <a:pt x="326" y="1460"/>
                      <a:pt x="391" y="1498"/>
                      <a:pt x="458" y="1498"/>
                    </a:cubicBezTo>
                    <a:cubicBezTo>
                      <a:pt x="558" y="1498"/>
                      <a:pt x="662" y="1414"/>
                      <a:pt x="632" y="1294"/>
                    </a:cubicBezTo>
                    <a:cubicBezTo>
                      <a:pt x="532" y="893"/>
                      <a:pt x="457" y="492"/>
                      <a:pt x="356" y="116"/>
                    </a:cubicBezTo>
                    <a:cubicBezTo>
                      <a:pt x="336" y="36"/>
                      <a:pt x="272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2" name="Google Shape;6132;p54"/>
              <p:cNvSpPr/>
              <p:nvPr/>
            </p:nvSpPr>
            <p:spPr>
              <a:xfrm>
                <a:off x="4705387" y="4403245"/>
                <a:ext cx="10424" cy="20670"/>
              </a:xfrm>
              <a:custGeom>
                <a:rect b="b" l="l" r="r" t="t"/>
                <a:pathLst>
                  <a:path extrusionOk="0" h="1166" w="588">
                    <a:moveTo>
                      <a:pt x="204" y="0"/>
                    </a:moveTo>
                    <a:cubicBezTo>
                      <a:pt x="105" y="0"/>
                      <a:pt x="0" y="84"/>
                      <a:pt x="30" y="204"/>
                    </a:cubicBezTo>
                    <a:cubicBezTo>
                      <a:pt x="106" y="480"/>
                      <a:pt x="156" y="756"/>
                      <a:pt x="231" y="1056"/>
                    </a:cubicBezTo>
                    <a:cubicBezTo>
                      <a:pt x="250" y="1133"/>
                      <a:pt x="309" y="1166"/>
                      <a:pt x="373" y="1166"/>
                    </a:cubicBezTo>
                    <a:cubicBezTo>
                      <a:pt x="475" y="1166"/>
                      <a:pt x="588" y="1080"/>
                      <a:pt x="557" y="956"/>
                    </a:cubicBezTo>
                    <a:cubicBezTo>
                      <a:pt x="481" y="680"/>
                      <a:pt x="406" y="405"/>
                      <a:pt x="356" y="129"/>
                    </a:cubicBezTo>
                    <a:cubicBezTo>
                      <a:pt x="336" y="38"/>
                      <a:pt x="271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3" name="Google Shape;6133;p54"/>
              <p:cNvSpPr/>
              <p:nvPr/>
            </p:nvSpPr>
            <p:spPr>
              <a:xfrm>
                <a:off x="4781988" y="4447883"/>
                <a:ext cx="14661" cy="35278"/>
              </a:xfrm>
              <a:custGeom>
                <a:rect b="b" l="l" r="r" t="t"/>
                <a:pathLst>
                  <a:path extrusionOk="0" h="1990" w="827">
                    <a:moveTo>
                      <a:pt x="202" y="1"/>
                    </a:moveTo>
                    <a:cubicBezTo>
                      <a:pt x="99" y="1"/>
                      <a:pt x="0" y="82"/>
                      <a:pt x="45" y="218"/>
                    </a:cubicBezTo>
                    <a:cubicBezTo>
                      <a:pt x="196" y="769"/>
                      <a:pt x="321" y="1320"/>
                      <a:pt x="471" y="1872"/>
                    </a:cubicBezTo>
                    <a:cubicBezTo>
                      <a:pt x="492" y="1954"/>
                      <a:pt x="559" y="1990"/>
                      <a:pt x="627" y="1990"/>
                    </a:cubicBezTo>
                    <a:cubicBezTo>
                      <a:pt x="725" y="1990"/>
                      <a:pt x="827" y="1915"/>
                      <a:pt x="797" y="1796"/>
                    </a:cubicBezTo>
                    <a:cubicBezTo>
                      <a:pt x="647" y="1220"/>
                      <a:pt x="496" y="669"/>
                      <a:pt x="371" y="117"/>
                    </a:cubicBezTo>
                    <a:cubicBezTo>
                      <a:pt x="341" y="37"/>
                      <a:pt x="271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4" name="Google Shape;6134;p54"/>
              <p:cNvSpPr/>
              <p:nvPr/>
            </p:nvSpPr>
            <p:spPr>
              <a:xfrm>
                <a:off x="4620863" y="4190568"/>
                <a:ext cx="249018" cy="88442"/>
              </a:xfrm>
              <a:custGeom>
                <a:rect b="b" l="l" r="r" t="t"/>
                <a:pathLst>
                  <a:path extrusionOk="0" h="4989" w="14047">
                    <a:moveTo>
                      <a:pt x="13801" y="0"/>
                    </a:moveTo>
                    <a:cubicBezTo>
                      <a:pt x="13776" y="0"/>
                      <a:pt x="13749" y="7"/>
                      <a:pt x="13721" y="21"/>
                    </a:cubicBezTo>
                    <a:cubicBezTo>
                      <a:pt x="9335" y="1900"/>
                      <a:pt x="4773" y="3354"/>
                      <a:pt x="187" y="4657"/>
                    </a:cubicBezTo>
                    <a:cubicBezTo>
                      <a:pt x="1" y="4704"/>
                      <a:pt x="74" y="4988"/>
                      <a:pt x="246" y="4988"/>
                    </a:cubicBezTo>
                    <a:cubicBezTo>
                      <a:pt x="259" y="4988"/>
                      <a:pt x="273" y="4987"/>
                      <a:pt x="287" y="4983"/>
                    </a:cubicBezTo>
                    <a:cubicBezTo>
                      <a:pt x="4899" y="3655"/>
                      <a:pt x="9485" y="2201"/>
                      <a:pt x="13896" y="296"/>
                    </a:cubicBezTo>
                    <a:cubicBezTo>
                      <a:pt x="14047" y="232"/>
                      <a:pt x="13957" y="0"/>
                      <a:pt x="138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5" name="Google Shape;6135;p54"/>
              <p:cNvSpPr/>
              <p:nvPr/>
            </p:nvSpPr>
            <p:spPr>
              <a:xfrm>
                <a:off x="4644848" y="4283106"/>
                <a:ext cx="245490" cy="89205"/>
              </a:xfrm>
              <a:custGeom>
                <a:rect b="b" l="l" r="r" t="t"/>
                <a:pathLst>
                  <a:path extrusionOk="0" h="5032" w="13848">
                    <a:moveTo>
                      <a:pt x="13582" y="1"/>
                    </a:moveTo>
                    <a:cubicBezTo>
                      <a:pt x="13562" y="1"/>
                      <a:pt x="13541" y="5"/>
                      <a:pt x="13521" y="14"/>
                    </a:cubicBezTo>
                    <a:cubicBezTo>
                      <a:pt x="9185" y="1893"/>
                      <a:pt x="4724" y="3397"/>
                      <a:pt x="187" y="4700"/>
                    </a:cubicBezTo>
                    <a:cubicBezTo>
                      <a:pt x="1" y="4747"/>
                      <a:pt x="53" y="5031"/>
                      <a:pt x="222" y="5031"/>
                    </a:cubicBezTo>
                    <a:cubicBezTo>
                      <a:pt x="235" y="5031"/>
                      <a:pt x="248" y="5030"/>
                      <a:pt x="262" y="5026"/>
                    </a:cubicBezTo>
                    <a:cubicBezTo>
                      <a:pt x="4824" y="3723"/>
                      <a:pt x="9335" y="2169"/>
                      <a:pt x="13671" y="314"/>
                    </a:cubicBezTo>
                    <a:cubicBezTo>
                      <a:pt x="13848" y="226"/>
                      <a:pt x="13732" y="1"/>
                      <a:pt x="135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6" name="Google Shape;6136;p54"/>
              <p:cNvSpPr/>
              <p:nvPr/>
            </p:nvSpPr>
            <p:spPr>
              <a:xfrm>
                <a:off x="4670641" y="4383089"/>
                <a:ext cx="238364" cy="81635"/>
              </a:xfrm>
              <a:custGeom>
                <a:rect b="b" l="l" r="r" t="t"/>
                <a:pathLst>
                  <a:path extrusionOk="0" h="4605" w="13446">
                    <a:moveTo>
                      <a:pt x="13162" y="0"/>
                    </a:moveTo>
                    <a:cubicBezTo>
                      <a:pt x="13140" y="0"/>
                      <a:pt x="13117" y="4"/>
                      <a:pt x="13093" y="13"/>
                    </a:cubicBezTo>
                    <a:cubicBezTo>
                      <a:pt x="8933" y="1817"/>
                      <a:pt x="4547" y="3045"/>
                      <a:pt x="186" y="4274"/>
                    </a:cubicBezTo>
                    <a:cubicBezTo>
                      <a:pt x="1" y="4343"/>
                      <a:pt x="51" y="4605"/>
                      <a:pt x="237" y="4605"/>
                    </a:cubicBezTo>
                    <a:cubicBezTo>
                      <a:pt x="253" y="4605"/>
                      <a:pt x="269" y="4603"/>
                      <a:pt x="286" y="4599"/>
                    </a:cubicBezTo>
                    <a:cubicBezTo>
                      <a:pt x="4672" y="3346"/>
                      <a:pt x="9058" y="2118"/>
                      <a:pt x="13269" y="314"/>
                    </a:cubicBezTo>
                    <a:cubicBezTo>
                      <a:pt x="13446" y="225"/>
                      <a:pt x="13330" y="0"/>
                      <a:pt x="131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37" name="Google Shape;6137;p54"/>
            <p:cNvGrpSpPr/>
            <p:nvPr/>
          </p:nvGrpSpPr>
          <p:grpSpPr>
            <a:xfrm>
              <a:off x="5455457" y="3952724"/>
              <a:ext cx="343009" cy="722636"/>
              <a:chOff x="5038257" y="4014524"/>
              <a:chExt cx="343009" cy="722636"/>
            </a:xfrm>
          </p:grpSpPr>
          <p:sp>
            <p:nvSpPr>
              <p:cNvPr id="6138" name="Google Shape;6138;p54"/>
              <p:cNvSpPr/>
              <p:nvPr/>
            </p:nvSpPr>
            <p:spPr>
              <a:xfrm>
                <a:off x="5096084" y="4111238"/>
                <a:ext cx="34055" cy="96012"/>
              </a:xfrm>
              <a:custGeom>
                <a:rect b="b" l="l" r="r" t="t"/>
                <a:pathLst>
                  <a:path extrusionOk="0" h="5416" w="1921">
                    <a:moveTo>
                      <a:pt x="207" y="0"/>
                    </a:moveTo>
                    <a:cubicBezTo>
                      <a:pt x="107" y="0"/>
                      <a:pt x="0" y="86"/>
                      <a:pt x="47" y="210"/>
                    </a:cubicBezTo>
                    <a:cubicBezTo>
                      <a:pt x="598" y="1889"/>
                      <a:pt x="974" y="3618"/>
                      <a:pt x="1550" y="5298"/>
                    </a:cubicBezTo>
                    <a:cubicBezTo>
                      <a:pt x="1581" y="5380"/>
                      <a:pt x="1654" y="5416"/>
                      <a:pt x="1724" y="5416"/>
                    </a:cubicBezTo>
                    <a:cubicBezTo>
                      <a:pt x="1825" y="5416"/>
                      <a:pt x="1921" y="5341"/>
                      <a:pt x="1876" y="5222"/>
                    </a:cubicBezTo>
                    <a:cubicBezTo>
                      <a:pt x="1275" y="3543"/>
                      <a:pt x="924" y="1789"/>
                      <a:pt x="347" y="110"/>
                    </a:cubicBezTo>
                    <a:cubicBezTo>
                      <a:pt x="328" y="33"/>
                      <a:pt x="269" y="0"/>
                      <a:pt x="2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9" name="Google Shape;6139;p54"/>
              <p:cNvSpPr/>
              <p:nvPr/>
            </p:nvSpPr>
            <p:spPr>
              <a:xfrm>
                <a:off x="5159548" y="4092287"/>
                <a:ext cx="7570" cy="5797"/>
              </a:xfrm>
              <a:custGeom>
                <a:rect b="b" l="l" r="r" t="t"/>
                <a:pathLst>
                  <a:path extrusionOk="0" h="327" w="427">
                    <a:moveTo>
                      <a:pt x="226" y="1"/>
                    </a:moveTo>
                    <a:cubicBezTo>
                      <a:pt x="0" y="1"/>
                      <a:pt x="0" y="327"/>
                      <a:pt x="226" y="327"/>
                    </a:cubicBezTo>
                    <a:cubicBezTo>
                      <a:pt x="427" y="327"/>
                      <a:pt x="427" y="1"/>
                      <a:pt x="22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0" name="Google Shape;6140;p54"/>
              <p:cNvSpPr/>
              <p:nvPr/>
            </p:nvSpPr>
            <p:spPr>
              <a:xfrm>
                <a:off x="5142225" y="4014524"/>
                <a:ext cx="31852" cy="83542"/>
              </a:xfrm>
              <a:custGeom>
                <a:rect b="b" l="l" r="r" t="t"/>
                <a:pathLst>
                  <a:path extrusionOk="0" h="7148" w="1797">
                    <a:moveTo>
                      <a:pt x="973" y="1"/>
                    </a:moveTo>
                    <a:cubicBezTo>
                      <a:pt x="950" y="1"/>
                      <a:pt x="927" y="2"/>
                      <a:pt x="902" y="5"/>
                    </a:cubicBezTo>
                    <a:cubicBezTo>
                      <a:pt x="75" y="80"/>
                      <a:pt x="100" y="1809"/>
                      <a:pt x="75" y="2386"/>
                    </a:cubicBezTo>
                    <a:cubicBezTo>
                      <a:pt x="0" y="3914"/>
                      <a:pt x="351" y="5418"/>
                      <a:pt x="677" y="6922"/>
                    </a:cubicBezTo>
                    <a:cubicBezTo>
                      <a:pt x="697" y="7002"/>
                      <a:pt x="761" y="7038"/>
                      <a:pt x="827" y="7038"/>
                    </a:cubicBezTo>
                    <a:cubicBezTo>
                      <a:pt x="927" y="7038"/>
                      <a:pt x="1033" y="6957"/>
                      <a:pt x="1003" y="6822"/>
                    </a:cubicBezTo>
                    <a:cubicBezTo>
                      <a:pt x="752" y="5769"/>
                      <a:pt x="526" y="4716"/>
                      <a:pt x="426" y="3614"/>
                    </a:cubicBezTo>
                    <a:cubicBezTo>
                      <a:pt x="401" y="3163"/>
                      <a:pt x="376" y="2686"/>
                      <a:pt x="401" y="2235"/>
                    </a:cubicBezTo>
                    <a:cubicBezTo>
                      <a:pt x="422" y="2107"/>
                      <a:pt x="480" y="578"/>
                      <a:pt x="946" y="578"/>
                    </a:cubicBezTo>
                    <a:cubicBezTo>
                      <a:pt x="1027" y="578"/>
                      <a:pt x="1121" y="624"/>
                      <a:pt x="1228" y="731"/>
                    </a:cubicBezTo>
                    <a:cubicBezTo>
                      <a:pt x="1454" y="957"/>
                      <a:pt x="1353" y="2035"/>
                      <a:pt x="1353" y="2335"/>
                    </a:cubicBezTo>
                    <a:cubicBezTo>
                      <a:pt x="1378" y="2812"/>
                      <a:pt x="1378" y="3313"/>
                      <a:pt x="1378" y="3789"/>
                    </a:cubicBezTo>
                    <a:cubicBezTo>
                      <a:pt x="1353" y="4867"/>
                      <a:pt x="1278" y="5919"/>
                      <a:pt x="1128" y="6997"/>
                    </a:cubicBezTo>
                    <a:cubicBezTo>
                      <a:pt x="1115" y="7097"/>
                      <a:pt x="1197" y="7148"/>
                      <a:pt x="1284" y="7148"/>
                    </a:cubicBezTo>
                    <a:cubicBezTo>
                      <a:pt x="1372" y="7148"/>
                      <a:pt x="1466" y="7097"/>
                      <a:pt x="1479" y="6997"/>
                    </a:cubicBezTo>
                    <a:cubicBezTo>
                      <a:pt x="1679" y="5393"/>
                      <a:pt x="1754" y="3789"/>
                      <a:pt x="1679" y="2185"/>
                    </a:cubicBezTo>
                    <a:cubicBezTo>
                      <a:pt x="1655" y="1722"/>
                      <a:pt x="1797" y="1"/>
                      <a:pt x="9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1" name="Google Shape;6141;p54"/>
              <p:cNvSpPr/>
              <p:nvPr/>
            </p:nvSpPr>
            <p:spPr>
              <a:xfrm>
                <a:off x="5038257" y="4052967"/>
                <a:ext cx="343009" cy="684193"/>
              </a:xfrm>
              <a:custGeom>
                <a:rect b="b" l="l" r="r" t="t"/>
                <a:pathLst>
                  <a:path extrusionOk="0" h="38595" w="19349">
                    <a:moveTo>
                      <a:pt x="14113" y="1"/>
                    </a:moveTo>
                    <a:cubicBezTo>
                      <a:pt x="12979" y="1"/>
                      <a:pt x="543" y="4070"/>
                      <a:pt x="276" y="4750"/>
                    </a:cubicBezTo>
                    <a:cubicBezTo>
                      <a:pt x="0" y="5452"/>
                      <a:pt x="6667" y="25352"/>
                      <a:pt x="6667" y="27582"/>
                    </a:cubicBezTo>
                    <a:cubicBezTo>
                      <a:pt x="6667" y="29813"/>
                      <a:pt x="4587" y="38159"/>
                      <a:pt x="5289" y="38585"/>
                    </a:cubicBezTo>
                    <a:cubicBezTo>
                      <a:pt x="5300" y="38592"/>
                      <a:pt x="5314" y="38595"/>
                      <a:pt x="5331" y="38595"/>
                    </a:cubicBezTo>
                    <a:cubicBezTo>
                      <a:pt x="6370" y="38595"/>
                      <a:pt x="17957" y="25894"/>
                      <a:pt x="18647" y="23823"/>
                    </a:cubicBezTo>
                    <a:cubicBezTo>
                      <a:pt x="19349" y="21743"/>
                      <a:pt x="14612" y="289"/>
                      <a:pt x="14186" y="13"/>
                    </a:cubicBezTo>
                    <a:cubicBezTo>
                      <a:pt x="14173" y="5"/>
                      <a:pt x="14149" y="1"/>
                      <a:pt x="141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2" name="Google Shape;6142;p54"/>
              <p:cNvSpPr/>
              <p:nvPr/>
            </p:nvSpPr>
            <p:spPr>
              <a:xfrm>
                <a:off x="5306172" y="4381972"/>
                <a:ext cx="66212" cy="152421"/>
              </a:xfrm>
              <a:custGeom>
                <a:rect b="b" l="l" r="r" t="t"/>
                <a:pathLst>
                  <a:path extrusionOk="0" h="8598" w="3735">
                    <a:moveTo>
                      <a:pt x="3083" y="1"/>
                    </a:moveTo>
                    <a:cubicBezTo>
                      <a:pt x="1980" y="677"/>
                      <a:pt x="1028" y="1981"/>
                      <a:pt x="552" y="3610"/>
                    </a:cubicBezTo>
                    <a:cubicBezTo>
                      <a:pt x="0" y="5540"/>
                      <a:pt x="276" y="7444"/>
                      <a:pt x="1178" y="8597"/>
                    </a:cubicBezTo>
                    <a:cubicBezTo>
                      <a:pt x="2456" y="7043"/>
                      <a:pt x="3359" y="5790"/>
                      <a:pt x="3534" y="5264"/>
                    </a:cubicBezTo>
                    <a:cubicBezTo>
                      <a:pt x="3735" y="4687"/>
                      <a:pt x="3509" y="2657"/>
                      <a:pt x="30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3" name="Google Shape;6143;p54"/>
              <p:cNvSpPr/>
              <p:nvPr/>
            </p:nvSpPr>
            <p:spPr>
              <a:xfrm>
                <a:off x="5121789" y="4573464"/>
                <a:ext cx="127088" cy="163696"/>
              </a:xfrm>
              <a:custGeom>
                <a:rect b="b" l="l" r="r" t="t"/>
                <a:pathLst>
                  <a:path extrusionOk="0" h="9234" w="7169">
                    <a:moveTo>
                      <a:pt x="1780" y="1"/>
                    </a:moveTo>
                    <a:cubicBezTo>
                      <a:pt x="1303" y="3259"/>
                      <a:pt x="0" y="8898"/>
                      <a:pt x="577" y="9224"/>
                    </a:cubicBezTo>
                    <a:cubicBezTo>
                      <a:pt x="587" y="9230"/>
                      <a:pt x="601" y="9233"/>
                      <a:pt x="617" y="9233"/>
                    </a:cubicBezTo>
                    <a:cubicBezTo>
                      <a:pt x="1118" y="9233"/>
                      <a:pt x="4132" y="6211"/>
                      <a:pt x="7168" y="2883"/>
                    </a:cubicBezTo>
                    <a:cubicBezTo>
                      <a:pt x="5464" y="1630"/>
                      <a:pt x="3133" y="552"/>
                      <a:pt x="17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4" name="Google Shape;6144;p54"/>
              <p:cNvSpPr/>
              <p:nvPr/>
            </p:nvSpPr>
            <p:spPr>
              <a:xfrm>
                <a:off x="5167880" y="4210760"/>
                <a:ext cx="12055" cy="22549"/>
              </a:xfrm>
              <a:custGeom>
                <a:rect b="b" l="l" r="r" t="t"/>
                <a:pathLst>
                  <a:path extrusionOk="0" h="1272" w="680">
                    <a:moveTo>
                      <a:pt x="205" y="0"/>
                    </a:moveTo>
                    <a:cubicBezTo>
                      <a:pt x="104" y="0"/>
                      <a:pt x="1" y="86"/>
                      <a:pt x="32" y="210"/>
                    </a:cubicBezTo>
                    <a:cubicBezTo>
                      <a:pt x="132" y="511"/>
                      <a:pt x="232" y="837"/>
                      <a:pt x="307" y="1162"/>
                    </a:cubicBezTo>
                    <a:cubicBezTo>
                      <a:pt x="336" y="1239"/>
                      <a:pt x="401" y="1272"/>
                      <a:pt x="467" y="1272"/>
                    </a:cubicBezTo>
                    <a:cubicBezTo>
                      <a:pt x="573" y="1272"/>
                      <a:pt x="680" y="1186"/>
                      <a:pt x="633" y="1062"/>
                    </a:cubicBezTo>
                    <a:lnTo>
                      <a:pt x="358" y="110"/>
                    </a:lnTo>
                    <a:cubicBezTo>
                      <a:pt x="329" y="33"/>
                      <a:pt x="267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5" name="Google Shape;6145;p54"/>
              <p:cNvSpPr/>
              <p:nvPr/>
            </p:nvSpPr>
            <p:spPr>
              <a:xfrm>
                <a:off x="5296280" y="4251196"/>
                <a:ext cx="10176" cy="21344"/>
              </a:xfrm>
              <a:custGeom>
                <a:rect b="b" l="l" r="r" t="t"/>
                <a:pathLst>
                  <a:path extrusionOk="0" h="1204" w="574">
                    <a:moveTo>
                      <a:pt x="216" y="0"/>
                    </a:moveTo>
                    <a:cubicBezTo>
                      <a:pt x="114" y="0"/>
                      <a:pt x="1" y="86"/>
                      <a:pt x="32" y="210"/>
                    </a:cubicBezTo>
                    <a:lnTo>
                      <a:pt x="232" y="1087"/>
                    </a:lnTo>
                    <a:cubicBezTo>
                      <a:pt x="252" y="1167"/>
                      <a:pt x="313" y="1203"/>
                      <a:pt x="376" y="1203"/>
                    </a:cubicBezTo>
                    <a:cubicBezTo>
                      <a:pt x="471" y="1203"/>
                      <a:pt x="573" y="1122"/>
                      <a:pt x="558" y="987"/>
                    </a:cubicBezTo>
                    <a:cubicBezTo>
                      <a:pt x="483" y="711"/>
                      <a:pt x="433" y="410"/>
                      <a:pt x="358" y="109"/>
                    </a:cubicBezTo>
                    <a:cubicBezTo>
                      <a:pt x="339" y="33"/>
                      <a:pt x="279" y="0"/>
                      <a:pt x="2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6" name="Google Shape;6146;p54"/>
              <p:cNvSpPr/>
              <p:nvPr/>
            </p:nvSpPr>
            <p:spPr>
              <a:xfrm>
                <a:off x="5299844" y="4360929"/>
                <a:ext cx="11771" cy="26556"/>
              </a:xfrm>
              <a:custGeom>
                <a:rect b="b" l="l" r="r" t="t"/>
                <a:pathLst>
                  <a:path extrusionOk="0" h="1498" w="664">
                    <a:moveTo>
                      <a:pt x="215" y="1"/>
                    </a:moveTo>
                    <a:cubicBezTo>
                      <a:pt x="113" y="1"/>
                      <a:pt x="0" y="86"/>
                      <a:pt x="31" y="210"/>
                    </a:cubicBezTo>
                    <a:cubicBezTo>
                      <a:pt x="132" y="586"/>
                      <a:pt x="207" y="987"/>
                      <a:pt x="307" y="1388"/>
                    </a:cubicBezTo>
                    <a:cubicBezTo>
                      <a:pt x="326" y="1465"/>
                      <a:pt x="386" y="1497"/>
                      <a:pt x="449" y="1497"/>
                    </a:cubicBezTo>
                    <a:cubicBezTo>
                      <a:pt x="551" y="1497"/>
                      <a:pt x="664" y="1412"/>
                      <a:pt x="633" y="1288"/>
                    </a:cubicBezTo>
                    <a:cubicBezTo>
                      <a:pt x="533" y="912"/>
                      <a:pt x="457" y="511"/>
                      <a:pt x="357" y="110"/>
                    </a:cubicBezTo>
                    <a:cubicBezTo>
                      <a:pt x="338" y="33"/>
                      <a:pt x="279" y="1"/>
                      <a:pt x="2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7" name="Google Shape;6147;p54"/>
              <p:cNvSpPr/>
              <p:nvPr/>
            </p:nvSpPr>
            <p:spPr>
              <a:xfrm>
                <a:off x="5132797" y="4310601"/>
                <a:ext cx="10424" cy="20794"/>
              </a:xfrm>
              <a:custGeom>
                <a:rect b="b" l="l" r="r" t="t"/>
                <a:pathLst>
                  <a:path extrusionOk="0" h="1173" w="588">
                    <a:moveTo>
                      <a:pt x="206" y="1"/>
                    </a:moveTo>
                    <a:cubicBezTo>
                      <a:pt x="106" y="1"/>
                      <a:pt x="1" y="82"/>
                      <a:pt x="31" y="217"/>
                    </a:cubicBezTo>
                    <a:cubicBezTo>
                      <a:pt x="106" y="493"/>
                      <a:pt x="156" y="768"/>
                      <a:pt x="231" y="1044"/>
                    </a:cubicBezTo>
                    <a:cubicBezTo>
                      <a:pt x="251" y="1135"/>
                      <a:pt x="316" y="1173"/>
                      <a:pt x="383" y="1173"/>
                    </a:cubicBezTo>
                    <a:cubicBezTo>
                      <a:pt x="483" y="1173"/>
                      <a:pt x="587" y="1089"/>
                      <a:pt x="557" y="969"/>
                    </a:cubicBezTo>
                    <a:cubicBezTo>
                      <a:pt x="482" y="693"/>
                      <a:pt x="432" y="393"/>
                      <a:pt x="357" y="117"/>
                    </a:cubicBezTo>
                    <a:cubicBezTo>
                      <a:pt x="337" y="37"/>
                      <a:pt x="272" y="1"/>
                      <a:pt x="2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8" name="Google Shape;6148;p54"/>
              <p:cNvSpPr/>
              <p:nvPr/>
            </p:nvSpPr>
            <p:spPr>
              <a:xfrm>
                <a:off x="5226115" y="4388762"/>
                <a:ext cx="14838" cy="35278"/>
              </a:xfrm>
              <a:custGeom>
                <a:rect b="b" l="l" r="r" t="t"/>
                <a:pathLst>
                  <a:path extrusionOk="0" h="1990" w="837">
                    <a:moveTo>
                      <a:pt x="200" y="1"/>
                    </a:moveTo>
                    <a:cubicBezTo>
                      <a:pt x="102" y="1"/>
                      <a:pt x="0" y="76"/>
                      <a:pt x="30" y="194"/>
                    </a:cubicBezTo>
                    <a:cubicBezTo>
                      <a:pt x="180" y="745"/>
                      <a:pt x="331" y="1322"/>
                      <a:pt x="481" y="1873"/>
                    </a:cubicBezTo>
                    <a:cubicBezTo>
                      <a:pt x="501" y="1953"/>
                      <a:pt x="565" y="1990"/>
                      <a:pt x="632" y="1990"/>
                    </a:cubicBezTo>
                    <a:cubicBezTo>
                      <a:pt x="732" y="1990"/>
                      <a:pt x="837" y="1908"/>
                      <a:pt x="807" y="1773"/>
                    </a:cubicBezTo>
                    <a:cubicBezTo>
                      <a:pt x="657" y="1222"/>
                      <a:pt x="506" y="670"/>
                      <a:pt x="356" y="119"/>
                    </a:cubicBezTo>
                    <a:cubicBezTo>
                      <a:pt x="335" y="37"/>
                      <a:pt x="269" y="1"/>
                      <a:pt x="2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9" name="Google Shape;6149;p54"/>
              <p:cNvSpPr/>
              <p:nvPr/>
            </p:nvSpPr>
            <p:spPr>
              <a:xfrm>
                <a:off x="5275238" y="4506986"/>
                <a:ext cx="8367" cy="15015"/>
              </a:xfrm>
              <a:custGeom>
                <a:rect b="b" l="l" r="r" t="t"/>
                <a:pathLst>
                  <a:path extrusionOk="0" h="847" w="472">
                    <a:moveTo>
                      <a:pt x="198" y="0"/>
                    </a:moveTo>
                    <a:cubicBezTo>
                      <a:pt x="103" y="0"/>
                      <a:pt x="1" y="82"/>
                      <a:pt x="16" y="217"/>
                    </a:cubicBezTo>
                    <a:cubicBezTo>
                      <a:pt x="66" y="392"/>
                      <a:pt x="91" y="568"/>
                      <a:pt x="141" y="718"/>
                    </a:cubicBezTo>
                    <a:cubicBezTo>
                      <a:pt x="151" y="809"/>
                      <a:pt x="210" y="847"/>
                      <a:pt x="273" y="847"/>
                    </a:cubicBezTo>
                    <a:cubicBezTo>
                      <a:pt x="367" y="847"/>
                      <a:pt x="472" y="763"/>
                      <a:pt x="442" y="643"/>
                    </a:cubicBezTo>
                    <a:cubicBezTo>
                      <a:pt x="417" y="467"/>
                      <a:pt x="392" y="292"/>
                      <a:pt x="342" y="117"/>
                    </a:cubicBezTo>
                    <a:cubicBezTo>
                      <a:pt x="322" y="36"/>
                      <a:pt x="261" y="0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0" name="Google Shape;6150;p54"/>
              <p:cNvSpPr/>
              <p:nvPr/>
            </p:nvSpPr>
            <p:spPr>
              <a:xfrm>
                <a:off x="5196971" y="4536715"/>
                <a:ext cx="10690" cy="18720"/>
              </a:xfrm>
              <a:custGeom>
                <a:rect b="b" l="l" r="r" t="t"/>
                <a:pathLst>
                  <a:path extrusionOk="0" h="1056" w="603">
                    <a:moveTo>
                      <a:pt x="197" y="1"/>
                    </a:moveTo>
                    <a:cubicBezTo>
                      <a:pt x="96" y="1"/>
                      <a:pt x="0" y="76"/>
                      <a:pt x="45" y="194"/>
                    </a:cubicBezTo>
                    <a:cubicBezTo>
                      <a:pt x="95" y="445"/>
                      <a:pt x="170" y="695"/>
                      <a:pt x="245" y="946"/>
                    </a:cubicBezTo>
                    <a:cubicBezTo>
                      <a:pt x="265" y="1022"/>
                      <a:pt x="324" y="1055"/>
                      <a:pt x="387" y="1055"/>
                    </a:cubicBezTo>
                    <a:cubicBezTo>
                      <a:pt x="490" y="1055"/>
                      <a:pt x="602" y="970"/>
                      <a:pt x="571" y="846"/>
                    </a:cubicBezTo>
                    <a:cubicBezTo>
                      <a:pt x="496" y="595"/>
                      <a:pt x="421" y="369"/>
                      <a:pt x="371" y="119"/>
                    </a:cubicBezTo>
                    <a:cubicBezTo>
                      <a:pt x="340" y="37"/>
                      <a:pt x="267" y="1"/>
                      <a:pt x="1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1" name="Google Shape;6151;p54"/>
              <p:cNvSpPr/>
              <p:nvPr/>
            </p:nvSpPr>
            <p:spPr>
              <a:xfrm>
                <a:off x="5085057" y="4206984"/>
                <a:ext cx="243700" cy="85287"/>
              </a:xfrm>
              <a:custGeom>
                <a:rect b="b" l="l" r="r" t="t"/>
                <a:pathLst>
                  <a:path extrusionOk="0" h="4811" w="13747">
                    <a:moveTo>
                      <a:pt x="13503" y="0"/>
                    </a:moveTo>
                    <a:cubicBezTo>
                      <a:pt x="13478" y="0"/>
                      <a:pt x="13452" y="7"/>
                      <a:pt x="13426" y="22"/>
                    </a:cubicBezTo>
                    <a:cubicBezTo>
                      <a:pt x="9290" y="2152"/>
                      <a:pt x="4779" y="3606"/>
                      <a:pt x="217" y="4483"/>
                    </a:cubicBezTo>
                    <a:cubicBezTo>
                      <a:pt x="0" y="4507"/>
                      <a:pt x="85" y="4810"/>
                      <a:pt x="271" y="4810"/>
                    </a:cubicBezTo>
                    <a:cubicBezTo>
                      <a:pt x="278" y="4810"/>
                      <a:pt x="285" y="4810"/>
                      <a:pt x="293" y="4809"/>
                    </a:cubicBezTo>
                    <a:cubicBezTo>
                      <a:pt x="4879" y="3932"/>
                      <a:pt x="9416" y="2453"/>
                      <a:pt x="13576" y="298"/>
                    </a:cubicBezTo>
                    <a:cubicBezTo>
                      <a:pt x="13746" y="212"/>
                      <a:pt x="13645" y="0"/>
                      <a:pt x="135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2" name="Google Shape;6152;p54"/>
              <p:cNvSpPr/>
              <p:nvPr/>
            </p:nvSpPr>
            <p:spPr>
              <a:xfrm>
                <a:off x="5103813" y="4273657"/>
                <a:ext cx="240084" cy="83550"/>
              </a:xfrm>
              <a:custGeom>
                <a:rect b="b" l="l" r="r" t="t"/>
                <a:pathLst>
                  <a:path extrusionOk="0" h="4713" w="13543">
                    <a:moveTo>
                      <a:pt x="13276" y="0"/>
                    </a:moveTo>
                    <a:cubicBezTo>
                      <a:pt x="13250" y="0"/>
                      <a:pt x="13223" y="6"/>
                      <a:pt x="13195" y="20"/>
                    </a:cubicBezTo>
                    <a:cubicBezTo>
                      <a:pt x="9109" y="2101"/>
                      <a:pt x="4623" y="3228"/>
                      <a:pt x="187" y="4381"/>
                    </a:cubicBezTo>
                    <a:cubicBezTo>
                      <a:pt x="1" y="4428"/>
                      <a:pt x="74" y="4712"/>
                      <a:pt x="246" y="4712"/>
                    </a:cubicBezTo>
                    <a:cubicBezTo>
                      <a:pt x="259" y="4712"/>
                      <a:pt x="273" y="4711"/>
                      <a:pt x="287" y="4707"/>
                    </a:cubicBezTo>
                    <a:cubicBezTo>
                      <a:pt x="4723" y="3554"/>
                      <a:pt x="9260" y="2401"/>
                      <a:pt x="13370" y="321"/>
                    </a:cubicBezTo>
                    <a:cubicBezTo>
                      <a:pt x="13543" y="235"/>
                      <a:pt x="13437" y="0"/>
                      <a:pt x="132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3" name="Google Shape;6153;p54"/>
              <p:cNvSpPr/>
              <p:nvPr/>
            </p:nvSpPr>
            <p:spPr>
              <a:xfrm>
                <a:off x="5109149" y="4292288"/>
                <a:ext cx="238275" cy="83567"/>
              </a:xfrm>
              <a:custGeom>
                <a:rect b="b" l="l" r="r" t="t"/>
                <a:pathLst>
                  <a:path extrusionOk="0" h="4714" w="13441">
                    <a:moveTo>
                      <a:pt x="13197" y="0"/>
                    </a:moveTo>
                    <a:cubicBezTo>
                      <a:pt x="13172" y="0"/>
                      <a:pt x="13145" y="7"/>
                      <a:pt x="13119" y="22"/>
                    </a:cubicBezTo>
                    <a:cubicBezTo>
                      <a:pt x="9084" y="2177"/>
                      <a:pt x="4648" y="3431"/>
                      <a:pt x="187" y="4383"/>
                    </a:cubicBezTo>
                    <a:cubicBezTo>
                      <a:pt x="1" y="4430"/>
                      <a:pt x="74" y="4714"/>
                      <a:pt x="246" y="4714"/>
                    </a:cubicBezTo>
                    <a:cubicBezTo>
                      <a:pt x="259" y="4714"/>
                      <a:pt x="273" y="4712"/>
                      <a:pt x="287" y="4709"/>
                    </a:cubicBezTo>
                    <a:cubicBezTo>
                      <a:pt x="4748" y="3756"/>
                      <a:pt x="9234" y="2478"/>
                      <a:pt x="13270" y="298"/>
                    </a:cubicBezTo>
                    <a:cubicBezTo>
                      <a:pt x="13440" y="212"/>
                      <a:pt x="13339" y="0"/>
                      <a:pt x="131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4" name="Google Shape;6154;p54"/>
              <p:cNvSpPr/>
              <p:nvPr/>
            </p:nvSpPr>
            <p:spPr>
              <a:xfrm>
                <a:off x="5160771" y="4089025"/>
                <a:ext cx="34232" cy="96012"/>
              </a:xfrm>
              <a:custGeom>
                <a:rect b="b" l="l" r="r" t="t"/>
                <a:pathLst>
                  <a:path extrusionOk="0" h="5416" w="1931">
                    <a:moveTo>
                      <a:pt x="205" y="0"/>
                    </a:moveTo>
                    <a:cubicBezTo>
                      <a:pt x="104" y="0"/>
                      <a:pt x="1" y="86"/>
                      <a:pt x="32" y="210"/>
                    </a:cubicBezTo>
                    <a:cubicBezTo>
                      <a:pt x="608" y="1889"/>
                      <a:pt x="959" y="3618"/>
                      <a:pt x="1561" y="5298"/>
                    </a:cubicBezTo>
                    <a:cubicBezTo>
                      <a:pt x="1591" y="5380"/>
                      <a:pt x="1664" y="5415"/>
                      <a:pt x="1734" y="5415"/>
                    </a:cubicBezTo>
                    <a:cubicBezTo>
                      <a:pt x="1835" y="5415"/>
                      <a:pt x="1931" y="5341"/>
                      <a:pt x="1886" y="5222"/>
                    </a:cubicBezTo>
                    <a:cubicBezTo>
                      <a:pt x="1285" y="3543"/>
                      <a:pt x="909" y="1789"/>
                      <a:pt x="358" y="110"/>
                    </a:cubicBezTo>
                    <a:cubicBezTo>
                      <a:pt x="329" y="33"/>
                      <a:pt x="267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5" name="Google Shape;6155;p54"/>
              <p:cNvSpPr/>
              <p:nvPr/>
            </p:nvSpPr>
            <p:spPr>
              <a:xfrm>
                <a:off x="5225370" y="4066812"/>
                <a:ext cx="34250" cy="96012"/>
              </a:xfrm>
              <a:custGeom>
                <a:rect b="b" l="l" r="r" t="t"/>
                <a:pathLst>
                  <a:path extrusionOk="0" h="5416" w="1932">
                    <a:moveTo>
                      <a:pt x="213" y="0"/>
                    </a:moveTo>
                    <a:cubicBezTo>
                      <a:pt x="107" y="0"/>
                      <a:pt x="0" y="86"/>
                      <a:pt x="47" y="210"/>
                    </a:cubicBezTo>
                    <a:cubicBezTo>
                      <a:pt x="598" y="1889"/>
                      <a:pt x="974" y="3618"/>
                      <a:pt x="1576" y="5297"/>
                    </a:cubicBezTo>
                    <a:cubicBezTo>
                      <a:pt x="1596" y="5379"/>
                      <a:pt x="1663" y="5415"/>
                      <a:pt x="1731" y="5415"/>
                    </a:cubicBezTo>
                    <a:cubicBezTo>
                      <a:pt x="1830" y="5415"/>
                      <a:pt x="1931" y="5341"/>
                      <a:pt x="1902" y="5222"/>
                    </a:cubicBezTo>
                    <a:cubicBezTo>
                      <a:pt x="1300" y="3543"/>
                      <a:pt x="924" y="1789"/>
                      <a:pt x="373" y="109"/>
                    </a:cubicBezTo>
                    <a:cubicBezTo>
                      <a:pt x="344" y="33"/>
                      <a:pt x="279" y="0"/>
                      <a:pt x="2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6" name="Google Shape;6156;p54"/>
            <p:cNvGrpSpPr/>
            <p:nvPr/>
          </p:nvGrpSpPr>
          <p:grpSpPr>
            <a:xfrm>
              <a:off x="4417109" y="3974664"/>
              <a:ext cx="343453" cy="719142"/>
              <a:chOff x="4132771" y="4010502"/>
              <a:chExt cx="343453" cy="719142"/>
            </a:xfrm>
          </p:grpSpPr>
          <p:sp>
            <p:nvSpPr>
              <p:cNvPr id="6157" name="Google Shape;6157;p54"/>
              <p:cNvSpPr/>
              <p:nvPr/>
            </p:nvSpPr>
            <p:spPr>
              <a:xfrm>
                <a:off x="4255825" y="4010502"/>
                <a:ext cx="31475" cy="69250"/>
              </a:xfrm>
              <a:custGeom>
                <a:rect b="b" l="l" r="r" t="t"/>
                <a:pathLst>
                  <a:path extrusionOk="0" h="7165" w="1775">
                    <a:moveTo>
                      <a:pt x="932" y="1"/>
                    </a:moveTo>
                    <a:cubicBezTo>
                      <a:pt x="914" y="1"/>
                      <a:pt x="896" y="1"/>
                      <a:pt x="878" y="3"/>
                    </a:cubicBezTo>
                    <a:cubicBezTo>
                      <a:pt x="51" y="103"/>
                      <a:pt x="76" y="1833"/>
                      <a:pt x="51" y="2384"/>
                    </a:cubicBezTo>
                    <a:cubicBezTo>
                      <a:pt x="1" y="3913"/>
                      <a:pt x="327" y="5442"/>
                      <a:pt x="652" y="6920"/>
                    </a:cubicBezTo>
                    <a:cubicBezTo>
                      <a:pt x="673" y="7011"/>
                      <a:pt x="737" y="7049"/>
                      <a:pt x="804" y="7049"/>
                    </a:cubicBezTo>
                    <a:cubicBezTo>
                      <a:pt x="904" y="7049"/>
                      <a:pt x="1008" y="6965"/>
                      <a:pt x="978" y="6845"/>
                    </a:cubicBezTo>
                    <a:cubicBezTo>
                      <a:pt x="753" y="5767"/>
                      <a:pt x="502" y="4715"/>
                      <a:pt x="427" y="3637"/>
                    </a:cubicBezTo>
                    <a:cubicBezTo>
                      <a:pt x="377" y="3161"/>
                      <a:pt x="377" y="2685"/>
                      <a:pt x="402" y="2234"/>
                    </a:cubicBezTo>
                    <a:cubicBezTo>
                      <a:pt x="402" y="2127"/>
                      <a:pt x="474" y="593"/>
                      <a:pt x="941" y="593"/>
                    </a:cubicBezTo>
                    <a:cubicBezTo>
                      <a:pt x="1024" y="593"/>
                      <a:pt x="1119" y="641"/>
                      <a:pt x="1229" y="755"/>
                    </a:cubicBezTo>
                    <a:cubicBezTo>
                      <a:pt x="1429" y="955"/>
                      <a:pt x="1329" y="2033"/>
                      <a:pt x="1329" y="2359"/>
                    </a:cubicBezTo>
                    <a:cubicBezTo>
                      <a:pt x="1354" y="2835"/>
                      <a:pt x="1354" y="3311"/>
                      <a:pt x="1354" y="3787"/>
                    </a:cubicBezTo>
                    <a:cubicBezTo>
                      <a:pt x="1329" y="4865"/>
                      <a:pt x="1254" y="5943"/>
                      <a:pt x="1129" y="6996"/>
                    </a:cubicBezTo>
                    <a:cubicBezTo>
                      <a:pt x="1116" y="7108"/>
                      <a:pt x="1191" y="7165"/>
                      <a:pt x="1273" y="7165"/>
                    </a:cubicBezTo>
                    <a:cubicBezTo>
                      <a:pt x="1354" y="7165"/>
                      <a:pt x="1442" y="7108"/>
                      <a:pt x="1454" y="6996"/>
                    </a:cubicBezTo>
                    <a:cubicBezTo>
                      <a:pt x="1655" y="5391"/>
                      <a:pt x="1730" y="3787"/>
                      <a:pt x="1655" y="2183"/>
                    </a:cubicBezTo>
                    <a:cubicBezTo>
                      <a:pt x="1630" y="1742"/>
                      <a:pt x="1774" y="1"/>
                      <a:pt x="9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8" name="Google Shape;6158;p54"/>
              <p:cNvSpPr/>
              <p:nvPr/>
            </p:nvSpPr>
            <p:spPr>
              <a:xfrm>
                <a:off x="4132771" y="4045823"/>
                <a:ext cx="343453" cy="683785"/>
              </a:xfrm>
              <a:custGeom>
                <a:rect b="b" l="l" r="r" t="t"/>
                <a:pathLst>
                  <a:path extrusionOk="0" h="38572" w="19374">
                    <a:moveTo>
                      <a:pt x="14126" y="0"/>
                    </a:moveTo>
                    <a:cubicBezTo>
                      <a:pt x="12916" y="0"/>
                      <a:pt x="567" y="4073"/>
                      <a:pt x="276" y="4727"/>
                    </a:cubicBezTo>
                    <a:cubicBezTo>
                      <a:pt x="0" y="5429"/>
                      <a:pt x="6692" y="25354"/>
                      <a:pt x="6692" y="27584"/>
                    </a:cubicBezTo>
                    <a:cubicBezTo>
                      <a:pt x="6692" y="29790"/>
                      <a:pt x="4612" y="38161"/>
                      <a:pt x="5289" y="38562"/>
                    </a:cubicBezTo>
                    <a:cubicBezTo>
                      <a:pt x="5300" y="38569"/>
                      <a:pt x="5314" y="38572"/>
                      <a:pt x="5331" y="38572"/>
                    </a:cubicBezTo>
                    <a:cubicBezTo>
                      <a:pt x="6371" y="38572"/>
                      <a:pt x="17982" y="25872"/>
                      <a:pt x="18672" y="23825"/>
                    </a:cubicBezTo>
                    <a:cubicBezTo>
                      <a:pt x="19374" y="21720"/>
                      <a:pt x="14637" y="291"/>
                      <a:pt x="14211" y="15"/>
                    </a:cubicBezTo>
                    <a:cubicBezTo>
                      <a:pt x="14197" y="5"/>
                      <a:pt x="14168" y="0"/>
                      <a:pt x="14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9" name="Google Shape;6159;p54"/>
              <p:cNvSpPr/>
              <p:nvPr/>
            </p:nvSpPr>
            <p:spPr>
              <a:xfrm>
                <a:off x="4216746" y="4565912"/>
                <a:ext cx="127088" cy="163731"/>
              </a:xfrm>
              <a:custGeom>
                <a:rect b="b" l="l" r="r" t="t"/>
                <a:pathLst>
                  <a:path extrusionOk="0" h="9236" w="7169">
                    <a:moveTo>
                      <a:pt x="1780" y="1"/>
                    </a:moveTo>
                    <a:cubicBezTo>
                      <a:pt x="1278" y="3259"/>
                      <a:pt x="0" y="8898"/>
                      <a:pt x="552" y="9224"/>
                    </a:cubicBezTo>
                    <a:cubicBezTo>
                      <a:pt x="564" y="9231"/>
                      <a:pt x="579" y="9235"/>
                      <a:pt x="597" y="9235"/>
                    </a:cubicBezTo>
                    <a:cubicBezTo>
                      <a:pt x="1116" y="9235"/>
                      <a:pt x="4119" y="6223"/>
                      <a:pt x="7168" y="2883"/>
                    </a:cubicBezTo>
                    <a:cubicBezTo>
                      <a:pt x="5439" y="1630"/>
                      <a:pt x="3133" y="552"/>
                      <a:pt x="17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0" name="Google Shape;6160;p54"/>
              <p:cNvSpPr/>
              <p:nvPr/>
            </p:nvSpPr>
            <p:spPr>
              <a:xfrm>
                <a:off x="4369912" y="4499558"/>
                <a:ext cx="8669" cy="15122"/>
              </a:xfrm>
              <a:custGeom>
                <a:rect b="b" l="l" r="r" t="t"/>
                <a:pathLst>
                  <a:path extrusionOk="0" h="853" w="489">
                    <a:moveTo>
                      <a:pt x="216" y="0"/>
                    </a:moveTo>
                    <a:cubicBezTo>
                      <a:pt x="114" y="0"/>
                      <a:pt x="1" y="86"/>
                      <a:pt x="32" y="210"/>
                    </a:cubicBezTo>
                    <a:cubicBezTo>
                      <a:pt x="57" y="385"/>
                      <a:pt x="107" y="561"/>
                      <a:pt x="132" y="736"/>
                    </a:cubicBezTo>
                    <a:cubicBezTo>
                      <a:pt x="152" y="816"/>
                      <a:pt x="216" y="852"/>
                      <a:pt x="283" y="852"/>
                    </a:cubicBezTo>
                    <a:cubicBezTo>
                      <a:pt x="383" y="852"/>
                      <a:pt x="488" y="771"/>
                      <a:pt x="458" y="636"/>
                    </a:cubicBezTo>
                    <a:cubicBezTo>
                      <a:pt x="408" y="460"/>
                      <a:pt x="383" y="285"/>
                      <a:pt x="358" y="110"/>
                    </a:cubicBezTo>
                    <a:cubicBezTo>
                      <a:pt x="339" y="33"/>
                      <a:pt x="279" y="0"/>
                      <a:pt x="2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1" name="Google Shape;6161;p54"/>
              <p:cNvSpPr/>
              <p:nvPr/>
            </p:nvSpPr>
            <p:spPr>
              <a:xfrm>
                <a:off x="4291734" y="4529199"/>
                <a:ext cx="10690" cy="18809"/>
              </a:xfrm>
              <a:custGeom>
                <a:rect b="b" l="l" r="r" t="t"/>
                <a:pathLst>
                  <a:path extrusionOk="0" h="1061" w="603">
                    <a:moveTo>
                      <a:pt x="206" y="0"/>
                    </a:moveTo>
                    <a:cubicBezTo>
                      <a:pt x="106" y="0"/>
                      <a:pt x="1" y="82"/>
                      <a:pt x="31" y="217"/>
                    </a:cubicBezTo>
                    <a:cubicBezTo>
                      <a:pt x="106" y="443"/>
                      <a:pt x="181" y="693"/>
                      <a:pt x="256" y="944"/>
                    </a:cubicBezTo>
                    <a:cubicBezTo>
                      <a:pt x="277" y="1024"/>
                      <a:pt x="341" y="1060"/>
                      <a:pt x="406" y="1060"/>
                    </a:cubicBezTo>
                    <a:cubicBezTo>
                      <a:pt x="503" y="1060"/>
                      <a:pt x="602" y="979"/>
                      <a:pt x="557" y="844"/>
                    </a:cubicBezTo>
                    <a:cubicBezTo>
                      <a:pt x="507" y="618"/>
                      <a:pt x="432" y="367"/>
                      <a:pt x="357" y="117"/>
                    </a:cubicBezTo>
                    <a:cubicBezTo>
                      <a:pt x="337" y="37"/>
                      <a:pt x="273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2" name="Google Shape;6162;p54"/>
              <p:cNvSpPr/>
              <p:nvPr/>
            </p:nvSpPr>
            <p:spPr>
              <a:xfrm>
                <a:off x="4400687" y="4374863"/>
                <a:ext cx="66212" cy="152421"/>
              </a:xfrm>
              <a:custGeom>
                <a:rect b="b" l="l" r="r" t="t"/>
                <a:pathLst>
                  <a:path extrusionOk="0" h="8598" w="3735">
                    <a:moveTo>
                      <a:pt x="3108" y="1"/>
                    </a:moveTo>
                    <a:cubicBezTo>
                      <a:pt x="1980" y="652"/>
                      <a:pt x="1028" y="1956"/>
                      <a:pt x="552" y="3585"/>
                    </a:cubicBezTo>
                    <a:cubicBezTo>
                      <a:pt x="0" y="5540"/>
                      <a:pt x="301" y="7444"/>
                      <a:pt x="1203" y="8597"/>
                    </a:cubicBezTo>
                    <a:cubicBezTo>
                      <a:pt x="2456" y="7043"/>
                      <a:pt x="3384" y="5790"/>
                      <a:pt x="3559" y="5264"/>
                    </a:cubicBezTo>
                    <a:cubicBezTo>
                      <a:pt x="3735" y="4687"/>
                      <a:pt x="3534" y="2632"/>
                      <a:pt x="31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3" name="Google Shape;6163;p54"/>
              <p:cNvSpPr/>
              <p:nvPr/>
            </p:nvSpPr>
            <p:spPr>
              <a:xfrm>
                <a:off x="4188223" y="4151550"/>
                <a:ext cx="14678" cy="33452"/>
              </a:xfrm>
              <a:custGeom>
                <a:rect b="b" l="l" r="r" t="t"/>
                <a:pathLst>
                  <a:path extrusionOk="0" h="1887" w="828">
                    <a:moveTo>
                      <a:pt x="205" y="0"/>
                    </a:moveTo>
                    <a:cubicBezTo>
                      <a:pt x="105" y="0"/>
                      <a:pt x="0" y="81"/>
                      <a:pt x="30" y="217"/>
                    </a:cubicBezTo>
                    <a:cubicBezTo>
                      <a:pt x="181" y="718"/>
                      <a:pt x="331" y="1244"/>
                      <a:pt x="481" y="1771"/>
                    </a:cubicBezTo>
                    <a:cubicBezTo>
                      <a:pt x="501" y="1851"/>
                      <a:pt x="566" y="1887"/>
                      <a:pt x="631" y="1887"/>
                    </a:cubicBezTo>
                    <a:cubicBezTo>
                      <a:pt x="728" y="1887"/>
                      <a:pt x="827" y="1806"/>
                      <a:pt x="782" y="1670"/>
                    </a:cubicBezTo>
                    <a:cubicBezTo>
                      <a:pt x="657" y="1169"/>
                      <a:pt x="506" y="643"/>
                      <a:pt x="356" y="116"/>
                    </a:cubicBezTo>
                    <a:cubicBezTo>
                      <a:pt x="336" y="36"/>
                      <a:pt x="27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4" name="Google Shape;6164;p54"/>
              <p:cNvSpPr/>
              <p:nvPr/>
            </p:nvSpPr>
            <p:spPr>
              <a:xfrm>
                <a:off x="4269681" y="4231200"/>
                <a:ext cx="12321" cy="22549"/>
              </a:xfrm>
              <a:custGeom>
                <a:rect b="b" l="l" r="r" t="t"/>
                <a:pathLst>
                  <a:path extrusionOk="0" h="1272" w="695">
                    <a:moveTo>
                      <a:pt x="213" y="0"/>
                    </a:moveTo>
                    <a:cubicBezTo>
                      <a:pt x="107" y="0"/>
                      <a:pt x="0" y="86"/>
                      <a:pt x="47" y="210"/>
                    </a:cubicBezTo>
                    <a:cubicBezTo>
                      <a:pt x="147" y="511"/>
                      <a:pt x="222" y="836"/>
                      <a:pt x="323" y="1162"/>
                    </a:cubicBezTo>
                    <a:cubicBezTo>
                      <a:pt x="351" y="1239"/>
                      <a:pt x="417" y="1272"/>
                      <a:pt x="482" y="1272"/>
                    </a:cubicBezTo>
                    <a:cubicBezTo>
                      <a:pt x="588" y="1272"/>
                      <a:pt x="695" y="1186"/>
                      <a:pt x="648" y="1062"/>
                    </a:cubicBezTo>
                    <a:cubicBezTo>
                      <a:pt x="548" y="736"/>
                      <a:pt x="448" y="435"/>
                      <a:pt x="373" y="110"/>
                    </a:cubicBezTo>
                    <a:cubicBezTo>
                      <a:pt x="344" y="33"/>
                      <a:pt x="279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5" name="Google Shape;6165;p54"/>
              <p:cNvSpPr/>
              <p:nvPr/>
            </p:nvSpPr>
            <p:spPr>
              <a:xfrm>
                <a:off x="4318396" y="4134212"/>
                <a:ext cx="13544" cy="32459"/>
              </a:xfrm>
              <a:custGeom>
                <a:rect b="b" l="l" r="r" t="t"/>
                <a:pathLst>
                  <a:path extrusionOk="0" h="1831" w="764">
                    <a:moveTo>
                      <a:pt x="195" y="1"/>
                    </a:moveTo>
                    <a:cubicBezTo>
                      <a:pt x="97" y="1"/>
                      <a:pt x="1" y="82"/>
                      <a:pt x="31" y="217"/>
                    </a:cubicBezTo>
                    <a:cubicBezTo>
                      <a:pt x="156" y="718"/>
                      <a:pt x="281" y="1220"/>
                      <a:pt x="407" y="1721"/>
                    </a:cubicBezTo>
                    <a:cubicBezTo>
                      <a:pt x="426" y="1798"/>
                      <a:pt x="485" y="1830"/>
                      <a:pt x="548" y="1830"/>
                    </a:cubicBezTo>
                    <a:cubicBezTo>
                      <a:pt x="651" y="1830"/>
                      <a:pt x="763" y="1745"/>
                      <a:pt x="732" y="1621"/>
                    </a:cubicBezTo>
                    <a:cubicBezTo>
                      <a:pt x="607" y="1119"/>
                      <a:pt x="482" y="618"/>
                      <a:pt x="356" y="117"/>
                    </a:cubicBezTo>
                    <a:cubicBezTo>
                      <a:pt x="326" y="37"/>
                      <a:pt x="260" y="1"/>
                      <a:pt x="1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6" name="Google Shape;6166;p54"/>
              <p:cNvSpPr/>
              <p:nvPr/>
            </p:nvSpPr>
            <p:spPr>
              <a:xfrm>
                <a:off x="4381931" y="4197535"/>
                <a:ext cx="9963" cy="21238"/>
              </a:xfrm>
              <a:custGeom>
                <a:rect b="b" l="l" r="r" t="t"/>
                <a:pathLst>
                  <a:path extrusionOk="0" h="1198" w="562">
                    <a:moveTo>
                      <a:pt x="205" y="0"/>
                    </a:moveTo>
                    <a:cubicBezTo>
                      <a:pt x="105" y="0"/>
                      <a:pt x="1" y="84"/>
                      <a:pt x="31" y="204"/>
                    </a:cubicBezTo>
                    <a:lnTo>
                      <a:pt x="206" y="1081"/>
                    </a:lnTo>
                    <a:cubicBezTo>
                      <a:pt x="226" y="1161"/>
                      <a:pt x="290" y="1198"/>
                      <a:pt x="357" y="1198"/>
                    </a:cubicBezTo>
                    <a:cubicBezTo>
                      <a:pt x="457" y="1198"/>
                      <a:pt x="562" y="1116"/>
                      <a:pt x="532" y="981"/>
                    </a:cubicBezTo>
                    <a:cubicBezTo>
                      <a:pt x="482" y="705"/>
                      <a:pt x="407" y="405"/>
                      <a:pt x="356" y="129"/>
                    </a:cubicBezTo>
                    <a:cubicBezTo>
                      <a:pt x="336" y="38"/>
                      <a:pt x="27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7" name="Google Shape;6167;p54"/>
              <p:cNvSpPr/>
              <p:nvPr/>
            </p:nvSpPr>
            <p:spPr>
              <a:xfrm>
                <a:off x="4389022" y="4316504"/>
                <a:ext cx="11789" cy="26556"/>
              </a:xfrm>
              <a:custGeom>
                <a:rect b="b" l="l" r="r" t="t"/>
                <a:pathLst>
                  <a:path extrusionOk="0" h="1498" w="665">
                    <a:moveTo>
                      <a:pt x="216" y="0"/>
                    </a:moveTo>
                    <a:cubicBezTo>
                      <a:pt x="113" y="0"/>
                      <a:pt x="1" y="86"/>
                      <a:pt x="32" y="210"/>
                    </a:cubicBezTo>
                    <a:cubicBezTo>
                      <a:pt x="132" y="586"/>
                      <a:pt x="207" y="987"/>
                      <a:pt x="307" y="1388"/>
                    </a:cubicBezTo>
                    <a:cubicBezTo>
                      <a:pt x="326" y="1464"/>
                      <a:pt x="386" y="1497"/>
                      <a:pt x="449" y="1497"/>
                    </a:cubicBezTo>
                    <a:cubicBezTo>
                      <a:pt x="552" y="1497"/>
                      <a:pt x="664" y="1412"/>
                      <a:pt x="633" y="1288"/>
                    </a:cubicBezTo>
                    <a:cubicBezTo>
                      <a:pt x="533" y="912"/>
                      <a:pt x="458" y="511"/>
                      <a:pt x="357" y="110"/>
                    </a:cubicBezTo>
                    <a:cubicBezTo>
                      <a:pt x="338" y="33"/>
                      <a:pt x="279" y="0"/>
                      <a:pt x="2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8" name="Google Shape;6168;p54"/>
              <p:cNvSpPr/>
              <p:nvPr/>
            </p:nvSpPr>
            <p:spPr>
              <a:xfrm>
                <a:off x="4244206" y="4336589"/>
                <a:ext cx="10424" cy="20688"/>
              </a:xfrm>
              <a:custGeom>
                <a:rect b="b" l="l" r="r" t="t"/>
                <a:pathLst>
                  <a:path extrusionOk="0" h="1167" w="588">
                    <a:moveTo>
                      <a:pt x="204" y="1"/>
                    </a:moveTo>
                    <a:cubicBezTo>
                      <a:pt x="105" y="1"/>
                      <a:pt x="0" y="85"/>
                      <a:pt x="30" y="205"/>
                    </a:cubicBezTo>
                    <a:cubicBezTo>
                      <a:pt x="105" y="480"/>
                      <a:pt x="155" y="756"/>
                      <a:pt x="231" y="1057"/>
                    </a:cubicBezTo>
                    <a:cubicBezTo>
                      <a:pt x="250" y="1133"/>
                      <a:pt x="309" y="1166"/>
                      <a:pt x="372" y="1166"/>
                    </a:cubicBezTo>
                    <a:cubicBezTo>
                      <a:pt x="475" y="1166"/>
                      <a:pt x="587" y="1081"/>
                      <a:pt x="557" y="957"/>
                    </a:cubicBezTo>
                    <a:cubicBezTo>
                      <a:pt x="481" y="681"/>
                      <a:pt x="431" y="405"/>
                      <a:pt x="356" y="130"/>
                    </a:cubicBezTo>
                    <a:cubicBezTo>
                      <a:pt x="336" y="39"/>
                      <a:pt x="271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9" name="Google Shape;6169;p54"/>
              <p:cNvSpPr/>
              <p:nvPr/>
            </p:nvSpPr>
            <p:spPr>
              <a:xfrm>
                <a:off x="4321055" y="4381245"/>
                <a:ext cx="14678" cy="35278"/>
              </a:xfrm>
              <a:custGeom>
                <a:rect b="b" l="l" r="r" t="t"/>
                <a:pathLst>
                  <a:path extrusionOk="0" h="1990" w="828">
                    <a:moveTo>
                      <a:pt x="206" y="1"/>
                    </a:moveTo>
                    <a:cubicBezTo>
                      <a:pt x="106" y="1"/>
                      <a:pt x="1" y="82"/>
                      <a:pt x="31" y="217"/>
                    </a:cubicBezTo>
                    <a:cubicBezTo>
                      <a:pt x="181" y="768"/>
                      <a:pt x="332" y="1320"/>
                      <a:pt x="457" y="1871"/>
                    </a:cubicBezTo>
                    <a:cubicBezTo>
                      <a:pt x="488" y="1953"/>
                      <a:pt x="561" y="1989"/>
                      <a:pt x="631" y="1989"/>
                    </a:cubicBezTo>
                    <a:cubicBezTo>
                      <a:pt x="732" y="1989"/>
                      <a:pt x="827" y="1914"/>
                      <a:pt x="783" y="1796"/>
                    </a:cubicBezTo>
                    <a:cubicBezTo>
                      <a:pt x="633" y="1220"/>
                      <a:pt x="507" y="668"/>
                      <a:pt x="357" y="117"/>
                    </a:cubicBezTo>
                    <a:cubicBezTo>
                      <a:pt x="337" y="37"/>
                      <a:pt x="27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70" name="Google Shape;6170;p54"/>
          <p:cNvGrpSpPr/>
          <p:nvPr/>
        </p:nvGrpSpPr>
        <p:grpSpPr>
          <a:xfrm>
            <a:off x="6540040" y="3183782"/>
            <a:ext cx="1303081" cy="1708309"/>
            <a:chOff x="6283707" y="2736897"/>
            <a:chExt cx="1562260" cy="2048578"/>
          </a:xfrm>
        </p:grpSpPr>
        <p:sp>
          <p:nvSpPr>
            <p:cNvPr id="6171" name="Google Shape;6171;p54"/>
            <p:cNvSpPr/>
            <p:nvPr/>
          </p:nvSpPr>
          <p:spPr>
            <a:xfrm>
              <a:off x="7635725" y="3931900"/>
              <a:ext cx="210241" cy="153369"/>
            </a:xfrm>
            <a:custGeom>
              <a:rect b="b" l="l" r="r" t="t"/>
              <a:pathLst>
                <a:path extrusionOk="0" h="5505" w="7545">
                  <a:moveTo>
                    <a:pt x="3264" y="1"/>
                  </a:moveTo>
                  <a:cubicBezTo>
                    <a:pt x="2509" y="1"/>
                    <a:pt x="1855" y="80"/>
                    <a:pt x="1855" y="80"/>
                  </a:cubicBezTo>
                  <a:cubicBezTo>
                    <a:pt x="1830" y="79"/>
                    <a:pt x="1804" y="79"/>
                    <a:pt x="1779" y="79"/>
                  </a:cubicBezTo>
                  <a:cubicBezTo>
                    <a:pt x="340" y="79"/>
                    <a:pt x="1" y="1458"/>
                    <a:pt x="1" y="1458"/>
                  </a:cubicBezTo>
                  <a:cubicBezTo>
                    <a:pt x="1" y="1458"/>
                    <a:pt x="3109" y="5343"/>
                    <a:pt x="3585" y="5493"/>
                  </a:cubicBezTo>
                  <a:cubicBezTo>
                    <a:pt x="3609" y="5501"/>
                    <a:pt x="3630" y="5505"/>
                    <a:pt x="3649" y="5505"/>
                  </a:cubicBezTo>
                  <a:cubicBezTo>
                    <a:pt x="4077" y="5505"/>
                    <a:pt x="3435" y="3714"/>
                    <a:pt x="3434" y="3714"/>
                  </a:cubicBezTo>
                  <a:lnTo>
                    <a:pt x="3434" y="3714"/>
                  </a:lnTo>
                  <a:cubicBezTo>
                    <a:pt x="3435" y="3714"/>
                    <a:pt x="4688" y="5243"/>
                    <a:pt x="5038" y="5318"/>
                  </a:cubicBezTo>
                  <a:cubicBezTo>
                    <a:pt x="5072" y="5326"/>
                    <a:pt x="5101" y="5330"/>
                    <a:pt x="5127" y="5330"/>
                  </a:cubicBezTo>
                  <a:cubicBezTo>
                    <a:pt x="5763" y="5330"/>
                    <a:pt x="4237" y="3063"/>
                    <a:pt x="4236" y="3062"/>
                  </a:cubicBezTo>
                  <a:lnTo>
                    <a:pt x="4236" y="3062"/>
                  </a:lnTo>
                  <a:cubicBezTo>
                    <a:pt x="4237" y="3063"/>
                    <a:pt x="5639" y="4352"/>
                    <a:pt x="6166" y="4352"/>
                  </a:cubicBezTo>
                  <a:cubicBezTo>
                    <a:pt x="6194" y="4352"/>
                    <a:pt x="6219" y="4348"/>
                    <a:pt x="6241" y="4341"/>
                  </a:cubicBezTo>
                  <a:cubicBezTo>
                    <a:pt x="7043" y="4090"/>
                    <a:pt x="4663" y="2386"/>
                    <a:pt x="4663" y="2386"/>
                  </a:cubicBezTo>
                  <a:lnTo>
                    <a:pt x="4663" y="2386"/>
                  </a:lnTo>
                  <a:cubicBezTo>
                    <a:pt x="4663" y="2386"/>
                    <a:pt x="5731" y="2883"/>
                    <a:pt x="6367" y="2883"/>
                  </a:cubicBezTo>
                  <a:cubicBezTo>
                    <a:pt x="6473" y="2883"/>
                    <a:pt x="6567" y="2869"/>
                    <a:pt x="6642" y="2837"/>
                  </a:cubicBezTo>
                  <a:cubicBezTo>
                    <a:pt x="7545" y="2436"/>
                    <a:pt x="4061" y="1233"/>
                    <a:pt x="4061" y="1233"/>
                  </a:cubicBezTo>
                  <a:lnTo>
                    <a:pt x="4061" y="1233"/>
                  </a:lnTo>
                  <a:cubicBezTo>
                    <a:pt x="4061" y="1233"/>
                    <a:pt x="4121" y="1236"/>
                    <a:pt x="4217" y="1236"/>
                  </a:cubicBezTo>
                  <a:cubicBezTo>
                    <a:pt x="4615" y="1236"/>
                    <a:pt x="5631" y="1187"/>
                    <a:pt x="5490" y="681"/>
                  </a:cubicBezTo>
                  <a:cubicBezTo>
                    <a:pt x="5309" y="124"/>
                    <a:pt x="4207" y="1"/>
                    <a:pt x="3264" y="1"/>
                  </a:cubicBezTo>
                  <a:close/>
                </a:path>
              </a:pathLst>
            </a:custGeom>
            <a:solidFill>
              <a:srgbClr val="F9B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2" name="Google Shape;6172;p54"/>
            <p:cNvSpPr/>
            <p:nvPr/>
          </p:nvSpPr>
          <p:spPr>
            <a:xfrm>
              <a:off x="7135725" y="4068025"/>
              <a:ext cx="112175" cy="139750"/>
            </a:xfrm>
            <a:custGeom>
              <a:rect b="b" l="l" r="r" t="t"/>
              <a:pathLst>
                <a:path extrusionOk="0" h="5590" w="4487">
                  <a:moveTo>
                    <a:pt x="3910" y="0"/>
                  </a:moveTo>
                  <a:lnTo>
                    <a:pt x="0" y="852"/>
                  </a:lnTo>
                  <a:lnTo>
                    <a:pt x="802" y="5589"/>
                  </a:lnTo>
                  <a:lnTo>
                    <a:pt x="4487" y="4913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3" name="Google Shape;6173;p54"/>
            <p:cNvSpPr/>
            <p:nvPr/>
          </p:nvSpPr>
          <p:spPr>
            <a:xfrm>
              <a:off x="7170800" y="4277925"/>
              <a:ext cx="92775" cy="59550"/>
            </a:xfrm>
            <a:custGeom>
              <a:rect b="b" l="l" r="r" t="t"/>
              <a:pathLst>
                <a:path extrusionOk="0" h="2382" w="3711">
                  <a:moveTo>
                    <a:pt x="3485" y="0"/>
                  </a:moveTo>
                  <a:lnTo>
                    <a:pt x="1" y="627"/>
                  </a:lnTo>
                  <a:lnTo>
                    <a:pt x="302" y="2381"/>
                  </a:lnTo>
                  <a:lnTo>
                    <a:pt x="3710" y="1780"/>
                  </a:lnTo>
                  <a:lnTo>
                    <a:pt x="34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4" name="Google Shape;6174;p54"/>
            <p:cNvSpPr/>
            <p:nvPr/>
          </p:nvSpPr>
          <p:spPr>
            <a:xfrm>
              <a:off x="7181450" y="4343700"/>
              <a:ext cx="89625" cy="58925"/>
            </a:xfrm>
            <a:custGeom>
              <a:rect b="b" l="l" r="r" t="t"/>
              <a:pathLst>
                <a:path extrusionOk="0" h="2357" w="3585">
                  <a:moveTo>
                    <a:pt x="3384" y="1"/>
                  </a:moveTo>
                  <a:lnTo>
                    <a:pt x="1" y="602"/>
                  </a:lnTo>
                  <a:lnTo>
                    <a:pt x="302" y="2357"/>
                  </a:lnTo>
                  <a:lnTo>
                    <a:pt x="3585" y="1780"/>
                  </a:lnTo>
                  <a:lnTo>
                    <a:pt x="33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5" name="Google Shape;6175;p54"/>
            <p:cNvSpPr/>
            <p:nvPr/>
          </p:nvSpPr>
          <p:spPr>
            <a:xfrm>
              <a:off x="7192750" y="4408875"/>
              <a:ext cx="93375" cy="100900"/>
            </a:xfrm>
            <a:custGeom>
              <a:rect b="b" l="l" r="r" t="t"/>
              <a:pathLst>
                <a:path extrusionOk="0" h="4036" w="3735">
                  <a:moveTo>
                    <a:pt x="3233" y="0"/>
                  </a:moveTo>
                  <a:lnTo>
                    <a:pt x="0" y="602"/>
                  </a:lnTo>
                  <a:lnTo>
                    <a:pt x="577" y="4036"/>
                  </a:lnTo>
                  <a:lnTo>
                    <a:pt x="3734" y="4036"/>
                  </a:lnTo>
                  <a:lnTo>
                    <a:pt x="32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6" name="Google Shape;6176;p54"/>
            <p:cNvSpPr/>
            <p:nvPr/>
          </p:nvSpPr>
          <p:spPr>
            <a:xfrm>
              <a:off x="7155775" y="4190825"/>
              <a:ext cx="94625" cy="37625"/>
            </a:xfrm>
            <a:custGeom>
              <a:rect b="b" l="l" r="r" t="t"/>
              <a:pathLst>
                <a:path extrusionOk="0" h="1505" w="3785">
                  <a:moveTo>
                    <a:pt x="3685" y="1"/>
                  </a:moveTo>
                  <a:lnTo>
                    <a:pt x="0" y="677"/>
                  </a:lnTo>
                  <a:lnTo>
                    <a:pt x="151" y="1504"/>
                  </a:lnTo>
                  <a:lnTo>
                    <a:pt x="3785" y="853"/>
                  </a:lnTo>
                  <a:lnTo>
                    <a:pt x="36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7" name="Google Shape;6177;p54"/>
            <p:cNvSpPr/>
            <p:nvPr/>
          </p:nvSpPr>
          <p:spPr>
            <a:xfrm>
              <a:off x="7167050" y="4256625"/>
              <a:ext cx="90875" cy="36975"/>
            </a:xfrm>
            <a:custGeom>
              <a:rect b="b" l="l" r="r" t="t"/>
              <a:pathLst>
                <a:path extrusionOk="0" h="1479" w="3635">
                  <a:moveTo>
                    <a:pt x="3534" y="0"/>
                  </a:moveTo>
                  <a:lnTo>
                    <a:pt x="1" y="652"/>
                  </a:lnTo>
                  <a:lnTo>
                    <a:pt x="151" y="1479"/>
                  </a:lnTo>
                  <a:lnTo>
                    <a:pt x="3635" y="852"/>
                  </a:lnTo>
                  <a:lnTo>
                    <a:pt x="35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8" name="Google Shape;6178;p54"/>
            <p:cNvSpPr/>
            <p:nvPr/>
          </p:nvSpPr>
          <p:spPr>
            <a:xfrm>
              <a:off x="7178325" y="4322400"/>
              <a:ext cx="87750" cy="36375"/>
            </a:xfrm>
            <a:custGeom>
              <a:rect b="b" l="l" r="r" t="t"/>
              <a:pathLst>
                <a:path extrusionOk="0" h="1455" w="3510">
                  <a:moveTo>
                    <a:pt x="3409" y="1"/>
                  </a:moveTo>
                  <a:lnTo>
                    <a:pt x="1" y="602"/>
                  </a:lnTo>
                  <a:lnTo>
                    <a:pt x="126" y="1454"/>
                  </a:lnTo>
                  <a:lnTo>
                    <a:pt x="3509" y="853"/>
                  </a:lnTo>
                  <a:lnTo>
                    <a:pt x="34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9" name="Google Shape;6179;p54"/>
            <p:cNvSpPr/>
            <p:nvPr/>
          </p:nvSpPr>
          <p:spPr>
            <a:xfrm>
              <a:off x="7188975" y="4388200"/>
              <a:ext cx="84625" cy="35725"/>
            </a:xfrm>
            <a:custGeom>
              <a:rect b="b" l="l" r="r" t="t"/>
              <a:pathLst>
                <a:path extrusionOk="0" h="1429" w="3385">
                  <a:moveTo>
                    <a:pt x="3284" y="0"/>
                  </a:moveTo>
                  <a:lnTo>
                    <a:pt x="1" y="577"/>
                  </a:lnTo>
                  <a:lnTo>
                    <a:pt x="151" y="1429"/>
                  </a:lnTo>
                  <a:lnTo>
                    <a:pt x="3384" y="82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0" name="Google Shape;6180;p54"/>
            <p:cNvSpPr/>
            <p:nvPr/>
          </p:nvSpPr>
          <p:spPr>
            <a:xfrm>
              <a:off x="6451500" y="4666400"/>
              <a:ext cx="1362200" cy="119075"/>
            </a:xfrm>
            <a:custGeom>
              <a:rect b="b" l="l" r="r" t="t"/>
              <a:pathLst>
                <a:path extrusionOk="0" h="4763" w="54488">
                  <a:moveTo>
                    <a:pt x="27244" y="0"/>
                  </a:moveTo>
                  <a:cubicBezTo>
                    <a:pt x="12206" y="0"/>
                    <a:pt x="1" y="1078"/>
                    <a:pt x="1" y="2381"/>
                  </a:cubicBezTo>
                  <a:cubicBezTo>
                    <a:pt x="1" y="3685"/>
                    <a:pt x="12206" y="4762"/>
                    <a:pt x="27244" y="4762"/>
                  </a:cubicBezTo>
                  <a:cubicBezTo>
                    <a:pt x="42282" y="4762"/>
                    <a:pt x="54487" y="3685"/>
                    <a:pt x="54487" y="2381"/>
                  </a:cubicBezTo>
                  <a:cubicBezTo>
                    <a:pt x="54487" y="1078"/>
                    <a:pt x="42282" y="0"/>
                    <a:pt x="27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1" name="Google Shape;6181;p54"/>
            <p:cNvSpPr/>
            <p:nvPr/>
          </p:nvSpPr>
          <p:spPr>
            <a:xfrm>
              <a:off x="6880075" y="4151350"/>
              <a:ext cx="174850" cy="23200"/>
            </a:xfrm>
            <a:custGeom>
              <a:rect b="b" l="l" r="r" t="t"/>
              <a:pathLst>
                <a:path extrusionOk="0" fill="none" h="928" w="6994">
                  <a:moveTo>
                    <a:pt x="1" y="928"/>
                  </a:moveTo>
                  <a:lnTo>
                    <a:pt x="6993" y="1"/>
                  </a:lnTo>
                </a:path>
              </a:pathLst>
            </a:custGeom>
            <a:noFill/>
            <a:ln cap="flat" cmpd="sng" w="21300">
              <a:solidFill>
                <a:schemeClr val="accent3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2" name="Google Shape;6182;p54"/>
            <p:cNvSpPr/>
            <p:nvPr/>
          </p:nvSpPr>
          <p:spPr>
            <a:xfrm>
              <a:off x="6917675" y="4492825"/>
              <a:ext cx="110925" cy="236875"/>
            </a:xfrm>
            <a:custGeom>
              <a:rect b="b" l="l" r="r" t="t"/>
              <a:pathLst>
                <a:path extrusionOk="0" h="9475" w="4437">
                  <a:moveTo>
                    <a:pt x="4437" y="1"/>
                  </a:moveTo>
                  <a:lnTo>
                    <a:pt x="1" y="678"/>
                  </a:lnTo>
                  <a:lnTo>
                    <a:pt x="928" y="9475"/>
                  </a:lnTo>
                  <a:lnTo>
                    <a:pt x="4437" y="9475"/>
                  </a:lnTo>
                  <a:lnTo>
                    <a:pt x="44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3" name="Google Shape;6183;p54"/>
            <p:cNvSpPr/>
            <p:nvPr/>
          </p:nvSpPr>
          <p:spPr>
            <a:xfrm>
              <a:off x="6805800" y="4658875"/>
              <a:ext cx="222800" cy="78750"/>
            </a:xfrm>
            <a:custGeom>
              <a:rect b="b" l="l" r="r" t="t"/>
              <a:pathLst>
                <a:path extrusionOk="0" h="3150" w="8912">
                  <a:moveTo>
                    <a:pt x="6706" y="1"/>
                  </a:moveTo>
                  <a:cubicBezTo>
                    <a:pt x="6706" y="1"/>
                    <a:pt x="4890" y="847"/>
                    <a:pt x="3286" y="847"/>
                  </a:cubicBezTo>
                  <a:cubicBezTo>
                    <a:pt x="2484" y="847"/>
                    <a:pt x="1735" y="635"/>
                    <a:pt x="1293" y="1"/>
                  </a:cubicBezTo>
                  <a:lnTo>
                    <a:pt x="1293" y="1"/>
                  </a:lnTo>
                  <a:cubicBezTo>
                    <a:pt x="1292" y="1"/>
                    <a:pt x="0" y="3150"/>
                    <a:pt x="5435" y="3150"/>
                  </a:cubicBezTo>
                  <a:cubicBezTo>
                    <a:pt x="6378" y="3150"/>
                    <a:pt x="7523" y="3055"/>
                    <a:pt x="8912" y="2833"/>
                  </a:cubicBezTo>
                  <a:lnTo>
                    <a:pt x="6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4" name="Google Shape;6184;p54"/>
            <p:cNvSpPr/>
            <p:nvPr/>
          </p:nvSpPr>
          <p:spPr>
            <a:xfrm>
              <a:off x="6940225" y="4431425"/>
              <a:ext cx="73975" cy="78350"/>
            </a:xfrm>
            <a:custGeom>
              <a:rect b="b" l="l" r="r" t="t"/>
              <a:pathLst>
                <a:path extrusionOk="0" h="3134" w="2959">
                  <a:moveTo>
                    <a:pt x="2958" y="1"/>
                  </a:moveTo>
                  <a:lnTo>
                    <a:pt x="1" y="377"/>
                  </a:lnTo>
                  <a:lnTo>
                    <a:pt x="126" y="3134"/>
                  </a:lnTo>
                  <a:lnTo>
                    <a:pt x="2958" y="283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5" name="Google Shape;6185;p54"/>
            <p:cNvSpPr/>
            <p:nvPr/>
          </p:nvSpPr>
          <p:spPr>
            <a:xfrm>
              <a:off x="6937100" y="4365650"/>
              <a:ext cx="77100" cy="54525"/>
            </a:xfrm>
            <a:custGeom>
              <a:rect b="b" l="l" r="r" t="t"/>
              <a:pathLst>
                <a:path extrusionOk="0" h="2181" w="3084">
                  <a:moveTo>
                    <a:pt x="3083" y="0"/>
                  </a:moveTo>
                  <a:lnTo>
                    <a:pt x="0" y="401"/>
                  </a:lnTo>
                  <a:lnTo>
                    <a:pt x="76" y="2181"/>
                  </a:lnTo>
                  <a:lnTo>
                    <a:pt x="3083" y="1780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6" name="Google Shape;6186;p54"/>
            <p:cNvSpPr/>
            <p:nvPr/>
          </p:nvSpPr>
          <p:spPr>
            <a:xfrm>
              <a:off x="6934600" y="4299225"/>
              <a:ext cx="79600" cy="55175"/>
            </a:xfrm>
            <a:custGeom>
              <a:rect b="b" l="l" r="r" t="t"/>
              <a:pathLst>
                <a:path extrusionOk="0" h="2207" w="3184">
                  <a:moveTo>
                    <a:pt x="3183" y="1"/>
                  </a:moveTo>
                  <a:lnTo>
                    <a:pt x="0" y="427"/>
                  </a:lnTo>
                  <a:lnTo>
                    <a:pt x="75" y="2206"/>
                  </a:lnTo>
                  <a:lnTo>
                    <a:pt x="3183" y="1805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7" name="Google Shape;6187;p54"/>
            <p:cNvSpPr/>
            <p:nvPr/>
          </p:nvSpPr>
          <p:spPr>
            <a:xfrm>
              <a:off x="6931450" y="4233425"/>
              <a:ext cx="82750" cy="55175"/>
            </a:xfrm>
            <a:custGeom>
              <a:rect b="b" l="l" r="r" t="t"/>
              <a:pathLst>
                <a:path extrusionOk="0" h="2207" w="3310">
                  <a:moveTo>
                    <a:pt x="3309" y="1"/>
                  </a:moveTo>
                  <a:lnTo>
                    <a:pt x="1" y="427"/>
                  </a:lnTo>
                  <a:lnTo>
                    <a:pt x="76" y="2206"/>
                  </a:lnTo>
                  <a:lnTo>
                    <a:pt x="3309" y="1780"/>
                  </a:lnTo>
                  <a:lnTo>
                    <a:pt x="330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8" name="Google Shape;6188;p54"/>
            <p:cNvSpPr/>
            <p:nvPr/>
          </p:nvSpPr>
          <p:spPr>
            <a:xfrm>
              <a:off x="6925825" y="4094975"/>
              <a:ext cx="88375" cy="128450"/>
            </a:xfrm>
            <a:custGeom>
              <a:rect b="b" l="l" r="r" t="t"/>
              <a:pathLst>
                <a:path extrusionOk="0" h="5138" w="3535">
                  <a:moveTo>
                    <a:pt x="3534" y="0"/>
                  </a:moveTo>
                  <a:lnTo>
                    <a:pt x="0" y="702"/>
                  </a:lnTo>
                  <a:lnTo>
                    <a:pt x="201" y="5138"/>
                  </a:lnTo>
                  <a:lnTo>
                    <a:pt x="3534" y="4687"/>
                  </a:lnTo>
                  <a:lnTo>
                    <a:pt x="35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9" name="Google Shape;6189;p54"/>
            <p:cNvSpPr/>
            <p:nvPr/>
          </p:nvSpPr>
          <p:spPr>
            <a:xfrm>
              <a:off x="6930825" y="4212125"/>
              <a:ext cx="83375" cy="31975"/>
            </a:xfrm>
            <a:custGeom>
              <a:rect b="b" l="l" r="r" t="t"/>
              <a:pathLst>
                <a:path extrusionOk="0" h="1279" w="3335">
                  <a:moveTo>
                    <a:pt x="3334" y="1"/>
                  </a:moveTo>
                  <a:lnTo>
                    <a:pt x="1" y="452"/>
                  </a:lnTo>
                  <a:lnTo>
                    <a:pt x="26" y="1279"/>
                  </a:lnTo>
                  <a:lnTo>
                    <a:pt x="3334" y="853"/>
                  </a:lnTo>
                  <a:lnTo>
                    <a:pt x="33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0" name="Google Shape;6190;p54"/>
            <p:cNvSpPr/>
            <p:nvPr/>
          </p:nvSpPr>
          <p:spPr>
            <a:xfrm>
              <a:off x="6933350" y="4277925"/>
              <a:ext cx="80850" cy="31975"/>
            </a:xfrm>
            <a:custGeom>
              <a:rect b="b" l="l" r="r" t="t"/>
              <a:pathLst>
                <a:path extrusionOk="0" h="1279" w="3234">
                  <a:moveTo>
                    <a:pt x="3233" y="0"/>
                  </a:moveTo>
                  <a:lnTo>
                    <a:pt x="0" y="426"/>
                  </a:lnTo>
                  <a:lnTo>
                    <a:pt x="50" y="1279"/>
                  </a:lnTo>
                  <a:lnTo>
                    <a:pt x="3233" y="853"/>
                  </a:lnTo>
                  <a:lnTo>
                    <a:pt x="3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1" name="Google Shape;6191;p54"/>
            <p:cNvSpPr/>
            <p:nvPr/>
          </p:nvSpPr>
          <p:spPr>
            <a:xfrm>
              <a:off x="6936475" y="4344350"/>
              <a:ext cx="77725" cy="31350"/>
            </a:xfrm>
            <a:custGeom>
              <a:rect b="b" l="l" r="r" t="t"/>
              <a:pathLst>
                <a:path extrusionOk="0" h="1254" w="3109">
                  <a:moveTo>
                    <a:pt x="3108" y="0"/>
                  </a:moveTo>
                  <a:lnTo>
                    <a:pt x="0" y="401"/>
                  </a:lnTo>
                  <a:lnTo>
                    <a:pt x="25" y="1253"/>
                  </a:lnTo>
                  <a:lnTo>
                    <a:pt x="3108" y="85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2" name="Google Shape;6192;p54"/>
            <p:cNvSpPr/>
            <p:nvPr/>
          </p:nvSpPr>
          <p:spPr>
            <a:xfrm rot="2700000">
              <a:off x="6310365" y="3565978"/>
              <a:ext cx="188242" cy="153373"/>
            </a:xfrm>
            <a:custGeom>
              <a:rect b="b" l="l" r="r" t="t"/>
              <a:pathLst>
                <a:path extrusionOk="0" h="5863" w="7194">
                  <a:moveTo>
                    <a:pt x="5608" y="0"/>
                  </a:moveTo>
                  <a:cubicBezTo>
                    <a:pt x="5455" y="0"/>
                    <a:pt x="5290" y="20"/>
                    <a:pt x="5113" y="66"/>
                  </a:cubicBezTo>
                  <a:cubicBezTo>
                    <a:pt x="5113" y="66"/>
                    <a:pt x="1780" y="317"/>
                    <a:pt x="1679" y="1370"/>
                  </a:cubicBezTo>
                  <a:cubicBezTo>
                    <a:pt x="1646" y="1662"/>
                    <a:pt x="1944" y="1742"/>
                    <a:pt x="2284" y="1742"/>
                  </a:cubicBezTo>
                  <a:cubicBezTo>
                    <a:pt x="2702" y="1742"/>
                    <a:pt x="3183" y="1620"/>
                    <a:pt x="3183" y="1620"/>
                  </a:cubicBezTo>
                  <a:lnTo>
                    <a:pt x="3183" y="1620"/>
                  </a:lnTo>
                  <a:cubicBezTo>
                    <a:pt x="3183" y="1620"/>
                    <a:pt x="0" y="3500"/>
                    <a:pt x="953" y="3700"/>
                  </a:cubicBezTo>
                  <a:cubicBezTo>
                    <a:pt x="988" y="3708"/>
                    <a:pt x="1026" y="3712"/>
                    <a:pt x="1067" y="3712"/>
                  </a:cubicBezTo>
                  <a:cubicBezTo>
                    <a:pt x="1682" y="3712"/>
                    <a:pt x="2807" y="2874"/>
                    <a:pt x="2807" y="2873"/>
                  </a:cubicBezTo>
                  <a:lnTo>
                    <a:pt x="2807" y="2873"/>
                  </a:lnTo>
                  <a:cubicBezTo>
                    <a:pt x="2807" y="2874"/>
                    <a:pt x="802" y="5029"/>
                    <a:pt x="1654" y="5104"/>
                  </a:cubicBezTo>
                  <a:cubicBezTo>
                    <a:pt x="1661" y="5105"/>
                    <a:pt x="1668" y="5105"/>
                    <a:pt x="1676" y="5105"/>
                  </a:cubicBezTo>
                  <a:cubicBezTo>
                    <a:pt x="2167" y="5105"/>
                    <a:pt x="3383" y="3475"/>
                    <a:pt x="3384" y="3475"/>
                  </a:cubicBezTo>
                  <a:lnTo>
                    <a:pt x="3384" y="3475"/>
                  </a:lnTo>
                  <a:cubicBezTo>
                    <a:pt x="3383" y="3475"/>
                    <a:pt x="2367" y="5862"/>
                    <a:pt x="2907" y="5862"/>
                  </a:cubicBezTo>
                  <a:cubicBezTo>
                    <a:pt x="2942" y="5862"/>
                    <a:pt x="2984" y="5852"/>
                    <a:pt x="3033" y="5831"/>
                  </a:cubicBezTo>
                  <a:cubicBezTo>
                    <a:pt x="3359" y="5680"/>
                    <a:pt x="4286" y="3951"/>
                    <a:pt x="4286" y="3951"/>
                  </a:cubicBezTo>
                  <a:lnTo>
                    <a:pt x="4286" y="3951"/>
                  </a:lnTo>
                  <a:cubicBezTo>
                    <a:pt x="4286" y="3951"/>
                    <a:pt x="4000" y="5731"/>
                    <a:pt x="4396" y="5731"/>
                  </a:cubicBezTo>
                  <a:cubicBezTo>
                    <a:pt x="4423" y="5731"/>
                    <a:pt x="4453" y="5723"/>
                    <a:pt x="4486" y="5705"/>
                  </a:cubicBezTo>
                  <a:cubicBezTo>
                    <a:pt x="4912" y="5455"/>
                    <a:pt x="7193" y="1044"/>
                    <a:pt x="7193" y="1044"/>
                  </a:cubicBezTo>
                  <a:cubicBezTo>
                    <a:pt x="7193" y="1044"/>
                    <a:pt x="6710" y="0"/>
                    <a:pt x="5608" y="0"/>
                  </a:cubicBezTo>
                  <a:close/>
                </a:path>
              </a:pathLst>
            </a:custGeom>
            <a:solidFill>
              <a:srgbClr val="F9B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3" name="Google Shape;6193;p54"/>
            <p:cNvSpPr/>
            <p:nvPr/>
          </p:nvSpPr>
          <p:spPr>
            <a:xfrm>
              <a:off x="6938975" y="4410125"/>
              <a:ext cx="75225" cy="30725"/>
            </a:xfrm>
            <a:custGeom>
              <a:rect b="b" l="l" r="r" t="t"/>
              <a:pathLst>
                <a:path extrusionOk="0" h="1229" w="3009">
                  <a:moveTo>
                    <a:pt x="3008" y="1"/>
                  </a:moveTo>
                  <a:lnTo>
                    <a:pt x="1" y="402"/>
                  </a:lnTo>
                  <a:lnTo>
                    <a:pt x="51" y="1229"/>
                  </a:lnTo>
                  <a:lnTo>
                    <a:pt x="3008" y="853"/>
                  </a:lnTo>
                  <a:lnTo>
                    <a:pt x="30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4" name="Google Shape;6194;p54"/>
            <p:cNvSpPr/>
            <p:nvPr/>
          </p:nvSpPr>
          <p:spPr>
            <a:xfrm>
              <a:off x="7192125" y="4492825"/>
              <a:ext cx="139750" cy="236875"/>
            </a:xfrm>
            <a:custGeom>
              <a:rect b="b" l="l" r="r" t="t"/>
              <a:pathLst>
                <a:path extrusionOk="0" h="9475" w="5590">
                  <a:moveTo>
                    <a:pt x="0" y="1"/>
                  </a:moveTo>
                  <a:lnTo>
                    <a:pt x="2105" y="9475"/>
                  </a:lnTo>
                  <a:lnTo>
                    <a:pt x="5589" y="9475"/>
                  </a:lnTo>
                  <a:lnTo>
                    <a:pt x="45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5" name="Google Shape;6195;p54"/>
            <p:cNvSpPr/>
            <p:nvPr/>
          </p:nvSpPr>
          <p:spPr>
            <a:xfrm>
              <a:off x="7244750" y="4658875"/>
              <a:ext cx="222800" cy="78750"/>
            </a:xfrm>
            <a:custGeom>
              <a:rect b="b" l="l" r="r" t="t"/>
              <a:pathLst>
                <a:path extrusionOk="0" h="3150" w="8912">
                  <a:moveTo>
                    <a:pt x="2206" y="1"/>
                  </a:moveTo>
                  <a:lnTo>
                    <a:pt x="0" y="2833"/>
                  </a:lnTo>
                  <a:cubicBezTo>
                    <a:pt x="1389" y="3055"/>
                    <a:pt x="2534" y="3150"/>
                    <a:pt x="3477" y="3150"/>
                  </a:cubicBezTo>
                  <a:cubicBezTo>
                    <a:pt x="8912" y="3150"/>
                    <a:pt x="7620" y="1"/>
                    <a:pt x="7619" y="1"/>
                  </a:cubicBezTo>
                  <a:lnTo>
                    <a:pt x="7619" y="1"/>
                  </a:lnTo>
                  <a:cubicBezTo>
                    <a:pt x="7177" y="635"/>
                    <a:pt x="6428" y="847"/>
                    <a:pt x="5626" y="847"/>
                  </a:cubicBezTo>
                  <a:cubicBezTo>
                    <a:pt x="4021" y="847"/>
                    <a:pt x="2206" y="1"/>
                    <a:pt x="22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6" name="Google Shape;6196;p54"/>
            <p:cNvSpPr/>
            <p:nvPr/>
          </p:nvSpPr>
          <p:spPr>
            <a:xfrm>
              <a:off x="6806150" y="3871275"/>
              <a:ext cx="517575" cy="416075"/>
            </a:xfrm>
            <a:custGeom>
              <a:rect b="b" l="l" r="r" t="t"/>
              <a:pathLst>
                <a:path extrusionOk="0" h="16643" w="20703">
                  <a:moveTo>
                    <a:pt x="3384" y="1"/>
                  </a:moveTo>
                  <a:cubicBezTo>
                    <a:pt x="1529" y="5765"/>
                    <a:pt x="0" y="14462"/>
                    <a:pt x="0" y="14462"/>
                  </a:cubicBezTo>
                  <a:lnTo>
                    <a:pt x="6441" y="11454"/>
                  </a:lnTo>
                  <a:lnTo>
                    <a:pt x="9950" y="16642"/>
                  </a:lnTo>
                  <a:lnTo>
                    <a:pt x="14712" y="11454"/>
                  </a:lnTo>
                  <a:lnTo>
                    <a:pt x="20502" y="15765"/>
                  </a:lnTo>
                  <a:cubicBezTo>
                    <a:pt x="20502" y="15765"/>
                    <a:pt x="20702" y="11028"/>
                    <a:pt x="20101" y="2732"/>
                  </a:cubicBezTo>
                  <a:lnTo>
                    <a:pt x="33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7" name="Google Shape;6197;p54"/>
            <p:cNvSpPr/>
            <p:nvPr/>
          </p:nvSpPr>
          <p:spPr>
            <a:xfrm>
              <a:off x="6875075" y="3494150"/>
              <a:ext cx="488125" cy="470225"/>
            </a:xfrm>
            <a:custGeom>
              <a:rect b="b" l="l" r="r" t="t"/>
              <a:pathLst>
                <a:path extrusionOk="0" h="18809" w="19525">
                  <a:moveTo>
                    <a:pt x="10623" y="0"/>
                  </a:moveTo>
                  <a:cubicBezTo>
                    <a:pt x="9045" y="0"/>
                    <a:pt x="6443" y="208"/>
                    <a:pt x="3860" y="1326"/>
                  </a:cubicBezTo>
                  <a:cubicBezTo>
                    <a:pt x="3860" y="1326"/>
                    <a:pt x="1404" y="9622"/>
                    <a:pt x="0" y="17817"/>
                  </a:cubicBezTo>
                  <a:cubicBezTo>
                    <a:pt x="0" y="17817"/>
                    <a:pt x="4111" y="18809"/>
                    <a:pt x="9249" y="18809"/>
                  </a:cubicBezTo>
                  <a:cubicBezTo>
                    <a:pt x="11819" y="18809"/>
                    <a:pt x="14645" y="18561"/>
                    <a:pt x="17344" y="17817"/>
                  </a:cubicBezTo>
                  <a:lnTo>
                    <a:pt x="19524" y="5863"/>
                  </a:lnTo>
                  <a:lnTo>
                    <a:pt x="17344" y="1025"/>
                  </a:lnTo>
                  <a:cubicBezTo>
                    <a:pt x="17344" y="1025"/>
                    <a:pt x="15487" y="73"/>
                    <a:pt x="12256" y="73"/>
                  </a:cubicBezTo>
                  <a:cubicBezTo>
                    <a:pt x="12214" y="73"/>
                    <a:pt x="12173" y="73"/>
                    <a:pt x="12131" y="73"/>
                  </a:cubicBezTo>
                  <a:cubicBezTo>
                    <a:pt x="12131" y="73"/>
                    <a:pt x="11556" y="0"/>
                    <a:pt x="106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8" name="Google Shape;6198;p54"/>
            <p:cNvSpPr/>
            <p:nvPr/>
          </p:nvSpPr>
          <p:spPr>
            <a:xfrm>
              <a:off x="6871300" y="3869625"/>
              <a:ext cx="440525" cy="97550"/>
            </a:xfrm>
            <a:custGeom>
              <a:rect b="b" l="l" r="r" t="t"/>
              <a:pathLst>
                <a:path extrusionOk="0" h="3902" w="17621">
                  <a:moveTo>
                    <a:pt x="5599" y="1"/>
                  </a:moveTo>
                  <a:cubicBezTo>
                    <a:pt x="2628" y="1"/>
                    <a:pt x="763" y="318"/>
                    <a:pt x="602" y="342"/>
                  </a:cubicBezTo>
                  <a:lnTo>
                    <a:pt x="1" y="2748"/>
                  </a:lnTo>
                  <a:cubicBezTo>
                    <a:pt x="40" y="2735"/>
                    <a:pt x="2341" y="2384"/>
                    <a:pt x="5775" y="2384"/>
                  </a:cubicBezTo>
                  <a:cubicBezTo>
                    <a:pt x="9015" y="2384"/>
                    <a:pt x="13263" y="2697"/>
                    <a:pt x="17570" y="3901"/>
                  </a:cubicBezTo>
                  <a:lnTo>
                    <a:pt x="17620" y="1671"/>
                  </a:lnTo>
                  <a:cubicBezTo>
                    <a:pt x="12879" y="336"/>
                    <a:pt x="8654" y="1"/>
                    <a:pt x="5599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9" name="Google Shape;6199;p54"/>
            <p:cNvSpPr/>
            <p:nvPr/>
          </p:nvSpPr>
          <p:spPr>
            <a:xfrm>
              <a:off x="7015425" y="3858675"/>
              <a:ext cx="129725" cy="88450"/>
            </a:xfrm>
            <a:custGeom>
              <a:rect b="b" l="l" r="r" t="t"/>
              <a:pathLst>
                <a:path extrusionOk="0" h="3538" w="5189">
                  <a:moveTo>
                    <a:pt x="880" y="1"/>
                  </a:moveTo>
                  <a:cubicBezTo>
                    <a:pt x="649" y="1"/>
                    <a:pt x="450" y="170"/>
                    <a:pt x="426" y="404"/>
                  </a:cubicBezTo>
                  <a:lnTo>
                    <a:pt x="50" y="2685"/>
                  </a:lnTo>
                  <a:cubicBezTo>
                    <a:pt x="0" y="2961"/>
                    <a:pt x="201" y="3211"/>
                    <a:pt x="477" y="3236"/>
                  </a:cubicBezTo>
                  <a:lnTo>
                    <a:pt x="4361" y="3537"/>
                  </a:lnTo>
                  <a:cubicBezTo>
                    <a:pt x="4612" y="3537"/>
                    <a:pt x="4837" y="3362"/>
                    <a:pt x="4888" y="3111"/>
                  </a:cubicBezTo>
                  <a:lnTo>
                    <a:pt x="5163" y="830"/>
                  </a:lnTo>
                  <a:cubicBezTo>
                    <a:pt x="5188" y="555"/>
                    <a:pt x="4988" y="304"/>
                    <a:pt x="4712" y="304"/>
                  </a:cubicBezTo>
                  <a:lnTo>
                    <a:pt x="928" y="3"/>
                  </a:lnTo>
                  <a:cubicBezTo>
                    <a:pt x="912" y="2"/>
                    <a:pt x="896" y="1"/>
                    <a:pt x="8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0" name="Google Shape;6200;p54"/>
            <p:cNvSpPr/>
            <p:nvPr/>
          </p:nvSpPr>
          <p:spPr>
            <a:xfrm>
              <a:off x="6451500" y="3502225"/>
              <a:ext cx="603425" cy="197400"/>
            </a:xfrm>
            <a:custGeom>
              <a:rect b="b" l="l" r="r" t="t"/>
              <a:pathLst>
                <a:path extrusionOk="0" h="7896" w="24137">
                  <a:moveTo>
                    <a:pt x="24136" y="1"/>
                  </a:moveTo>
                  <a:lnTo>
                    <a:pt x="1" y="3184"/>
                  </a:lnTo>
                  <a:lnTo>
                    <a:pt x="1956" y="7895"/>
                  </a:lnTo>
                  <a:lnTo>
                    <a:pt x="22081" y="5765"/>
                  </a:lnTo>
                  <a:lnTo>
                    <a:pt x="241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1" name="Google Shape;6201;p54"/>
            <p:cNvSpPr/>
            <p:nvPr/>
          </p:nvSpPr>
          <p:spPr>
            <a:xfrm>
              <a:off x="7230325" y="3495975"/>
              <a:ext cx="513825" cy="513800"/>
            </a:xfrm>
            <a:custGeom>
              <a:rect b="b" l="l" r="r" t="t"/>
              <a:pathLst>
                <a:path extrusionOk="0" h="20552" w="20553">
                  <a:moveTo>
                    <a:pt x="1" y="0"/>
                  </a:moveTo>
                  <a:lnTo>
                    <a:pt x="1755" y="6366"/>
                  </a:lnTo>
                  <a:lnTo>
                    <a:pt x="16617" y="20551"/>
                  </a:lnTo>
                  <a:lnTo>
                    <a:pt x="20552" y="16968"/>
                  </a:lnTo>
                  <a:cubicBezTo>
                    <a:pt x="20552" y="16968"/>
                    <a:pt x="8597" y="4962"/>
                    <a:pt x="6317" y="2682"/>
                  </a:cubicBezTo>
                  <a:cubicBezTo>
                    <a:pt x="4011" y="40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2" name="Google Shape;6202;p54"/>
            <p:cNvSpPr/>
            <p:nvPr/>
          </p:nvSpPr>
          <p:spPr>
            <a:xfrm>
              <a:off x="7114425" y="3398850"/>
              <a:ext cx="121575" cy="163975"/>
            </a:xfrm>
            <a:custGeom>
              <a:rect b="b" l="l" r="r" t="t"/>
              <a:pathLst>
                <a:path extrusionOk="0" h="6559" w="4863">
                  <a:moveTo>
                    <a:pt x="4862" y="0"/>
                  </a:moveTo>
                  <a:lnTo>
                    <a:pt x="552" y="151"/>
                  </a:lnTo>
                  <a:lnTo>
                    <a:pt x="301" y="4913"/>
                  </a:lnTo>
                  <a:cubicBezTo>
                    <a:pt x="301" y="4913"/>
                    <a:pt x="0" y="6341"/>
                    <a:pt x="2406" y="6542"/>
                  </a:cubicBezTo>
                  <a:cubicBezTo>
                    <a:pt x="2529" y="6553"/>
                    <a:pt x="2645" y="6559"/>
                    <a:pt x="2755" y="6559"/>
                  </a:cubicBezTo>
                  <a:cubicBezTo>
                    <a:pt x="4559" y="6559"/>
                    <a:pt x="4537" y="5088"/>
                    <a:pt x="4537" y="5088"/>
                  </a:cubicBezTo>
                  <a:lnTo>
                    <a:pt x="4862" y="0"/>
                  </a:lnTo>
                  <a:close/>
                </a:path>
              </a:pathLst>
            </a:custGeom>
            <a:solidFill>
              <a:srgbClr val="FFBD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3" name="Google Shape;6203;p54"/>
            <p:cNvSpPr/>
            <p:nvPr/>
          </p:nvSpPr>
          <p:spPr>
            <a:xfrm>
              <a:off x="7159525" y="4212125"/>
              <a:ext cx="95900" cy="60800"/>
            </a:xfrm>
            <a:custGeom>
              <a:rect b="b" l="l" r="r" t="t"/>
              <a:pathLst>
                <a:path extrusionOk="0" h="2432" w="3836">
                  <a:moveTo>
                    <a:pt x="3635" y="1"/>
                  </a:moveTo>
                  <a:lnTo>
                    <a:pt x="1" y="652"/>
                  </a:lnTo>
                  <a:lnTo>
                    <a:pt x="302" y="2432"/>
                  </a:lnTo>
                  <a:lnTo>
                    <a:pt x="3835" y="1780"/>
                  </a:lnTo>
                  <a:lnTo>
                    <a:pt x="36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04" name="Google Shape;6204;p54"/>
            <p:cNvGrpSpPr/>
            <p:nvPr/>
          </p:nvGrpSpPr>
          <p:grpSpPr>
            <a:xfrm rot="252063">
              <a:off x="6829325" y="2763876"/>
              <a:ext cx="765292" cy="783655"/>
              <a:chOff x="4738875" y="3058800"/>
              <a:chExt cx="1452400" cy="1487250"/>
            </a:xfrm>
          </p:grpSpPr>
          <p:sp>
            <p:nvSpPr>
              <p:cNvPr id="6205" name="Google Shape;6205;p54"/>
              <p:cNvSpPr/>
              <p:nvPr/>
            </p:nvSpPr>
            <p:spPr>
              <a:xfrm>
                <a:off x="4936875" y="3058800"/>
                <a:ext cx="959925" cy="796525"/>
              </a:xfrm>
              <a:custGeom>
                <a:rect b="b" l="l" r="r" t="t"/>
                <a:pathLst>
                  <a:path extrusionOk="0" h="31861" w="38397">
                    <a:moveTo>
                      <a:pt x="21615" y="1"/>
                    </a:moveTo>
                    <a:cubicBezTo>
                      <a:pt x="21103" y="1"/>
                      <a:pt x="20581" y="27"/>
                      <a:pt x="20051" y="81"/>
                    </a:cubicBezTo>
                    <a:cubicBezTo>
                      <a:pt x="19625" y="106"/>
                      <a:pt x="19199" y="181"/>
                      <a:pt x="18772" y="256"/>
                    </a:cubicBezTo>
                    <a:cubicBezTo>
                      <a:pt x="18622" y="281"/>
                      <a:pt x="18497" y="306"/>
                      <a:pt x="18346" y="332"/>
                    </a:cubicBezTo>
                    <a:cubicBezTo>
                      <a:pt x="17219" y="582"/>
                      <a:pt x="16041" y="958"/>
                      <a:pt x="14838" y="1484"/>
                    </a:cubicBezTo>
                    <a:cubicBezTo>
                      <a:pt x="14787" y="1484"/>
                      <a:pt x="14737" y="1509"/>
                      <a:pt x="14687" y="1535"/>
                    </a:cubicBezTo>
                    <a:cubicBezTo>
                      <a:pt x="14111" y="1785"/>
                      <a:pt x="13584" y="2061"/>
                      <a:pt x="13083" y="2337"/>
                    </a:cubicBezTo>
                    <a:cubicBezTo>
                      <a:pt x="13008" y="2362"/>
                      <a:pt x="12933" y="2412"/>
                      <a:pt x="12858" y="2437"/>
                    </a:cubicBezTo>
                    <a:cubicBezTo>
                      <a:pt x="12732" y="2537"/>
                      <a:pt x="12582" y="2612"/>
                      <a:pt x="12457" y="2687"/>
                    </a:cubicBezTo>
                    <a:cubicBezTo>
                      <a:pt x="11655" y="3164"/>
                      <a:pt x="10903" y="3690"/>
                      <a:pt x="10201" y="4266"/>
                    </a:cubicBezTo>
                    <a:cubicBezTo>
                      <a:pt x="9900" y="4517"/>
                      <a:pt x="9599" y="4768"/>
                      <a:pt x="9299" y="5018"/>
                    </a:cubicBezTo>
                    <a:cubicBezTo>
                      <a:pt x="8772" y="5520"/>
                      <a:pt x="8246" y="6021"/>
                      <a:pt x="7770" y="6572"/>
                    </a:cubicBezTo>
                    <a:cubicBezTo>
                      <a:pt x="7770" y="6572"/>
                      <a:pt x="7745" y="6597"/>
                      <a:pt x="7745" y="6597"/>
                    </a:cubicBezTo>
                    <a:cubicBezTo>
                      <a:pt x="7670" y="6697"/>
                      <a:pt x="7569" y="6798"/>
                      <a:pt x="7494" y="6873"/>
                    </a:cubicBezTo>
                    <a:cubicBezTo>
                      <a:pt x="7394" y="7023"/>
                      <a:pt x="7269" y="7149"/>
                      <a:pt x="7168" y="7274"/>
                    </a:cubicBezTo>
                    <a:cubicBezTo>
                      <a:pt x="6818" y="7675"/>
                      <a:pt x="6517" y="8101"/>
                      <a:pt x="6216" y="8527"/>
                    </a:cubicBezTo>
                    <a:cubicBezTo>
                      <a:pt x="6041" y="8753"/>
                      <a:pt x="5890" y="8978"/>
                      <a:pt x="5740" y="9229"/>
                    </a:cubicBezTo>
                    <a:cubicBezTo>
                      <a:pt x="5489" y="9580"/>
                      <a:pt x="5289" y="9931"/>
                      <a:pt x="5063" y="10281"/>
                    </a:cubicBezTo>
                    <a:cubicBezTo>
                      <a:pt x="5013" y="10357"/>
                      <a:pt x="4963" y="10457"/>
                      <a:pt x="4913" y="10532"/>
                    </a:cubicBezTo>
                    <a:cubicBezTo>
                      <a:pt x="4863" y="10632"/>
                      <a:pt x="4787" y="10733"/>
                      <a:pt x="4737" y="10858"/>
                    </a:cubicBezTo>
                    <a:cubicBezTo>
                      <a:pt x="4712" y="10883"/>
                      <a:pt x="4687" y="10933"/>
                      <a:pt x="4662" y="10958"/>
                    </a:cubicBezTo>
                    <a:cubicBezTo>
                      <a:pt x="4437" y="11384"/>
                      <a:pt x="4236" y="11785"/>
                      <a:pt x="4036" y="12211"/>
                    </a:cubicBezTo>
                    <a:cubicBezTo>
                      <a:pt x="3910" y="12437"/>
                      <a:pt x="3785" y="12662"/>
                      <a:pt x="3685" y="12913"/>
                    </a:cubicBezTo>
                    <a:cubicBezTo>
                      <a:pt x="3534" y="13214"/>
                      <a:pt x="3409" y="13540"/>
                      <a:pt x="3259" y="13865"/>
                    </a:cubicBezTo>
                    <a:cubicBezTo>
                      <a:pt x="3208" y="13966"/>
                      <a:pt x="3158" y="14091"/>
                      <a:pt x="3133" y="14191"/>
                    </a:cubicBezTo>
                    <a:cubicBezTo>
                      <a:pt x="3133" y="14216"/>
                      <a:pt x="3108" y="14216"/>
                      <a:pt x="3108" y="14241"/>
                    </a:cubicBezTo>
                    <a:cubicBezTo>
                      <a:pt x="3008" y="14467"/>
                      <a:pt x="2933" y="14692"/>
                      <a:pt x="2833" y="14918"/>
                    </a:cubicBezTo>
                    <a:cubicBezTo>
                      <a:pt x="2682" y="15369"/>
                      <a:pt x="2507" y="15820"/>
                      <a:pt x="2356" y="16271"/>
                    </a:cubicBezTo>
                    <a:cubicBezTo>
                      <a:pt x="2281" y="16472"/>
                      <a:pt x="2206" y="16698"/>
                      <a:pt x="2131" y="16923"/>
                    </a:cubicBezTo>
                    <a:cubicBezTo>
                      <a:pt x="2056" y="17199"/>
                      <a:pt x="1955" y="17500"/>
                      <a:pt x="1880" y="17775"/>
                    </a:cubicBezTo>
                    <a:cubicBezTo>
                      <a:pt x="1855" y="17875"/>
                      <a:pt x="1805" y="18001"/>
                      <a:pt x="1780" y="18126"/>
                    </a:cubicBezTo>
                    <a:cubicBezTo>
                      <a:pt x="1755" y="18176"/>
                      <a:pt x="1755" y="18251"/>
                      <a:pt x="1730" y="18327"/>
                    </a:cubicBezTo>
                    <a:cubicBezTo>
                      <a:pt x="1655" y="18552"/>
                      <a:pt x="1604" y="18778"/>
                      <a:pt x="1529" y="19003"/>
                    </a:cubicBezTo>
                    <a:cubicBezTo>
                      <a:pt x="1454" y="19304"/>
                      <a:pt x="1379" y="19605"/>
                      <a:pt x="1304" y="19906"/>
                    </a:cubicBezTo>
                    <a:cubicBezTo>
                      <a:pt x="1254" y="20131"/>
                      <a:pt x="1203" y="20357"/>
                      <a:pt x="1178" y="20582"/>
                    </a:cubicBezTo>
                    <a:cubicBezTo>
                      <a:pt x="1153" y="20607"/>
                      <a:pt x="1153" y="20607"/>
                      <a:pt x="1153" y="20632"/>
                    </a:cubicBezTo>
                    <a:cubicBezTo>
                      <a:pt x="1128" y="20758"/>
                      <a:pt x="1103" y="20883"/>
                      <a:pt x="1078" y="21008"/>
                    </a:cubicBezTo>
                    <a:cubicBezTo>
                      <a:pt x="1053" y="21109"/>
                      <a:pt x="1028" y="21209"/>
                      <a:pt x="1028" y="21309"/>
                    </a:cubicBezTo>
                    <a:cubicBezTo>
                      <a:pt x="928" y="21785"/>
                      <a:pt x="828" y="22261"/>
                      <a:pt x="752" y="22738"/>
                    </a:cubicBezTo>
                    <a:cubicBezTo>
                      <a:pt x="452" y="24442"/>
                      <a:pt x="301" y="25996"/>
                      <a:pt x="201" y="27349"/>
                    </a:cubicBezTo>
                    <a:cubicBezTo>
                      <a:pt x="0" y="30081"/>
                      <a:pt x="76" y="31861"/>
                      <a:pt x="76" y="31861"/>
                    </a:cubicBezTo>
                    <a:lnTo>
                      <a:pt x="3108" y="31184"/>
                    </a:lnTo>
                    <a:lnTo>
                      <a:pt x="15264" y="28402"/>
                    </a:lnTo>
                    <a:lnTo>
                      <a:pt x="32256" y="24542"/>
                    </a:lnTo>
                    <a:lnTo>
                      <a:pt x="36041" y="23690"/>
                    </a:lnTo>
                    <a:cubicBezTo>
                      <a:pt x="36041" y="23690"/>
                      <a:pt x="34562" y="21008"/>
                      <a:pt x="33159" y="18001"/>
                    </a:cubicBezTo>
                    <a:cubicBezTo>
                      <a:pt x="32833" y="17324"/>
                      <a:pt x="32507" y="16622"/>
                      <a:pt x="32231" y="15921"/>
                    </a:cubicBezTo>
                    <a:cubicBezTo>
                      <a:pt x="32181" y="15845"/>
                      <a:pt x="32131" y="15745"/>
                      <a:pt x="32106" y="15670"/>
                    </a:cubicBezTo>
                    <a:cubicBezTo>
                      <a:pt x="32056" y="15545"/>
                      <a:pt x="32006" y="15444"/>
                      <a:pt x="31955" y="15344"/>
                    </a:cubicBezTo>
                    <a:cubicBezTo>
                      <a:pt x="31730" y="14793"/>
                      <a:pt x="31504" y="14241"/>
                      <a:pt x="31329" y="13715"/>
                    </a:cubicBezTo>
                    <a:cubicBezTo>
                      <a:pt x="31304" y="13640"/>
                      <a:pt x="31279" y="13590"/>
                      <a:pt x="31254" y="13515"/>
                    </a:cubicBezTo>
                    <a:cubicBezTo>
                      <a:pt x="31254" y="13464"/>
                      <a:pt x="31229" y="13439"/>
                      <a:pt x="31204" y="13389"/>
                    </a:cubicBezTo>
                    <a:cubicBezTo>
                      <a:pt x="31153" y="13239"/>
                      <a:pt x="31103" y="13063"/>
                      <a:pt x="31053" y="12913"/>
                    </a:cubicBezTo>
                    <a:cubicBezTo>
                      <a:pt x="31028" y="12863"/>
                      <a:pt x="31028" y="12813"/>
                      <a:pt x="31003" y="12763"/>
                    </a:cubicBezTo>
                    <a:cubicBezTo>
                      <a:pt x="30978" y="12662"/>
                      <a:pt x="30928" y="12562"/>
                      <a:pt x="30903" y="12462"/>
                    </a:cubicBezTo>
                    <a:cubicBezTo>
                      <a:pt x="30878" y="12362"/>
                      <a:pt x="30853" y="12261"/>
                      <a:pt x="30828" y="12186"/>
                    </a:cubicBezTo>
                    <a:cubicBezTo>
                      <a:pt x="30803" y="12086"/>
                      <a:pt x="30778" y="11986"/>
                      <a:pt x="30752" y="11885"/>
                    </a:cubicBezTo>
                    <a:cubicBezTo>
                      <a:pt x="30752" y="11860"/>
                      <a:pt x="30727" y="11810"/>
                      <a:pt x="30727" y="11785"/>
                    </a:cubicBezTo>
                    <a:cubicBezTo>
                      <a:pt x="30702" y="11710"/>
                      <a:pt x="30702" y="11635"/>
                      <a:pt x="30677" y="11585"/>
                    </a:cubicBezTo>
                    <a:lnTo>
                      <a:pt x="30677" y="11560"/>
                    </a:lnTo>
                    <a:cubicBezTo>
                      <a:pt x="30652" y="11434"/>
                      <a:pt x="30627" y="11309"/>
                      <a:pt x="30602" y="11184"/>
                    </a:cubicBezTo>
                    <a:cubicBezTo>
                      <a:pt x="30577" y="11083"/>
                      <a:pt x="30577" y="10958"/>
                      <a:pt x="30577" y="10858"/>
                    </a:cubicBezTo>
                    <a:cubicBezTo>
                      <a:pt x="30552" y="10733"/>
                      <a:pt x="30552" y="10607"/>
                      <a:pt x="30552" y="10482"/>
                    </a:cubicBezTo>
                    <a:cubicBezTo>
                      <a:pt x="30552" y="10332"/>
                      <a:pt x="30577" y="10181"/>
                      <a:pt x="30627" y="10081"/>
                    </a:cubicBezTo>
                    <a:cubicBezTo>
                      <a:pt x="30627" y="10056"/>
                      <a:pt x="30627" y="10006"/>
                      <a:pt x="30652" y="9981"/>
                    </a:cubicBezTo>
                    <a:cubicBezTo>
                      <a:pt x="30677" y="9931"/>
                      <a:pt x="30727" y="9855"/>
                      <a:pt x="30752" y="9805"/>
                    </a:cubicBezTo>
                    <a:lnTo>
                      <a:pt x="30778" y="9805"/>
                    </a:lnTo>
                    <a:cubicBezTo>
                      <a:pt x="30828" y="9730"/>
                      <a:pt x="30903" y="9655"/>
                      <a:pt x="30978" y="9630"/>
                    </a:cubicBezTo>
                    <a:cubicBezTo>
                      <a:pt x="31135" y="9530"/>
                      <a:pt x="31333" y="9487"/>
                      <a:pt x="31562" y="9487"/>
                    </a:cubicBezTo>
                    <a:cubicBezTo>
                      <a:pt x="31735" y="9487"/>
                      <a:pt x="31926" y="9511"/>
                      <a:pt x="32131" y="9555"/>
                    </a:cubicBezTo>
                    <a:cubicBezTo>
                      <a:pt x="32231" y="9555"/>
                      <a:pt x="32331" y="9580"/>
                      <a:pt x="32432" y="9630"/>
                    </a:cubicBezTo>
                    <a:cubicBezTo>
                      <a:pt x="32632" y="9680"/>
                      <a:pt x="32858" y="9755"/>
                      <a:pt x="33083" y="9855"/>
                    </a:cubicBezTo>
                    <a:cubicBezTo>
                      <a:pt x="33159" y="9880"/>
                      <a:pt x="33234" y="9905"/>
                      <a:pt x="33309" y="9956"/>
                    </a:cubicBezTo>
                    <a:cubicBezTo>
                      <a:pt x="33359" y="9956"/>
                      <a:pt x="33359" y="9981"/>
                      <a:pt x="33384" y="9981"/>
                    </a:cubicBezTo>
                    <a:cubicBezTo>
                      <a:pt x="33685" y="10106"/>
                      <a:pt x="33961" y="10256"/>
                      <a:pt x="34261" y="10407"/>
                    </a:cubicBezTo>
                    <a:cubicBezTo>
                      <a:pt x="34362" y="10457"/>
                      <a:pt x="34437" y="10507"/>
                      <a:pt x="34537" y="10557"/>
                    </a:cubicBezTo>
                    <a:cubicBezTo>
                      <a:pt x="34712" y="10657"/>
                      <a:pt x="34863" y="10758"/>
                      <a:pt x="35038" y="10858"/>
                    </a:cubicBezTo>
                    <a:cubicBezTo>
                      <a:pt x="35063" y="10858"/>
                      <a:pt x="35088" y="10858"/>
                      <a:pt x="35088" y="10883"/>
                    </a:cubicBezTo>
                    <a:cubicBezTo>
                      <a:pt x="35339" y="11033"/>
                      <a:pt x="35590" y="11184"/>
                      <a:pt x="35840" y="11334"/>
                    </a:cubicBezTo>
                    <a:cubicBezTo>
                      <a:pt x="37194" y="12211"/>
                      <a:pt x="38296" y="13063"/>
                      <a:pt x="38397" y="13139"/>
                    </a:cubicBezTo>
                    <a:cubicBezTo>
                      <a:pt x="38347" y="13063"/>
                      <a:pt x="37996" y="12261"/>
                      <a:pt x="37344" y="11109"/>
                    </a:cubicBezTo>
                    <a:cubicBezTo>
                      <a:pt x="37244" y="10908"/>
                      <a:pt x="37118" y="10733"/>
                      <a:pt x="37018" y="10532"/>
                    </a:cubicBezTo>
                    <a:cubicBezTo>
                      <a:pt x="36793" y="10156"/>
                      <a:pt x="36542" y="9755"/>
                      <a:pt x="36266" y="9329"/>
                    </a:cubicBezTo>
                    <a:lnTo>
                      <a:pt x="36091" y="9103"/>
                    </a:lnTo>
                    <a:cubicBezTo>
                      <a:pt x="36016" y="9003"/>
                      <a:pt x="35940" y="8903"/>
                      <a:pt x="35865" y="8778"/>
                    </a:cubicBezTo>
                    <a:cubicBezTo>
                      <a:pt x="35690" y="8527"/>
                      <a:pt x="35489" y="8251"/>
                      <a:pt x="35289" y="7951"/>
                    </a:cubicBezTo>
                    <a:cubicBezTo>
                      <a:pt x="35214" y="7875"/>
                      <a:pt x="35164" y="7800"/>
                      <a:pt x="35113" y="7725"/>
                    </a:cubicBezTo>
                    <a:cubicBezTo>
                      <a:pt x="35088" y="7700"/>
                      <a:pt x="35063" y="7675"/>
                      <a:pt x="35063" y="7650"/>
                    </a:cubicBezTo>
                    <a:cubicBezTo>
                      <a:pt x="34913" y="7499"/>
                      <a:pt x="34788" y="7349"/>
                      <a:pt x="34662" y="7174"/>
                    </a:cubicBezTo>
                    <a:cubicBezTo>
                      <a:pt x="34537" y="7023"/>
                      <a:pt x="34412" y="6873"/>
                      <a:pt x="34286" y="6697"/>
                    </a:cubicBezTo>
                    <a:cubicBezTo>
                      <a:pt x="34111" y="6522"/>
                      <a:pt x="33961" y="6347"/>
                      <a:pt x="33810" y="6146"/>
                    </a:cubicBezTo>
                    <a:cubicBezTo>
                      <a:pt x="33685" y="6021"/>
                      <a:pt x="33560" y="5895"/>
                      <a:pt x="33459" y="5770"/>
                    </a:cubicBezTo>
                    <a:cubicBezTo>
                      <a:pt x="33359" y="5670"/>
                      <a:pt x="33259" y="5545"/>
                      <a:pt x="33133" y="5444"/>
                    </a:cubicBezTo>
                    <a:cubicBezTo>
                      <a:pt x="32933" y="5219"/>
                      <a:pt x="32707" y="5018"/>
                      <a:pt x="32482" y="4793"/>
                    </a:cubicBezTo>
                    <a:cubicBezTo>
                      <a:pt x="32306" y="4617"/>
                      <a:pt x="32106" y="4442"/>
                      <a:pt x="31905" y="4266"/>
                    </a:cubicBezTo>
                    <a:cubicBezTo>
                      <a:pt x="31780" y="4166"/>
                      <a:pt x="31680" y="4041"/>
                      <a:pt x="31554" y="3941"/>
                    </a:cubicBezTo>
                    <a:cubicBezTo>
                      <a:pt x="31429" y="3840"/>
                      <a:pt x="31304" y="3740"/>
                      <a:pt x="31204" y="3665"/>
                    </a:cubicBezTo>
                    <a:cubicBezTo>
                      <a:pt x="31103" y="3590"/>
                      <a:pt x="31028" y="3514"/>
                      <a:pt x="30928" y="3439"/>
                    </a:cubicBezTo>
                    <a:cubicBezTo>
                      <a:pt x="30702" y="3264"/>
                      <a:pt x="30477" y="3088"/>
                      <a:pt x="30226" y="2913"/>
                    </a:cubicBezTo>
                    <a:cubicBezTo>
                      <a:pt x="29900" y="2687"/>
                      <a:pt x="29549" y="2437"/>
                      <a:pt x="29174" y="2236"/>
                    </a:cubicBezTo>
                    <a:cubicBezTo>
                      <a:pt x="28898" y="2036"/>
                      <a:pt x="28597" y="1885"/>
                      <a:pt x="28296" y="1710"/>
                    </a:cubicBezTo>
                    <a:cubicBezTo>
                      <a:pt x="28071" y="1610"/>
                      <a:pt x="27870" y="1484"/>
                      <a:pt x="27645" y="1384"/>
                    </a:cubicBezTo>
                    <a:cubicBezTo>
                      <a:pt x="27494" y="1334"/>
                      <a:pt x="27369" y="1259"/>
                      <a:pt x="27219" y="1184"/>
                    </a:cubicBezTo>
                    <a:cubicBezTo>
                      <a:pt x="26742" y="983"/>
                      <a:pt x="26241" y="808"/>
                      <a:pt x="25740" y="657"/>
                    </a:cubicBezTo>
                    <a:cubicBezTo>
                      <a:pt x="25239" y="482"/>
                      <a:pt x="24687" y="332"/>
                      <a:pt x="24136" y="231"/>
                    </a:cubicBezTo>
                    <a:lnTo>
                      <a:pt x="24036" y="231"/>
                    </a:lnTo>
                    <a:cubicBezTo>
                      <a:pt x="23885" y="181"/>
                      <a:pt x="23735" y="156"/>
                      <a:pt x="23585" y="131"/>
                    </a:cubicBezTo>
                    <a:cubicBezTo>
                      <a:pt x="22944" y="46"/>
                      <a:pt x="22288" y="1"/>
                      <a:pt x="216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6" name="Google Shape;6206;p54"/>
              <p:cNvSpPr/>
              <p:nvPr/>
            </p:nvSpPr>
            <p:spPr>
              <a:xfrm>
                <a:off x="4975725" y="3381625"/>
                <a:ext cx="742500" cy="152275"/>
              </a:xfrm>
              <a:custGeom>
                <a:rect b="b" l="l" r="r" t="t"/>
                <a:pathLst>
                  <a:path extrusionOk="0" h="6091" w="29700">
                    <a:moveTo>
                      <a:pt x="29499" y="0"/>
                    </a:moveTo>
                    <a:cubicBezTo>
                      <a:pt x="28321" y="175"/>
                      <a:pt x="27118" y="351"/>
                      <a:pt x="25940" y="551"/>
                    </a:cubicBezTo>
                    <a:cubicBezTo>
                      <a:pt x="24712" y="727"/>
                      <a:pt x="23509" y="927"/>
                      <a:pt x="22281" y="1128"/>
                    </a:cubicBezTo>
                    <a:cubicBezTo>
                      <a:pt x="19700" y="1554"/>
                      <a:pt x="17118" y="2005"/>
                      <a:pt x="14537" y="2481"/>
                    </a:cubicBezTo>
                    <a:cubicBezTo>
                      <a:pt x="14211" y="2556"/>
                      <a:pt x="13885" y="2607"/>
                      <a:pt x="13534" y="2682"/>
                    </a:cubicBezTo>
                    <a:cubicBezTo>
                      <a:pt x="13509" y="2682"/>
                      <a:pt x="13484" y="2682"/>
                      <a:pt x="13434" y="2707"/>
                    </a:cubicBezTo>
                    <a:cubicBezTo>
                      <a:pt x="12933" y="2782"/>
                      <a:pt x="12431" y="2882"/>
                      <a:pt x="11930" y="2983"/>
                    </a:cubicBezTo>
                    <a:cubicBezTo>
                      <a:pt x="9975" y="3358"/>
                      <a:pt x="8020" y="3759"/>
                      <a:pt x="6040" y="4160"/>
                    </a:cubicBezTo>
                    <a:cubicBezTo>
                      <a:pt x="4562" y="4461"/>
                      <a:pt x="3083" y="4762"/>
                      <a:pt x="1604" y="5088"/>
                    </a:cubicBezTo>
                    <a:cubicBezTo>
                      <a:pt x="1128" y="5188"/>
                      <a:pt x="652" y="5288"/>
                      <a:pt x="176" y="5414"/>
                    </a:cubicBezTo>
                    <a:cubicBezTo>
                      <a:pt x="101" y="5639"/>
                      <a:pt x="50" y="5865"/>
                      <a:pt x="0" y="6090"/>
                    </a:cubicBezTo>
                    <a:cubicBezTo>
                      <a:pt x="176" y="6040"/>
                      <a:pt x="376" y="5990"/>
                      <a:pt x="577" y="5965"/>
                    </a:cubicBezTo>
                    <a:cubicBezTo>
                      <a:pt x="2306" y="5564"/>
                      <a:pt x="4035" y="5213"/>
                      <a:pt x="5765" y="4837"/>
                    </a:cubicBezTo>
                    <a:cubicBezTo>
                      <a:pt x="7619" y="4461"/>
                      <a:pt x="9449" y="4110"/>
                      <a:pt x="11304" y="3734"/>
                    </a:cubicBezTo>
                    <a:cubicBezTo>
                      <a:pt x="12056" y="3609"/>
                      <a:pt x="12782" y="3459"/>
                      <a:pt x="13534" y="3308"/>
                    </a:cubicBezTo>
                    <a:cubicBezTo>
                      <a:pt x="16642" y="2732"/>
                      <a:pt x="19750" y="2180"/>
                      <a:pt x="22858" y="1679"/>
                    </a:cubicBezTo>
                    <a:cubicBezTo>
                      <a:pt x="23284" y="1604"/>
                      <a:pt x="23735" y="1529"/>
                      <a:pt x="24186" y="1454"/>
                    </a:cubicBezTo>
                    <a:cubicBezTo>
                      <a:pt x="26016" y="1153"/>
                      <a:pt x="27845" y="877"/>
                      <a:pt x="29700" y="602"/>
                    </a:cubicBezTo>
                    <a:cubicBezTo>
                      <a:pt x="29700" y="551"/>
                      <a:pt x="29675" y="526"/>
                      <a:pt x="29650" y="476"/>
                    </a:cubicBezTo>
                    <a:cubicBezTo>
                      <a:pt x="29599" y="326"/>
                      <a:pt x="29549" y="150"/>
                      <a:pt x="294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7" name="Google Shape;6207;p54"/>
              <p:cNvSpPr/>
              <p:nvPr/>
            </p:nvSpPr>
            <p:spPr>
              <a:xfrm>
                <a:off x="4990125" y="3347775"/>
                <a:ext cx="717450" cy="134125"/>
              </a:xfrm>
              <a:custGeom>
                <a:rect b="b" l="l" r="r" t="t"/>
                <a:pathLst>
                  <a:path extrusionOk="0" h="5365" w="28698">
                    <a:moveTo>
                      <a:pt x="28547" y="1"/>
                    </a:moveTo>
                    <a:cubicBezTo>
                      <a:pt x="25866" y="452"/>
                      <a:pt x="23159" y="903"/>
                      <a:pt x="20477" y="1354"/>
                    </a:cubicBezTo>
                    <a:cubicBezTo>
                      <a:pt x="18898" y="1605"/>
                      <a:pt x="17319" y="1880"/>
                      <a:pt x="15765" y="2131"/>
                    </a:cubicBezTo>
                    <a:cubicBezTo>
                      <a:pt x="14838" y="2281"/>
                      <a:pt x="13936" y="2432"/>
                      <a:pt x="13033" y="2582"/>
                    </a:cubicBezTo>
                    <a:cubicBezTo>
                      <a:pt x="12332" y="2707"/>
                      <a:pt x="11655" y="2808"/>
                      <a:pt x="10978" y="2933"/>
                    </a:cubicBezTo>
                    <a:cubicBezTo>
                      <a:pt x="9399" y="3184"/>
                      <a:pt x="7795" y="3459"/>
                      <a:pt x="6216" y="3710"/>
                    </a:cubicBezTo>
                    <a:cubicBezTo>
                      <a:pt x="4211" y="4036"/>
                      <a:pt x="2231" y="4362"/>
                      <a:pt x="226" y="4712"/>
                    </a:cubicBezTo>
                    <a:cubicBezTo>
                      <a:pt x="151" y="4913"/>
                      <a:pt x="76" y="5139"/>
                      <a:pt x="1" y="5364"/>
                    </a:cubicBezTo>
                    <a:cubicBezTo>
                      <a:pt x="1981" y="5038"/>
                      <a:pt x="3961" y="4712"/>
                      <a:pt x="5941" y="4387"/>
                    </a:cubicBezTo>
                    <a:cubicBezTo>
                      <a:pt x="7896" y="4061"/>
                      <a:pt x="9850" y="3735"/>
                      <a:pt x="11805" y="3409"/>
                    </a:cubicBezTo>
                    <a:cubicBezTo>
                      <a:pt x="12206" y="3359"/>
                      <a:pt x="12582" y="3284"/>
                      <a:pt x="12983" y="3209"/>
                    </a:cubicBezTo>
                    <a:cubicBezTo>
                      <a:pt x="13660" y="3108"/>
                      <a:pt x="14312" y="3008"/>
                      <a:pt x="14963" y="2883"/>
                    </a:cubicBezTo>
                    <a:cubicBezTo>
                      <a:pt x="16993" y="2557"/>
                      <a:pt x="19023" y="2231"/>
                      <a:pt x="21054" y="1880"/>
                    </a:cubicBezTo>
                    <a:cubicBezTo>
                      <a:pt x="23184" y="1529"/>
                      <a:pt x="25314" y="1179"/>
                      <a:pt x="27445" y="828"/>
                    </a:cubicBezTo>
                    <a:cubicBezTo>
                      <a:pt x="27871" y="753"/>
                      <a:pt x="28297" y="677"/>
                      <a:pt x="28698" y="627"/>
                    </a:cubicBezTo>
                    <a:cubicBezTo>
                      <a:pt x="28673" y="527"/>
                      <a:pt x="28648" y="427"/>
                      <a:pt x="28622" y="326"/>
                    </a:cubicBezTo>
                    <a:cubicBezTo>
                      <a:pt x="28622" y="301"/>
                      <a:pt x="28597" y="251"/>
                      <a:pt x="28597" y="226"/>
                    </a:cubicBezTo>
                    <a:cubicBezTo>
                      <a:pt x="28572" y="151"/>
                      <a:pt x="28572" y="76"/>
                      <a:pt x="28547" y="26"/>
                    </a:cubicBezTo>
                    <a:lnTo>
                      <a:pt x="2854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8" name="Google Shape;6208;p54"/>
              <p:cNvSpPr/>
              <p:nvPr/>
            </p:nvSpPr>
            <p:spPr>
              <a:xfrm>
                <a:off x="5812825" y="3322100"/>
                <a:ext cx="57650" cy="20075"/>
              </a:xfrm>
              <a:custGeom>
                <a:rect b="b" l="l" r="r" t="t"/>
                <a:pathLst>
                  <a:path extrusionOk="0" h="803" w="2306">
                    <a:moveTo>
                      <a:pt x="1980" y="0"/>
                    </a:moveTo>
                    <a:cubicBezTo>
                      <a:pt x="1303" y="100"/>
                      <a:pt x="652" y="201"/>
                      <a:pt x="0" y="326"/>
                    </a:cubicBezTo>
                    <a:cubicBezTo>
                      <a:pt x="276" y="476"/>
                      <a:pt x="552" y="652"/>
                      <a:pt x="802" y="802"/>
                    </a:cubicBezTo>
                    <a:cubicBezTo>
                      <a:pt x="1303" y="727"/>
                      <a:pt x="1805" y="652"/>
                      <a:pt x="2306" y="577"/>
                    </a:cubicBezTo>
                    <a:cubicBezTo>
                      <a:pt x="2206" y="376"/>
                      <a:pt x="2080" y="201"/>
                      <a:pt x="19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9" name="Google Shape;6209;p54"/>
              <p:cNvSpPr/>
              <p:nvPr/>
            </p:nvSpPr>
            <p:spPr>
              <a:xfrm>
                <a:off x="5008300" y="3303925"/>
                <a:ext cx="698025" cy="127850"/>
              </a:xfrm>
              <a:custGeom>
                <a:rect b="b" l="l" r="r" t="t"/>
                <a:pathLst>
                  <a:path extrusionOk="0" h="5114" w="27921">
                    <a:moveTo>
                      <a:pt x="27921" y="0"/>
                    </a:moveTo>
                    <a:lnTo>
                      <a:pt x="27921" y="0"/>
                    </a:lnTo>
                    <a:cubicBezTo>
                      <a:pt x="24662" y="602"/>
                      <a:pt x="21429" y="1128"/>
                      <a:pt x="18171" y="1629"/>
                    </a:cubicBezTo>
                    <a:cubicBezTo>
                      <a:pt x="17845" y="1679"/>
                      <a:pt x="17519" y="1730"/>
                      <a:pt x="17219" y="1780"/>
                    </a:cubicBezTo>
                    <a:cubicBezTo>
                      <a:pt x="15640" y="2030"/>
                      <a:pt x="14036" y="2256"/>
                      <a:pt x="12457" y="2507"/>
                    </a:cubicBezTo>
                    <a:cubicBezTo>
                      <a:pt x="10903" y="2732"/>
                      <a:pt x="9349" y="2958"/>
                      <a:pt x="7795" y="3208"/>
                    </a:cubicBezTo>
                    <a:cubicBezTo>
                      <a:pt x="7294" y="3283"/>
                      <a:pt x="6818" y="3359"/>
                      <a:pt x="6316" y="3434"/>
                    </a:cubicBezTo>
                    <a:cubicBezTo>
                      <a:pt x="4286" y="3760"/>
                      <a:pt x="2281" y="4085"/>
                      <a:pt x="251" y="4436"/>
                    </a:cubicBezTo>
                    <a:cubicBezTo>
                      <a:pt x="176" y="4662"/>
                      <a:pt x="76" y="4887"/>
                      <a:pt x="1" y="5113"/>
                    </a:cubicBezTo>
                    <a:cubicBezTo>
                      <a:pt x="2006" y="4762"/>
                      <a:pt x="4011" y="4436"/>
                      <a:pt x="6041" y="4111"/>
                    </a:cubicBezTo>
                    <a:cubicBezTo>
                      <a:pt x="6918" y="3985"/>
                      <a:pt x="7770" y="3835"/>
                      <a:pt x="8647" y="3710"/>
                    </a:cubicBezTo>
                    <a:cubicBezTo>
                      <a:pt x="9875" y="3509"/>
                      <a:pt x="11128" y="3334"/>
                      <a:pt x="12382" y="3158"/>
                    </a:cubicBezTo>
                    <a:cubicBezTo>
                      <a:pt x="13735" y="2933"/>
                      <a:pt x="15088" y="2732"/>
                      <a:pt x="16442" y="2532"/>
                    </a:cubicBezTo>
                    <a:cubicBezTo>
                      <a:pt x="17219" y="2431"/>
                      <a:pt x="17971" y="2306"/>
                      <a:pt x="18748" y="2181"/>
                    </a:cubicBezTo>
                    <a:cubicBezTo>
                      <a:pt x="21730" y="1730"/>
                      <a:pt x="24738" y="1228"/>
                      <a:pt x="27695" y="677"/>
                    </a:cubicBezTo>
                    <a:cubicBezTo>
                      <a:pt x="27695" y="527"/>
                      <a:pt x="27720" y="376"/>
                      <a:pt x="27770" y="276"/>
                    </a:cubicBezTo>
                    <a:cubicBezTo>
                      <a:pt x="27770" y="251"/>
                      <a:pt x="27795" y="201"/>
                      <a:pt x="27795" y="176"/>
                    </a:cubicBezTo>
                    <a:cubicBezTo>
                      <a:pt x="27820" y="126"/>
                      <a:pt x="27870" y="50"/>
                      <a:pt x="279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0" name="Google Shape;6210;p54"/>
              <p:cNvSpPr/>
              <p:nvPr/>
            </p:nvSpPr>
            <p:spPr>
              <a:xfrm>
                <a:off x="5740125" y="3278225"/>
                <a:ext cx="103425" cy="29475"/>
              </a:xfrm>
              <a:custGeom>
                <a:rect b="b" l="l" r="r" t="t"/>
                <a:pathLst>
                  <a:path extrusionOk="0" h="1179" w="4137">
                    <a:moveTo>
                      <a:pt x="3735" y="1"/>
                    </a:moveTo>
                    <a:cubicBezTo>
                      <a:pt x="2507" y="276"/>
                      <a:pt x="1254" y="527"/>
                      <a:pt x="1" y="778"/>
                    </a:cubicBezTo>
                    <a:cubicBezTo>
                      <a:pt x="101" y="778"/>
                      <a:pt x="201" y="803"/>
                      <a:pt x="302" y="853"/>
                    </a:cubicBezTo>
                    <a:cubicBezTo>
                      <a:pt x="502" y="903"/>
                      <a:pt x="728" y="978"/>
                      <a:pt x="953" y="1078"/>
                    </a:cubicBezTo>
                    <a:cubicBezTo>
                      <a:pt x="1029" y="1103"/>
                      <a:pt x="1104" y="1128"/>
                      <a:pt x="1204" y="1179"/>
                    </a:cubicBezTo>
                    <a:cubicBezTo>
                      <a:pt x="2181" y="978"/>
                      <a:pt x="3159" y="778"/>
                      <a:pt x="4136" y="552"/>
                    </a:cubicBezTo>
                    <a:cubicBezTo>
                      <a:pt x="4011" y="377"/>
                      <a:pt x="3886" y="201"/>
                      <a:pt x="37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1" name="Google Shape;6211;p54"/>
              <p:cNvSpPr/>
              <p:nvPr/>
            </p:nvSpPr>
            <p:spPr>
              <a:xfrm>
                <a:off x="5028975" y="3238125"/>
                <a:ext cx="785750" cy="143525"/>
              </a:xfrm>
              <a:custGeom>
                <a:rect b="b" l="l" r="r" t="t"/>
                <a:pathLst>
                  <a:path extrusionOk="0" h="5741" w="31430">
                    <a:moveTo>
                      <a:pt x="30978" y="1"/>
                    </a:moveTo>
                    <a:cubicBezTo>
                      <a:pt x="26342" y="928"/>
                      <a:pt x="21655" y="1555"/>
                      <a:pt x="16993" y="2231"/>
                    </a:cubicBezTo>
                    <a:cubicBezTo>
                      <a:pt x="15289" y="2482"/>
                      <a:pt x="13610" y="2732"/>
                      <a:pt x="11931" y="3008"/>
                    </a:cubicBezTo>
                    <a:cubicBezTo>
                      <a:pt x="8071" y="3610"/>
                      <a:pt x="4186" y="4286"/>
                      <a:pt x="352" y="5038"/>
                    </a:cubicBezTo>
                    <a:cubicBezTo>
                      <a:pt x="226" y="5264"/>
                      <a:pt x="101" y="5489"/>
                      <a:pt x="1" y="5740"/>
                    </a:cubicBezTo>
                    <a:cubicBezTo>
                      <a:pt x="3936" y="4988"/>
                      <a:pt x="7870" y="4286"/>
                      <a:pt x="11830" y="3660"/>
                    </a:cubicBezTo>
                    <a:cubicBezTo>
                      <a:pt x="13610" y="3359"/>
                      <a:pt x="15364" y="3083"/>
                      <a:pt x="17144" y="2833"/>
                    </a:cubicBezTo>
                    <a:cubicBezTo>
                      <a:pt x="21931" y="2131"/>
                      <a:pt x="26693" y="1504"/>
                      <a:pt x="31429" y="552"/>
                    </a:cubicBezTo>
                    <a:cubicBezTo>
                      <a:pt x="31404" y="527"/>
                      <a:pt x="31379" y="502"/>
                      <a:pt x="31379" y="477"/>
                    </a:cubicBezTo>
                    <a:cubicBezTo>
                      <a:pt x="31254" y="326"/>
                      <a:pt x="31129" y="176"/>
                      <a:pt x="309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2" name="Google Shape;6212;p54"/>
              <p:cNvSpPr/>
              <p:nvPr/>
            </p:nvSpPr>
            <p:spPr>
              <a:xfrm>
                <a:off x="5053425" y="3212450"/>
                <a:ext cx="740625" cy="120325"/>
              </a:xfrm>
              <a:custGeom>
                <a:rect b="b" l="l" r="r" t="t"/>
                <a:pathLst>
                  <a:path extrusionOk="0" h="4813" w="29625">
                    <a:moveTo>
                      <a:pt x="29148" y="0"/>
                    </a:moveTo>
                    <a:cubicBezTo>
                      <a:pt x="23208" y="1053"/>
                      <a:pt x="17218" y="1880"/>
                      <a:pt x="11228" y="2682"/>
                    </a:cubicBezTo>
                    <a:cubicBezTo>
                      <a:pt x="7619" y="3158"/>
                      <a:pt x="4010" y="3634"/>
                      <a:pt x="401" y="4135"/>
                    </a:cubicBezTo>
                    <a:cubicBezTo>
                      <a:pt x="351" y="4211"/>
                      <a:pt x="301" y="4311"/>
                      <a:pt x="251" y="4386"/>
                    </a:cubicBezTo>
                    <a:cubicBezTo>
                      <a:pt x="201" y="4486"/>
                      <a:pt x="125" y="4587"/>
                      <a:pt x="75" y="4712"/>
                    </a:cubicBezTo>
                    <a:cubicBezTo>
                      <a:pt x="50" y="4737"/>
                      <a:pt x="25" y="4787"/>
                      <a:pt x="0" y="4812"/>
                    </a:cubicBezTo>
                    <a:cubicBezTo>
                      <a:pt x="3709" y="4311"/>
                      <a:pt x="7394" y="3835"/>
                      <a:pt x="11103" y="3333"/>
                    </a:cubicBezTo>
                    <a:cubicBezTo>
                      <a:pt x="17293" y="2506"/>
                      <a:pt x="23484" y="1629"/>
                      <a:pt x="29624" y="551"/>
                    </a:cubicBezTo>
                    <a:cubicBezTo>
                      <a:pt x="29474" y="376"/>
                      <a:pt x="29299" y="201"/>
                      <a:pt x="291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3" name="Google Shape;6213;p54"/>
              <p:cNvSpPr/>
              <p:nvPr/>
            </p:nvSpPr>
            <p:spPr>
              <a:xfrm>
                <a:off x="5080350" y="3165450"/>
                <a:ext cx="668575" cy="124075"/>
              </a:xfrm>
              <a:custGeom>
                <a:rect b="b" l="l" r="r" t="t"/>
                <a:pathLst>
                  <a:path extrusionOk="0" h="4963" w="26743">
                    <a:moveTo>
                      <a:pt x="26166" y="0"/>
                    </a:moveTo>
                    <a:cubicBezTo>
                      <a:pt x="22783" y="577"/>
                      <a:pt x="19399" y="1153"/>
                      <a:pt x="16016" y="1705"/>
                    </a:cubicBezTo>
                    <a:cubicBezTo>
                      <a:pt x="14236" y="2005"/>
                      <a:pt x="12457" y="2331"/>
                      <a:pt x="10678" y="2657"/>
                    </a:cubicBezTo>
                    <a:cubicBezTo>
                      <a:pt x="7294" y="3259"/>
                      <a:pt x="3886" y="3835"/>
                      <a:pt x="477" y="4261"/>
                    </a:cubicBezTo>
                    <a:cubicBezTo>
                      <a:pt x="302" y="4487"/>
                      <a:pt x="151" y="4712"/>
                      <a:pt x="1" y="4963"/>
                    </a:cubicBezTo>
                    <a:cubicBezTo>
                      <a:pt x="3510" y="4537"/>
                      <a:pt x="6993" y="3910"/>
                      <a:pt x="10502" y="3309"/>
                    </a:cubicBezTo>
                    <a:cubicBezTo>
                      <a:pt x="12131" y="3008"/>
                      <a:pt x="13760" y="2732"/>
                      <a:pt x="15389" y="2457"/>
                    </a:cubicBezTo>
                    <a:cubicBezTo>
                      <a:pt x="19174" y="1805"/>
                      <a:pt x="22958" y="1178"/>
                      <a:pt x="26743" y="527"/>
                    </a:cubicBezTo>
                    <a:cubicBezTo>
                      <a:pt x="26567" y="351"/>
                      <a:pt x="26367" y="176"/>
                      <a:pt x="26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4" name="Google Shape;6214;p54"/>
              <p:cNvSpPr/>
              <p:nvPr/>
            </p:nvSpPr>
            <p:spPr>
              <a:xfrm>
                <a:off x="5116075" y="3131600"/>
                <a:ext cx="594000" cy="109050"/>
              </a:xfrm>
              <a:custGeom>
                <a:rect b="b" l="l" r="r" t="t"/>
                <a:pathLst>
                  <a:path extrusionOk="0" h="4362" w="23760">
                    <a:moveTo>
                      <a:pt x="23058" y="1"/>
                    </a:moveTo>
                    <a:cubicBezTo>
                      <a:pt x="19900" y="502"/>
                      <a:pt x="16742" y="1003"/>
                      <a:pt x="13584" y="1505"/>
                    </a:cubicBezTo>
                    <a:cubicBezTo>
                      <a:pt x="12381" y="1680"/>
                      <a:pt x="11153" y="1881"/>
                      <a:pt x="9950" y="2081"/>
                    </a:cubicBezTo>
                    <a:cubicBezTo>
                      <a:pt x="8622" y="2282"/>
                      <a:pt x="7269" y="2482"/>
                      <a:pt x="5940" y="2708"/>
                    </a:cubicBezTo>
                    <a:cubicBezTo>
                      <a:pt x="4261" y="2958"/>
                      <a:pt x="2406" y="3435"/>
                      <a:pt x="577" y="3685"/>
                    </a:cubicBezTo>
                    <a:cubicBezTo>
                      <a:pt x="502" y="3785"/>
                      <a:pt x="401" y="3886"/>
                      <a:pt x="326" y="3961"/>
                    </a:cubicBezTo>
                    <a:cubicBezTo>
                      <a:pt x="226" y="4111"/>
                      <a:pt x="101" y="4237"/>
                      <a:pt x="0" y="4362"/>
                    </a:cubicBezTo>
                    <a:cubicBezTo>
                      <a:pt x="1529" y="4161"/>
                      <a:pt x="3058" y="3785"/>
                      <a:pt x="4487" y="3560"/>
                    </a:cubicBezTo>
                    <a:lnTo>
                      <a:pt x="9700" y="2733"/>
                    </a:lnTo>
                    <a:lnTo>
                      <a:pt x="12958" y="2232"/>
                    </a:lnTo>
                    <a:cubicBezTo>
                      <a:pt x="16542" y="1655"/>
                      <a:pt x="20151" y="1104"/>
                      <a:pt x="23760" y="527"/>
                    </a:cubicBezTo>
                    <a:cubicBezTo>
                      <a:pt x="23534" y="352"/>
                      <a:pt x="23309" y="176"/>
                      <a:pt x="230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5" name="Google Shape;6215;p54"/>
              <p:cNvSpPr/>
              <p:nvPr/>
            </p:nvSpPr>
            <p:spPr>
              <a:xfrm>
                <a:off x="5169325" y="3101525"/>
                <a:ext cx="496900" cy="82750"/>
              </a:xfrm>
              <a:custGeom>
                <a:rect b="b" l="l" r="r" t="t"/>
                <a:pathLst>
                  <a:path extrusionOk="0" h="3310" w="19876">
                    <a:moveTo>
                      <a:pt x="18998" y="1"/>
                    </a:moveTo>
                    <a:cubicBezTo>
                      <a:pt x="15565" y="502"/>
                      <a:pt x="12106" y="978"/>
                      <a:pt x="8647" y="1480"/>
                    </a:cubicBezTo>
                    <a:cubicBezTo>
                      <a:pt x="6066" y="1831"/>
                      <a:pt x="3484" y="2206"/>
                      <a:pt x="903" y="2557"/>
                    </a:cubicBezTo>
                    <a:cubicBezTo>
                      <a:pt x="602" y="2808"/>
                      <a:pt x="301" y="3059"/>
                      <a:pt x="1" y="3309"/>
                    </a:cubicBezTo>
                    <a:cubicBezTo>
                      <a:pt x="2783" y="2933"/>
                      <a:pt x="5540" y="2532"/>
                      <a:pt x="8322" y="2156"/>
                    </a:cubicBezTo>
                    <a:cubicBezTo>
                      <a:pt x="12181" y="1605"/>
                      <a:pt x="16016" y="1054"/>
                      <a:pt x="19876" y="527"/>
                    </a:cubicBezTo>
                    <a:cubicBezTo>
                      <a:pt x="19600" y="327"/>
                      <a:pt x="19299" y="176"/>
                      <a:pt x="189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6" name="Google Shape;6216;p54"/>
              <p:cNvSpPr/>
              <p:nvPr/>
            </p:nvSpPr>
            <p:spPr>
              <a:xfrm>
                <a:off x="5263950" y="3064575"/>
                <a:ext cx="316425" cy="52650"/>
              </a:xfrm>
              <a:custGeom>
                <a:rect b="b" l="l" r="r" t="t"/>
                <a:pathLst>
                  <a:path extrusionOk="0" h="2106" w="12657">
                    <a:moveTo>
                      <a:pt x="11053" y="0"/>
                    </a:moveTo>
                    <a:cubicBezTo>
                      <a:pt x="9474" y="226"/>
                      <a:pt x="7870" y="426"/>
                      <a:pt x="6291" y="652"/>
                    </a:cubicBezTo>
                    <a:cubicBezTo>
                      <a:pt x="4787" y="852"/>
                      <a:pt x="3258" y="1053"/>
                      <a:pt x="1755" y="1253"/>
                    </a:cubicBezTo>
                    <a:cubicBezTo>
                      <a:pt x="1704" y="1253"/>
                      <a:pt x="1654" y="1278"/>
                      <a:pt x="1604" y="1304"/>
                    </a:cubicBezTo>
                    <a:cubicBezTo>
                      <a:pt x="1028" y="1554"/>
                      <a:pt x="501" y="1830"/>
                      <a:pt x="0" y="2106"/>
                    </a:cubicBezTo>
                    <a:cubicBezTo>
                      <a:pt x="1930" y="1855"/>
                      <a:pt x="3860" y="1579"/>
                      <a:pt x="5790" y="1329"/>
                    </a:cubicBezTo>
                    <a:cubicBezTo>
                      <a:pt x="8070" y="1028"/>
                      <a:pt x="10376" y="727"/>
                      <a:pt x="12657" y="426"/>
                    </a:cubicBezTo>
                    <a:cubicBezTo>
                      <a:pt x="12156" y="251"/>
                      <a:pt x="11604" y="101"/>
                      <a:pt x="110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7" name="Google Shape;6217;p54"/>
              <p:cNvSpPr/>
              <p:nvPr/>
            </p:nvSpPr>
            <p:spPr>
              <a:xfrm>
                <a:off x="4962575" y="3442400"/>
                <a:ext cx="780100" cy="149150"/>
              </a:xfrm>
              <a:custGeom>
                <a:rect b="b" l="l" r="r" t="t"/>
                <a:pathLst>
                  <a:path extrusionOk="0" h="5966" w="31204">
                    <a:moveTo>
                      <a:pt x="30927" y="0"/>
                    </a:moveTo>
                    <a:cubicBezTo>
                      <a:pt x="20652" y="1654"/>
                      <a:pt x="10376" y="3434"/>
                      <a:pt x="125" y="5288"/>
                    </a:cubicBezTo>
                    <a:cubicBezTo>
                      <a:pt x="100" y="5414"/>
                      <a:pt x="75" y="5539"/>
                      <a:pt x="50" y="5664"/>
                    </a:cubicBezTo>
                    <a:cubicBezTo>
                      <a:pt x="25" y="5765"/>
                      <a:pt x="0" y="5865"/>
                      <a:pt x="0" y="5965"/>
                    </a:cubicBezTo>
                    <a:cubicBezTo>
                      <a:pt x="10376" y="4060"/>
                      <a:pt x="20777" y="2256"/>
                      <a:pt x="31203" y="577"/>
                    </a:cubicBezTo>
                    <a:cubicBezTo>
                      <a:pt x="31103" y="401"/>
                      <a:pt x="31028" y="201"/>
                      <a:pt x="309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8" name="Google Shape;6218;p54"/>
              <p:cNvSpPr/>
              <p:nvPr/>
            </p:nvSpPr>
            <p:spPr>
              <a:xfrm>
                <a:off x="4841000" y="3335250"/>
                <a:ext cx="1078975" cy="646650"/>
              </a:xfrm>
              <a:custGeom>
                <a:rect b="b" l="l" r="r" t="t"/>
                <a:pathLst>
                  <a:path extrusionOk="0" h="25866" w="43159">
                    <a:moveTo>
                      <a:pt x="24437" y="0"/>
                    </a:moveTo>
                    <a:lnTo>
                      <a:pt x="23911" y="527"/>
                    </a:lnTo>
                    <a:lnTo>
                      <a:pt x="23134" y="1279"/>
                    </a:lnTo>
                    <a:lnTo>
                      <a:pt x="21730" y="2632"/>
                    </a:lnTo>
                    <a:lnTo>
                      <a:pt x="20928" y="3384"/>
                    </a:lnTo>
                    <a:lnTo>
                      <a:pt x="19926" y="4336"/>
                    </a:lnTo>
                    <a:lnTo>
                      <a:pt x="19374" y="4888"/>
                    </a:lnTo>
                    <a:lnTo>
                      <a:pt x="18923" y="4612"/>
                    </a:lnTo>
                    <a:lnTo>
                      <a:pt x="18823" y="4562"/>
                    </a:lnTo>
                    <a:lnTo>
                      <a:pt x="17770" y="3910"/>
                    </a:lnTo>
                    <a:lnTo>
                      <a:pt x="16943" y="3434"/>
                    </a:lnTo>
                    <a:lnTo>
                      <a:pt x="15339" y="2457"/>
                    </a:lnTo>
                    <a:lnTo>
                      <a:pt x="14487" y="1955"/>
                    </a:lnTo>
                    <a:lnTo>
                      <a:pt x="13384" y="1279"/>
                    </a:lnTo>
                    <a:lnTo>
                      <a:pt x="13008" y="2181"/>
                    </a:lnTo>
                    <a:lnTo>
                      <a:pt x="12733" y="2858"/>
                    </a:lnTo>
                    <a:lnTo>
                      <a:pt x="12181" y="4211"/>
                    </a:lnTo>
                    <a:lnTo>
                      <a:pt x="11906" y="4888"/>
                    </a:lnTo>
                    <a:lnTo>
                      <a:pt x="11429" y="6015"/>
                    </a:lnTo>
                    <a:lnTo>
                      <a:pt x="11154" y="6692"/>
                    </a:lnTo>
                    <a:lnTo>
                      <a:pt x="10377" y="8597"/>
                    </a:lnTo>
                    <a:lnTo>
                      <a:pt x="10302" y="8797"/>
                    </a:lnTo>
                    <a:lnTo>
                      <a:pt x="9224" y="8822"/>
                    </a:lnTo>
                    <a:lnTo>
                      <a:pt x="5139" y="8848"/>
                    </a:lnTo>
                    <a:lnTo>
                      <a:pt x="3735" y="8873"/>
                    </a:lnTo>
                    <a:lnTo>
                      <a:pt x="4587" y="11680"/>
                    </a:lnTo>
                    <a:lnTo>
                      <a:pt x="5765" y="15564"/>
                    </a:lnTo>
                    <a:lnTo>
                      <a:pt x="4036" y="16291"/>
                    </a:lnTo>
                    <a:lnTo>
                      <a:pt x="1" y="17945"/>
                    </a:lnTo>
                    <a:lnTo>
                      <a:pt x="4412" y="25865"/>
                    </a:lnTo>
                    <a:lnTo>
                      <a:pt x="5439" y="25740"/>
                    </a:lnTo>
                    <a:lnTo>
                      <a:pt x="6392" y="25589"/>
                    </a:lnTo>
                    <a:lnTo>
                      <a:pt x="17896" y="24011"/>
                    </a:lnTo>
                    <a:lnTo>
                      <a:pt x="20477" y="23660"/>
                    </a:lnTo>
                    <a:lnTo>
                      <a:pt x="20577" y="23635"/>
                    </a:lnTo>
                    <a:lnTo>
                      <a:pt x="39099" y="21078"/>
                    </a:lnTo>
                    <a:lnTo>
                      <a:pt x="40502" y="20878"/>
                    </a:lnTo>
                    <a:lnTo>
                      <a:pt x="40703" y="20552"/>
                    </a:lnTo>
                    <a:lnTo>
                      <a:pt x="42482" y="17670"/>
                    </a:lnTo>
                    <a:lnTo>
                      <a:pt x="43159" y="16517"/>
                    </a:lnTo>
                    <a:lnTo>
                      <a:pt x="43059" y="15765"/>
                    </a:lnTo>
                    <a:lnTo>
                      <a:pt x="42608" y="12732"/>
                    </a:lnTo>
                    <a:lnTo>
                      <a:pt x="41806" y="7043"/>
                    </a:lnTo>
                    <a:lnTo>
                      <a:pt x="36994" y="6943"/>
                    </a:lnTo>
                    <a:lnTo>
                      <a:pt x="36567" y="6918"/>
                    </a:lnTo>
                    <a:lnTo>
                      <a:pt x="36016" y="4888"/>
                    </a:lnTo>
                    <a:lnTo>
                      <a:pt x="35941" y="4612"/>
                    </a:lnTo>
                    <a:lnTo>
                      <a:pt x="34863" y="577"/>
                    </a:lnTo>
                    <a:lnTo>
                      <a:pt x="34562" y="727"/>
                    </a:lnTo>
                    <a:lnTo>
                      <a:pt x="33410" y="1329"/>
                    </a:lnTo>
                    <a:lnTo>
                      <a:pt x="31329" y="2406"/>
                    </a:lnTo>
                    <a:lnTo>
                      <a:pt x="29575" y="3309"/>
                    </a:lnTo>
                    <a:lnTo>
                      <a:pt x="28572" y="3835"/>
                    </a:lnTo>
                    <a:lnTo>
                      <a:pt x="28247" y="3534"/>
                    </a:lnTo>
                    <a:lnTo>
                      <a:pt x="27670" y="2983"/>
                    </a:lnTo>
                    <a:lnTo>
                      <a:pt x="27019" y="2381"/>
                    </a:lnTo>
                    <a:lnTo>
                      <a:pt x="26442" y="1855"/>
                    </a:lnTo>
                    <a:lnTo>
                      <a:pt x="25440" y="928"/>
                    </a:lnTo>
                    <a:lnTo>
                      <a:pt x="24838" y="376"/>
                    </a:lnTo>
                    <a:lnTo>
                      <a:pt x="24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9" name="Google Shape;6219;p54"/>
              <p:cNvSpPr/>
              <p:nvPr/>
            </p:nvSpPr>
            <p:spPr>
              <a:xfrm>
                <a:off x="5806550" y="3272400"/>
                <a:ext cx="146025" cy="132000"/>
              </a:xfrm>
              <a:custGeom>
                <a:rect b="b" l="l" r="r" t="t"/>
                <a:pathLst>
                  <a:path extrusionOk="0" h="5280" w="5841">
                    <a:moveTo>
                      <a:pt x="2928" y="0"/>
                    </a:moveTo>
                    <a:cubicBezTo>
                      <a:pt x="2221" y="0"/>
                      <a:pt x="1516" y="283"/>
                      <a:pt x="1003" y="835"/>
                    </a:cubicBezTo>
                    <a:cubicBezTo>
                      <a:pt x="1" y="1913"/>
                      <a:pt x="51" y="3567"/>
                      <a:pt x="1128" y="4570"/>
                    </a:cubicBezTo>
                    <a:cubicBezTo>
                      <a:pt x="1641" y="5046"/>
                      <a:pt x="2284" y="5279"/>
                      <a:pt x="2925" y="5279"/>
                    </a:cubicBezTo>
                    <a:cubicBezTo>
                      <a:pt x="3632" y="5279"/>
                      <a:pt x="4337" y="4996"/>
                      <a:pt x="4863" y="4444"/>
                    </a:cubicBezTo>
                    <a:cubicBezTo>
                      <a:pt x="5840" y="3367"/>
                      <a:pt x="5790" y="1712"/>
                      <a:pt x="4712" y="710"/>
                    </a:cubicBezTo>
                    <a:cubicBezTo>
                      <a:pt x="4212" y="233"/>
                      <a:pt x="3569" y="0"/>
                      <a:pt x="29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0" name="Google Shape;6220;p54"/>
              <p:cNvSpPr/>
              <p:nvPr/>
            </p:nvSpPr>
            <p:spPr>
              <a:xfrm>
                <a:off x="5216950" y="4327100"/>
                <a:ext cx="491875" cy="218950"/>
              </a:xfrm>
              <a:custGeom>
                <a:rect b="b" l="l" r="r" t="t"/>
                <a:pathLst>
                  <a:path extrusionOk="0" h="8758" w="19675">
                    <a:moveTo>
                      <a:pt x="16316" y="1"/>
                    </a:moveTo>
                    <a:lnTo>
                      <a:pt x="3384" y="1028"/>
                    </a:lnTo>
                    <a:cubicBezTo>
                      <a:pt x="3384" y="1028"/>
                      <a:pt x="2958" y="1505"/>
                      <a:pt x="2432" y="2231"/>
                    </a:cubicBezTo>
                    <a:cubicBezTo>
                      <a:pt x="2407" y="2281"/>
                      <a:pt x="2356" y="2307"/>
                      <a:pt x="2356" y="2357"/>
                    </a:cubicBezTo>
                    <a:cubicBezTo>
                      <a:pt x="1304" y="3835"/>
                      <a:pt x="1" y="6292"/>
                      <a:pt x="1254" y="7971"/>
                    </a:cubicBezTo>
                    <a:cubicBezTo>
                      <a:pt x="1507" y="8301"/>
                      <a:pt x="1788" y="8444"/>
                      <a:pt x="2086" y="8444"/>
                    </a:cubicBezTo>
                    <a:cubicBezTo>
                      <a:pt x="2963" y="8444"/>
                      <a:pt x="3983" y="7194"/>
                      <a:pt x="4863" y="5790"/>
                    </a:cubicBezTo>
                    <a:cubicBezTo>
                      <a:pt x="5564" y="4662"/>
                      <a:pt x="6166" y="3409"/>
                      <a:pt x="6517" y="2657"/>
                    </a:cubicBezTo>
                    <a:cubicBezTo>
                      <a:pt x="6717" y="2231"/>
                      <a:pt x="6843" y="1956"/>
                      <a:pt x="6843" y="1956"/>
                    </a:cubicBezTo>
                    <a:cubicBezTo>
                      <a:pt x="6843" y="1956"/>
                      <a:pt x="6868" y="2231"/>
                      <a:pt x="6943" y="2657"/>
                    </a:cubicBezTo>
                    <a:cubicBezTo>
                      <a:pt x="7211" y="4390"/>
                      <a:pt x="8145" y="8758"/>
                      <a:pt x="10552" y="8758"/>
                    </a:cubicBezTo>
                    <a:cubicBezTo>
                      <a:pt x="10618" y="8758"/>
                      <a:pt x="10684" y="8754"/>
                      <a:pt x="10752" y="8748"/>
                    </a:cubicBezTo>
                    <a:cubicBezTo>
                      <a:pt x="13334" y="8497"/>
                      <a:pt x="12356" y="3835"/>
                      <a:pt x="11930" y="2181"/>
                    </a:cubicBezTo>
                    <a:cubicBezTo>
                      <a:pt x="11830" y="1880"/>
                      <a:pt x="11780" y="1680"/>
                      <a:pt x="11755" y="1630"/>
                    </a:cubicBezTo>
                    <a:lnTo>
                      <a:pt x="11755" y="1630"/>
                    </a:lnTo>
                    <a:cubicBezTo>
                      <a:pt x="11805" y="1680"/>
                      <a:pt x="11905" y="1880"/>
                      <a:pt x="12056" y="2156"/>
                    </a:cubicBezTo>
                    <a:cubicBezTo>
                      <a:pt x="12881" y="3607"/>
                      <a:pt x="15257" y="7482"/>
                      <a:pt x="17166" y="7482"/>
                    </a:cubicBezTo>
                    <a:cubicBezTo>
                      <a:pt x="17401" y="7482"/>
                      <a:pt x="17628" y="7423"/>
                      <a:pt x="17845" y="7294"/>
                    </a:cubicBezTo>
                    <a:cubicBezTo>
                      <a:pt x="19675" y="6191"/>
                      <a:pt x="17845" y="2582"/>
                      <a:pt x="16868" y="878"/>
                    </a:cubicBezTo>
                    <a:cubicBezTo>
                      <a:pt x="16542" y="327"/>
                      <a:pt x="16316" y="1"/>
                      <a:pt x="16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1" name="Google Shape;6221;p54"/>
              <p:cNvSpPr/>
              <p:nvPr/>
            </p:nvSpPr>
            <p:spPr>
              <a:xfrm>
                <a:off x="5697525" y="3911375"/>
                <a:ext cx="359675" cy="431075"/>
              </a:xfrm>
              <a:custGeom>
                <a:rect b="b" l="l" r="r" t="t"/>
                <a:pathLst>
                  <a:path extrusionOk="0" h="17243" w="14387">
                    <a:moveTo>
                      <a:pt x="7065" y="1"/>
                    </a:moveTo>
                    <a:cubicBezTo>
                      <a:pt x="4245" y="1"/>
                      <a:pt x="3860" y="7457"/>
                      <a:pt x="3860" y="7457"/>
                    </a:cubicBezTo>
                    <a:lnTo>
                      <a:pt x="1" y="15126"/>
                    </a:lnTo>
                    <a:cubicBezTo>
                      <a:pt x="1" y="15126"/>
                      <a:pt x="1816" y="17242"/>
                      <a:pt x="3881" y="17242"/>
                    </a:cubicBezTo>
                    <a:cubicBezTo>
                      <a:pt x="4913" y="17242"/>
                      <a:pt x="6007" y="16713"/>
                      <a:pt x="6968" y="15126"/>
                    </a:cubicBezTo>
                    <a:cubicBezTo>
                      <a:pt x="6968" y="15126"/>
                      <a:pt x="7126" y="15159"/>
                      <a:pt x="7374" y="15159"/>
                    </a:cubicBezTo>
                    <a:cubicBezTo>
                      <a:pt x="8137" y="15159"/>
                      <a:pt x="9759" y="14846"/>
                      <a:pt x="10327" y="12294"/>
                    </a:cubicBezTo>
                    <a:cubicBezTo>
                      <a:pt x="10327" y="12294"/>
                      <a:pt x="10337" y="12294"/>
                      <a:pt x="10358" y="12294"/>
                    </a:cubicBezTo>
                    <a:cubicBezTo>
                      <a:pt x="10621" y="12294"/>
                      <a:pt x="12477" y="12208"/>
                      <a:pt x="13384" y="9813"/>
                    </a:cubicBezTo>
                    <a:cubicBezTo>
                      <a:pt x="14387" y="7231"/>
                      <a:pt x="11354" y="1617"/>
                      <a:pt x="7820" y="164"/>
                    </a:cubicBezTo>
                    <a:cubicBezTo>
                      <a:pt x="7551" y="52"/>
                      <a:pt x="7300" y="1"/>
                      <a:pt x="70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2" name="Google Shape;6222;p54"/>
              <p:cNvSpPr/>
              <p:nvPr/>
            </p:nvSpPr>
            <p:spPr>
              <a:xfrm>
                <a:off x="5719450" y="3929225"/>
                <a:ext cx="322100" cy="413300"/>
              </a:xfrm>
              <a:custGeom>
                <a:rect b="b" l="l" r="r" t="t"/>
                <a:pathLst>
                  <a:path extrusionOk="0" h="16532" w="12884">
                    <a:moveTo>
                      <a:pt x="8171" y="10352"/>
                    </a:moveTo>
                    <a:cubicBezTo>
                      <a:pt x="8322" y="10377"/>
                      <a:pt x="8472" y="10427"/>
                      <a:pt x="8622" y="10502"/>
                    </a:cubicBezTo>
                    <a:cubicBezTo>
                      <a:pt x="8898" y="10678"/>
                      <a:pt x="9124" y="10978"/>
                      <a:pt x="9199" y="11304"/>
                    </a:cubicBezTo>
                    <a:cubicBezTo>
                      <a:pt x="9233" y="11414"/>
                      <a:pt x="9249" y="11530"/>
                      <a:pt x="9252" y="11648"/>
                    </a:cubicBezTo>
                    <a:lnTo>
                      <a:pt x="9252" y="11648"/>
                    </a:lnTo>
                    <a:cubicBezTo>
                      <a:pt x="8919" y="11593"/>
                      <a:pt x="8610" y="11470"/>
                      <a:pt x="8347" y="11254"/>
                    </a:cubicBezTo>
                    <a:cubicBezTo>
                      <a:pt x="8221" y="11129"/>
                      <a:pt x="8096" y="11003"/>
                      <a:pt x="8021" y="10853"/>
                    </a:cubicBezTo>
                    <a:cubicBezTo>
                      <a:pt x="7971" y="10778"/>
                      <a:pt x="7946" y="10703"/>
                      <a:pt x="7921" y="10628"/>
                    </a:cubicBezTo>
                    <a:cubicBezTo>
                      <a:pt x="7896" y="10552"/>
                      <a:pt x="7871" y="10452"/>
                      <a:pt x="7896" y="10452"/>
                    </a:cubicBezTo>
                    <a:cubicBezTo>
                      <a:pt x="7871" y="10427"/>
                      <a:pt x="8021" y="10352"/>
                      <a:pt x="8171" y="10352"/>
                    </a:cubicBezTo>
                    <a:close/>
                    <a:moveTo>
                      <a:pt x="4829" y="13014"/>
                    </a:moveTo>
                    <a:cubicBezTo>
                      <a:pt x="4861" y="13014"/>
                      <a:pt x="4898" y="13020"/>
                      <a:pt x="4938" y="13034"/>
                    </a:cubicBezTo>
                    <a:cubicBezTo>
                      <a:pt x="5089" y="13109"/>
                      <a:pt x="5239" y="13209"/>
                      <a:pt x="5389" y="13334"/>
                    </a:cubicBezTo>
                    <a:cubicBezTo>
                      <a:pt x="5540" y="13435"/>
                      <a:pt x="5665" y="13560"/>
                      <a:pt x="5765" y="13710"/>
                    </a:cubicBezTo>
                    <a:cubicBezTo>
                      <a:pt x="5899" y="13873"/>
                      <a:pt x="5962" y="14071"/>
                      <a:pt x="5960" y="14274"/>
                    </a:cubicBezTo>
                    <a:lnTo>
                      <a:pt x="5960" y="14274"/>
                    </a:lnTo>
                    <a:cubicBezTo>
                      <a:pt x="5834" y="14248"/>
                      <a:pt x="5711" y="14211"/>
                      <a:pt x="5590" y="14161"/>
                    </a:cubicBezTo>
                    <a:cubicBezTo>
                      <a:pt x="5264" y="14036"/>
                      <a:pt x="4963" y="13811"/>
                      <a:pt x="4763" y="13535"/>
                    </a:cubicBezTo>
                    <a:cubicBezTo>
                      <a:pt x="4688" y="13410"/>
                      <a:pt x="4637" y="13234"/>
                      <a:pt x="4663" y="13134"/>
                    </a:cubicBezTo>
                    <a:cubicBezTo>
                      <a:pt x="4681" y="13060"/>
                      <a:pt x="4740" y="13014"/>
                      <a:pt x="4829" y="13014"/>
                    </a:cubicBezTo>
                    <a:close/>
                    <a:moveTo>
                      <a:pt x="8021" y="1"/>
                    </a:moveTo>
                    <a:lnTo>
                      <a:pt x="8021" y="1"/>
                    </a:lnTo>
                    <a:cubicBezTo>
                      <a:pt x="9049" y="1179"/>
                      <a:pt x="10176" y="2282"/>
                      <a:pt x="11028" y="3560"/>
                    </a:cubicBezTo>
                    <a:cubicBezTo>
                      <a:pt x="11906" y="4838"/>
                      <a:pt x="12607" y="6292"/>
                      <a:pt x="12557" y="7821"/>
                    </a:cubicBezTo>
                    <a:cubicBezTo>
                      <a:pt x="12532" y="8572"/>
                      <a:pt x="12307" y="9324"/>
                      <a:pt x="11931" y="9976"/>
                    </a:cubicBezTo>
                    <a:cubicBezTo>
                      <a:pt x="11555" y="10602"/>
                      <a:pt x="11003" y="11179"/>
                      <a:pt x="10352" y="11480"/>
                    </a:cubicBezTo>
                    <a:cubicBezTo>
                      <a:pt x="10137" y="11562"/>
                      <a:pt x="9900" y="11623"/>
                      <a:pt x="9663" y="11648"/>
                    </a:cubicBezTo>
                    <a:lnTo>
                      <a:pt x="9663" y="11648"/>
                    </a:lnTo>
                    <a:cubicBezTo>
                      <a:pt x="9662" y="11499"/>
                      <a:pt x="9643" y="11350"/>
                      <a:pt x="9600" y="11204"/>
                    </a:cubicBezTo>
                    <a:cubicBezTo>
                      <a:pt x="9475" y="10778"/>
                      <a:pt x="9224" y="10402"/>
                      <a:pt x="8848" y="10151"/>
                    </a:cubicBezTo>
                    <a:cubicBezTo>
                      <a:pt x="8648" y="10026"/>
                      <a:pt x="8422" y="9951"/>
                      <a:pt x="8196" y="9951"/>
                    </a:cubicBezTo>
                    <a:cubicBezTo>
                      <a:pt x="8071" y="9951"/>
                      <a:pt x="7946" y="9951"/>
                      <a:pt x="7820" y="10001"/>
                    </a:cubicBezTo>
                    <a:cubicBezTo>
                      <a:pt x="7695" y="10051"/>
                      <a:pt x="7545" y="10176"/>
                      <a:pt x="7495" y="10352"/>
                    </a:cubicBezTo>
                    <a:cubicBezTo>
                      <a:pt x="7445" y="10527"/>
                      <a:pt x="7495" y="10653"/>
                      <a:pt x="7520" y="10753"/>
                    </a:cubicBezTo>
                    <a:cubicBezTo>
                      <a:pt x="7570" y="10853"/>
                      <a:pt x="7620" y="10953"/>
                      <a:pt x="7670" y="11054"/>
                    </a:cubicBezTo>
                    <a:cubicBezTo>
                      <a:pt x="7770" y="11254"/>
                      <a:pt x="7921" y="11404"/>
                      <a:pt x="8096" y="11555"/>
                    </a:cubicBezTo>
                    <a:cubicBezTo>
                      <a:pt x="8413" y="11823"/>
                      <a:pt x="8801" y="11973"/>
                      <a:pt x="9214" y="12027"/>
                    </a:cubicBezTo>
                    <a:lnTo>
                      <a:pt x="9214" y="12027"/>
                    </a:lnTo>
                    <a:cubicBezTo>
                      <a:pt x="9192" y="12131"/>
                      <a:pt x="9161" y="12234"/>
                      <a:pt x="9124" y="12332"/>
                    </a:cubicBezTo>
                    <a:cubicBezTo>
                      <a:pt x="8873" y="13009"/>
                      <a:pt x="8322" y="13585"/>
                      <a:pt x="7695" y="13961"/>
                    </a:cubicBezTo>
                    <a:cubicBezTo>
                      <a:pt x="7295" y="14191"/>
                      <a:pt x="6849" y="14318"/>
                      <a:pt x="6407" y="14318"/>
                    </a:cubicBezTo>
                    <a:cubicBezTo>
                      <a:pt x="6347" y="14318"/>
                      <a:pt x="6288" y="14316"/>
                      <a:pt x="6228" y="14311"/>
                    </a:cubicBezTo>
                    <a:lnTo>
                      <a:pt x="6228" y="14311"/>
                    </a:lnTo>
                    <a:cubicBezTo>
                      <a:pt x="6239" y="14044"/>
                      <a:pt x="6170" y="13766"/>
                      <a:pt x="6016" y="13535"/>
                    </a:cubicBezTo>
                    <a:cubicBezTo>
                      <a:pt x="5891" y="13359"/>
                      <a:pt x="5740" y="13209"/>
                      <a:pt x="5565" y="13084"/>
                    </a:cubicBezTo>
                    <a:cubicBezTo>
                      <a:pt x="5414" y="12983"/>
                      <a:pt x="5264" y="12833"/>
                      <a:pt x="5038" y="12758"/>
                    </a:cubicBezTo>
                    <a:cubicBezTo>
                      <a:pt x="4965" y="12721"/>
                      <a:pt x="4878" y="12698"/>
                      <a:pt x="4778" y="12698"/>
                    </a:cubicBezTo>
                    <a:cubicBezTo>
                      <a:pt x="4741" y="12698"/>
                      <a:pt x="4703" y="12701"/>
                      <a:pt x="4663" y="12708"/>
                    </a:cubicBezTo>
                    <a:cubicBezTo>
                      <a:pt x="4512" y="12758"/>
                      <a:pt x="4387" y="12883"/>
                      <a:pt x="4337" y="13009"/>
                    </a:cubicBezTo>
                    <a:cubicBezTo>
                      <a:pt x="4262" y="13309"/>
                      <a:pt x="4362" y="13535"/>
                      <a:pt x="4487" y="13710"/>
                    </a:cubicBezTo>
                    <a:cubicBezTo>
                      <a:pt x="4713" y="14086"/>
                      <a:pt x="5064" y="14337"/>
                      <a:pt x="5465" y="14512"/>
                    </a:cubicBezTo>
                    <a:cubicBezTo>
                      <a:pt x="5604" y="14564"/>
                      <a:pt x="5746" y="14605"/>
                      <a:pt x="5889" y="14633"/>
                    </a:cubicBezTo>
                    <a:lnTo>
                      <a:pt x="5889" y="14633"/>
                    </a:lnTo>
                    <a:cubicBezTo>
                      <a:pt x="5882" y="14651"/>
                      <a:pt x="5874" y="14669"/>
                      <a:pt x="5866" y="14688"/>
                    </a:cubicBezTo>
                    <a:cubicBezTo>
                      <a:pt x="5615" y="15364"/>
                      <a:pt x="4938" y="15866"/>
                      <a:pt x="4236" y="16116"/>
                    </a:cubicBezTo>
                    <a:cubicBezTo>
                      <a:pt x="3804" y="16286"/>
                      <a:pt x="3333" y="16380"/>
                      <a:pt x="2860" y="16380"/>
                    </a:cubicBezTo>
                    <a:cubicBezTo>
                      <a:pt x="2565" y="16380"/>
                      <a:pt x="2269" y="16344"/>
                      <a:pt x="1981" y="16267"/>
                    </a:cubicBezTo>
                    <a:cubicBezTo>
                      <a:pt x="1254" y="16041"/>
                      <a:pt x="577" y="15640"/>
                      <a:pt x="1" y="15114"/>
                    </a:cubicBezTo>
                    <a:lnTo>
                      <a:pt x="1" y="15114"/>
                    </a:lnTo>
                    <a:cubicBezTo>
                      <a:pt x="527" y="15665"/>
                      <a:pt x="1204" y="16116"/>
                      <a:pt x="1956" y="16367"/>
                    </a:cubicBezTo>
                    <a:cubicBezTo>
                      <a:pt x="2294" y="16480"/>
                      <a:pt x="2654" y="16532"/>
                      <a:pt x="3015" y="16532"/>
                    </a:cubicBezTo>
                    <a:cubicBezTo>
                      <a:pt x="3455" y="16532"/>
                      <a:pt x="3898" y="16455"/>
                      <a:pt x="4312" y="16317"/>
                    </a:cubicBezTo>
                    <a:cubicBezTo>
                      <a:pt x="4688" y="16191"/>
                      <a:pt x="5038" y="15991"/>
                      <a:pt x="5364" y="15740"/>
                    </a:cubicBezTo>
                    <a:cubicBezTo>
                      <a:pt x="5690" y="15490"/>
                      <a:pt x="5966" y="15164"/>
                      <a:pt x="6116" y="14788"/>
                    </a:cubicBezTo>
                    <a:cubicBezTo>
                      <a:pt x="6134" y="14750"/>
                      <a:pt x="6149" y="14711"/>
                      <a:pt x="6163" y="14671"/>
                    </a:cubicBezTo>
                    <a:lnTo>
                      <a:pt x="6163" y="14671"/>
                    </a:lnTo>
                    <a:cubicBezTo>
                      <a:pt x="6238" y="14678"/>
                      <a:pt x="6313" y="14681"/>
                      <a:pt x="6388" y="14681"/>
                    </a:cubicBezTo>
                    <a:cubicBezTo>
                      <a:pt x="6491" y="14681"/>
                      <a:pt x="6592" y="14675"/>
                      <a:pt x="6693" y="14663"/>
                    </a:cubicBezTo>
                    <a:cubicBezTo>
                      <a:pt x="7119" y="14638"/>
                      <a:pt x="7520" y="14487"/>
                      <a:pt x="7871" y="14287"/>
                    </a:cubicBezTo>
                    <a:cubicBezTo>
                      <a:pt x="8572" y="13861"/>
                      <a:pt x="9174" y="13259"/>
                      <a:pt x="9500" y="12482"/>
                    </a:cubicBezTo>
                    <a:cubicBezTo>
                      <a:pt x="9553" y="12340"/>
                      <a:pt x="9597" y="12191"/>
                      <a:pt x="9626" y="12040"/>
                    </a:cubicBezTo>
                    <a:lnTo>
                      <a:pt x="9626" y="12040"/>
                    </a:lnTo>
                    <a:cubicBezTo>
                      <a:pt x="9937" y="12020"/>
                      <a:pt x="10233" y="11938"/>
                      <a:pt x="10502" y="11831"/>
                    </a:cubicBezTo>
                    <a:cubicBezTo>
                      <a:pt x="11254" y="11480"/>
                      <a:pt x="11856" y="10853"/>
                      <a:pt x="12257" y="10151"/>
                    </a:cubicBezTo>
                    <a:cubicBezTo>
                      <a:pt x="12658" y="9450"/>
                      <a:pt x="12883" y="8648"/>
                      <a:pt x="12858" y="7821"/>
                    </a:cubicBezTo>
                    <a:cubicBezTo>
                      <a:pt x="12883" y="7018"/>
                      <a:pt x="12683" y="6242"/>
                      <a:pt x="12382" y="5490"/>
                    </a:cubicBezTo>
                    <a:cubicBezTo>
                      <a:pt x="12081" y="4763"/>
                      <a:pt x="11655" y="4086"/>
                      <a:pt x="11204" y="3460"/>
                    </a:cubicBezTo>
                    <a:cubicBezTo>
                      <a:pt x="10277" y="2181"/>
                      <a:pt x="9124" y="1129"/>
                      <a:pt x="8021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3" name="Google Shape;6223;p54"/>
              <p:cNvSpPr/>
              <p:nvPr/>
            </p:nvSpPr>
            <p:spPr>
              <a:xfrm>
                <a:off x="4866075" y="4112000"/>
                <a:ext cx="390375" cy="355025"/>
              </a:xfrm>
              <a:custGeom>
                <a:rect b="b" l="l" r="r" t="t"/>
                <a:pathLst>
                  <a:path extrusionOk="0" h="14201" w="15615">
                    <a:moveTo>
                      <a:pt x="2101" y="1"/>
                    </a:moveTo>
                    <a:cubicBezTo>
                      <a:pt x="2033" y="1"/>
                      <a:pt x="1968" y="3"/>
                      <a:pt x="1905" y="8"/>
                    </a:cubicBezTo>
                    <a:cubicBezTo>
                      <a:pt x="1905" y="8"/>
                      <a:pt x="1930" y="209"/>
                      <a:pt x="1930" y="535"/>
                    </a:cubicBezTo>
                    <a:cubicBezTo>
                      <a:pt x="1955" y="710"/>
                      <a:pt x="1955" y="911"/>
                      <a:pt x="1955" y="1161"/>
                    </a:cubicBezTo>
                    <a:lnTo>
                      <a:pt x="1955" y="1211"/>
                    </a:lnTo>
                    <a:cubicBezTo>
                      <a:pt x="1955" y="1236"/>
                      <a:pt x="1955" y="1236"/>
                      <a:pt x="1955" y="1236"/>
                    </a:cubicBezTo>
                    <a:cubicBezTo>
                      <a:pt x="2005" y="2439"/>
                      <a:pt x="1955" y="4269"/>
                      <a:pt x="1454" y="5572"/>
                    </a:cubicBezTo>
                    <a:cubicBezTo>
                      <a:pt x="1103" y="6500"/>
                      <a:pt x="577" y="7878"/>
                      <a:pt x="301" y="9256"/>
                    </a:cubicBezTo>
                    <a:cubicBezTo>
                      <a:pt x="226" y="9557"/>
                      <a:pt x="176" y="9858"/>
                      <a:pt x="151" y="10159"/>
                    </a:cubicBezTo>
                    <a:cubicBezTo>
                      <a:pt x="0" y="11562"/>
                      <a:pt x="201" y="12840"/>
                      <a:pt x="1228" y="13492"/>
                    </a:cubicBezTo>
                    <a:cubicBezTo>
                      <a:pt x="1746" y="13807"/>
                      <a:pt x="2215" y="13928"/>
                      <a:pt x="2630" y="13928"/>
                    </a:cubicBezTo>
                    <a:cubicBezTo>
                      <a:pt x="3701" y="13928"/>
                      <a:pt x="4409" y="13119"/>
                      <a:pt x="4662" y="12740"/>
                    </a:cubicBezTo>
                    <a:cubicBezTo>
                      <a:pt x="4762" y="12640"/>
                      <a:pt x="4787" y="12565"/>
                      <a:pt x="4787" y="12565"/>
                    </a:cubicBezTo>
                    <a:cubicBezTo>
                      <a:pt x="4787" y="12565"/>
                      <a:pt x="4837" y="12640"/>
                      <a:pt x="4913" y="12740"/>
                    </a:cubicBezTo>
                    <a:cubicBezTo>
                      <a:pt x="5188" y="13141"/>
                      <a:pt x="5965" y="14068"/>
                      <a:pt x="6842" y="14194"/>
                    </a:cubicBezTo>
                    <a:cubicBezTo>
                      <a:pt x="6883" y="14198"/>
                      <a:pt x="6923" y="14200"/>
                      <a:pt x="6963" y="14200"/>
                    </a:cubicBezTo>
                    <a:cubicBezTo>
                      <a:pt x="7587" y="14200"/>
                      <a:pt x="8117" y="13666"/>
                      <a:pt x="8447" y="13241"/>
                    </a:cubicBezTo>
                    <a:cubicBezTo>
                      <a:pt x="8447" y="13241"/>
                      <a:pt x="8447" y="13241"/>
                      <a:pt x="8447" y="13216"/>
                    </a:cubicBezTo>
                    <a:cubicBezTo>
                      <a:pt x="8572" y="13041"/>
                      <a:pt x="8672" y="12891"/>
                      <a:pt x="8747" y="12790"/>
                    </a:cubicBezTo>
                    <a:cubicBezTo>
                      <a:pt x="8772" y="12715"/>
                      <a:pt x="8797" y="12690"/>
                      <a:pt x="8797" y="12690"/>
                    </a:cubicBezTo>
                    <a:cubicBezTo>
                      <a:pt x="8797" y="12690"/>
                      <a:pt x="8797" y="12690"/>
                      <a:pt x="8848" y="12740"/>
                    </a:cubicBezTo>
                    <a:cubicBezTo>
                      <a:pt x="8873" y="12815"/>
                      <a:pt x="8948" y="12916"/>
                      <a:pt x="9073" y="13016"/>
                    </a:cubicBezTo>
                    <a:cubicBezTo>
                      <a:pt x="9290" y="13189"/>
                      <a:pt x="9657" y="13382"/>
                      <a:pt x="10271" y="13382"/>
                    </a:cubicBezTo>
                    <a:cubicBezTo>
                      <a:pt x="10367" y="13382"/>
                      <a:pt x="10469" y="13377"/>
                      <a:pt x="10577" y="13367"/>
                    </a:cubicBezTo>
                    <a:cubicBezTo>
                      <a:pt x="11254" y="13266"/>
                      <a:pt x="12256" y="12740"/>
                      <a:pt x="13183" y="12038"/>
                    </a:cubicBezTo>
                    <a:lnTo>
                      <a:pt x="13208" y="12038"/>
                    </a:lnTo>
                    <a:cubicBezTo>
                      <a:pt x="13760" y="11612"/>
                      <a:pt x="14311" y="11111"/>
                      <a:pt x="14737" y="10635"/>
                    </a:cubicBezTo>
                    <a:cubicBezTo>
                      <a:pt x="15063" y="10284"/>
                      <a:pt x="15339" y="9933"/>
                      <a:pt x="15514" y="9607"/>
                    </a:cubicBezTo>
                    <a:cubicBezTo>
                      <a:pt x="15539" y="9557"/>
                      <a:pt x="15539" y="9532"/>
                      <a:pt x="15564" y="9482"/>
                    </a:cubicBezTo>
                    <a:cubicBezTo>
                      <a:pt x="15614" y="9131"/>
                      <a:pt x="15289" y="8555"/>
                      <a:pt x="14687" y="7878"/>
                    </a:cubicBezTo>
                    <a:cubicBezTo>
                      <a:pt x="12883" y="5823"/>
                      <a:pt x="8697" y="2665"/>
                      <a:pt x="5389" y="1036"/>
                    </a:cubicBezTo>
                    <a:cubicBezTo>
                      <a:pt x="5038" y="860"/>
                      <a:pt x="4712" y="710"/>
                      <a:pt x="4386" y="585"/>
                    </a:cubicBezTo>
                    <a:cubicBezTo>
                      <a:pt x="3485" y="201"/>
                      <a:pt x="2704" y="1"/>
                      <a:pt x="2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4" name="Google Shape;6224;p54"/>
              <p:cNvSpPr/>
              <p:nvPr/>
            </p:nvSpPr>
            <p:spPr>
              <a:xfrm>
                <a:off x="4856050" y="4125350"/>
                <a:ext cx="370325" cy="345975"/>
              </a:xfrm>
              <a:custGeom>
                <a:rect b="b" l="l" r="r" t="t"/>
                <a:pathLst>
                  <a:path extrusionOk="0" h="13839" w="14813">
                    <a:moveTo>
                      <a:pt x="5827" y="9597"/>
                    </a:moveTo>
                    <a:cubicBezTo>
                      <a:pt x="5863" y="9597"/>
                      <a:pt x="5884" y="9619"/>
                      <a:pt x="5915" y="9650"/>
                    </a:cubicBezTo>
                    <a:cubicBezTo>
                      <a:pt x="5965" y="9700"/>
                      <a:pt x="5990" y="9850"/>
                      <a:pt x="5990" y="9976"/>
                    </a:cubicBezTo>
                    <a:cubicBezTo>
                      <a:pt x="6015" y="10101"/>
                      <a:pt x="5965" y="10251"/>
                      <a:pt x="5915" y="10402"/>
                    </a:cubicBezTo>
                    <a:cubicBezTo>
                      <a:pt x="5790" y="10853"/>
                      <a:pt x="5539" y="11304"/>
                      <a:pt x="5238" y="11680"/>
                    </a:cubicBezTo>
                    <a:cubicBezTo>
                      <a:pt x="5213" y="11630"/>
                      <a:pt x="5188" y="11605"/>
                      <a:pt x="5163" y="11555"/>
                    </a:cubicBezTo>
                    <a:cubicBezTo>
                      <a:pt x="4988" y="11003"/>
                      <a:pt x="5063" y="10326"/>
                      <a:pt x="5414" y="9900"/>
                    </a:cubicBezTo>
                    <a:cubicBezTo>
                      <a:pt x="5514" y="9800"/>
                      <a:pt x="5639" y="9700"/>
                      <a:pt x="5740" y="9625"/>
                    </a:cubicBezTo>
                    <a:cubicBezTo>
                      <a:pt x="5778" y="9606"/>
                      <a:pt x="5805" y="9597"/>
                      <a:pt x="5827" y="9597"/>
                    </a:cubicBezTo>
                    <a:close/>
                    <a:moveTo>
                      <a:pt x="9399" y="10627"/>
                    </a:moveTo>
                    <a:cubicBezTo>
                      <a:pt x="9650" y="11053"/>
                      <a:pt x="9574" y="11630"/>
                      <a:pt x="9324" y="12081"/>
                    </a:cubicBezTo>
                    <a:cubicBezTo>
                      <a:pt x="9173" y="11880"/>
                      <a:pt x="9098" y="11605"/>
                      <a:pt x="9098" y="11354"/>
                    </a:cubicBezTo>
                    <a:cubicBezTo>
                      <a:pt x="9098" y="11078"/>
                      <a:pt x="9223" y="10803"/>
                      <a:pt x="9399" y="10627"/>
                    </a:cubicBezTo>
                    <a:close/>
                    <a:moveTo>
                      <a:pt x="2331" y="1"/>
                    </a:moveTo>
                    <a:cubicBezTo>
                      <a:pt x="2331" y="201"/>
                      <a:pt x="2331" y="402"/>
                      <a:pt x="2331" y="602"/>
                    </a:cubicBezTo>
                    <a:cubicBezTo>
                      <a:pt x="2331" y="1053"/>
                      <a:pt x="2356" y="1504"/>
                      <a:pt x="2356" y="1955"/>
                    </a:cubicBezTo>
                    <a:cubicBezTo>
                      <a:pt x="2356" y="2607"/>
                      <a:pt x="2281" y="3234"/>
                      <a:pt x="2106" y="3860"/>
                    </a:cubicBezTo>
                    <a:cubicBezTo>
                      <a:pt x="1805" y="5113"/>
                      <a:pt x="1228" y="6291"/>
                      <a:pt x="777" y="7519"/>
                    </a:cubicBezTo>
                    <a:cubicBezTo>
                      <a:pt x="301" y="8722"/>
                      <a:pt x="0" y="10101"/>
                      <a:pt x="351" y="11429"/>
                    </a:cubicBezTo>
                    <a:cubicBezTo>
                      <a:pt x="451" y="11755"/>
                      <a:pt x="577" y="12081"/>
                      <a:pt x="777" y="12382"/>
                    </a:cubicBezTo>
                    <a:cubicBezTo>
                      <a:pt x="978" y="12657"/>
                      <a:pt x="1228" y="12908"/>
                      <a:pt x="1529" y="13108"/>
                    </a:cubicBezTo>
                    <a:cubicBezTo>
                      <a:pt x="1830" y="13259"/>
                      <a:pt x="2156" y="13409"/>
                      <a:pt x="2507" y="13434"/>
                    </a:cubicBezTo>
                    <a:cubicBezTo>
                      <a:pt x="2624" y="13451"/>
                      <a:pt x="2743" y="13459"/>
                      <a:pt x="2863" y="13459"/>
                    </a:cubicBezTo>
                    <a:cubicBezTo>
                      <a:pt x="3103" y="13459"/>
                      <a:pt x="3342" y="13426"/>
                      <a:pt x="3559" y="13359"/>
                    </a:cubicBezTo>
                    <a:cubicBezTo>
                      <a:pt x="4186" y="13159"/>
                      <a:pt x="4712" y="12808"/>
                      <a:pt x="5163" y="12357"/>
                    </a:cubicBezTo>
                    <a:cubicBezTo>
                      <a:pt x="5414" y="12707"/>
                      <a:pt x="5740" y="13008"/>
                      <a:pt x="6091" y="13259"/>
                    </a:cubicBezTo>
                    <a:cubicBezTo>
                      <a:pt x="6366" y="13459"/>
                      <a:pt x="6667" y="13635"/>
                      <a:pt x="6993" y="13735"/>
                    </a:cubicBezTo>
                    <a:cubicBezTo>
                      <a:pt x="7176" y="13800"/>
                      <a:pt x="7366" y="13839"/>
                      <a:pt x="7556" y="13839"/>
                    </a:cubicBezTo>
                    <a:cubicBezTo>
                      <a:pt x="7730" y="13839"/>
                      <a:pt x="7903" y="13807"/>
                      <a:pt x="8071" y="13735"/>
                    </a:cubicBezTo>
                    <a:cubicBezTo>
                      <a:pt x="8421" y="13585"/>
                      <a:pt x="8672" y="13334"/>
                      <a:pt x="8923" y="13133"/>
                    </a:cubicBezTo>
                    <a:cubicBezTo>
                      <a:pt x="9098" y="12958"/>
                      <a:pt x="9274" y="12758"/>
                      <a:pt x="9424" y="12532"/>
                    </a:cubicBezTo>
                    <a:cubicBezTo>
                      <a:pt x="9799" y="12813"/>
                      <a:pt x="10242" y="12939"/>
                      <a:pt x="10680" y="12939"/>
                    </a:cubicBezTo>
                    <a:cubicBezTo>
                      <a:pt x="10945" y="12939"/>
                      <a:pt x="11208" y="12893"/>
                      <a:pt x="11454" y="12808"/>
                    </a:cubicBezTo>
                    <a:cubicBezTo>
                      <a:pt x="12181" y="12582"/>
                      <a:pt x="12807" y="12156"/>
                      <a:pt x="13384" y="11680"/>
                    </a:cubicBezTo>
                    <a:cubicBezTo>
                      <a:pt x="13459" y="11630"/>
                      <a:pt x="13534" y="11580"/>
                      <a:pt x="13584" y="11504"/>
                    </a:cubicBezTo>
                    <a:lnTo>
                      <a:pt x="13609" y="11504"/>
                    </a:lnTo>
                    <a:cubicBezTo>
                      <a:pt x="14086" y="11078"/>
                      <a:pt x="14512" y="10577"/>
                      <a:pt x="14812" y="10026"/>
                    </a:cubicBezTo>
                    <a:lnTo>
                      <a:pt x="14812" y="10026"/>
                    </a:lnTo>
                    <a:cubicBezTo>
                      <a:pt x="14437" y="10652"/>
                      <a:pt x="13910" y="11179"/>
                      <a:pt x="13334" y="11605"/>
                    </a:cubicBezTo>
                    <a:cubicBezTo>
                      <a:pt x="12732" y="12031"/>
                      <a:pt x="12106" y="12457"/>
                      <a:pt x="11404" y="12632"/>
                    </a:cubicBezTo>
                    <a:cubicBezTo>
                      <a:pt x="11195" y="12691"/>
                      <a:pt x="10975" y="12721"/>
                      <a:pt x="10756" y="12721"/>
                    </a:cubicBezTo>
                    <a:cubicBezTo>
                      <a:pt x="10318" y="12721"/>
                      <a:pt x="9883" y="12599"/>
                      <a:pt x="9549" y="12331"/>
                    </a:cubicBezTo>
                    <a:lnTo>
                      <a:pt x="9574" y="12331"/>
                    </a:lnTo>
                    <a:cubicBezTo>
                      <a:pt x="9925" y="11730"/>
                      <a:pt x="10000" y="10903"/>
                      <a:pt x="9549" y="10301"/>
                    </a:cubicBezTo>
                    <a:lnTo>
                      <a:pt x="9474" y="10201"/>
                    </a:lnTo>
                    <a:lnTo>
                      <a:pt x="9374" y="10276"/>
                    </a:lnTo>
                    <a:cubicBezTo>
                      <a:pt x="8998" y="10502"/>
                      <a:pt x="8822" y="10953"/>
                      <a:pt x="8822" y="11329"/>
                    </a:cubicBezTo>
                    <a:cubicBezTo>
                      <a:pt x="8822" y="11680"/>
                      <a:pt x="8923" y="12006"/>
                      <a:pt x="9148" y="12256"/>
                    </a:cubicBezTo>
                    <a:cubicBezTo>
                      <a:pt x="9148" y="12281"/>
                      <a:pt x="9148" y="12281"/>
                      <a:pt x="9173" y="12306"/>
                    </a:cubicBezTo>
                    <a:cubicBezTo>
                      <a:pt x="9073" y="12432"/>
                      <a:pt x="8973" y="12582"/>
                      <a:pt x="8848" y="12682"/>
                    </a:cubicBezTo>
                    <a:cubicBezTo>
                      <a:pt x="8848" y="12707"/>
                      <a:pt x="8848" y="12707"/>
                      <a:pt x="8848" y="12707"/>
                    </a:cubicBezTo>
                    <a:cubicBezTo>
                      <a:pt x="8797" y="12758"/>
                      <a:pt x="8747" y="12808"/>
                      <a:pt x="8672" y="12858"/>
                    </a:cubicBezTo>
                    <a:cubicBezTo>
                      <a:pt x="8446" y="13083"/>
                      <a:pt x="8196" y="13284"/>
                      <a:pt x="7945" y="13384"/>
                    </a:cubicBezTo>
                    <a:cubicBezTo>
                      <a:pt x="7819" y="13438"/>
                      <a:pt x="7686" y="13462"/>
                      <a:pt x="7552" y="13462"/>
                    </a:cubicBezTo>
                    <a:cubicBezTo>
                      <a:pt x="7126" y="13462"/>
                      <a:pt x="6678" y="13225"/>
                      <a:pt x="6316" y="12958"/>
                    </a:cubicBezTo>
                    <a:cubicBezTo>
                      <a:pt x="5965" y="12707"/>
                      <a:pt x="5665" y="12407"/>
                      <a:pt x="5439" y="12056"/>
                    </a:cubicBezTo>
                    <a:cubicBezTo>
                      <a:pt x="5815" y="11630"/>
                      <a:pt x="6141" y="11103"/>
                      <a:pt x="6316" y="10527"/>
                    </a:cubicBezTo>
                    <a:cubicBezTo>
                      <a:pt x="6366" y="10351"/>
                      <a:pt x="6416" y="10176"/>
                      <a:pt x="6416" y="9976"/>
                    </a:cubicBezTo>
                    <a:cubicBezTo>
                      <a:pt x="6416" y="9775"/>
                      <a:pt x="6391" y="9575"/>
                      <a:pt x="6241" y="9399"/>
                    </a:cubicBezTo>
                    <a:cubicBezTo>
                      <a:pt x="6166" y="9299"/>
                      <a:pt x="6040" y="9199"/>
                      <a:pt x="5890" y="9199"/>
                    </a:cubicBezTo>
                    <a:cubicBezTo>
                      <a:pt x="5867" y="9194"/>
                      <a:pt x="5843" y="9192"/>
                      <a:pt x="5819" y="9192"/>
                    </a:cubicBezTo>
                    <a:cubicBezTo>
                      <a:pt x="5712" y="9192"/>
                      <a:pt x="5601" y="9233"/>
                      <a:pt x="5539" y="9274"/>
                    </a:cubicBezTo>
                    <a:cubicBezTo>
                      <a:pt x="5364" y="9374"/>
                      <a:pt x="5238" y="9499"/>
                      <a:pt x="5113" y="9625"/>
                    </a:cubicBezTo>
                    <a:cubicBezTo>
                      <a:pt x="4637" y="10226"/>
                      <a:pt x="4562" y="11003"/>
                      <a:pt x="4812" y="11680"/>
                    </a:cubicBezTo>
                    <a:cubicBezTo>
                      <a:pt x="4837" y="11780"/>
                      <a:pt x="4888" y="11905"/>
                      <a:pt x="4963" y="12006"/>
                    </a:cubicBezTo>
                    <a:cubicBezTo>
                      <a:pt x="4537" y="12457"/>
                      <a:pt x="4010" y="12808"/>
                      <a:pt x="3459" y="12983"/>
                    </a:cubicBezTo>
                    <a:cubicBezTo>
                      <a:pt x="3259" y="13050"/>
                      <a:pt x="3058" y="13072"/>
                      <a:pt x="2857" y="13072"/>
                    </a:cubicBezTo>
                    <a:cubicBezTo>
                      <a:pt x="2757" y="13072"/>
                      <a:pt x="2657" y="13067"/>
                      <a:pt x="2557" y="13058"/>
                    </a:cubicBezTo>
                    <a:cubicBezTo>
                      <a:pt x="2281" y="13033"/>
                      <a:pt x="1980" y="12933"/>
                      <a:pt x="1730" y="12783"/>
                    </a:cubicBezTo>
                    <a:cubicBezTo>
                      <a:pt x="1454" y="12632"/>
                      <a:pt x="1253" y="12432"/>
                      <a:pt x="1078" y="12181"/>
                    </a:cubicBezTo>
                    <a:cubicBezTo>
                      <a:pt x="903" y="11930"/>
                      <a:pt x="777" y="11630"/>
                      <a:pt x="702" y="11354"/>
                    </a:cubicBezTo>
                    <a:cubicBezTo>
                      <a:pt x="552" y="10803"/>
                      <a:pt x="502" y="10201"/>
                      <a:pt x="552" y="9625"/>
                    </a:cubicBezTo>
                    <a:cubicBezTo>
                      <a:pt x="552" y="9575"/>
                      <a:pt x="552" y="9524"/>
                      <a:pt x="577" y="9474"/>
                    </a:cubicBezTo>
                    <a:cubicBezTo>
                      <a:pt x="602" y="9224"/>
                      <a:pt x="652" y="8973"/>
                      <a:pt x="702" y="8722"/>
                    </a:cubicBezTo>
                    <a:cubicBezTo>
                      <a:pt x="777" y="8346"/>
                      <a:pt x="903" y="7971"/>
                      <a:pt x="1028" y="7620"/>
                    </a:cubicBezTo>
                    <a:cubicBezTo>
                      <a:pt x="1429" y="6392"/>
                      <a:pt x="2005" y="5189"/>
                      <a:pt x="2281" y="3910"/>
                    </a:cubicBezTo>
                    <a:cubicBezTo>
                      <a:pt x="2406" y="3259"/>
                      <a:pt x="2456" y="2607"/>
                      <a:pt x="2431" y="1955"/>
                    </a:cubicBezTo>
                    <a:cubicBezTo>
                      <a:pt x="2431" y="1529"/>
                      <a:pt x="2406" y="1128"/>
                      <a:pt x="2381" y="702"/>
                    </a:cubicBezTo>
                    <a:cubicBezTo>
                      <a:pt x="2381" y="702"/>
                      <a:pt x="2356" y="702"/>
                      <a:pt x="2381" y="677"/>
                    </a:cubicBezTo>
                    <a:cubicBezTo>
                      <a:pt x="2356" y="677"/>
                      <a:pt x="2356" y="652"/>
                      <a:pt x="2356" y="627"/>
                    </a:cubicBezTo>
                    <a:cubicBezTo>
                      <a:pt x="2356" y="427"/>
                      <a:pt x="2331" y="201"/>
                      <a:pt x="2331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5" name="Google Shape;6225;p54"/>
              <p:cNvSpPr/>
              <p:nvPr/>
            </p:nvSpPr>
            <p:spPr>
              <a:xfrm>
                <a:off x="4967575" y="3544200"/>
                <a:ext cx="945525" cy="849350"/>
              </a:xfrm>
              <a:custGeom>
                <a:rect b="b" l="l" r="r" t="t"/>
                <a:pathLst>
                  <a:path extrusionOk="0" h="33974" w="37821">
                    <a:moveTo>
                      <a:pt x="18157" y="1"/>
                    </a:moveTo>
                    <a:cubicBezTo>
                      <a:pt x="16813" y="1"/>
                      <a:pt x="15382" y="91"/>
                      <a:pt x="13935" y="364"/>
                    </a:cubicBezTo>
                    <a:cubicBezTo>
                      <a:pt x="9825" y="1166"/>
                      <a:pt x="5590" y="3422"/>
                      <a:pt x="2908" y="9337"/>
                    </a:cubicBezTo>
                    <a:cubicBezTo>
                      <a:pt x="2908" y="9337"/>
                      <a:pt x="2432" y="10264"/>
                      <a:pt x="1880" y="11768"/>
                    </a:cubicBezTo>
                    <a:cubicBezTo>
                      <a:pt x="1429" y="12971"/>
                      <a:pt x="928" y="14550"/>
                      <a:pt x="577" y="16304"/>
                    </a:cubicBezTo>
                    <a:cubicBezTo>
                      <a:pt x="502" y="16655"/>
                      <a:pt x="427" y="17006"/>
                      <a:pt x="376" y="17382"/>
                    </a:cubicBezTo>
                    <a:cubicBezTo>
                      <a:pt x="76" y="19262"/>
                      <a:pt x="1" y="21292"/>
                      <a:pt x="326" y="23297"/>
                    </a:cubicBezTo>
                    <a:cubicBezTo>
                      <a:pt x="402" y="23823"/>
                      <a:pt x="527" y="24324"/>
                      <a:pt x="677" y="24826"/>
                    </a:cubicBezTo>
                    <a:cubicBezTo>
                      <a:pt x="903" y="25602"/>
                      <a:pt x="1229" y="26379"/>
                      <a:pt x="1630" y="27106"/>
                    </a:cubicBezTo>
                    <a:cubicBezTo>
                      <a:pt x="3384" y="30339"/>
                      <a:pt x="6567" y="32294"/>
                      <a:pt x="10351" y="33272"/>
                    </a:cubicBezTo>
                    <a:cubicBezTo>
                      <a:pt x="10477" y="33297"/>
                      <a:pt x="10577" y="33322"/>
                      <a:pt x="10677" y="33347"/>
                    </a:cubicBezTo>
                    <a:cubicBezTo>
                      <a:pt x="11229" y="33472"/>
                      <a:pt x="11755" y="33572"/>
                      <a:pt x="12331" y="33673"/>
                    </a:cubicBezTo>
                    <a:cubicBezTo>
                      <a:pt x="12382" y="33673"/>
                      <a:pt x="12432" y="33698"/>
                      <a:pt x="12507" y="33698"/>
                    </a:cubicBezTo>
                    <a:cubicBezTo>
                      <a:pt x="13785" y="33898"/>
                      <a:pt x="15138" y="33973"/>
                      <a:pt x="16492" y="33973"/>
                    </a:cubicBezTo>
                    <a:lnTo>
                      <a:pt x="16918" y="33973"/>
                    </a:lnTo>
                    <a:cubicBezTo>
                      <a:pt x="18572" y="33948"/>
                      <a:pt x="20251" y="33798"/>
                      <a:pt x="21905" y="33497"/>
                    </a:cubicBezTo>
                    <a:cubicBezTo>
                      <a:pt x="21930" y="33497"/>
                      <a:pt x="21981" y="33472"/>
                      <a:pt x="22031" y="33472"/>
                    </a:cubicBezTo>
                    <a:cubicBezTo>
                      <a:pt x="23434" y="33222"/>
                      <a:pt x="24838" y="32871"/>
                      <a:pt x="26166" y="32445"/>
                    </a:cubicBezTo>
                    <a:cubicBezTo>
                      <a:pt x="26392" y="32369"/>
                      <a:pt x="26617" y="32294"/>
                      <a:pt x="26843" y="32194"/>
                    </a:cubicBezTo>
                    <a:cubicBezTo>
                      <a:pt x="27946" y="31793"/>
                      <a:pt x="28998" y="31242"/>
                      <a:pt x="30001" y="30565"/>
                    </a:cubicBezTo>
                    <a:cubicBezTo>
                      <a:pt x="34687" y="27407"/>
                      <a:pt x="37820" y="21743"/>
                      <a:pt x="36893" y="16104"/>
                    </a:cubicBezTo>
                    <a:cubicBezTo>
                      <a:pt x="36818" y="15653"/>
                      <a:pt x="36718" y="15176"/>
                      <a:pt x="36592" y="14725"/>
                    </a:cubicBezTo>
                    <a:cubicBezTo>
                      <a:pt x="36342" y="13873"/>
                      <a:pt x="36016" y="13021"/>
                      <a:pt x="35640" y="12194"/>
                    </a:cubicBezTo>
                    <a:cubicBezTo>
                      <a:pt x="35289" y="11417"/>
                      <a:pt x="34888" y="10640"/>
                      <a:pt x="34437" y="9888"/>
                    </a:cubicBezTo>
                    <a:cubicBezTo>
                      <a:pt x="33409" y="8209"/>
                      <a:pt x="32231" y="6605"/>
                      <a:pt x="31028" y="5126"/>
                    </a:cubicBezTo>
                    <a:cubicBezTo>
                      <a:pt x="30978" y="5076"/>
                      <a:pt x="30953" y="5051"/>
                      <a:pt x="30928" y="5001"/>
                    </a:cubicBezTo>
                    <a:cubicBezTo>
                      <a:pt x="29349" y="3096"/>
                      <a:pt x="26993" y="389"/>
                      <a:pt x="24261" y="339"/>
                    </a:cubicBezTo>
                    <a:cubicBezTo>
                      <a:pt x="22816" y="307"/>
                      <a:pt x="20633" y="1"/>
                      <a:pt x="18157" y="1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6" name="Google Shape;6226;p54"/>
              <p:cNvSpPr/>
              <p:nvPr/>
            </p:nvSpPr>
            <p:spPr>
              <a:xfrm>
                <a:off x="5562200" y="3939875"/>
                <a:ext cx="35725" cy="58300"/>
              </a:xfrm>
              <a:custGeom>
                <a:rect b="b" l="l" r="r" t="t"/>
                <a:pathLst>
                  <a:path extrusionOk="0" h="2332" w="1429">
                    <a:moveTo>
                      <a:pt x="702" y="1"/>
                    </a:moveTo>
                    <a:cubicBezTo>
                      <a:pt x="326" y="1"/>
                      <a:pt x="0" y="527"/>
                      <a:pt x="25" y="1179"/>
                    </a:cubicBezTo>
                    <a:cubicBezTo>
                      <a:pt x="25" y="1806"/>
                      <a:pt x="326" y="2332"/>
                      <a:pt x="727" y="2332"/>
                    </a:cubicBezTo>
                    <a:cubicBezTo>
                      <a:pt x="1103" y="2332"/>
                      <a:pt x="1429" y="1806"/>
                      <a:pt x="1404" y="1154"/>
                    </a:cubicBezTo>
                    <a:cubicBezTo>
                      <a:pt x="1404" y="502"/>
                      <a:pt x="1103" y="1"/>
                      <a:pt x="702" y="1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7" name="Google Shape;6227;p54"/>
              <p:cNvSpPr/>
              <p:nvPr/>
            </p:nvSpPr>
            <p:spPr>
              <a:xfrm>
                <a:off x="5203800" y="3953050"/>
                <a:ext cx="35725" cy="58925"/>
              </a:xfrm>
              <a:custGeom>
                <a:rect b="b" l="l" r="r" t="t"/>
                <a:pathLst>
                  <a:path extrusionOk="0" h="2357" w="1429">
                    <a:moveTo>
                      <a:pt x="702" y="0"/>
                    </a:moveTo>
                    <a:cubicBezTo>
                      <a:pt x="326" y="0"/>
                      <a:pt x="0" y="527"/>
                      <a:pt x="25" y="1178"/>
                    </a:cubicBezTo>
                    <a:cubicBezTo>
                      <a:pt x="25" y="1830"/>
                      <a:pt x="326" y="2356"/>
                      <a:pt x="727" y="2356"/>
                    </a:cubicBezTo>
                    <a:cubicBezTo>
                      <a:pt x="1103" y="2356"/>
                      <a:pt x="1429" y="1830"/>
                      <a:pt x="1404" y="1178"/>
                    </a:cubicBezTo>
                    <a:cubicBezTo>
                      <a:pt x="1404" y="527"/>
                      <a:pt x="1103" y="0"/>
                      <a:pt x="702" y="0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8" name="Google Shape;6228;p54"/>
              <p:cNvSpPr/>
              <p:nvPr/>
            </p:nvSpPr>
            <p:spPr>
              <a:xfrm>
                <a:off x="5296525" y="3902300"/>
                <a:ext cx="136625" cy="216800"/>
              </a:xfrm>
              <a:custGeom>
                <a:rect b="b" l="l" r="r" t="t"/>
                <a:pathLst>
                  <a:path extrusionOk="0" h="8672" w="5465">
                    <a:moveTo>
                      <a:pt x="2331" y="0"/>
                    </a:moveTo>
                    <a:cubicBezTo>
                      <a:pt x="2281" y="727"/>
                      <a:pt x="2206" y="1454"/>
                      <a:pt x="2106" y="2156"/>
                    </a:cubicBezTo>
                    <a:cubicBezTo>
                      <a:pt x="1980" y="2882"/>
                      <a:pt x="1830" y="3584"/>
                      <a:pt x="1655" y="4286"/>
                    </a:cubicBezTo>
                    <a:cubicBezTo>
                      <a:pt x="1504" y="4988"/>
                      <a:pt x="1279" y="5664"/>
                      <a:pt x="1028" y="6341"/>
                    </a:cubicBezTo>
                    <a:cubicBezTo>
                      <a:pt x="802" y="7018"/>
                      <a:pt x="502" y="7669"/>
                      <a:pt x="176" y="8296"/>
                    </a:cubicBezTo>
                    <a:lnTo>
                      <a:pt x="0" y="8672"/>
                    </a:lnTo>
                    <a:lnTo>
                      <a:pt x="376" y="8597"/>
                    </a:lnTo>
                    <a:cubicBezTo>
                      <a:pt x="1003" y="8496"/>
                      <a:pt x="1529" y="8246"/>
                      <a:pt x="2031" y="7945"/>
                    </a:cubicBezTo>
                    <a:cubicBezTo>
                      <a:pt x="2532" y="7644"/>
                      <a:pt x="2983" y="7268"/>
                      <a:pt x="3409" y="6867"/>
                    </a:cubicBezTo>
                    <a:cubicBezTo>
                      <a:pt x="3835" y="6466"/>
                      <a:pt x="4211" y="6040"/>
                      <a:pt x="4537" y="5564"/>
                    </a:cubicBezTo>
                    <a:cubicBezTo>
                      <a:pt x="4712" y="5339"/>
                      <a:pt x="4863" y="5088"/>
                      <a:pt x="5038" y="4862"/>
                    </a:cubicBezTo>
                    <a:lnTo>
                      <a:pt x="5464" y="4111"/>
                    </a:lnTo>
                    <a:lnTo>
                      <a:pt x="4938" y="4812"/>
                    </a:lnTo>
                    <a:cubicBezTo>
                      <a:pt x="4762" y="5013"/>
                      <a:pt x="4587" y="5238"/>
                      <a:pt x="4412" y="5464"/>
                    </a:cubicBezTo>
                    <a:cubicBezTo>
                      <a:pt x="4011" y="5865"/>
                      <a:pt x="3635" y="6291"/>
                      <a:pt x="3209" y="6667"/>
                    </a:cubicBezTo>
                    <a:cubicBezTo>
                      <a:pt x="2782" y="7018"/>
                      <a:pt x="2331" y="7344"/>
                      <a:pt x="1855" y="7619"/>
                    </a:cubicBezTo>
                    <a:cubicBezTo>
                      <a:pt x="1604" y="7770"/>
                      <a:pt x="1354" y="7895"/>
                      <a:pt x="1103" y="7970"/>
                    </a:cubicBezTo>
                    <a:cubicBezTo>
                      <a:pt x="981" y="8019"/>
                      <a:pt x="854" y="8068"/>
                      <a:pt x="729" y="8108"/>
                    </a:cubicBezTo>
                    <a:lnTo>
                      <a:pt x="729" y="8108"/>
                    </a:lnTo>
                    <a:cubicBezTo>
                      <a:pt x="994" y="7577"/>
                      <a:pt x="1228" y="7030"/>
                      <a:pt x="1429" y="6466"/>
                    </a:cubicBezTo>
                    <a:cubicBezTo>
                      <a:pt x="1655" y="5790"/>
                      <a:pt x="1855" y="5063"/>
                      <a:pt x="2006" y="4361"/>
                    </a:cubicBezTo>
                    <a:cubicBezTo>
                      <a:pt x="2131" y="3634"/>
                      <a:pt x="2256" y="2907"/>
                      <a:pt x="2306" y="2181"/>
                    </a:cubicBezTo>
                    <a:cubicBezTo>
                      <a:pt x="2356" y="1454"/>
                      <a:pt x="2381" y="727"/>
                      <a:pt x="2331" y="0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9" name="Google Shape;6229;p54"/>
              <p:cNvSpPr/>
              <p:nvPr/>
            </p:nvSpPr>
            <p:spPr>
              <a:xfrm>
                <a:off x="5138625" y="4011125"/>
                <a:ext cx="96525" cy="86550"/>
              </a:xfrm>
              <a:custGeom>
                <a:rect b="b" l="l" r="r" t="t"/>
                <a:pathLst>
                  <a:path extrusionOk="0" h="3462" w="3861">
                    <a:moveTo>
                      <a:pt x="1936" y="0"/>
                    </a:moveTo>
                    <a:cubicBezTo>
                      <a:pt x="1466" y="0"/>
                      <a:pt x="996" y="189"/>
                      <a:pt x="652" y="560"/>
                    </a:cubicBezTo>
                    <a:cubicBezTo>
                      <a:pt x="1" y="1261"/>
                      <a:pt x="51" y="2339"/>
                      <a:pt x="753" y="2991"/>
                    </a:cubicBezTo>
                    <a:cubicBezTo>
                      <a:pt x="1090" y="3304"/>
                      <a:pt x="1521" y="3461"/>
                      <a:pt x="1950" y="3461"/>
                    </a:cubicBezTo>
                    <a:cubicBezTo>
                      <a:pt x="2412" y="3461"/>
                      <a:pt x="2871" y="3279"/>
                      <a:pt x="3209" y="2915"/>
                    </a:cubicBezTo>
                    <a:cubicBezTo>
                      <a:pt x="3860" y="2214"/>
                      <a:pt x="3810" y="1111"/>
                      <a:pt x="3108" y="459"/>
                    </a:cubicBezTo>
                    <a:cubicBezTo>
                      <a:pt x="2777" y="152"/>
                      <a:pt x="2356" y="0"/>
                      <a:pt x="1936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0" name="Google Shape;6230;p54"/>
              <p:cNvSpPr/>
              <p:nvPr/>
            </p:nvSpPr>
            <p:spPr>
              <a:xfrm>
                <a:off x="5593525" y="4003475"/>
                <a:ext cx="83350" cy="75400"/>
              </a:xfrm>
              <a:custGeom>
                <a:rect b="b" l="l" r="r" t="t"/>
                <a:pathLst>
                  <a:path extrusionOk="0" h="3016" w="3334">
                    <a:moveTo>
                      <a:pt x="1658" y="0"/>
                    </a:moveTo>
                    <a:cubicBezTo>
                      <a:pt x="1260" y="0"/>
                      <a:pt x="864" y="163"/>
                      <a:pt x="577" y="490"/>
                    </a:cubicBezTo>
                    <a:cubicBezTo>
                      <a:pt x="0" y="1091"/>
                      <a:pt x="25" y="2043"/>
                      <a:pt x="652" y="2620"/>
                    </a:cubicBezTo>
                    <a:cubicBezTo>
                      <a:pt x="940" y="2884"/>
                      <a:pt x="1307" y="3015"/>
                      <a:pt x="1676" y="3015"/>
                    </a:cubicBezTo>
                    <a:cubicBezTo>
                      <a:pt x="2078" y="3015"/>
                      <a:pt x="2481" y="2859"/>
                      <a:pt x="2782" y="2545"/>
                    </a:cubicBezTo>
                    <a:cubicBezTo>
                      <a:pt x="3334" y="1918"/>
                      <a:pt x="3309" y="966"/>
                      <a:pt x="2682" y="414"/>
                    </a:cubicBezTo>
                    <a:cubicBezTo>
                      <a:pt x="2394" y="138"/>
                      <a:pt x="2025" y="0"/>
                      <a:pt x="1658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1" name="Google Shape;6231;p54"/>
              <p:cNvSpPr/>
              <p:nvPr/>
            </p:nvSpPr>
            <p:spPr>
              <a:xfrm>
                <a:off x="5380475" y="4067700"/>
                <a:ext cx="150400" cy="57725"/>
              </a:xfrm>
              <a:custGeom>
                <a:rect b="b" l="l" r="r" t="t"/>
                <a:pathLst>
                  <a:path extrusionOk="0" h="2309" w="6016">
                    <a:moveTo>
                      <a:pt x="6016" y="1"/>
                    </a:moveTo>
                    <a:cubicBezTo>
                      <a:pt x="5615" y="377"/>
                      <a:pt x="5214" y="753"/>
                      <a:pt x="4738" y="1053"/>
                    </a:cubicBezTo>
                    <a:cubicBezTo>
                      <a:pt x="4287" y="1354"/>
                      <a:pt x="3785" y="1580"/>
                      <a:pt x="3259" y="1730"/>
                    </a:cubicBezTo>
                    <a:cubicBezTo>
                      <a:pt x="2758" y="1880"/>
                      <a:pt x="2206" y="1956"/>
                      <a:pt x="1655" y="1956"/>
                    </a:cubicBezTo>
                    <a:cubicBezTo>
                      <a:pt x="1104" y="1956"/>
                      <a:pt x="552" y="1906"/>
                      <a:pt x="1" y="1780"/>
                    </a:cubicBezTo>
                    <a:lnTo>
                      <a:pt x="1" y="1780"/>
                    </a:lnTo>
                    <a:cubicBezTo>
                      <a:pt x="638" y="2130"/>
                      <a:pt x="1376" y="2309"/>
                      <a:pt x="2118" y="2309"/>
                    </a:cubicBezTo>
                    <a:cubicBezTo>
                      <a:pt x="2545" y="2309"/>
                      <a:pt x="2973" y="2250"/>
                      <a:pt x="3384" y="2131"/>
                    </a:cubicBezTo>
                    <a:cubicBezTo>
                      <a:pt x="3936" y="1956"/>
                      <a:pt x="4487" y="1705"/>
                      <a:pt x="4938" y="1329"/>
                    </a:cubicBezTo>
                    <a:cubicBezTo>
                      <a:pt x="5164" y="1154"/>
                      <a:pt x="5364" y="928"/>
                      <a:pt x="5540" y="703"/>
                    </a:cubicBezTo>
                    <a:cubicBezTo>
                      <a:pt x="5715" y="477"/>
                      <a:pt x="5891" y="226"/>
                      <a:pt x="6016" y="1"/>
                    </a:cubicBezTo>
                    <a:close/>
                  </a:path>
                </a:pathLst>
              </a:custGeom>
              <a:solidFill>
                <a:srgbClr val="5449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2" name="Google Shape;6232;p54"/>
              <p:cNvSpPr/>
              <p:nvPr/>
            </p:nvSpPr>
            <p:spPr>
              <a:xfrm>
                <a:off x="4955050" y="3486675"/>
                <a:ext cx="901025" cy="480175"/>
              </a:xfrm>
              <a:custGeom>
                <a:rect b="b" l="l" r="r" t="t"/>
                <a:pathLst>
                  <a:path extrusionOk="0" h="19207" w="36041">
                    <a:moveTo>
                      <a:pt x="20499" y="1"/>
                    </a:moveTo>
                    <a:cubicBezTo>
                      <a:pt x="18951" y="1"/>
                      <a:pt x="17267" y="218"/>
                      <a:pt x="15439" y="710"/>
                    </a:cubicBezTo>
                    <a:cubicBezTo>
                      <a:pt x="0" y="4871"/>
                      <a:pt x="953" y="19207"/>
                      <a:pt x="953" y="19207"/>
                    </a:cubicBezTo>
                    <a:cubicBezTo>
                      <a:pt x="6216" y="17427"/>
                      <a:pt x="9574" y="8831"/>
                      <a:pt x="9574" y="8831"/>
                    </a:cubicBezTo>
                    <a:cubicBezTo>
                      <a:pt x="10413" y="11012"/>
                      <a:pt x="11406" y="11731"/>
                      <a:pt x="12351" y="11731"/>
                    </a:cubicBezTo>
                    <a:cubicBezTo>
                      <a:pt x="14173" y="11731"/>
                      <a:pt x="15815" y="9056"/>
                      <a:pt x="15815" y="9056"/>
                    </a:cubicBezTo>
                    <a:cubicBezTo>
                      <a:pt x="17162" y="10989"/>
                      <a:pt x="18375" y="11658"/>
                      <a:pt x="19408" y="11658"/>
                    </a:cubicBezTo>
                    <a:cubicBezTo>
                      <a:pt x="21739" y="11658"/>
                      <a:pt x="23158" y="8254"/>
                      <a:pt x="23158" y="8254"/>
                    </a:cubicBezTo>
                    <a:cubicBezTo>
                      <a:pt x="23876" y="9059"/>
                      <a:pt x="24569" y="9335"/>
                      <a:pt x="25182" y="9335"/>
                    </a:cubicBezTo>
                    <a:cubicBezTo>
                      <a:pt x="26516" y="9335"/>
                      <a:pt x="27469" y="8029"/>
                      <a:pt x="27469" y="8029"/>
                    </a:cubicBezTo>
                    <a:cubicBezTo>
                      <a:pt x="29158" y="11711"/>
                      <a:pt x="33752" y="12057"/>
                      <a:pt x="35423" y="12057"/>
                    </a:cubicBezTo>
                    <a:cubicBezTo>
                      <a:pt x="35810" y="12057"/>
                      <a:pt x="36041" y="12039"/>
                      <a:pt x="36041" y="12039"/>
                    </a:cubicBezTo>
                    <a:cubicBezTo>
                      <a:pt x="36041" y="12039"/>
                      <a:pt x="32028" y="1"/>
                      <a:pt x="204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3" name="Google Shape;6233;p54"/>
              <p:cNvSpPr/>
              <p:nvPr/>
            </p:nvSpPr>
            <p:spPr>
              <a:xfrm>
                <a:off x="5069075" y="3594650"/>
                <a:ext cx="676100" cy="312050"/>
              </a:xfrm>
              <a:custGeom>
                <a:rect b="b" l="l" r="r" t="t"/>
                <a:pathLst>
                  <a:path extrusionOk="0" h="12482" w="27044">
                    <a:moveTo>
                      <a:pt x="23041" y="595"/>
                    </a:moveTo>
                    <a:lnTo>
                      <a:pt x="23041" y="595"/>
                    </a:lnTo>
                    <a:cubicBezTo>
                      <a:pt x="23408" y="1041"/>
                      <a:pt x="23526" y="1657"/>
                      <a:pt x="23434" y="2231"/>
                    </a:cubicBezTo>
                    <a:cubicBezTo>
                      <a:pt x="23379" y="2692"/>
                      <a:pt x="23175" y="3125"/>
                      <a:pt x="22901" y="3512"/>
                    </a:cubicBezTo>
                    <a:lnTo>
                      <a:pt x="22901" y="3512"/>
                    </a:lnTo>
                    <a:cubicBezTo>
                      <a:pt x="22603" y="2552"/>
                      <a:pt x="22639" y="1494"/>
                      <a:pt x="23041" y="595"/>
                    </a:cubicBezTo>
                    <a:close/>
                    <a:moveTo>
                      <a:pt x="18296" y="369"/>
                    </a:moveTo>
                    <a:cubicBezTo>
                      <a:pt x="18425" y="369"/>
                      <a:pt x="18542" y="419"/>
                      <a:pt x="18622" y="527"/>
                    </a:cubicBezTo>
                    <a:cubicBezTo>
                      <a:pt x="18798" y="702"/>
                      <a:pt x="18848" y="1028"/>
                      <a:pt x="18873" y="1329"/>
                    </a:cubicBezTo>
                    <a:cubicBezTo>
                      <a:pt x="18873" y="1655"/>
                      <a:pt x="18873" y="1980"/>
                      <a:pt x="18848" y="2306"/>
                    </a:cubicBezTo>
                    <a:cubicBezTo>
                      <a:pt x="18797" y="2739"/>
                      <a:pt x="18694" y="3163"/>
                      <a:pt x="18547" y="3571"/>
                    </a:cubicBezTo>
                    <a:lnTo>
                      <a:pt x="18547" y="3571"/>
                    </a:lnTo>
                    <a:cubicBezTo>
                      <a:pt x="18396" y="3352"/>
                      <a:pt x="18256" y="3122"/>
                      <a:pt x="18121" y="2883"/>
                    </a:cubicBezTo>
                    <a:cubicBezTo>
                      <a:pt x="17795" y="2331"/>
                      <a:pt x="17444" y="1730"/>
                      <a:pt x="17495" y="1153"/>
                    </a:cubicBezTo>
                    <a:cubicBezTo>
                      <a:pt x="17520" y="878"/>
                      <a:pt x="17695" y="627"/>
                      <a:pt x="17946" y="477"/>
                    </a:cubicBezTo>
                    <a:cubicBezTo>
                      <a:pt x="18062" y="407"/>
                      <a:pt x="18184" y="369"/>
                      <a:pt x="18296" y="369"/>
                    </a:cubicBezTo>
                    <a:close/>
                    <a:moveTo>
                      <a:pt x="11847" y="981"/>
                    </a:moveTo>
                    <a:cubicBezTo>
                      <a:pt x="12115" y="1453"/>
                      <a:pt x="12142" y="2027"/>
                      <a:pt x="12031" y="2582"/>
                    </a:cubicBezTo>
                    <a:cubicBezTo>
                      <a:pt x="11953" y="3071"/>
                      <a:pt x="11768" y="3544"/>
                      <a:pt x="11523" y="3991"/>
                    </a:cubicBezTo>
                    <a:lnTo>
                      <a:pt x="11523" y="3991"/>
                    </a:lnTo>
                    <a:cubicBezTo>
                      <a:pt x="11427" y="3490"/>
                      <a:pt x="11379" y="2957"/>
                      <a:pt x="11379" y="2457"/>
                    </a:cubicBezTo>
                    <a:cubicBezTo>
                      <a:pt x="11379" y="1902"/>
                      <a:pt x="11477" y="1289"/>
                      <a:pt x="11847" y="981"/>
                    </a:cubicBezTo>
                    <a:close/>
                    <a:moveTo>
                      <a:pt x="5348" y="2250"/>
                    </a:moveTo>
                    <a:lnTo>
                      <a:pt x="5348" y="2250"/>
                    </a:lnTo>
                    <a:cubicBezTo>
                      <a:pt x="5514" y="2629"/>
                      <a:pt x="5505" y="3079"/>
                      <a:pt x="5414" y="3509"/>
                    </a:cubicBezTo>
                    <a:cubicBezTo>
                      <a:pt x="5365" y="3824"/>
                      <a:pt x="5260" y="4138"/>
                      <a:pt x="5137" y="4445"/>
                    </a:cubicBezTo>
                    <a:lnTo>
                      <a:pt x="5137" y="4445"/>
                    </a:lnTo>
                    <a:cubicBezTo>
                      <a:pt x="5071" y="4253"/>
                      <a:pt x="5020" y="4058"/>
                      <a:pt x="4988" y="3860"/>
                    </a:cubicBezTo>
                    <a:cubicBezTo>
                      <a:pt x="4873" y="3285"/>
                      <a:pt x="4948" y="2626"/>
                      <a:pt x="5348" y="2250"/>
                    </a:cubicBezTo>
                    <a:close/>
                    <a:moveTo>
                      <a:pt x="18322" y="0"/>
                    </a:moveTo>
                    <a:cubicBezTo>
                      <a:pt x="18121" y="0"/>
                      <a:pt x="17921" y="76"/>
                      <a:pt x="17770" y="176"/>
                    </a:cubicBezTo>
                    <a:cubicBezTo>
                      <a:pt x="17444" y="376"/>
                      <a:pt x="17194" y="702"/>
                      <a:pt x="17144" y="1103"/>
                    </a:cubicBezTo>
                    <a:cubicBezTo>
                      <a:pt x="17094" y="1479"/>
                      <a:pt x="17194" y="1830"/>
                      <a:pt x="17344" y="2156"/>
                    </a:cubicBezTo>
                    <a:cubicBezTo>
                      <a:pt x="17469" y="2482"/>
                      <a:pt x="17645" y="2757"/>
                      <a:pt x="17820" y="3058"/>
                    </a:cubicBezTo>
                    <a:cubicBezTo>
                      <a:pt x="18002" y="3356"/>
                      <a:pt x="18190" y="3655"/>
                      <a:pt x="18403" y="3932"/>
                    </a:cubicBezTo>
                    <a:lnTo>
                      <a:pt x="18403" y="3932"/>
                    </a:lnTo>
                    <a:cubicBezTo>
                      <a:pt x="18115" y="4589"/>
                      <a:pt x="17710" y="5195"/>
                      <a:pt x="17219" y="5715"/>
                    </a:cubicBezTo>
                    <a:cubicBezTo>
                      <a:pt x="16768" y="6166"/>
                      <a:pt x="16241" y="6567"/>
                      <a:pt x="15665" y="6843"/>
                    </a:cubicBezTo>
                    <a:cubicBezTo>
                      <a:pt x="15275" y="7038"/>
                      <a:pt x="14834" y="7157"/>
                      <a:pt x="14406" y="7157"/>
                    </a:cubicBezTo>
                    <a:cubicBezTo>
                      <a:pt x="14229" y="7157"/>
                      <a:pt x="14054" y="7137"/>
                      <a:pt x="13885" y="7093"/>
                    </a:cubicBezTo>
                    <a:cubicBezTo>
                      <a:pt x="13284" y="6943"/>
                      <a:pt x="12758" y="6567"/>
                      <a:pt x="12382" y="6091"/>
                    </a:cubicBezTo>
                    <a:cubicBezTo>
                      <a:pt x="12013" y="5630"/>
                      <a:pt x="11771" y="5084"/>
                      <a:pt x="11637" y="4511"/>
                    </a:cubicBezTo>
                    <a:lnTo>
                      <a:pt x="11637" y="4511"/>
                    </a:lnTo>
                    <a:cubicBezTo>
                      <a:pt x="11998" y="3948"/>
                      <a:pt x="12285" y="3314"/>
                      <a:pt x="12407" y="2657"/>
                    </a:cubicBezTo>
                    <a:cubicBezTo>
                      <a:pt x="12557" y="1980"/>
                      <a:pt x="12482" y="1203"/>
                      <a:pt x="12056" y="577"/>
                    </a:cubicBezTo>
                    <a:lnTo>
                      <a:pt x="11956" y="452"/>
                    </a:lnTo>
                    <a:lnTo>
                      <a:pt x="11805" y="527"/>
                    </a:lnTo>
                    <a:cubicBezTo>
                      <a:pt x="11454" y="702"/>
                      <a:pt x="11229" y="1053"/>
                      <a:pt x="11129" y="1404"/>
                    </a:cubicBezTo>
                    <a:cubicBezTo>
                      <a:pt x="11003" y="1755"/>
                      <a:pt x="10978" y="2106"/>
                      <a:pt x="10978" y="2457"/>
                    </a:cubicBezTo>
                    <a:cubicBezTo>
                      <a:pt x="10978" y="3133"/>
                      <a:pt x="11053" y="3785"/>
                      <a:pt x="11204" y="4462"/>
                    </a:cubicBezTo>
                    <a:cubicBezTo>
                      <a:pt x="11206" y="4472"/>
                      <a:pt x="11208" y="4482"/>
                      <a:pt x="11210" y="4491"/>
                    </a:cubicBezTo>
                    <a:lnTo>
                      <a:pt x="11210" y="4491"/>
                    </a:lnTo>
                    <a:cubicBezTo>
                      <a:pt x="10862" y="4974"/>
                      <a:pt x="10490" y="5453"/>
                      <a:pt x="10076" y="5890"/>
                    </a:cubicBezTo>
                    <a:cubicBezTo>
                      <a:pt x="9600" y="6366"/>
                      <a:pt x="9124" y="6843"/>
                      <a:pt x="8597" y="7168"/>
                    </a:cubicBezTo>
                    <a:cubicBezTo>
                      <a:pt x="8322" y="7344"/>
                      <a:pt x="8021" y="7444"/>
                      <a:pt x="7745" y="7469"/>
                    </a:cubicBezTo>
                    <a:cubicBezTo>
                      <a:pt x="7444" y="7469"/>
                      <a:pt x="7169" y="7344"/>
                      <a:pt x="6918" y="7168"/>
                    </a:cubicBezTo>
                    <a:cubicBezTo>
                      <a:pt x="6442" y="6742"/>
                      <a:pt x="6041" y="6216"/>
                      <a:pt x="5715" y="5665"/>
                    </a:cubicBezTo>
                    <a:cubicBezTo>
                      <a:pt x="5544" y="5362"/>
                      <a:pt x="5380" y="5053"/>
                      <a:pt x="5248" y="4737"/>
                    </a:cubicBezTo>
                    <a:lnTo>
                      <a:pt x="5248" y="4737"/>
                    </a:lnTo>
                    <a:cubicBezTo>
                      <a:pt x="5410" y="4361"/>
                      <a:pt x="5563" y="3969"/>
                      <a:pt x="5665" y="3559"/>
                    </a:cubicBezTo>
                    <a:cubicBezTo>
                      <a:pt x="5765" y="3058"/>
                      <a:pt x="5765" y="2482"/>
                      <a:pt x="5515" y="2005"/>
                    </a:cubicBezTo>
                    <a:lnTo>
                      <a:pt x="5439" y="1880"/>
                    </a:lnTo>
                    <a:lnTo>
                      <a:pt x="5339" y="1955"/>
                    </a:lnTo>
                    <a:cubicBezTo>
                      <a:pt x="5013" y="2156"/>
                      <a:pt x="4813" y="2507"/>
                      <a:pt x="4738" y="2858"/>
                    </a:cubicBezTo>
                    <a:cubicBezTo>
                      <a:pt x="4637" y="3208"/>
                      <a:pt x="4662" y="3559"/>
                      <a:pt x="4712" y="3885"/>
                    </a:cubicBezTo>
                    <a:cubicBezTo>
                      <a:pt x="4760" y="4218"/>
                      <a:pt x="4853" y="4533"/>
                      <a:pt x="4971" y="4837"/>
                    </a:cubicBezTo>
                    <a:lnTo>
                      <a:pt x="4971" y="4837"/>
                    </a:lnTo>
                    <a:cubicBezTo>
                      <a:pt x="4960" y="4863"/>
                      <a:pt x="4949" y="4888"/>
                      <a:pt x="4938" y="4913"/>
                    </a:cubicBezTo>
                    <a:cubicBezTo>
                      <a:pt x="4562" y="5840"/>
                      <a:pt x="4136" y="6742"/>
                      <a:pt x="3635" y="7619"/>
                    </a:cubicBezTo>
                    <a:cubicBezTo>
                      <a:pt x="2657" y="9374"/>
                      <a:pt x="1530" y="11178"/>
                      <a:pt x="1" y="12482"/>
                    </a:cubicBezTo>
                    <a:cubicBezTo>
                      <a:pt x="1580" y="11229"/>
                      <a:pt x="2733" y="9424"/>
                      <a:pt x="3760" y="7695"/>
                    </a:cubicBezTo>
                    <a:cubicBezTo>
                      <a:pt x="4263" y="6856"/>
                      <a:pt x="4698" y="5994"/>
                      <a:pt x="5086" y="5109"/>
                    </a:cubicBezTo>
                    <a:lnTo>
                      <a:pt x="5086" y="5109"/>
                    </a:lnTo>
                    <a:cubicBezTo>
                      <a:pt x="5193" y="5350"/>
                      <a:pt x="5314" y="5584"/>
                      <a:pt x="5439" y="5815"/>
                    </a:cubicBezTo>
                    <a:cubicBezTo>
                      <a:pt x="5790" y="6391"/>
                      <a:pt x="6191" y="6943"/>
                      <a:pt x="6718" y="7419"/>
                    </a:cubicBezTo>
                    <a:cubicBezTo>
                      <a:pt x="6976" y="7630"/>
                      <a:pt x="7321" y="7797"/>
                      <a:pt x="7673" y="7797"/>
                    </a:cubicBezTo>
                    <a:cubicBezTo>
                      <a:pt x="7697" y="7797"/>
                      <a:pt x="7721" y="7797"/>
                      <a:pt x="7745" y="7795"/>
                    </a:cubicBezTo>
                    <a:cubicBezTo>
                      <a:pt x="8121" y="7795"/>
                      <a:pt x="8472" y="7645"/>
                      <a:pt x="8773" y="7469"/>
                    </a:cubicBezTo>
                    <a:cubicBezTo>
                      <a:pt x="9374" y="7093"/>
                      <a:pt x="9850" y="6617"/>
                      <a:pt x="10327" y="6141"/>
                    </a:cubicBezTo>
                    <a:cubicBezTo>
                      <a:pt x="10692" y="5756"/>
                      <a:pt x="11028" y="5372"/>
                      <a:pt x="11334" y="4953"/>
                    </a:cubicBezTo>
                    <a:lnTo>
                      <a:pt x="11334" y="4953"/>
                    </a:lnTo>
                    <a:cubicBezTo>
                      <a:pt x="11489" y="5452"/>
                      <a:pt x="11715" y="5925"/>
                      <a:pt x="12056" y="6341"/>
                    </a:cubicBezTo>
                    <a:cubicBezTo>
                      <a:pt x="12482" y="6893"/>
                      <a:pt x="13083" y="7319"/>
                      <a:pt x="13785" y="7494"/>
                    </a:cubicBezTo>
                    <a:cubicBezTo>
                      <a:pt x="13978" y="7542"/>
                      <a:pt x="14174" y="7564"/>
                      <a:pt x="14370" y="7564"/>
                    </a:cubicBezTo>
                    <a:cubicBezTo>
                      <a:pt x="14888" y="7564"/>
                      <a:pt x="15404" y="7412"/>
                      <a:pt x="15840" y="7193"/>
                    </a:cubicBezTo>
                    <a:cubicBezTo>
                      <a:pt x="16467" y="6893"/>
                      <a:pt x="17018" y="6492"/>
                      <a:pt x="17495" y="5990"/>
                    </a:cubicBezTo>
                    <a:cubicBezTo>
                      <a:pt x="17981" y="5478"/>
                      <a:pt x="18383" y="4893"/>
                      <a:pt x="18676" y="4260"/>
                    </a:cubicBezTo>
                    <a:lnTo>
                      <a:pt x="18676" y="4260"/>
                    </a:lnTo>
                    <a:cubicBezTo>
                      <a:pt x="18799" y="4395"/>
                      <a:pt x="18931" y="4522"/>
                      <a:pt x="19073" y="4637"/>
                    </a:cubicBezTo>
                    <a:cubicBezTo>
                      <a:pt x="19349" y="4863"/>
                      <a:pt x="19650" y="5063"/>
                      <a:pt x="20001" y="5163"/>
                    </a:cubicBezTo>
                    <a:cubicBezTo>
                      <a:pt x="20175" y="5217"/>
                      <a:pt x="20364" y="5242"/>
                      <a:pt x="20556" y="5242"/>
                    </a:cubicBezTo>
                    <a:cubicBezTo>
                      <a:pt x="20722" y="5242"/>
                      <a:pt x="20891" y="5223"/>
                      <a:pt x="21053" y="5188"/>
                    </a:cubicBezTo>
                    <a:cubicBezTo>
                      <a:pt x="21730" y="5013"/>
                      <a:pt x="22307" y="4562"/>
                      <a:pt x="22758" y="4086"/>
                    </a:cubicBezTo>
                    <a:cubicBezTo>
                      <a:pt x="22814" y="4027"/>
                      <a:pt x="22868" y="3966"/>
                      <a:pt x="22920" y="3904"/>
                    </a:cubicBezTo>
                    <a:lnTo>
                      <a:pt x="22920" y="3904"/>
                    </a:lnTo>
                    <a:cubicBezTo>
                      <a:pt x="23045" y="4189"/>
                      <a:pt x="23200" y="4461"/>
                      <a:pt x="23384" y="4712"/>
                    </a:cubicBezTo>
                    <a:cubicBezTo>
                      <a:pt x="23835" y="5314"/>
                      <a:pt x="24437" y="5790"/>
                      <a:pt x="25063" y="6216"/>
                    </a:cubicBezTo>
                    <a:cubicBezTo>
                      <a:pt x="25665" y="6642"/>
                      <a:pt x="26342" y="7018"/>
                      <a:pt x="27043" y="7244"/>
                    </a:cubicBezTo>
                    <a:cubicBezTo>
                      <a:pt x="26342" y="7018"/>
                      <a:pt x="25690" y="6617"/>
                      <a:pt x="25089" y="6166"/>
                    </a:cubicBezTo>
                    <a:cubicBezTo>
                      <a:pt x="24487" y="5740"/>
                      <a:pt x="23886" y="5264"/>
                      <a:pt x="23459" y="4662"/>
                    </a:cubicBezTo>
                    <a:cubicBezTo>
                      <a:pt x="23273" y="4394"/>
                      <a:pt x="23121" y="4104"/>
                      <a:pt x="23003" y="3802"/>
                    </a:cubicBezTo>
                    <a:lnTo>
                      <a:pt x="23003" y="3802"/>
                    </a:lnTo>
                    <a:cubicBezTo>
                      <a:pt x="23352" y="3356"/>
                      <a:pt x="23603" y="2831"/>
                      <a:pt x="23685" y="2256"/>
                    </a:cubicBezTo>
                    <a:cubicBezTo>
                      <a:pt x="23760" y="1579"/>
                      <a:pt x="23585" y="827"/>
                      <a:pt x="23084" y="326"/>
                    </a:cubicBezTo>
                    <a:lnTo>
                      <a:pt x="22983" y="226"/>
                    </a:lnTo>
                    <a:lnTo>
                      <a:pt x="22933" y="351"/>
                    </a:lnTo>
                    <a:cubicBezTo>
                      <a:pt x="22456" y="1378"/>
                      <a:pt x="22436" y="2580"/>
                      <a:pt x="22813" y="3632"/>
                    </a:cubicBezTo>
                    <a:lnTo>
                      <a:pt x="22813" y="3632"/>
                    </a:lnTo>
                    <a:cubicBezTo>
                      <a:pt x="22739" y="3728"/>
                      <a:pt x="22662" y="3821"/>
                      <a:pt x="22582" y="3910"/>
                    </a:cubicBezTo>
                    <a:cubicBezTo>
                      <a:pt x="22131" y="4361"/>
                      <a:pt x="21605" y="4762"/>
                      <a:pt x="20978" y="4913"/>
                    </a:cubicBezTo>
                    <a:cubicBezTo>
                      <a:pt x="20852" y="4944"/>
                      <a:pt x="20724" y="4959"/>
                      <a:pt x="20597" y="4959"/>
                    </a:cubicBezTo>
                    <a:cubicBezTo>
                      <a:pt x="20120" y="4959"/>
                      <a:pt x="19650" y="4748"/>
                      <a:pt x="19274" y="4411"/>
                    </a:cubicBezTo>
                    <a:cubicBezTo>
                      <a:pt x="19108" y="4263"/>
                      <a:pt x="18957" y="4102"/>
                      <a:pt x="18817" y="3931"/>
                    </a:cubicBezTo>
                    <a:lnTo>
                      <a:pt x="18817" y="3931"/>
                    </a:lnTo>
                    <a:cubicBezTo>
                      <a:pt x="19017" y="3421"/>
                      <a:pt x="19148" y="2884"/>
                      <a:pt x="19199" y="2331"/>
                    </a:cubicBezTo>
                    <a:cubicBezTo>
                      <a:pt x="19249" y="2005"/>
                      <a:pt x="19249" y="1655"/>
                      <a:pt x="19224" y="1304"/>
                    </a:cubicBezTo>
                    <a:cubicBezTo>
                      <a:pt x="19199" y="978"/>
                      <a:pt x="19174" y="602"/>
                      <a:pt x="18898" y="276"/>
                    </a:cubicBezTo>
                    <a:cubicBezTo>
                      <a:pt x="18748" y="126"/>
                      <a:pt x="18547" y="25"/>
                      <a:pt x="18322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4" name="Google Shape;6234;p54"/>
              <p:cNvSpPr/>
              <p:nvPr/>
            </p:nvSpPr>
            <p:spPr>
              <a:xfrm>
                <a:off x="5285875" y="3553300"/>
                <a:ext cx="7550" cy="31975"/>
              </a:xfrm>
              <a:custGeom>
                <a:rect b="b" l="l" r="r" t="t"/>
                <a:pathLst>
                  <a:path extrusionOk="0" h="1279" w="302">
                    <a:moveTo>
                      <a:pt x="151" y="0"/>
                    </a:moveTo>
                    <a:cubicBezTo>
                      <a:pt x="76" y="0"/>
                      <a:pt x="0" y="50"/>
                      <a:pt x="0" y="151"/>
                    </a:cubicBezTo>
                    <a:lnTo>
                      <a:pt x="0" y="1128"/>
                    </a:lnTo>
                    <a:cubicBezTo>
                      <a:pt x="0" y="1228"/>
                      <a:pt x="76" y="1278"/>
                      <a:pt x="151" y="1278"/>
                    </a:cubicBezTo>
                    <a:cubicBezTo>
                      <a:pt x="226" y="1278"/>
                      <a:pt x="301" y="1228"/>
                      <a:pt x="301" y="1128"/>
                    </a:cubicBezTo>
                    <a:lnTo>
                      <a:pt x="301" y="151"/>
                    </a:lnTo>
                    <a:cubicBezTo>
                      <a:pt x="301" y="50"/>
                      <a:pt x="226" y="0"/>
                      <a:pt x="151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5" name="Google Shape;6235;p54"/>
              <p:cNvSpPr/>
              <p:nvPr/>
            </p:nvSpPr>
            <p:spPr>
              <a:xfrm>
                <a:off x="5302175" y="3560800"/>
                <a:ext cx="8150" cy="21975"/>
              </a:xfrm>
              <a:custGeom>
                <a:rect b="b" l="l" r="r" t="t"/>
                <a:pathLst>
                  <a:path extrusionOk="0" h="879" w="326">
                    <a:moveTo>
                      <a:pt x="163" y="1"/>
                    </a:moveTo>
                    <a:cubicBezTo>
                      <a:pt x="81" y="1"/>
                      <a:pt x="0" y="51"/>
                      <a:pt x="0" y="151"/>
                    </a:cubicBezTo>
                    <a:lnTo>
                      <a:pt x="0" y="728"/>
                    </a:lnTo>
                    <a:cubicBezTo>
                      <a:pt x="0" y="828"/>
                      <a:pt x="81" y="878"/>
                      <a:pt x="163" y="878"/>
                    </a:cubicBezTo>
                    <a:cubicBezTo>
                      <a:pt x="244" y="878"/>
                      <a:pt x="326" y="828"/>
                      <a:pt x="326" y="728"/>
                    </a:cubicBezTo>
                    <a:lnTo>
                      <a:pt x="326" y="151"/>
                    </a:lnTo>
                    <a:cubicBezTo>
                      <a:pt x="326" y="51"/>
                      <a:pt x="244" y="1"/>
                      <a:pt x="163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6" name="Google Shape;6236;p54"/>
              <p:cNvSpPr/>
              <p:nvPr/>
            </p:nvSpPr>
            <p:spPr>
              <a:xfrm>
                <a:off x="5436100" y="3519450"/>
                <a:ext cx="11450" cy="35375"/>
              </a:xfrm>
              <a:custGeom>
                <a:rect b="b" l="l" r="r" t="t"/>
                <a:pathLst>
                  <a:path extrusionOk="0" h="1415" w="458">
                    <a:moveTo>
                      <a:pt x="260" y="1"/>
                    </a:moveTo>
                    <a:cubicBezTo>
                      <a:pt x="182" y="1"/>
                      <a:pt x="107" y="51"/>
                      <a:pt x="107" y="151"/>
                    </a:cubicBezTo>
                    <a:cubicBezTo>
                      <a:pt x="157" y="502"/>
                      <a:pt x="107" y="853"/>
                      <a:pt x="32" y="1229"/>
                    </a:cubicBezTo>
                    <a:cubicBezTo>
                      <a:pt x="1" y="1336"/>
                      <a:pt x="101" y="1415"/>
                      <a:pt x="195" y="1415"/>
                    </a:cubicBezTo>
                    <a:cubicBezTo>
                      <a:pt x="255" y="1415"/>
                      <a:pt x="313" y="1382"/>
                      <a:pt x="332" y="1304"/>
                    </a:cubicBezTo>
                    <a:cubicBezTo>
                      <a:pt x="433" y="928"/>
                      <a:pt x="458" y="527"/>
                      <a:pt x="433" y="151"/>
                    </a:cubicBezTo>
                    <a:cubicBezTo>
                      <a:pt x="420" y="51"/>
                      <a:pt x="339" y="1"/>
                      <a:pt x="260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7" name="Google Shape;6237;p54"/>
              <p:cNvSpPr/>
              <p:nvPr/>
            </p:nvSpPr>
            <p:spPr>
              <a:xfrm>
                <a:off x="5451600" y="3532000"/>
                <a:ext cx="10050" cy="20075"/>
              </a:xfrm>
              <a:custGeom>
                <a:rect b="b" l="l" r="r" t="t"/>
                <a:pathLst>
                  <a:path extrusionOk="0" h="803" w="402">
                    <a:moveTo>
                      <a:pt x="245" y="0"/>
                    </a:moveTo>
                    <a:cubicBezTo>
                      <a:pt x="163" y="0"/>
                      <a:pt x="76" y="50"/>
                      <a:pt x="63" y="150"/>
                    </a:cubicBezTo>
                    <a:cubicBezTo>
                      <a:pt x="38" y="326"/>
                      <a:pt x="13" y="476"/>
                      <a:pt x="13" y="652"/>
                    </a:cubicBezTo>
                    <a:cubicBezTo>
                      <a:pt x="1" y="752"/>
                      <a:pt x="69" y="802"/>
                      <a:pt x="145" y="802"/>
                    </a:cubicBezTo>
                    <a:cubicBezTo>
                      <a:pt x="220" y="802"/>
                      <a:pt x="301" y="752"/>
                      <a:pt x="314" y="652"/>
                    </a:cubicBezTo>
                    <a:cubicBezTo>
                      <a:pt x="339" y="476"/>
                      <a:pt x="364" y="326"/>
                      <a:pt x="389" y="150"/>
                    </a:cubicBezTo>
                    <a:cubicBezTo>
                      <a:pt x="402" y="50"/>
                      <a:pt x="326" y="0"/>
                      <a:pt x="245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8" name="Google Shape;6238;p54"/>
              <p:cNvSpPr/>
              <p:nvPr/>
            </p:nvSpPr>
            <p:spPr>
              <a:xfrm>
                <a:off x="5683425" y="3661075"/>
                <a:ext cx="10675" cy="27575"/>
              </a:xfrm>
              <a:custGeom>
                <a:rect b="b" l="l" r="r" t="t"/>
                <a:pathLst>
                  <a:path extrusionOk="0" h="1103" w="427">
                    <a:moveTo>
                      <a:pt x="157" y="0"/>
                    </a:moveTo>
                    <a:cubicBezTo>
                      <a:pt x="76" y="0"/>
                      <a:pt x="1" y="50"/>
                      <a:pt x="13" y="150"/>
                    </a:cubicBezTo>
                    <a:cubicBezTo>
                      <a:pt x="38" y="426"/>
                      <a:pt x="88" y="702"/>
                      <a:pt x="114" y="952"/>
                    </a:cubicBezTo>
                    <a:cubicBezTo>
                      <a:pt x="126" y="1053"/>
                      <a:pt x="208" y="1103"/>
                      <a:pt x="283" y="1103"/>
                    </a:cubicBezTo>
                    <a:cubicBezTo>
                      <a:pt x="358" y="1103"/>
                      <a:pt x="427" y="1053"/>
                      <a:pt x="414" y="952"/>
                    </a:cubicBezTo>
                    <a:cubicBezTo>
                      <a:pt x="389" y="702"/>
                      <a:pt x="364" y="426"/>
                      <a:pt x="339" y="150"/>
                    </a:cubicBezTo>
                    <a:cubicBezTo>
                      <a:pt x="327" y="50"/>
                      <a:pt x="239" y="0"/>
                      <a:pt x="157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9" name="Google Shape;6239;p54"/>
              <p:cNvSpPr/>
              <p:nvPr/>
            </p:nvSpPr>
            <p:spPr>
              <a:xfrm>
                <a:off x="5697225" y="3672350"/>
                <a:ext cx="12900" cy="24500"/>
              </a:xfrm>
              <a:custGeom>
                <a:rect b="b" l="l" r="r" t="t"/>
                <a:pathLst>
                  <a:path extrusionOk="0" h="980" w="516">
                    <a:moveTo>
                      <a:pt x="154" y="0"/>
                    </a:moveTo>
                    <a:cubicBezTo>
                      <a:pt x="75" y="0"/>
                      <a:pt x="0" y="50"/>
                      <a:pt x="13" y="151"/>
                    </a:cubicBezTo>
                    <a:cubicBezTo>
                      <a:pt x="13" y="426"/>
                      <a:pt x="88" y="652"/>
                      <a:pt x="188" y="902"/>
                    </a:cubicBezTo>
                    <a:cubicBezTo>
                      <a:pt x="211" y="957"/>
                      <a:pt x="254" y="980"/>
                      <a:pt x="299" y="980"/>
                    </a:cubicBezTo>
                    <a:cubicBezTo>
                      <a:pt x="400" y="980"/>
                      <a:pt x="516" y="865"/>
                      <a:pt x="464" y="727"/>
                    </a:cubicBezTo>
                    <a:cubicBezTo>
                      <a:pt x="364" y="552"/>
                      <a:pt x="338" y="351"/>
                      <a:pt x="313" y="151"/>
                    </a:cubicBezTo>
                    <a:cubicBezTo>
                      <a:pt x="313" y="50"/>
                      <a:pt x="232" y="0"/>
                      <a:pt x="154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0" name="Google Shape;6240;p54"/>
              <p:cNvSpPr/>
              <p:nvPr/>
            </p:nvSpPr>
            <p:spPr>
              <a:xfrm>
                <a:off x="5105725" y="3700525"/>
                <a:ext cx="9750" cy="26350"/>
              </a:xfrm>
              <a:custGeom>
                <a:rect b="b" l="l" r="r" t="t"/>
                <a:pathLst>
                  <a:path extrusionOk="0" h="1054" w="390">
                    <a:moveTo>
                      <a:pt x="236" y="1"/>
                    </a:moveTo>
                    <a:cubicBezTo>
                      <a:pt x="158" y="1"/>
                      <a:pt x="76" y="51"/>
                      <a:pt x="64" y="151"/>
                    </a:cubicBezTo>
                    <a:lnTo>
                      <a:pt x="13" y="903"/>
                    </a:lnTo>
                    <a:cubicBezTo>
                      <a:pt x="1" y="1004"/>
                      <a:pt x="70" y="1054"/>
                      <a:pt x="145" y="1054"/>
                    </a:cubicBezTo>
                    <a:cubicBezTo>
                      <a:pt x="220" y="1054"/>
                      <a:pt x="302" y="1004"/>
                      <a:pt x="314" y="903"/>
                    </a:cubicBezTo>
                    <a:lnTo>
                      <a:pt x="389" y="151"/>
                    </a:lnTo>
                    <a:cubicBezTo>
                      <a:pt x="389" y="51"/>
                      <a:pt x="314" y="1"/>
                      <a:pt x="236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1" name="Google Shape;6241;p54"/>
              <p:cNvSpPr/>
              <p:nvPr/>
            </p:nvSpPr>
            <p:spPr>
              <a:xfrm>
                <a:off x="5124850" y="3715575"/>
                <a:ext cx="8175" cy="20075"/>
              </a:xfrm>
              <a:custGeom>
                <a:rect b="b" l="l" r="r" t="t"/>
                <a:pathLst>
                  <a:path extrusionOk="0" h="803" w="327">
                    <a:moveTo>
                      <a:pt x="163" y="1"/>
                    </a:moveTo>
                    <a:cubicBezTo>
                      <a:pt x="82" y="1"/>
                      <a:pt x="0" y="51"/>
                      <a:pt x="0" y="151"/>
                    </a:cubicBezTo>
                    <a:lnTo>
                      <a:pt x="0" y="652"/>
                    </a:lnTo>
                    <a:cubicBezTo>
                      <a:pt x="0" y="752"/>
                      <a:pt x="82" y="803"/>
                      <a:pt x="163" y="803"/>
                    </a:cubicBezTo>
                    <a:cubicBezTo>
                      <a:pt x="245" y="803"/>
                      <a:pt x="326" y="752"/>
                      <a:pt x="326" y="652"/>
                    </a:cubicBezTo>
                    <a:lnTo>
                      <a:pt x="326" y="151"/>
                    </a:lnTo>
                    <a:cubicBezTo>
                      <a:pt x="326" y="51"/>
                      <a:pt x="245" y="1"/>
                      <a:pt x="163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2" name="Google Shape;6242;p54"/>
              <p:cNvSpPr/>
              <p:nvPr/>
            </p:nvSpPr>
            <p:spPr>
              <a:xfrm>
                <a:off x="5810300" y="3483750"/>
                <a:ext cx="380975" cy="484350"/>
              </a:xfrm>
              <a:custGeom>
                <a:rect b="b" l="l" r="r" t="t"/>
                <a:pathLst>
                  <a:path extrusionOk="0" h="19374" w="15239">
                    <a:moveTo>
                      <a:pt x="7695" y="0"/>
                    </a:moveTo>
                    <a:lnTo>
                      <a:pt x="1" y="13559"/>
                    </a:lnTo>
                    <a:lnTo>
                      <a:pt x="1154" y="19374"/>
                    </a:lnTo>
                    <a:cubicBezTo>
                      <a:pt x="15239" y="14537"/>
                      <a:pt x="7696" y="1"/>
                      <a:pt x="7695" y="0"/>
                    </a:cubicBez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3" name="Google Shape;6243;p54"/>
              <p:cNvSpPr/>
              <p:nvPr/>
            </p:nvSpPr>
            <p:spPr>
              <a:xfrm>
                <a:off x="5892400" y="3602800"/>
                <a:ext cx="99025" cy="271950"/>
              </a:xfrm>
              <a:custGeom>
                <a:rect b="b" l="l" r="r" t="t"/>
                <a:pathLst>
                  <a:path extrusionOk="0" h="10878" w="3961">
                    <a:moveTo>
                      <a:pt x="3960" y="0"/>
                    </a:moveTo>
                    <a:lnTo>
                      <a:pt x="3960" y="0"/>
                    </a:lnTo>
                    <a:cubicBezTo>
                      <a:pt x="3283" y="727"/>
                      <a:pt x="2757" y="1554"/>
                      <a:pt x="2256" y="2406"/>
                    </a:cubicBezTo>
                    <a:cubicBezTo>
                      <a:pt x="1755" y="3258"/>
                      <a:pt x="1354" y="4161"/>
                      <a:pt x="1003" y="5088"/>
                    </a:cubicBezTo>
                    <a:cubicBezTo>
                      <a:pt x="652" y="6015"/>
                      <a:pt x="376" y="6968"/>
                      <a:pt x="226" y="7945"/>
                    </a:cubicBezTo>
                    <a:cubicBezTo>
                      <a:pt x="25" y="8897"/>
                      <a:pt x="0" y="9900"/>
                      <a:pt x="50" y="10877"/>
                    </a:cubicBezTo>
                    <a:cubicBezTo>
                      <a:pt x="151" y="10401"/>
                      <a:pt x="151" y="9900"/>
                      <a:pt x="251" y="9424"/>
                    </a:cubicBezTo>
                    <a:lnTo>
                      <a:pt x="376" y="8697"/>
                    </a:lnTo>
                    <a:lnTo>
                      <a:pt x="527" y="7995"/>
                    </a:lnTo>
                    <a:cubicBezTo>
                      <a:pt x="752" y="7068"/>
                      <a:pt x="1028" y="6116"/>
                      <a:pt x="1379" y="5213"/>
                    </a:cubicBezTo>
                    <a:cubicBezTo>
                      <a:pt x="1704" y="4311"/>
                      <a:pt x="2105" y="3434"/>
                      <a:pt x="2532" y="2557"/>
                    </a:cubicBezTo>
                    <a:cubicBezTo>
                      <a:pt x="2757" y="2131"/>
                      <a:pt x="2983" y="1679"/>
                      <a:pt x="3208" y="1278"/>
                    </a:cubicBezTo>
                    <a:cubicBezTo>
                      <a:pt x="3434" y="827"/>
                      <a:pt x="3684" y="426"/>
                      <a:pt x="3960" y="0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4" name="Google Shape;6244;p54"/>
              <p:cNvSpPr/>
              <p:nvPr/>
            </p:nvSpPr>
            <p:spPr>
              <a:xfrm>
                <a:off x="4738875" y="3713075"/>
                <a:ext cx="277600" cy="453650"/>
              </a:xfrm>
              <a:custGeom>
                <a:rect b="b" l="l" r="r" t="t"/>
                <a:pathLst>
                  <a:path extrusionOk="0" h="18146" w="11104">
                    <a:moveTo>
                      <a:pt x="1730" y="0"/>
                    </a:moveTo>
                    <a:cubicBezTo>
                      <a:pt x="1730" y="1"/>
                      <a:pt x="1" y="13158"/>
                      <a:pt x="7018" y="17093"/>
                    </a:cubicBezTo>
                    <a:cubicBezTo>
                      <a:pt x="7043" y="17118"/>
                      <a:pt x="7043" y="17118"/>
                      <a:pt x="7043" y="17118"/>
                    </a:cubicBezTo>
                    <a:lnTo>
                      <a:pt x="7068" y="17118"/>
                    </a:lnTo>
                    <a:cubicBezTo>
                      <a:pt x="7870" y="17569"/>
                      <a:pt x="8773" y="17895"/>
                      <a:pt x="9825" y="18071"/>
                    </a:cubicBezTo>
                    <a:cubicBezTo>
                      <a:pt x="10001" y="18096"/>
                      <a:pt x="10176" y="18121"/>
                      <a:pt x="10352" y="18146"/>
                    </a:cubicBezTo>
                    <a:lnTo>
                      <a:pt x="10477" y="16993"/>
                    </a:lnTo>
                    <a:lnTo>
                      <a:pt x="11103" y="11203"/>
                    </a:lnTo>
                    <a:lnTo>
                      <a:pt x="10502" y="10476"/>
                    </a:lnTo>
                    <a:lnTo>
                      <a:pt x="9725" y="9549"/>
                    </a:lnTo>
                    <a:lnTo>
                      <a:pt x="4086" y="2832"/>
                    </a:lnTo>
                    <a:lnTo>
                      <a:pt x="1730" y="0"/>
                    </a:lnTo>
                    <a:close/>
                  </a:path>
                </a:pathLst>
              </a:custGeom>
              <a:solidFill>
                <a:srgbClr val="F9B7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5" name="Google Shape;6245;p54"/>
              <p:cNvSpPr/>
              <p:nvPr/>
            </p:nvSpPr>
            <p:spPr>
              <a:xfrm>
                <a:off x="4820325" y="3819575"/>
                <a:ext cx="124100" cy="259425"/>
              </a:xfrm>
              <a:custGeom>
                <a:rect b="b" l="l" r="r" t="t"/>
                <a:pathLst>
                  <a:path extrusionOk="0" h="10377" w="4964">
                    <a:moveTo>
                      <a:pt x="1" y="1"/>
                    </a:moveTo>
                    <a:cubicBezTo>
                      <a:pt x="327" y="352"/>
                      <a:pt x="627" y="728"/>
                      <a:pt x="928" y="1129"/>
                    </a:cubicBezTo>
                    <a:cubicBezTo>
                      <a:pt x="1229" y="1505"/>
                      <a:pt x="1505" y="1906"/>
                      <a:pt x="1780" y="2307"/>
                    </a:cubicBezTo>
                    <a:cubicBezTo>
                      <a:pt x="2332" y="3109"/>
                      <a:pt x="2833" y="3936"/>
                      <a:pt x="3259" y="4813"/>
                    </a:cubicBezTo>
                    <a:cubicBezTo>
                      <a:pt x="3735" y="5665"/>
                      <a:pt x="4061" y="6567"/>
                      <a:pt x="4362" y="7495"/>
                    </a:cubicBezTo>
                    <a:lnTo>
                      <a:pt x="4537" y="8196"/>
                    </a:lnTo>
                    <a:cubicBezTo>
                      <a:pt x="4612" y="8447"/>
                      <a:pt x="4637" y="8673"/>
                      <a:pt x="4688" y="8923"/>
                    </a:cubicBezTo>
                    <a:cubicBezTo>
                      <a:pt x="4813" y="9399"/>
                      <a:pt x="4813" y="9876"/>
                      <a:pt x="4888" y="10377"/>
                    </a:cubicBezTo>
                    <a:cubicBezTo>
                      <a:pt x="4963" y="9399"/>
                      <a:pt x="4888" y="8397"/>
                      <a:pt x="4662" y="7420"/>
                    </a:cubicBezTo>
                    <a:cubicBezTo>
                      <a:pt x="4437" y="6442"/>
                      <a:pt x="4111" y="5515"/>
                      <a:pt x="3635" y="4612"/>
                    </a:cubicBezTo>
                    <a:cubicBezTo>
                      <a:pt x="3184" y="3735"/>
                      <a:pt x="2657" y="2883"/>
                      <a:pt x="2056" y="2106"/>
                    </a:cubicBezTo>
                    <a:cubicBezTo>
                      <a:pt x="1429" y="1329"/>
                      <a:pt x="753" y="602"/>
                      <a:pt x="1" y="1"/>
                    </a:cubicBezTo>
                    <a:close/>
                  </a:path>
                </a:pathLst>
              </a:custGeom>
              <a:solidFill>
                <a:srgbClr val="E882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9" name="Shape 6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" name="Google Shape;6250;p55"/>
          <p:cNvSpPr/>
          <p:nvPr/>
        </p:nvSpPr>
        <p:spPr>
          <a:xfrm>
            <a:off x="1055250" y="914150"/>
            <a:ext cx="3669600" cy="3777000"/>
          </a:xfrm>
          <a:prstGeom prst="roundRect">
            <a:avLst>
              <a:gd fmla="val 936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1" name="Google Shape;6251;p55"/>
          <p:cNvSpPr txBox="1"/>
          <p:nvPr>
            <p:ph type="title"/>
          </p:nvPr>
        </p:nvSpPr>
        <p:spPr>
          <a:xfrm>
            <a:off x="1055250" y="206475"/>
            <a:ext cx="7833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D9E0"/>
                </a:solidFill>
              </a:rPr>
              <a:t>PRACTICE 1</a:t>
            </a:r>
            <a:endParaRPr>
              <a:solidFill>
                <a:srgbClr val="CFD9E0"/>
              </a:solidFill>
            </a:endParaRPr>
          </a:p>
        </p:txBody>
      </p:sp>
      <p:pic>
        <p:nvPicPr>
          <p:cNvPr id="6252" name="Google Shape;6252;p55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3" name="Google Shape;6253;p55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4" name="Google Shape;6254;p55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5" name="Google Shape;6255;p55"/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RECUR</a:t>
            </a:r>
            <a:endParaRPr sz="1600"/>
          </a:p>
        </p:txBody>
      </p:sp>
      <p:sp>
        <p:nvSpPr>
          <p:cNvPr id="6256" name="Google Shape;6256;p55">
            <a:hlinkClick action="ppaction://hlinksldjump" r:id="rId5"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257" name="Google Shape;6257;p55"/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PRACT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258" name="Google Shape;6258;p55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HW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259" name="Google Shape;6259;p55"/>
          <p:cNvSpPr txBox="1"/>
          <p:nvPr/>
        </p:nvSpPr>
        <p:spPr>
          <a:xfrm>
            <a:off x="4754425" y="1101000"/>
            <a:ext cx="4405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sum(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a[], 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n){</a:t>
            </a:r>
            <a:endParaRPr sz="1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900">
                <a:solidFill>
                  <a:srgbClr val="EFBA7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(n</a:t>
            </a:r>
            <a:r>
              <a:rPr lang="en" sz="1900">
                <a:solidFill>
                  <a:srgbClr val="EFBA7F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900">
                <a:solidFill>
                  <a:srgbClr val="EFBA7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a[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900">
                <a:solidFill>
                  <a:srgbClr val="EFBA7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sum(a,n-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9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a[n-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60" name="Google Shape;6260;p55"/>
          <p:cNvSpPr txBox="1"/>
          <p:nvPr>
            <p:ph idx="1" type="subTitle"/>
          </p:nvPr>
        </p:nvSpPr>
        <p:spPr>
          <a:xfrm>
            <a:off x="1104500" y="1092200"/>
            <a:ext cx="3573300" cy="3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Bài 1</a:t>
            </a:r>
            <a:r>
              <a:rPr lang="en" sz="1700"/>
              <a:t>: Cho hàm đệ quy 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sum(int a[], int n){...}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với chức năng tính tổng tất cả phần tử của mảng số nguyên </a:t>
            </a:r>
            <a:r>
              <a:rPr lang="en" sz="1700">
                <a:solidFill>
                  <a:schemeClr val="dk1"/>
                </a:solidFill>
              </a:rPr>
              <a:t>a</a:t>
            </a:r>
            <a:r>
              <a:rPr lang="en" sz="1700"/>
              <a:t>, kích thước là </a:t>
            </a:r>
            <a:r>
              <a:rPr lang="en" sz="1700">
                <a:solidFill>
                  <a:schemeClr val="dk1"/>
                </a:solidFill>
              </a:rPr>
              <a:t>n</a:t>
            </a:r>
            <a:r>
              <a:rPr lang="en" sz="1700"/>
              <a:t>. </a:t>
            </a:r>
            <a:endParaRPr sz="1700"/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BASE CASE</a:t>
            </a:r>
            <a:r>
              <a:rPr lang="en" sz="1700"/>
              <a:t> là gì?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/>
              <a:t>Xác định kết quả (output) của hàm ứng với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.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/>
              <a:t>Trường hợp nằm đằng trước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 xảy ra khi nào?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/>
              <a:t>Xác định </a:t>
            </a:r>
            <a:r>
              <a:rPr lang="en">
                <a:solidFill>
                  <a:schemeClr val="dk1"/>
                </a:solidFill>
              </a:rPr>
              <a:t>một</a:t>
            </a:r>
            <a:r>
              <a:rPr lang="en"/>
              <a:t> trường hợp nằm trước tính từ trường hợp tại </a:t>
            </a:r>
            <a:r>
              <a:rPr lang="en">
                <a:solidFill>
                  <a:schemeClr val="lt2"/>
                </a:solidFill>
              </a:rPr>
              <a:t>bước 3.</a:t>
            </a:r>
            <a:endParaRPr/>
          </a:p>
        </p:txBody>
      </p:sp>
      <p:grpSp>
        <p:nvGrpSpPr>
          <p:cNvPr id="6261" name="Google Shape;6261;p55"/>
          <p:cNvGrpSpPr/>
          <p:nvPr/>
        </p:nvGrpSpPr>
        <p:grpSpPr>
          <a:xfrm flipH="1">
            <a:off x="7796622" y="3045478"/>
            <a:ext cx="1347450" cy="1939517"/>
            <a:chOff x="1733175" y="446550"/>
            <a:chExt cx="1679275" cy="2205250"/>
          </a:xfrm>
        </p:grpSpPr>
        <p:sp>
          <p:nvSpPr>
            <p:cNvPr id="6262" name="Google Shape;6262;p55"/>
            <p:cNvSpPr/>
            <p:nvPr/>
          </p:nvSpPr>
          <p:spPr>
            <a:xfrm>
              <a:off x="2955625" y="1117125"/>
              <a:ext cx="380325" cy="351100"/>
            </a:xfrm>
            <a:custGeom>
              <a:rect b="b" l="l" r="r" t="t"/>
              <a:pathLst>
                <a:path extrusionOk="0" h="14044" w="15213">
                  <a:moveTo>
                    <a:pt x="13820" y="1"/>
                  </a:moveTo>
                  <a:cubicBezTo>
                    <a:pt x="13740" y="1"/>
                    <a:pt x="13658" y="31"/>
                    <a:pt x="13586" y="103"/>
                  </a:cubicBezTo>
                  <a:cubicBezTo>
                    <a:pt x="12258" y="1432"/>
                    <a:pt x="10929" y="2760"/>
                    <a:pt x="9601" y="4088"/>
                  </a:cubicBezTo>
                  <a:lnTo>
                    <a:pt x="9877" y="379"/>
                  </a:lnTo>
                  <a:cubicBezTo>
                    <a:pt x="9902" y="141"/>
                    <a:pt x="9733" y="22"/>
                    <a:pt x="9551" y="22"/>
                  </a:cubicBezTo>
                  <a:cubicBezTo>
                    <a:pt x="9369" y="22"/>
                    <a:pt x="9175" y="141"/>
                    <a:pt x="9150" y="379"/>
                  </a:cubicBezTo>
                  <a:cubicBezTo>
                    <a:pt x="9050" y="1883"/>
                    <a:pt x="8924" y="3362"/>
                    <a:pt x="8824" y="4865"/>
                  </a:cubicBezTo>
                  <a:cubicBezTo>
                    <a:pt x="5967" y="7722"/>
                    <a:pt x="3110" y="10580"/>
                    <a:pt x="253" y="13412"/>
                  </a:cubicBezTo>
                  <a:cubicBezTo>
                    <a:pt x="1" y="13683"/>
                    <a:pt x="258" y="14043"/>
                    <a:pt x="538" y="14043"/>
                  </a:cubicBezTo>
                  <a:cubicBezTo>
                    <a:pt x="620" y="14043"/>
                    <a:pt x="705" y="14012"/>
                    <a:pt x="779" y="13938"/>
                  </a:cubicBezTo>
                  <a:cubicBezTo>
                    <a:pt x="3636" y="11081"/>
                    <a:pt x="6468" y="8249"/>
                    <a:pt x="9325" y="5392"/>
                  </a:cubicBezTo>
                  <a:cubicBezTo>
                    <a:pt x="10460" y="5376"/>
                    <a:pt x="11626" y="5319"/>
                    <a:pt x="12783" y="5319"/>
                  </a:cubicBezTo>
                  <a:cubicBezTo>
                    <a:pt x="13440" y="5319"/>
                    <a:pt x="14094" y="5337"/>
                    <a:pt x="14739" y="5392"/>
                  </a:cubicBezTo>
                  <a:cubicBezTo>
                    <a:pt x="14755" y="5393"/>
                    <a:pt x="14770" y="5394"/>
                    <a:pt x="14785" y="5394"/>
                  </a:cubicBezTo>
                  <a:cubicBezTo>
                    <a:pt x="15213" y="5394"/>
                    <a:pt x="15175" y="4713"/>
                    <a:pt x="14739" y="4665"/>
                  </a:cubicBezTo>
                  <a:cubicBezTo>
                    <a:pt x="14120" y="4614"/>
                    <a:pt x="13489" y="4596"/>
                    <a:pt x="12855" y="4596"/>
                  </a:cubicBezTo>
                  <a:cubicBezTo>
                    <a:pt x="11920" y="4596"/>
                    <a:pt x="10977" y="4635"/>
                    <a:pt x="10052" y="4665"/>
                  </a:cubicBezTo>
                  <a:cubicBezTo>
                    <a:pt x="11405" y="3311"/>
                    <a:pt x="12759" y="1958"/>
                    <a:pt x="14087" y="630"/>
                  </a:cubicBezTo>
                  <a:cubicBezTo>
                    <a:pt x="14360" y="376"/>
                    <a:pt x="14102" y="1"/>
                    <a:pt x="13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3" name="Google Shape;6263;p55"/>
            <p:cNvSpPr/>
            <p:nvPr/>
          </p:nvSpPr>
          <p:spPr>
            <a:xfrm>
              <a:off x="1733175" y="1378375"/>
              <a:ext cx="333275" cy="242675"/>
            </a:xfrm>
            <a:custGeom>
              <a:rect b="b" l="l" r="r" t="t"/>
              <a:pathLst>
                <a:path extrusionOk="0" h="9707" w="13331">
                  <a:moveTo>
                    <a:pt x="6671" y="1"/>
                  </a:moveTo>
                  <a:cubicBezTo>
                    <a:pt x="6449" y="1"/>
                    <a:pt x="6227" y="182"/>
                    <a:pt x="6318" y="455"/>
                  </a:cubicBezTo>
                  <a:lnTo>
                    <a:pt x="8198" y="6320"/>
                  </a:lnTo>
                  <a:cubicBezTo>
                    <a:pt x="5692" y="5794"/>
                    <a:pt x="3160" y="5267"/>
                    <a:pt x="629" y="4716"/>
                  </a:cubicBezTo>
                  <a:cubicBezTo>
                    <a:pt x="606" y="4712"/>
                    <a:pt x="584" y="4710"/>
                    <a:pt x="562" y="4710"/>
                  </a:cubicBezTo>
                  <a:cubicBezTo>
                    <a:pt x="159" y="4710"/>
                    <a:pt x="0" y="5346"/>
                    <a:pt x="428" y="5418"/>
                  </a:cubicBezTo>
                  <a:cubicBezTo>
                    <a:pt x="2809" y="5919"/>
                    <a:pt x="5165" y="6420"/>
                    <a:pt x="7521" y="6922"/>
                  </a:cubicBezTo>
                  <a:cubicBezTo>
                    <a:pt x="5867" y="7598"/>
                    <a:pt x="4213" y="8275"/>
                    <a:pt x="2559" y="8977"/>
                  </a:cubicBezTo>
                  <a:cubicBezTo>
                    <a:pt x="2179" y="9133"/>
                    <a:pt x="2277" y="9706"/>
                    <a:pt x="2621" y="9706"/>
                  </a:cubicBezTo>
                  <a:cubicBezTo>
                    <a:pt x="2664" y="9706"/>
                    <a:pt x="2710" y="9698"/>
                    <a:pt x="2759" y="9679"/>
                  </a:cubicBezTo>
                  <a:cubicBezTo>
                    <a:pt x="4764" y="8851"/>
                    <a:pt x="6769" y="8024"/>
                    <a:pt x="8774" y="7197"/>
                  </a:cubicBezTo>
                  <a:cubicBezTo>
                    <a:pt x="10078" y="7473"/>
                    <a:pt x="11406" y="7749"/>
                    <a:pt x="12709" y="8024"/>
                  </a:cubicBezTo>
                  <a:cubicBezTo>
                    <a:pt x="12739" y="8031"/>
                    <a:pt x="12768" y="8034"/>
                    <a:pt x="12796" y="8034"/>
                  </a:cubicBezTo>
                  <a:cubicBezTo>
                    <a:pt x="13184" y="8034"/>
                    <a:pt x="13331" y="7416"/>
                    <a:pt x="12910" y="7323"/>
                  </a:cubicBezTo>
                  <a:cubicBezTo>
                    <a:pt x="11606" y="7047"/>
                    <a:pt x="10328" y="6771"/>
                    <a:pt x="9025" y="6496"/>
                  </a:cubicBezTo>
                  <a:cubicBezTo>
                    <a:pt x="8348" y="4415"/>
                    <a:pt x="7697" y="2335"/>
                    <a:pt x="7020" y="255"/>
                  </a:cubicBezTo>
                  <a:cubicBezTo>
                    <a:pt x="6961" y="77"/>
                    <a:pt x="6816" y="1"/>
                    <a:pt x="6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4" name="Google Shape;6264;p55"/>
            <p:cNvSpPr/>
            <p:nvPr/>
          </p:nvSpPr>
          <p:spPr>
            <a:xfrm>
              <a:off x="1958775" y="1412300"/>
              <a:ext cx="1453675" cy="1239500"/>
            </a:xfrm>
            <a:custGeom>
              <a:rect b="b" l="l" r="r" t="t"/>
              <a:pathLst>
                <a:path extrusionOk="0" h="49580" w="58147">
                  <a:moveTo>
                    <a:pt x="37946" y="1"/>
                  </a:moveTo>
                  <a:lnTo>
                    <a:pt x="19249" y="702"/>
                  </a:lnTo>
                  <a:lnTo>
                    <a:pt x="16041" y="828"/>
                  </a:lnTo>
                  <a:cubicBezTo>
                    <a:pt x="16041" y="828"/>
                    <a:pt x="6593" y="7269"/>
                    <a:pt x="5465" y="20402"/>
                  </a:cubicBezTo>
                  <a:cubicBezTo>
                    <a:pt x="5039" y="25515"/>
                    <a:pt x="6016" y="30076"/>
                    <a:pt x="8247" y="33710"/>
                  </a:cubicBezTo>
                  <a:cubicBezTo>
                    <a:pt x="7094" y="34663"/>
                    <a:pt x="5665" y="36793"/>
                    <a:pt x="6141" y="41354"/>
                  </a:cubicBezTo>
                  <a:cubicBezTo>
                    <a:pt x="6141" y="41354"/>
                    <a:pt x="6056" y="41350"/>
                    <a:pt x="5905" y="41350"/>
                  </a:cubicBezTo>
                  <a:cubicBezTo>
                    <a:pt x="4811" y="41350"/>
                    <a:pt x="274" y="41601"/>
                    <a:pt x="76" y="45765"/>
                  </a:cubicBezTo>
                  <a:cubicBezTo>
                    <a:pt x="1" y="47344"/>
                    <a:pt x="1630" y="48372"/>
                    <a:pt x="4262" y="48973"/>
                  </a:cubicBezTo>
                  <a:cubicBezTo>
                    <a:pt x="6107" y="49388"/>
                    <a:pt x="8443" y="49579"/>
                    <a:pt x="11028" y="49579"/>
                  </a:cubicBezTo>
                  <a:cubicBezTo>
                    <a:pt x="15781" y="49579"/>
                    <a:pt x="21373" y="48933"/>
                    <a:pt x="26292" y="47846"/>
                  </a:cubicBezTo>
                  <a:cubicBezTo>
                    <a:pt x="28627" y="47325"/>
                    <a:pt x="31218" y="47135"/>
                    <a:pt x="33875" y="47135"/>
                  </a:cubicBezTo>
                  <a:cubicBezTo>
                    <a:pt x="41041" y="47135"/>
                    <a:pt x="48687" y="48517"/>
                    <a:pt x="53068" y="48517"/>
                  </a:cubicBezTo>
                  <a:cubicBezTo>
                    <a:pt x="54961" y="48517"/>
                    <a:pt x="56245" y="48259"/>
                    <a:pt x="56618" y="47520"/>
                  </a:cubicBezTo>
                  <a:cubicBezTo>
                    <a:pt x="58147" y="44437"/>
                    <a:pt x="52207" y="45114"/>
                    <a:pt x="50878" y="42733"/>
                  </a:cubicBezTo>
                  <a:cubicBezTo>
                    <a:pt x="50323" y="41736"/>
                    <a:pt x="49257" y="41447"/>
                    <a:pt x="48207" y="41447"/>
                  </a:cubicBezTo>
                  <a:cubicBezTo>
                    <a:pt x="46747" y="41447"/>
                    <a:pt x="45315" y="42006"/>
                    <a:pt x="45315" y="42006"/>
                  </a:cubicBezTo>
                  <a:cubicBezTo>
                    <a:pt x="45315" y="42006"/>
                    <a:pt x="46142" y="38522"/>
                    <a:pt x="43410" y="36592"/>
                  </a:cubicBezTo>
                  <a:cubicBezTo>
                    <a:pt x="47470" y="32607"/>
                    <a:pt x="49675" y="26968"/>
                    <a:pt x="49751" y="20402"/>
                  </a:cubicBezTo>
                  <a:cubicBezTo>
                    <a:pt x="49851" y="7570"/>
                    <a:pt x="37946" y="1"/>
                    <a:pt x="37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5" name="Google Shape;6265;p55"/>
            <p:cNvSpPr/>
            <p:nvPr/>
          </p:nvSpPr>
          <p:spPr>
            <a:xfrm>
              <a:off x="2033350" y="738450"/>
              <a:ext cx="984375" cy="640325"/>
            </a:xfrm>
            <a:custGeom>
              <a:rect b="b" l="l" r="r" t="t"/>
              <a:pathLst>
                <a:path extrusionOk="0" h="25613" w="39375">
                  <a:moveTo>
                    <a:pt x="19908" y="1"/>
                  </a:moveTo>
                  <a:cubicBezTo>
                    <a:pt x="15678" y="1"/>
                    <a:pt x="11327" y="992"/>
                    <a:pt x="8096" y="3922"/>
                  </a:cubicBezTo>
                  <a:cubicBezTo>
                    <a:pt x="7018" y="4924"/>
                    <a:pt x="6041" y="6127"/>
                    <a:pt x="5264" y="7606"/>
                  </a:cubicBezTo>
                  <a:cubicBezTo>
                    <a:pt x="0" y="17406"/>
                    <a:pt x="7244" y="25326"/>
                    <a:pt x="7244" y="25326"/>
                  </a:cubicBezTo>
                  <a:cubicBezTo>
                    <a:pt x="7244" y="25326"/>
                    <a:pt x="9349" y="25501"/>
                    <a:pt x="12407" y="25576"/>
                  </a:cubicBezTo>
                  <a:cubicBezTo>
                    <a:pt x="13287" y="25598"/>
                    <a:pt x="14246" y="25612"/>
                    <a:pt x="15258" y="25612"/>
                  </a:cubicBezTo>
                  <a:cubicBezTo>
                    <a:pt x="22336" y="25612"/>
                    <a:pt x="31952" y="24921"/>
                    <a:pt x="34737" y="21391"/>
                  </a:cubicBezTo>
                  <a:cubicBezTo>
                    <a:pt x="39374" y="15526"/>
                    <a:pt x="36968" y="4097"/>
                    <a:pt x="30276" y="1767"/>
                  </a:cubicBezTo>
                  <a:cubicBezTo>
                    <a:pt x="27557" y="832"/>
                    <a:pt x="23783" y="1"/>
                    <a:pt x="199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6" name="Google Shape;6266;p55"/>
            <p:cNvSpPr/>
            <p:nvPr/>
          </p:nvSpPr>
          <p:spPr>
            <a:xfrm>
              <a:off x="2033350" y="833975"/>
              <a:ext cx="355300" cy="543900"/>
            </a:xfrm>
            <a:custGeom>
              <a:rect b="b" l="l" r="r" t="t"/>
              <a:pathLst>
                <a:path extrusionOk="0" h="21756" w="14212">
                  <a:moveTo>
                    <a:pt x="14211" y="1"/>
                  </a:moveTo>
                  <a:lnTo>
                    <a:pt x="8096" y="101"/>
                  </a:lnTo>
                  <a:cubicBezTo>
                    <a:pt x="7018" y="1103"/>
                    <a:pt x="6041" y="2306"/>
                    <a:pt x="5264" y="3785"/>
                  </a:cubicBezTo>
                  <a:cubicBezTo>
                    <a:pt x="0" y="13585"/>
                    <a:pt x="7244" y="21505"/>
                    <a:pt x="7244" y="21505"/>
                  </a:cubicBezTo>
                  <a:cubicBezTo>
                    <a:pt x="7244" y="21505"/>
                    <a:pt x="9349" y="21680"/>
                    <a:pt x="12407" y="21755"/>
                  </a:cubicBezTo>
                  <a:cubicBezTo>
                    <a:pt x="7168" y="7695"/>
                    <a:pt x="14211" y="1"/>
                    <a:pt x="1421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7" name="Google Shape;6267;p55"/>
            <p:cNvSpPr/>
            <p:nvPr/>
          </p:nvSpPr>
          <p:spPr>
            <a:xfrm>
              <a:off x="1958775" y="1429850"/>
              <a:ext cx="807675" cy="1206800"/>
            </a:xfrm>
            <a:custGeom>
              <a:rect b="b" l="l" r="r" t="t"/>
              <a:pathLst>
                <a:path extrusionOk="0" h="48272" w="32307">
                  <a:moveTo>
                    <a:pt x="19249" y="0"/>
                  </a:moveTo>
                  <a:lnTo>
                    <a:pt x="16041" y="126"/>
                  </a:lnTo>
                  <a:cubicBezTo>
                    <a:pt x="16041" y="126"/>
                    <a:pt x="6593" y="6567"/>
                    <a:pt x="5465" y="19700"/>
                  </a:cubicBezTo>
                  <a:cubicBezTo>
                    <a:pt x="5039" y="24813"/>
                    <a:pt x="6016" y="29374"/>
                    <a:pt x="8247" y="33008"/>
                  </a:cubicBezTo>
                  <a:cubicBezTo>
                    <a:pt x="7094" y="33961"/>
                    <a:pt x="5665" y="36091"/>
                    <a:pt x="6141" y="40652"/>
                  </a:cubicBezTo>
                  <a:cubicBezTo>
                    <a:pt x="6141" y="40652"/>
                    <a:pt x="6056" y="40648"/>
                    <a:pt x="5905" y="40648"/>
                  </a:cubicBezTo>
                  <a:cubicBezTo>
                    <a:pt x="4811" y="40648"/>
                    <a:pt x="274" y="40899"/>
                    <a:pt x="76" y="45063"/>
                  </a:cubicBezTo>
                  <a:cubicBezTo>
                    <a:pt x="1" y="46642"/>
                    <a:pt x="1630" y="47670"/>
                    <a:pt x="4262" y="48271"/>
                  </a:cubicBezTo>
                  <a:cubicBezTo>
                    <a:pt x="6141" y="42883"/>
                    <a:pt x="11405" y="40577"/>
                    <a:pt x="11405" y="40577"/>
                  </a:cubicBezTo>
                  <a:cubicBezTo>
                    <a:pt x="11605" y="39449"/>
                    <a:pt x="11956" y="38472"/>
                    <a:pt x="12382" y="37645"/>
                  </a:cubicBezTo>
                  <a:cubicBezTo>
                    <a:pt x="13760" y="34863"/>
                    <a:pt x="16066" y="33534"/>
                    <a:pt x="17745" y="32883"/>
                  </a:cubicBezTo>
                  <a:cubicBezTo>
                    <a:pt x="18999" y="32432"/>
                    <a:pt x="19926" y="32331"/>
                    <a:pt x="19926" y="32331"/>
                  </a:cubicBezTo>
                  <a:cubicBezTo>
                    <a:pt x="15615" y="28221"/>
                    <a:pt x="15941" y="8447"/>
                    <a:pt x="15941" y="8447"/>
                  </a:cubicBezTo>
                  <a:cubicBezTo>
                    <a:pt x="25866" y="7394"/>
                    <a:pt x="32307" y="3359"/>
                    <a:pt x="32307" y="3359"/>
                  </a:cubicBezTo>
                  <a:lnTo>
                    <a:pt x="1924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8" name="Google Shape;6268;p55"/>
            <p:cNvSpPr/>
            <p:nvPr/>
          </p:nvSpPr>
          <p:spPr>
            <a:xfrm>
              <a:off x="2187475" y="1012075"/>
              <a:ext cx="8800" cy="36675"/>
            </a:xfrm>
            <a:custGeom>
              <a:rect b="b" l="l" r="r" t="t"/>
              <a:pathLst>
                <a:path extrusionOk="0" h="1467" w="352">
                  <a:moveTo>
                    <a:pt x="176" y="1"/>
                  </a:moveTo>
                  <a:cubicBezTo>
                    <a:pt x="89" y="1"/>
                    <a:pt x="1" y="57"/>
                    <a:pt x="1" y="170"/>
                  </a:cubicBezTo>
                  <a:lnTo>
                    <a:pt x="1" y="1298"/>
                  </a:lnTo>
                  <a:cubicBezTo>
                    <a:pt x="1" y="1411"/>
                    <a:pt x="89" y="1467"/>
                    <a:pt x="176" y="1467"/>
                  </a:cubicBezTo>
                  <a:cubicBezTo>
                    <a:pt x="264" y="1467"/>
                    <a:pt x="352" y="1411"/>
                    <a:pt x="352" y="1298"/>
                  </a:cubicBezTo>
                  <a:lnTo>
                    <a:pt x="352" y="170"/>
                  </a:lnTo>
                  <a:cubicBezTo>
                    <a:pt x="352" y="57"/>
                    <a:pt x="264" y="1"/>
                    <a:pt x="176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9" name="Google Shape;6269;p55"/>
            <p:cNvSpPr/>
            <p:nvPr/>
          </p:nvSpPr>
          <p:spPr>
            <a:xfrm>
              <a:off x="2203775" y="1012075"/>
              <a:ext cx="9425" cy="25400"/>
            </a:xfrm>
            <a:custGeom>
              <a:rect b="b" l="l" r="r" t="t"/>
              <a:pathLst>
                <a:path extrusionOk="0" h="1016" w="377">
                  <a:moveTo>
                    <a:pt x="189" y="1"/>
                  </a:moveTo>
                  <a:cubicBezTo>
                    <a:pt x="95" y="1"/>
                    <a:pt x="1" y="57"/>
                    <a:pt x="1" y="170"/>
                  </a:cubicBezTo>
                  <a:lnTo>
                    <a:pt x="1" y="847"/>
                  </a:lnTo>
                  <a:cubicBezTo>
                    <a:pt x="1" y="959"/>
                    <a:pt x="95" y="1016"/>
                    <a:pt x="189" y="1016"/>
                  </a:cubicBezTo>
                  <a:cubicBezTo>
                    <a:pt x="282" y="1016"/>
                    <a:pt x="376" y="959"/>
                    <a:pt x="376" y="847"/>
                  </a:cubicBezTo>
                  <a:lnTo>
                    <a:pt x="376" y="170"/>
                  </a:lnTo>
                  <a:cubicBezTo>
                    <a:pt x="376" y="57"/>
                    <a:pt x="282" y="1"/>
                    <a:pt x="189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0" name="Google Shape;6270;p55"/>
            <p:cNvSpPr/>
            <p:nvPr/>
          </p:nvSpPr>
          <p:spPr>
            <a:xfrm>
              <a:off x="2216550" y="1046350"/>
              <a:ext cx="14950" cy="38325"/>
            </a:xfrm>
            <a:custGeom>
              <a:rect b="b" l="l" r="r" t="t"/>
              <a:pathLst>
                <a:path extrusionOk="0" h="1533" w="598">
                  <a:moveTo>
                    <a:pt x="228" y="0"/>
                  </a:moveTo>
                  <a:cubicBezTo>
                    <a:pt x="124" y="0"/>
                    <a:pt x="1" y="91"/>
                    <a:pt x="16" y="228"/>
                  </a:cubicBezTo>
                  <a:lnTo>
                    <a:pt x="216" y="1406"/>
                  </a:lnTo>
                  <a:cubicBezTo>
                    <a:pt x="236" y="1494"/>
                    <a:pt x="303" y="1533"/>
                    <a:pt x="373" y="1533"/>
                  </a:cubicBezTo>
                  <a:cubicBezTo>
                    <a:pt x="481" y="1533"/>
                    <a:pt x="598" y="1442"/>
                    <a:pt x="567" y="1305"/>
                  </a:cubicBezTo>
                  <a:lnTo>
                    <a:pt x="367" y="127"/>
                  </a:lnTo>
                  <a:cubicBezTo>
                    <a:pt x="357" y="38"/>
                    <a:pt x="296" y="0"/>
                    <a:pt x="228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1" name="Google Shape;6271;p55"/>
            <p:cNvSpPr/>
            <p:nvPr/>
          </p:nvSpPr>
          <p:spPr>
            <a:xfrm>
              <a:off x="2335975" y="1240150"/>
              <a:ext cx="10675" cy="37925"/>
            </a:xfrm>
            <a:custGeom>
              <a:rect b="b" l="l" r="r" t="t"/>
              <a:pathLst>
                <a:path extrusionOk="0" h="1517" w="427">
                  <a:moveTo>
                    <a:pt x="248" y="1"/>
                  </a:moveTo>
                  <a:cubicBezTo>
                    <a:pt x="157" y="1"/>
                    <a:pt x="63" y="57"/>
                    <a:pt x="51" y="170"/>
                  </a:cubicBezTo>
                  <a:cubicBezTo>
                    <a:pt x="51" y="571"/>
                    <a:pt x="26" y="947"/>
                    <a:pt x="1" y="1348"/>
                  </a:cubicBezTo>
                  <a:cubicBezTo>
                    <a:pt x="1" y="1461"/>
                    <a:pt x="89" y="1517"/>
                    <a:pt x="179" y="1517"/>
                  </a:cubicBezTo>
                  <a:cubicBezTo>
                    <a:pt x="270" y="1517"/>
                    <a:pt x="364" y="1461"/>
                    <a:pt x="377" y="1348"/>
                  </a:cubicBezTo>
                  <a:cubicBezTo>
                    <a:pt x="377" y="947"/>
                    <a:pt x="402" y="571"/>
                    <a:pt x="427" y="170"/>
                  </a:cubicBezTo>
                  <a:cubicBezTo>
                    <a:pt x="427" y="57"/>
                    <a:pt x="339" y="1"/>
                    <a:pt x="2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2" name="Google Shape;6272;p55"/>
            <p:cNvSpPr/>
            <p:nvPr/>
          </p:nvSpPr>
          <p:spPr>
            <a:xfrm>
              <a:off x="2361675" y="1253950"/>
              <a:ext cx="9425" cy="30400"/>
            </a:xfrm>
            <a:custGeom>
              <a:rect b="b" l="l" r="r" t="t"/>
              <a:pathLst>
                <a:path extrusionOk="0" h="1216" w="377">
                  <a:moveTo>
                    <a:pt x="188" y="0"/>
                  </a:moveTo>
                  <a:cubicBezTo>
                    <a:pt x="94" y="0"/>
                    <a:pt x="0" y="56"/>
                    <a:pt x="0" y="169"/>
                  </a:cubicBezTo>
                  <a:lnTo>
                    <a:pt x="0" y="1046"/>
                  </a:lnTo>
                  <a:cubicBezTo>
                    <a:pt x="0" y="1159"/>
                    <a:pt x="94" y="1216"/>
                    <a:pt x="188" y="1216"/>
                  </a:cubicBezTo>
                  <a:cubicBezTo>
                    <a:pt x="282" y="1216"/>
                    <a:pt x="376" y="1159"/>
                    <a:pt x="376" y="1046"/>
                  </a:cubicBezTo>
                  <a:lnTo>
                    <a:pt x="376" y="169"/>
                  </a:lnTo>
                  <a:cubicBezTo>
                    <a:pt x="376" y="56"/>
                    <a:pt x="282" y="0"/>
                    <a:pt x="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3" name="Google Shape;6273;p55"/>
            <p:cNvSpPr/>
            <p:nvPr/>
          </p:nvSpPr>
          <p:spPr>
            <a:xfrm>
              <a:off x="2900525" y="1586175"/>
              <a:ext cx="8800" cy="35750"/>
            </a:xfrm>
            <a:custGeom>
              <a:rect b="b" l="l" r="r" t="t"/>
              <a:pathLst>
                <a:path extrusionOk="0" h="1430" w="352">
                  <a:moveTo>
                    <a:pt x="176" y="1"/>
                  </a:moveTo>
                  <a:cubicBezTo>
                    <a:pt x="88" y="1"/>
                    <a:pt x="0" y="63"/>
                    <a:pt x="0" y="189"/>
                  </a:cubicBezTo>
                  <a:lnTo>
                    <a:pt x="0" y="1241"/>
                  </a:lnTo>
                  <a:cubicBezTo>
                    <a:pt x="0" y="1367"/>
                    <a:pt x="88" y="1429"/>
                    <a:pt x="176" y="1429"/>
                  </a:cubicBezTo>
                  <a:cubicBezTo>
                    <a:pt x="264" y="1429"/>
                    <a:pt x="351" y="1367"/>
                    <a:pt x="351" y="1241"/>
                  </a:cubicBezTo>
                  <a:lnTo>
                    <a:pt x="351" y="189"/>
                  </a:lnTo>
                  <a:cubicBezTo>
                    <a:pt x="351" y="63"/>
                    <a:pt x="264" y="1"/>
                    <a:pt x="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4" name="Google Shape;6274;p55"/>
            <p:cNvSpPr/>
            <p:nvPr/>
          </p:nvSpPr>
          <p:spPr>
            <a:xfrm>
              <a:off x="2916800" y="1587700"/>
              <a:ext cx="11075" cy="32975"/>
            </a:xfrm>
            <a:custGeom>
              <a:rect b="b" l="l" r="r" t="t"/>
              <a:pathLst>
                <a:path extrusionOk="0" h="1319" w="443">
                  <a:moveTo>
                    <a:pt x="215" y="0"/>
                  </a:moveTo>
                  <a:cubicBezTo>
                    <a:pt x="146" y="0"/>
                    <a:pt x="86" y="39"/>
                    <a:pt x="76" y="128"/>
                  </a:cubicBezTo>
                  <a:cubicBezTo>
                    <a:pt x="26" y="453"/>
                    <a:pt x="1" y="804"/>
                    <a:pt x="1" y="1130"/>
                  </a:cubicBezTo>
                  <a:cubicBezTo>
                    <a:pt x="14" y="1255"/>
                    <a:pt x="108" y="1318"/>
                    <a:pt x="198" y="1318"/>
                  </a:cubicBezTo>
                  <a:cubicBezTo>
                    <a:pt x="289" y="1318"/>
                    <a:pt x="377" y="1255"/>
                    <a:pt x="377" y="1130"/>
                  </a:cubicBezTo>
                  <a:cubicBezTo>
                    <a:pt x="352" y="829"/>
                    <a:pt x="377" y="529"/>
                    <a:pt x="427" y="228"/>
                  </a:cubicBezTo>
                  <a:cubicBezTo>
                    <a:pt x="442" y="91"/>
                    <a:pt x="319" y="0"/>
                    <a:pt x="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5" name="Google Shape;6275;p55"/>
            <p:cNvSpPr/>
            <p:nvPr/>
          </p:nvSpPr>
          <p:spPr>
            <a:xfrm>
              <a:off x="2938425" y="1557200"/>
              <a:ext cx="11000" cy="25250"/>
            </a:xfrm>
            <a:custGeom>
              <a:rect b="b" l="l" r="r" t="t"/>
              <a:pathLst>
                <a:path extrusionOk="0" h="1010" w="440">
                  <a:moveTo>
                    <a:pt x="261" y="0"/>
                  </a:moveTo>
                  <a:cubicBezTo>
                    <a:pt x="170" y="0"/>
                    <a:pt x="76" y="57"/>
                    <a:pt x="63" y="170"/>
                  </a:cubicBezTo>
                  <a:cubicBezTo>
                    <a:pt x="38" y="395"/>
                    <a:pt x="13" y="621"/>
                    <a:pt x="13" y="821"/>
                  </a:cubicBezTo>
                  <a:cubicBezTo>
                    <a:pt x="1" y="947"/>
                    <a:pt x="82" y="1009"/>
                    <a:pt x="170" y="1009"/>
                  </a:cubicBezTo>
                  <a:cubicBezTo>
                    <a:pt x="258" y="1009"/>
                    <a:pt x="352" y="947"/>
                    <a:pt x="364" y="821"/>
                  </a:cubicBezTo>
                  <a:cubicBezTo>
                    <a:pt x="389" y="621"/>
                    <a:pt x="414" y="395"/>
                    <a:pt x="439" y="170"/>
                  </a:cubicBezTo>
                  <a:cubicBezTo>
                    <a:pt x="439" y="57"/>
                    <a:pt x="352" y="0"/>
                    <a:pt x="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6" name="Google Shape;6276;p55"/>
            <p:cNvSpPr/>
            <p:nvPr/>
          </p:nvSpPr>
          <p:spPr>
            <a:xfrm>
              <a:off x="2388625" y="1786525"/>
              <a:ext cx="8775" cy="39175"/>
            </a:xfrm>
            <a:custGeom>
              <a:rect b="b" l="l" r="r" t="t"/>
              <a:pathLst>
                <a:path extrusionOk="0" h="1567" w="351">
                  <a:moveTo>
                    <a:pt x="176" y="0"/>
                  </a:moveTo>
                  <a:cubicBezTo>
                    <a:pt x="88" y="0"/>
                    <a:pt x="0" y="57"/>
                    <a:pt x="0" y="170"/>
                  </a:cubicBezTo>
                  <a:lnTo>
                    <a:pt x="0" y="1398"/>
                  </a:lnTo>
                  <a:cubicBezTo>
                    <a:pt x="0" y="1510"/>
                    <a:pt x="88" y="1567"/>
                    <a:pt x="176" y="1567"/>
                  </a:cubicBezTo>
                  <a:cubicBezTo>
                    <a:pt x="263" y="1567"/>
                    <a:pt x="351" y="1510"/>
                    <a:pt x="351" y="1398"/>
                  </a:cubicBezTo>
                  <a:lnTo>
                    <a:pt x="351" y="170"/>
                  </a:lnTo>
                  <a:cubicBezTo>
                    <a:pt x="351" y="57"/>
                    <a:pt x="263" y="0"/>
                    <a:pt x="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7" name="Google Shape;6277;p55"/>
            <p:cNvSpPr/>
            <p:nvPr/>
          </p:nvSpPr>
          <p:spPr>
            <a:xfrm>
              <a:off x="2411175" y="1794050"/>
              <a:ext cx="9425" cy="39175"/>
            </a:xfrm>
            <a:custGeom>
              <a:rect b="b" l="l" r="r" t="t"/>
              <a:pathLst>
                <a:path extrusionOk="0" h="1567" w="377">
                  <a:moveTo>
                    <a:pt x="188" y="0"/>
                  </a:moveTo>
                  <a:cubicBezTo>
                    <a:pt x="94" y="0"/>
                    <a:pt x="0" y="57"/>
                    <a:pt x="0" y="169"/>
                  </a:cubicBezTo>
                  <a:lnTo>
                    <a:pt x="0" y="1397"/>
                  </a:lnTo>
                  <a:cubicBezTo>
                    <a:pt x="0" y="1510"/>
                    <a:pt x="94" y="1567"/>
                    <a:pt x="188" y="1567"/>
                  </a:cubicBezTo>
                  <a:cubicBezTo>
                    <a:pt x="282" y="1567"/>
                    <a:pt x="376" y="1510"/>
                    <a:pt x="376" y="1397"/>
                  </a:cubicBezTo>
                  <a:lnTo>
                    <a:pt x="376" y="169"/>
                  </a:lnTo>
                  <a:cubicBezTo>
                    <a:pt x="376" y="57"/>
                    <a:pt x="282" y="0"/>
                    <a:pt x="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8" name="Google Shape;6278;p55"/>
            <p:cNvSpPr/>
            <p:nvPr/>
          </p:nvSpPr>
          <p:spPr>
            <a:xfrm>
              <a:off x="2433425" y="1753325"/>
              <a:ext cx="10350" cy="45450"/>
            </a:xfrm>
            <a:custGeom>
              <a:rect b="b" l="l" r="r" t="t"/>
              <a:pathLst>
                <a:path extrusionOk="0" h="1818" w="414">
                  <a:moveTo>
                    <a:pt x="182" y="0"/>
                  </a:moveTo>
                  <a:cubicBezTo>
                    <a:pt x="88" y="0"/>
                    <a:pt x="0" y="56"/>
                    <a:pt x="13" y="169"/>
                  </a:cubicBezTo>
                  <a:cubicBezTo>
                    <a:pt x="38" y="671"/>
                    <a:pt x="63" y="1147"/>
                    <a:pt x="38" y="1648"/>
                  </a:cubicBezTo>
                  <a:cubicBezTo>
                    <a:pt x="25" y="1761"/>
                    <a:pt x="113" y="1817"/>
                    <a:pt x="204" y="1817"/>
                  </a:cubicBezTo>
                  <a:cubicBezTo>
                    <a:pt x="295" y="1817"/>
                    <a:pt x="389" y="1761"/>
                    <a:pt x="389" y="1648"/>
                  </a:cubicBezTo>
                  <a:cubicBezTo>
                    <a:pt x="414" y="1147"/>
                    <a:pt x="414" y="671"/>
                    <a:pt x="389" y="169"/>
                  </a:cubicBezTo>
                  <a:cubicBezTo>
                    <a:pt x="376" y="56"/>
                    <a:pt x="276" y="0"/>
                    <a:pt x="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9" name="Google Shape;6279;p55"/>
            <p:cNvSpPr/>
            <p:nvPr/>
          </p:nvSpPr>
          <p:spPr>
            <a:xfrm>
              <a:off x="2302150" y="2249725"/>
              <a:ext cx="8800" cy="62200"/>
            </a:xfrm>
            <a:custGeom>
              <a:rect b="b" l="l" r="r" t="t"/>
              <a:pathLst>
                <a:path extrusionOk="0" h="2488" w="352">
                  <a:moveTo>
                    <a:pt x="176" y="0"/>
                  </a:moveTo>
                  <a:cubicBezTo>
                    <a:pt x="88" y="0"/>
                    <a:pt x="0" y="63"/>
                    <a:pt x="0" y="188"/>
                  </a:cubicBezTo>
                  <a:lnTo>
                    <a:pt x="0" y="2318"/>
                  </a:lnTo>
                  <a:cubicBezTo>
                    <a:pt x="0" y="2431"/>
                    <a:pt x="88" y="2488"/>
                    <a:pt x="176" y="2488"/>
                  </a:cubicBezTo>
                  <a:cubicBezTo>
                    <a:pt x="264" y="2488"/>
                    <a:pt x="351" y="2431"/>
                    <a:pt x="351" y="2318"/>
                  </a:cubicBezTo>
                  <a:lnTo>
                    <a:pt x="351" y="188"/>
                  </a:lnTo>
                  <a:cubicBezTo>
                    <a:pt x="351" y="63"/>
                    <a:pt x="264" y="0"/>
                    <a:pt x="176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0" name="Google Shape;6280;p55"/>
            <p:cNvSpPr/>
            <p:nvPr/>
          </p:nvSpPr>
          <p:spPr>
            <a:xfrm>
              <a:off x="2322700" y="2285525"/>
              <a:ext cx="12675" cy="41900"/>
            </a:xfrm>
            <a:custGeom>
              <a:rect b="b" l="l" r="r" t="t"/>
              <a:pathLst>
                <a:path extrusionOk="0" h="1676" w="507">
                  <a:moveTo>
                    <a:pt x="216" y="0"/>
                  </a:moveTo>
                  <a:cubicBezTo>
                    <a:pt x="111" y="0"/>
                    <a:pt x="1" y="87"/>
                    <a:pt x="31" y="235"/>
                  </a:cubicBezTo>
                  <a:cubicBezTo>
                    <a:pt x="131" y="636"/>
                    <a:pt x="156" y="1062"/>
                    <a:pt x="131" y="1488"/>
                  </a:cubicBezTo>
                  <a:cubicBezTo>
                    <a:pt x="131" y="1613"/>
                    <a:pt x="219" y="1676"/>
                    <a:pt x="309" y="1676"/>
                  </a:cubicBezTo>
                  <a:cubicBezTo>
                    <a:pt x="400" y="1676"/>
                    <a:pt x="494" y="1613"/>
                    <a:pt x="507" y="1488"/>
                  </a:cubicBezTo>
                  <a:cubicBezTo>
                    <a:pt x="507" y="1037"/>
                    <a:pt x="482" y="586"/>
                    <a:pt x="381" y="135"/>
                  </a:cubicBezTo>
                  <a:cubicBezTo>
                    <a:pt x="361" y="42"/>
                    <a:pt x="290" y="0"/>
                    <a:pt x="216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1" name="Google Shape;6281;p55"/>
            <p:cNvSpPr/>
            <p:nvPr/>
          </p:nvSpPr>
          <p:spPr>
            <a:xfrm>
              <a:off x="2356975" y="2227000"/>
              <a:ext cx="10350" cy="41700"/>
            </a:xfrm>
            <a:custGeom>
              <a:rect b="b" l="l" r="r" t="t"/>
              <a:pathLst>
                <a:path extrusionOk="0" h="1668" w="414">
                  <a:moveTo>
                    <a:pt x="170" y="1"/>
                  </a:moveTo>
                  <a:cubicBezTo>
                    <a:pt x="82" y="1"/>
                    <a:pt x="0" y="57"/>
                    <a:pt x="13" y="170"/>
                  </a:cubicBezTo>
                  <a:cubicBezTo>
                    <a:pt x="38" y="621"/>
                    <a:pt x="63" y="1047"/>
                    <a:pt x="38" y="1498"/>
                  </a:cubicBezTo>
                  <a:cubicBezTo>
                    <a:pt x="25" y="1611"/>
                    <a:pt x="113" y="1667"/>
                    <a:pt x="204" y="1667"/>
                  </a:cubicBezTo>
                  <a:cubicBezTo>
                    <a:pt x="295" y="1667"/>
                    <a:pt x="389" y="1611"/>
                    <a:pt x="389" y="1498"/>
                  </a:cubicBezTo>
                  <a:cubicBezTo>
                    <a:pt x="414" y="1047"/>
                    <a:pt x="414" y="621"/>
                    <a:pt x="364" y="170"/>
                  </a:cubicBezTo>
                  <a:cubicBezTo>
                    <a:pt x="351" y="57"/>
                    <a:pt x="257" y="1"/>
                    <a:pt x="170" y="1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2" name="Google Shape;6282;p55"/>
            <p:cNvSpPr/>
            <p:nvPr/>
          </p:nvSpPr>
          <p:spPr>
            <a:xfrm>
              <a:off x="2788375" y="2204875"/>
              <a:ext cx="14550" cy="60250"/>
            </a:xfrm>
            <a:custGeom>
              <a:rect b="b" l="l" r="r" t="t"/>
              <a:pathLst>
                <a:path extrusionOk="0" h="2410" w="582">
                  <a:moveTo>
                    <a:pt x="357" y="0"/>
                  </a:moveTo>
                  <a:cubicBezTo>
                    <a:pt x="287" y="0"/>
                    <a:pt x="220" y="39"/>
                    <a:pt x="201" y="127"/>
                  </a:cubicBezTo>
                  <a:cubicBezTo>
                    <a:pt x="25" y="854"/>
                    <a:pt x="0" y="1556"/>
                    <a:pt x="125" y="2283"/>
                  </a:cubicBezTo>
                  <a:cubicBezTo>
                    <a:pt x="145" y="2372"/>
                    <a:pt x="212" y="2410"/>
                    <a:pt x="282" y="2410"/>
                  </a:cubicBezTo>
                  <a:cubicBezTo>
                    <a:pt x="390" y="2410"/>
                    <a:pt x="507" y="2319"/>
                    <a:pt x="476" y="2183"/>
                  </a:cubicBezTo>
                  <a:cubicBezTo>
                    <a:pt x="351" y="1531"/>
                    <a:pt x="376" y="879"/>
                    <a:pt x="552" y="228"/>
                  </a:cubicBezTo>
                  <a:cubicBezTo>
                    <a:pt x="582" y="91"/>
                    <a:pt x="465" y="0"/>
                    <a:pt x="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3" name="Google Shape;6283;p55"/>
            <p:cNvSpPr/>
            <p:nvPr/>
          </p:nvSpPr>
          <p:spPr>
            <a:xfrm>
              <a:off x="2814050" y="2219250"/>
              <a:ext cx="8800" cy="38175"/>
            </a:xfrm>
            <a:custGeom>
              <a:rect b="b" l="l" r="r" t="t"/>
              <a:pathLst>
                <a:path extrusionOk="0" h="1527" w="352">
                  <a:moveTo>
                    <a:pt x="169" y="0"/>
                  </a:moveTo>
                  <a:cubicBezTo>
                    <a:pt x="84" y="0"/>
                    <a:pt x="1" y="57"/>
                    <a:pt x="1" y="179"/>
                  </a:cubicBezTo>
                  <a:lnTo>
                    <a:pt x="1" y="1357"/>
                  </a:lnTo>
                  <a:cubicBezTo>
                    <a:pt x="1" y="1470"/>
                    <a:pt x="88" y="1526"/>
                    <a:pt x="176" y="1526"/>
                  </a:cubicBezTo>
                  <a:cubicBezTo>
                    <a:pt x="264" y="1526"/>
                    <a:pt x="352" y="1470"/>
                    <a:pt x="352" y="1357"/>
                  </a:cubicBezTo>
                  <a:lnTo>
                    <a:pt x="352" y="179"/>
                  </a:lnTo>
                  <a:cubicBezTo>
                    <a:pt x="352" y="63"/>
                    <a:pt x="259" y="0"/>
                    <a:pt x="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4" name="Google Shape;6284;p55"/>
            <p:cNvSpPr/>
            <p:nvPr/>
          </p:nvSpPr>
          <p:spPr>
            <a:xfrm>
              <a:off x="2938750" y="2436900"/>
              <a:ext cx="8800" cy="43425"/>
            </a:xfrm>
            <a:custGeom>
              <a:rect b="b" l="l" r="r" t="t"/>
              <a:pathLst>
                <a:path extrusionOk="0" h="1737" w="352">
                  <a:moveTo>
                    <a:pt x="176" y="1"/>
                  </a:moveTo>
                  <a:cubicBezTo>
                    <a:pt x="88" y="1"/>
                    <a:pt x="0" y="57"/>
                    <a:pt x="0" y="170"/>
                  </a:cubicBezTo>
                  <a:lnTo>
                    <a:pt x="0" y="1548"/>
                  </a:lnTo>
                  <a:cubicBezTo>
                    <a:pt x="0" y="1674"/>
                    <a:pt x="88" y="1736"/>
                    <a:pt x="176" y="1736"/>
                  </a:cubicBezTo>
                  <a:cubicBezTo>
                    <a:pt x="263" y="1736"/>
                    <a:pt x="351" y="1674"/>
                    <a:pt x="351" y="1548"/>
                  </a:cubicBezTo>
                  <a:lnTo>
                    <a:pt x="351" y="170"/>
                  </a:lnTo>
                  <a:cubicBezTo>
                    <a:pt x="351" y="57"/>
                    <a:pt x="263" y="1"/>
                    <a:pt x="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5" name="Google Shape;6285;p55"/>
            <p:cNvSpPr/>
            <p:nvPr/>
          </p:nvSpPr>
          <p:spPr>
            <a:xfrm>
              <a:off x="2958800" y="2439350"/>
              <a:ext cx="11050" cy="36750"/>
            </a:xfrm>
            <a:custGeom>
              <a:rect b="b" l="l" r="r" t="t"/>
              <a:pathLst>
                <a:path extrusionOk="0" h="1470" w="442">
                  <a:moveTo>
                    <a:pt x="223" y="0"/>
                  </a:moveTo>
                  <a:cubicBezTo>
                    <a:pt x="151" y="0"/>
                    <a:pt x="86" y="44"/>
                    <a:pt x="75" y="147"/>
                  </a:cubicBezTo>
                  <a:cubicBezTo>
                    <a:pt x="25" y="523"/>
                    <a:pt x="0" y="924"/>
                    <a:pt x="0" y="1300"/>
                  </a:cubicBezTo>
                  <a:cubicBezTo>
                    <a:pt x="13" y="1413"/>
                    <a:pt x="107" y="1469"/>
                    <a:pt x="198" y="1469"/>
                  </a:cubicBezTo>
                  <a:cubicBezTo>
                    <a:pt x="288" y="1469"/>
                    <a:pt x="376" y="1413"/>
                    <a:pt x="376" y="1300"/>
                  </a:cubicBezTo>
                  <a:cubicBezTo>
                    <a:pt x="351" y="949"/>
                    <a:pt x="376" y="598"/>
                    <a:pt x="426" y="222"/>
                  </a:cubicBezTo>
                  <a:cubicBezTo>
                    <a:pt x="441" y="89"/>
                    <a:pt x="326" y="0"/>
                    <a:pt x="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6" name="Google Shape;6286;p55"/>
            <p:cNvSpPr/>
            <p:nvPr/>
          </p:nvSpPr>
          <p:spPr>
            <a:xfrm>
              <a:off x="2971625" y="2362975"/>
              <a:ext cx="11000" cy="34175"/>
            </a:xfrm>
            <a:custGeom>
              <a:rect b="b" l="l" r="r" t="t"/>
              <a:pathLst>
                <a:path extrusionOk="0" h="1367" w="440">
                  <a:moveTo>
                    <a:pt x="183" y="0"/>
                  </a:moveTo>
                  <a:cubicBezTo>
                    <a:pt x="89" y="0"/>
                    <a:pt x="1" y="57"/>
                    <a:pt x="14" y="169"/>
                  </a:cubicBezTo>
                  <a:cubicBezTo>
                    <a:pt x="64" y="520"/>
                    <a:pt x="64" y="846"/>
                    <a:pt x="64" y="1197"/>
                  </a:cubicBezTo>
                  <a:cubicBezTo>
                    <a:pt x="51" y="1310"/>
                    <a:pt x="133" y="1366"/>
                    <a:pt x="220" y="1366"/>
                  </a:cubicBezTo>
                  <a:cubicBezTo>
                    <a:pt x="308" y="1366"/>
                    <a:pt x="402" y="1310"/>
                    <a:pt x="415" y="1197"/>
                  </a:cubicBezTo>
                  <a:cubicBezTo>
                    <a:pt x="440" y="846"/>
                    <a:pt x="440" y="520"/>
                    <a:pt x="389" y="169"/>
                  </a:cubicBezTo>
                  <a:cubicBezTo>
                    <a:pt x="377" y="57"/>
                    <a:pt x="277" y="0"/>
                    <a:pt x="183" y="0"/>
                  </a:cubicBezTo>
                  <a:close/>
                </a:path>
              </a:pathLst>
            </a:custGeom>
            <a:solidFill>
              <a:srgbClr val="DA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7" name="Google Shape;6287;p55"/>
            <p:cNvSpPr/>
            <p:nvPr/>
          </p:nvSpPr>
          <p:spPr>
            <a:xfrm>
              <a:off x="2707550" y="1641000"/>
              <a:ext cx="73325" cy="73325"/>
            </a:xfrm>
            <a:custGeom>
              <a:rect b="b" l="l" r="r" t="t"/>
              <a:pathLst>
                <a:path extrusionOk="0" h="2933" w="2933">
                  <a:moveTo>
                    <a:pt x="1479" y="1"/>
                  </a:moveTo>
                  <a:cubicBezTo>
                    <a:pt x="652" y="1"/>
                    <a:pt x="0" y="652"/>
                    <a:pt x="0" y="1454"/>
                  </a:cubicBezTo>
                  <a:cubicBezTo>
                    <a:pt x="0" y="2256"/>
                    <a:pt x="652" y="2933"/>
                    <a:pt x="1479" y="2933"/>
                  </a:cubicBezTo>
                  <a:cubicBezTo>
                    <a:pt x="2281" y="2933"/>
                    <a:pt x="2932" y="2256"/>
                    <a:pt x="2932" y="1454"/>
                  </a:cubicBezTo>
                  <a:cubicBezTo>
                    <a:pt x="2932" y="652"/>
                    <a:pt x="2281" y="1"/>
                    <a:pt x="1479" y="1"/>
                  </a:cubicBezTo>
                  <a:close/>
                </a:path>
              </a:pathLst>
            </a:custGeom>
            <a:solidFill>
              <a:srgbClr val="2C2E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8" name="Google Shape;6288;p55"/>
            <p:cNvSpPr/>
            <p:nvPr/>
          </p:nvSpPr>
          <p:spPr>
            <a:xfrm>
              <a:off x="2799025" y="1835875"/>
              <a:ext cx="73325" cy="73325"/>
            </a:xfrm>
            <a:custGeom>
              <a:rect b="b" l="l" r="r" t="t"/>
              <a:pathLst>
                <a:path extrusionOk="0" h="2933" w="2933">
                  <a:moveTo>
                    <a:pt x="1479" y="0"/>
                  </a:moveTo>
                  <a:cubicBezTo>
                    <a:pt x="652" y="0"/>
                    <a:pt x="0" y="652"/>
                    <a:pt x="0" y="1479"/>
                  </a:cubicBezTo>
                  <a:cubicBezTo>
                    <a:pt x="0" y="2281"/>
                    <a:pt x="652" y="2932"/>
                    <a:pt x="1479" y="2932"/>
                  </a:cubicBezTo>
                  <a:cubicBezTo>
                    <a:pt x="2281" y="2932"/>
                    <a:pt x="2933" y="2281"/>
                    <a:pt x="2933" y="1479"/>
                  </a:cubicBezTo>
                  <a:cubicBezTo>
                    <a:pt x="2933" y="652"/>
                    <a:pt x="2281" y="0"/>
                    <a:pt x="1479" y="0"/>
                  </a:cubicBezTo>
                  <a:close/>
                </a:path>
              </a:pathLst>
            </a:custGeom>
            <a:solidFill>
              <a:srgbClr val="2C2E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9" name="Google Shape;6289;p55"/>
            <p:cNvSpPr/>
            <p:nvPr/>
          </p:nvSpPr>
          <p:spPr>
            <a:xfrm>
              <a:off x="2777075" y="2051400"/>
              <a:ext cx="73350" cy="73350"/>
            </a:xfrm>
            <a:custGeom>
              <a:rect b="b" l="l" r="r" t="t"/>
              <a:pathLst>
                <a:path extrusionOk="0" h="2934" w="2934">
                  <a:moveTo>
                    <a:pt x="1480" y="1"/>
                  </a:moveTo>
                  <a:cubicBezTo>
                    <a:pt x="653" y="1"/>
                    <a:pt x="1" y="677"/>
                    <a:pt x="1" y="1479"/>
                  </a:cubicBezTo>
                  <a:cubicBezTo>
                    <a:pt x="1" y="2281"/>
                    <a:pt x="653" y="2933"/>
                    <a:pt x="1480" y="2933"/>
                  </a:cubicBezTo>
                  <a:cubicBezTo>
                    <a:pt x="2282" y="2933"/>
                    <a:pt x="2933" y="2281"/>
                    <a:pt x="2933" y="1479"/>
                  </a:cubicBezTo>
                  <a:cubicBezTo>
                    <a:pt x="2933" y="677"/>
                    <a:pt x="2282" y="1"/>
                    <a:pt x="1480" y="1"/>
                  </a:cubicBezTo>
                  <a:close/>
                </a:path>
              </a:pathLst>
            </a:custGeom>
            <a:solidFill>
              <a:srgbClr val="2C2E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0" name="Google Shape;6290;p55"/>
            <p:cNvSpPr/>
            <p:nvPr/>
          </p:nvSpPr>
          <p:spPr>
            <a:xfrm>
              <a:off x="2447500" y="1139125"/>
              <a:ext cx="50800" cy="50775"/>
            </a:xfrm>
            <a:custGeom>
              <a:rect b="b" l="l" r="r" t="t"/>
              <a:pathLst>
                <a:path extrusionOk="0" h="2031" w="2032">
                  <a:moveTo>
                    <a:pt x="1003" y="0"/>
                  </a:moveTo>
                  <a:cubicBezTo>
                    <a:pt x="452" y="0"/>
                    <a:pt x="1" y="451"/>
                    <a:pt x="1" y="1028"/>
                  </a:cubicBezTo>
                  <a:cubicBezTo>
                    <a:pt x="1" y="1579"/>
                    <a:pt x="452" y="2030"/>
                    <a:pt x="1003" y="2030"/>
                  </a:cubicBezTo>
                  <a:cubicBezTo>
                    <a:pt x="1580" y="2030"/>
                    <a:pt x="2031" y="1579"/>
                    <a:pt x="2031" y="1028"/>
                  </a:cubicBezTo>
                  <a:cubicBezTo>
                    <a:pt x="2031" y="451"/>
                    <a:pt x="1580" y="0"/>
                    <a:pt x="1003" y="0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1" name="Google Shape;6291;p55"/>
            <p:cNvSpPr/>
            <p:nvPr/>
          </p:nvSpPr>
          <p:spPr>
            <a:xfrm>
              <a:off x="2852275" y="1076475"/>
              <a:ext cx="50775" cy="50775"/>
            </a:xfrm>
            <a:custGeom>
              <a:rect b="b" l="l" r="r" t="t"/>
              <a:pathLst>
                <a:path extrusionOk="0" h="2031" w="2031">
                  <a:moveTo>
                    <a:pt x="1028" y="0"/>
                  </a:moveTo>
                  <a:cubicBezTo>
                    <a:pt x="452" y="0"/>
                    <a:pt x="1" y="451"/>
                    <a:pt x="1" y="1003"/>
                  </a:cubicBezTo>
                  <a:cubicBezTo>
                    <a:pt x="1" y="1579"/>
                    <a:pt x="452" y="2030"/>
                    <a:pt x="1028" y="2030"/>
                  </a:cubicBezTo>
                  <a:cubicBezTo>
                    <a:pt x="1579" y="2030"/>
                    <a:pt x="2031" y="1579"/>
                    <a:pt x="2031" y="1003"/>
                  </a:cubicBezTo>
                  <a:cubicBezTo>
                    <a:pt x="2031" y="451"/>
                    <a:pt x="1579" y="0"/>
                    <a:pt x="1028" y="0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2" name="Google Shape;6292;p55"/>
            <p:cNvSpPr/>
            <p:nvPr/>
          </p:nvSpPr>
          <p:spPr>
            <a:xfrm>
              <a:off x="2400525" y="990225"/>
              <a:ext cx="94625" cy="57200"/>
            </a:xfrm>
            <a:custGeom>
              <a:rect b="b" l="l" r="r" t="t"/>
              <a:pathLst>
                <a:path extrusionOk="0" h="2288" w="3785">
                  <a:moveTo>
                    <a:pt x="2425" y="0"/>
                  </a:moveTo>
                  <a:cubicBezTo>
                    <a:pt x="1428" y="0"/>
                    <a:pt x="245" y="673"/>
                    <a:pt x="25" y="1595"/>
                  </a:cubicBezTo>
                  <a:cubicBezTo>
                    <a:pt x="0" y="1696"/>
                    <a:pt x="0" y="1796"/>
                    <a:pt x="25" y="1896"/>
                  </a:cubicBezTo>
                  <a:cubicBezTo>
                    <a:pt x="50" y="2021"/>
                    <a:pt x="151" y="2122"/>
                    <a:pt x="276" y="2172"/>
                  </a:cubicBezTo>
                  <a:cubicBezTo>
                    <a:pt x="432" y="2256"/>
                    <a:pt x="599" y="2288"/>
                    <a:pt x="769" y="2288"/>
                  </a:cubicBezTo>
                  <a:cubicBezTo>
                    <a:pt x="955" y="2288"/>
                    <a:pt x="1145" y="2249"/>
                    <a:pt x="1329" y="2197"/>
                  </a:cubicBezTo>
                  <a:cubicBezTo>
                    <a:pt x="1679" y="2097"/>
                    <a:pt x="2005" y="1921"/>
                    <a:pt x="2356" y="1871"/>
                  </a:cubicBezTo>
                  <a:cubicBezTo>
                    <a:pt x="3008" y="1771"/>
                    <a:pt x="3785" y="1846"/>
                    <a:pt x="3684" y="969"/>
                  </a:cubicBezTo>
                  <a:cubicBezTo>
                    <a:pt x="3634" y="468"/>
                    <a:pt x="3283" y="142"/>
                    <a:pt x="2832" y="41"/>
                  </a:cubicBezTo>
                  <a:cubicBezTo>
                    <a:pt x="2702" y="14"/>
                    <a:pt x="2566" y="0"/>
                    <a:pt x="24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3" name="Google Shape;6293;p55"/>
            <p:cNvSpPr/>
            <p:nvPr/>
          </p:nvSpPr>
          <p:spPr>
            <a:xfrm>
              <a:off x="2805650" y="922725"/>
              <a:ext cx="86125" cy="49125"/>
            </a:xfrm>
            <a:custGeom>
              <a:rect b="b" l="l" r="r" t="t"/>
              <a:pathLst>
                <a:path extrusionOk="0" h="1965" w="3445">
                  <a:moveTo>
                    <a:pt x="1071" y="1"/>
                  </a:moveTo>
                  <a:cubicBezTo>
                    <a:pt x="479" y="1"/>
                    <a:pt x="0" y="273"/>
                    <a:pt x="11" y="1012"/>
                  </a:cubicBezTo>
                  <a:cubicBezTo>
                    <a:pt x="11" y="1313"/>
                    <a:pt x="287" y="1538"/>
                    <a:pt x="587" y="1614"/>
                  </a:cubicBezTo>
                  <a:cubicBezTo>
                    <a:pt x="888" y="1714"/>
                    <a:pt x="1189" y="1689"/>
                    <a:pt x="1515" y="1714"/>
                  </a:cubicBezTo>
                  <a:cubicBezTo>
                    <a:pt x="1916" y="1789"/>
                    <a:pt x="2317" y="1965"/>
                    <a:pt x="2718" y="1965"/>
                  </a:cubicBezTo>
                  <a:cubicBezTo>
                    <a:pt x="3394" y="1939"/>
                    <a:pt x="3444" y="1463"/>
                    <a:pt x="3119" y="962"/>
                  </a:cubicBezTo>
                  <a:cubicBezTo>
                    <a:pt x="2806" y="465"/>
                    <a:pt x="1843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4" name="Google Shape;6294;p55"/>
            <p:cNvSpPr/>
            <p:nvPr/>
          </p:nvSpPr>
          <p:spPr>
            <a:xfrm>
              <a:off x="2466300" y="1077100"/>
              <a:ext cx="30100" cy="49525"/>
            </a:xfrm>
            <a:custGeom>
              <a:rect b="b" l="l" r="r" t="t"/>
              <a:pathLst>
                <a:path extrusionOk="0" h="1981" w="1204">
                  <a:moveTo>
                    <a:pt x="627" y="0"/>
                  </a:moveTo>
                  <a:cubicBezTo>
                    <a:pt x="302" y="0"/>
                    <a:pt x="26" y="426"/>
                    <a:pt x="26" y="978"/>
                  </a:cubicBezTo>
                  <a:cubicBezTo>
                    <a:pt x="1" y="1529"/>
                    <a:pt x="277" y="1955"/>
                    <a:pt x="602" y="1980"/>
                  </a:cubicBezTo>
                  <a:cubicBezTo>
                    <a:pt x="928" y="1980"/>
                    <a:pt x="1179" y="1529"/>
                    <a:pt x="1204" y="1003"/>
                  </a:cubicBezTo>
                  <a:cubicBezTo>
                    <a:pt x="1204" y="451"/>
                    <a:pt x="953" y="0"/>
                    <a:pt x="627" y="0"/>
                  </a:cubicBezTo>
                  <a:close/>
                </a:path>
              </a:pathLst>
            </a:custGeom>
            <a:solidFill>
              <a:srgbClr val="2C2E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5" name="Google Shape;6295;p55"/>
            <p:cNvSpPr/>
            <p:nvPr/>
          </p:nvSpPr>
          <p:spPr>
            <a:xfrm>
              <a:off x="2832225" y="1023175"/>
              <a:ext cx="30100" cy="48925"/>
            </a:xfrm>
            <a:custGeom>
              <a:rect b="b" l="l" r="r" t="t"/>
              <a:pathLst>
                <a:path extrusionOk="0" h="1957" w="1204">
                  <a:moveTo>
                    <a:pt x="576" y="1"/>
                  </a:moveTo>
                  <a:cubicBezTo>
                    <a:pt x="263" y="1"/>
                    <a:pt x="25" y="442"/>
                    <a:pt x="1" y="979"/>
                  </a:cubicBezTo>
                  <a:cubicBezTo>
                    <a:pt x="1" y="1505"/>
                    <a:pt x="251" y="1957"/>
                    <a:pt x="577" y="1957"/>
                  </a:cubicBezTo>
                  <a:cubicBezTo>
                    <a:pt x="903" y="1957"/>
                    <a:pt x="1178" y="1531"/>
                    <a:pt x="1178" y="979"/>
                  </a:cubicBezTo>
                  <a:cubicBezTo>
                    <a:pt x="1204" y="428"/>
                    <a:pt x="928" y="2"/>
                    <a:pt x="602" y="2"/>
                  </a:cubicBezTo>
                  <a:cubicBezTo>
                    <a:pt x="593" y="1"/>
                    <a:pt x="585" y="1"/>
                    <a:pt x="576" y="1"/>
                  </a:cubicBezTo>
                  <a:close/>
                </a:path>
              </a:pathLst>
            </a:custGeom>
            <a:solidFill>
              <a:srgbClr val="2C2E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6" name="Google Shape;6296;p55"/>
            <p:cNvSpPr/>
            <p:nvPr/>
          </p:nvSpPr>
          <p:spPr>
            <a:xfrm>
              <a:off x="2492625" y="1168050"/>
              <a:ext cx="172325" cy="108725"/>
            </a:xfrm>
            <a:custGeom>
              <a:rect b="b" l="l" r="r" t="t"/>
              <a:pathLst>
                <a:path extrusionOk="0" h="4349" w="6893">
                  <a:moveTo>
                    <a:pt x="1305" y="0"/>
                  </a:moveTo>
                  <a:cubicBezTo>
                    <a:pt x="1107" y="0"/>
                    <a:pt x="893" y="85"/>
                    <a:pt x="652" y="297"/>
                  </a:cubicBezTo>
                  <a:cubicBezTo>
                    <a:pt x="0" y="873"/>
                    <a:pt x="552" y="2528"/>
                    <a:pt x="1805" y="3530"/>
                  </a:cubicBezTo>
                  <a:cubicBezTo>
                    <a:pt x="2405" y="4014"/>
                    <a:pt x="3170" y="4349"/>
                    <a:pt x="4042" y="4349"/>
                  </a:cubicBezTo>
                  <a:cubicBezTo>
                    <a:pt x="4298" y="4349"/>
                    <a:pt x="4564" y="4320"/>
                    <a:pt x="4838" y="4257"/>
                  </a:cubicBezTo>
                  <a:cubicBezTo>
                    <a:pt x="5013" y="4207"/>
                    <a:pt x="5188" y="4157"/>
                    <a:pt x="5364" y="4081"/>
                  </a:cubicBezTo>
                  <a:cubicBezTo>
                    <a:pt x="6141" y="3756"/>
                    <a:pt x="6893" y="3079"/>
                    <a:pt x="6818" y="2202"/>
                  </a:cubicBezTo>
                  <a:cubicBezTo>
                    <a:pt x="6754" y="1486"/>
                    <a:pt x="6161" y="965"/>
                    <a:pt x="5482" y="965"/>
                  </a:cubicBezTo>
                  <a:cubicBezTo>
                    <a:pt x="5353" y="965"/>
                    <a:pt x="5221" y="984"/>
                    <a:pt x="5088" y="1024"/>
                  </a:cubicBezTo>
                  <a:cubicBezTo>
                    <a:pt x="4633" y="1151"/>
                    <a:pt x="4151" y="1345"/>
                    <a:pt x="3671" y="1345"/>
                  </a:cubicBezTo>
                  <a:cubicBezTo>
                    <a:pt x="3491" y="1345"/>
                    <a:pt x="3311" y="1318"/>
                    <a:pt x="3133" y="1249"/>
                  </a:cubicBezTo>
                  <a:cubicBezTo>
                    <a:pt x="2958" y="1199"/>
                    <a:pt x="2782" y="1074"/>
                    <a:pt x="2632" y="924"/>
                  </a:cubicBezTo>
                  <a:cubicBezTo>
                    <a:pt x="2200" y="546"/>
                    <a:pt x="1807" y="0"/>
                    <a:pt x="1305" y="0"/>
                  </a:cubicBezTo>
                  <a:close/>
                </a:path>
              </a:pathLst>
            </a:custGeom>
            <a:solidFill>
              <a:srgbClr val="2C2E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7" name="Google Shape;6297;p55"/>
            <p:cNvSpPr/>
            <p:nvPr/>
          </p:nvSpPr>
          <p:spPr>
            <a:xfrm>
              <a:off x="2537750" y="1248600"/>
              <a:ext cx="88975" cy="28175"/>
            </a:xfrm>
            <a:custGeom>
              <a:rect b="b" l="l" r="r" t="t"/>
              <a:pathLst>
                <a:path extrusionOk="0" h="1127" w="3559">
                  <a:moveTo>
                    <a:pt x="1543" y="0"/>
                  </a:moveTo>
                  <a:cubicBezTo>
                    <a:pt x="839" y="0"/>
                    <a:pt x="233" y="218"/>
                    <a:pt x="0" y="308"/>
                  </a:cubicBezTo>
                  <a:cubicBezTo>
                    <a:pt x="600" y="792"/>
                    <a:pt x="1365" y="1127"/>
                    <a:pt x="2237" y="1127"/>
                  </a:cubicBezTo>
                  <a:cubicBezTo>
                    <a:pt x="2493" y="1127"/>
                    <a:pt x="2759" y="1098"/>
                    <a:pt x="3033" y="1035"/>
                  </a:cubicBezTo>
                  <a:cubicBezTo>
                    <a:pt x="3208" y="985"/>
                    <a:pt x="3383" y="935"/>
                    <a:pt x="3559" y="859"/>
                  </a:cubicBezTo>
                  <a:cubicBezTo>
                    <a:pt x="2952" y="192"/>
                    <a:pt x="2204" y="0"/>
                    <a:pt x="1543" y="0"/>
                  </a:cubicBezTo>
                  <a:close/>
                </a:path>
              </a:pathLst>
            </a:custGeom>
            <a:solidFill>
              <a:srgbClr val="E882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8" name="Google Shape;6298;p55"/>
            <p:cNvSpPr/>
            <p:nvPr/>
          </p:nvSpPr>
          <p:spPr>
            <a:xfrm>
              <a:off x="2622325" y="1089625"/>
              <a:ext cx="384750" cy="95250"/>
            </a:xfrm>
            <a:custGeom>
              <a:rect b="b" l="l" r="r" t="t"/>
              <a:pathLst>
                <a:path extrusionOk="0" h="3810" w="15390">
                  <a:moveTo>
                    <a:pt x="1153" y="0"/>
                  </a:moveTo>
                  <a:cubicBezTo>
                    <a:pt x="1153" y="0"/>
                    <a:pt x="351" y="527"/>
                    <a:pt x="151" y="1429"/>
                  </a:cubicBezTo>
                  <a:cubicBezTo>
                    <a:pt x="0" y="2055"/>
                    <a:pt x="151" y="2857"/>
                    <a:pt x="1003" y="3810"/>
                  </a:cubicBezTo>
                  <a:cubicBezTo>
                    <a:pt x="1003" y="3810"/>
                    <a:pt x="13960" y="1554"/>
                    <a:pt x="15389" y="552"/>
                  </a:cubicBezTo>
                  <a:cubicBezTo>
                    <a:pt x="15339" y="527"/>
                    <a:pt x="15314" y="527"/>
                    <a:pt x="15264" y="527"/>
                  </a:cubicBezTo>
                  <a:cubicBezTo>
                    <a:pt x="12206" y="276"/>
                    <a:pt x="1153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9" name="Google Shape;6299;p55"/>
            <p:cNvSpPr/>
            <p:nvPr/>
          </p:nvSpPr>
          <p:spPr>
            <a:xfrm>
              <a:off x="2626075" y="1089625"/>
              <a:ext cx="377850" cy="35725"/>
            </a:xfrm>
            <a:custGeom>
              <a:rect b="b" l="l" r="r" t="t"/>
              <a:pathLst>
                <a:path extrusionOk="0" h="1429" w="15114">
                  <a:moveTo>
                    <a:pt x="1003" y="0"/>
                  </a:moveTo>
                  <a:cubicBezTo>
                    <a:pt x="1003" y="0"/>
                    <a:pt x="201" y="527"/>
                    <a:pt x="1" y="1429"/>
                  </a:cubicBezTo>
                  <a:cubicBezTo>
                    <a:pt x="2733" y="1253"/>
                    <a:pt x="12232" y="702"/>
                    <a:pt x="15114" y="527"/>
                  </a:cubicBezTo>
                  <a:cubicBezTo>
                    <a:pt x="12056" y="276"/>
                    <a:pt x="1003" y="0"/>
                    <a:pt x="1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0" name="Google Shape;6300;p55"/>
            <p:cNvSpPr/>
            <p:nvPr/>
          </p:nvSpPr>
          <p:spPr>
            <a:xfrm>
              <a:off x="2151775" y="565850"/>
              <a:ext cx="642250" cy="288450"/>
            </a:xfrm>
            <a:custGeom>
              <a:rect b="b" l="l" r="r" t="t"/>
              <a:pathLst>
                <a:path extrusionOk="0" h="11538" w="25690">
                  <a:moveTo>
                    <a:pt x="13445" y="1"/>
                  </a:moveTo>
                  <a:cubicBezTo>
                    <a:pt x="12937" y="1"/>
                    <a:pt x="12424" y="32"/>
                    <a:pt x="11905" y="99"/>
                  </a:cubicBezTo>
                  <a:cubicBezTo>
                    <a:pt x="4562" y="1026"/>
                    <a:pt x="0" y="10876"/>
                    <a:pt x="0" y="10876"/>
                  </a:cubicBezTo>
                  <a:cubicBezTo>
                    <a:pt x="0" y="10876"/>
                    <a:pt x="3755" y="11538"/>
                    <a:pt x="8487" y="11538"/>
                  </a:cubicBezTo>
                  <a:cubicBezTo>
                    <a:pt x="14573" y="11538"/>
                    <a:pt x="22277" y="10443"/>
                    <a:pt x="25690" y="5437"/>
                  </a:cubicBezTo>
                  <a:cubicBezTo>
                    <a:pt x="25690" y="5437"/>
                    <a:pt x="20145" y="1"/>
                    <a:pt x="13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1" name="Google Shape;6301;p55"/>
            <p:cNvSpPr/>
            <p:nvPr/>
          </p:nvSpPr>
          <p:spPr>
            <a:xfrm>
              <a:off x="2236975" y="446550"/>
              <a:ext cx="345275" cy="213775"/>
            </a:xfrm>
            <a:custGeom>
              <a:rect b="b" l="l" r="r" t="t"/>
              <a:pathLst>
                <a:path extrusionOk="0" h="8551" w="13811">
                  <a:moveTo>
                    <a:pt x="8623" y="1"/>
                  </a:moveTo>
                  <a:cubicBezTo>
                    <a:pt x="7653" y="1"/>
                    <a:pt x="7371" y="2406"/>
                    <a:pt x="7309" y="3120"/>
                  </a:cubicBezTo>
                  <a:lnTo>
                    <a:pt x="7309" y="3120"/>
                  </a:lnTo>
                  <a:cubicBezTo>
                    <a:pt x="7346" y="2462"/>
                    <a:pt x="7356" y="387"/>
                    <a:pt x="5999" y="387"/>
                  </a:cubicBezTo>
                  <a:cubicBezTo>
                    <a:pt x="5918" y="387"/>
                    <a:pt x="5832" y="394"/>
                    <a:pt x="5740" y="410"/>
                  </a:cubicBezTo>
                  <a:cubicBezTo>
                    <a:pt x="3810" y="711"/>
                    <a:pt x="6517" y="3468"/>
                    <a:pt x="6517" y="3468"/>
                  </a:cubicBezTo>
                  <a:cubicBezTo>
                    <a:pt x="6517" y="3468"/>
                    <a:pt x="4190" y="1634"/>
                    <a:pt x="3055" y="1634"/>
                  </a:cubicBezTo>
                  <a:cubicBezTo>
                    <a:pt x="2837" y="1634"/>
                    <a:pt x="2662" y="1702"/>
                    <a:pt x="2557" y="1864"/>
                  </a:cubicBezTo>
                  <a:cubicBezTo>
                    <a:pt x="1881" y="2841"/>
                    <a:pt x="4562" y="3894"/>
                    <a:pt x="4562" y="3894"/>
                  </a:cubicBezTo>
                  <a:cubicBezTo>
                    <a:pt x="4562" y="3894"/>
                    <a:pt x="2930" y="3266"/>
                    <a:pt x="1807" y="3266"/>
                  </a:cubicBezTo>
                  <a:cubicBezTo>
                    <a:pt x="1266" y="3266"/>
                    <a:pt x="843" y="3412"/>
                    <a:pt x="778" y="3844"/>
                  </a:cubicBezTo>
                  <a:cubicBezTo>
                    <a:pt x="670" y="4674"/>
                    <a:pt x="1865" y="4834"/>
                    <a:pt x="2804" y="4834"/>
                  </a:cubicBezTo>
                  <a:cubicBezTo>
                    <a:pt x="3395" y="4834"/>
                    <a:pt x="3885" y="4771"/>
                    <a:pt x="3886" y="4771"/>
                  </a:cubicBezTo>
                  <a:lnTo>
                    <a:pt x="3886" y="4771"/>
                  </a:lnTo>
                  <a:cubicBezTo>
                    <a:pt x="3885" y="4771"/>
                    <a:pt x="1" y="5347"/>
                    <a:pt x="277" y="6275"/>
                  </a:cubicBezTo>
                  <a:cubicBezTo>
                    <a:pt x="342" y="6501"/>
                    <a:pt x="638" y="6587"/>
                    <a:pt x="1051" y="6587"/>
                  </a:cubicBezTo>
                  <a:cubicBezTo>
                    <a:pt x="2378" y="6587"/>
                    <a:pt x="4913" y="5698"/>
                    <a:pt x="4913" y="5698"/>
                  </a:cubicBezTo>
                  <a:lnTo>
                    <a:pt x="4913" y="5698"/>
                  </a:lnTo>
                  <a:cubicBezTo>
                    <a:pt x="4913" y="5698"/>
                    <a:pt x="2858" y="8204"/>
                    <a:pt x="4086" y="8530"/>
                  </a:cubicBezTo>
                  <a:cubicBezTo>
                    <a:pt x="4140" y="8544"/>
                    <a:pt x="4194" y="8550"/>
                    <a:pt x="4247" y="8550"/>
                  </a:cubicBezTo>
                  <a:cubicBezTo>
                    <a:pt x="5390" y="8550"/>
                    <a:pt x="6442" y="5623"/>
                    <a:pt x="6442" y="5623"/>
                  </a:cubicBezTo>
                  <a:lnTo>
                    <a:pt x="6442" y="5623"/>
                  </a:lnTo>
                  <a:cubicBezTo>
                    <a:pt x="6442" y="5623"/>
                    <a:pt x="6172" y="8205"/>
                    <a:pt x="7457" y="8205"/>
                  </a:cubicBezTo>
                  <a:cubicBezTo>
                    <a:pt x="7470" y="8205"/>
                    <a:pt x="7482" y="8205"/>
                    <a:pt x="7495" y="8204"/>
                  </a:cubicBezTo>
                  <a:cubicBezTo>
                    <a:pt x="8822" y="8179"/>
                    <a:pt x="7546" y="5275"/>
                    <a:pt x="7545" y="5272"/>
                  </a:cubicBezTo>
                  <a:lnTo>
                    <a:pt x="7545" y="5272"/>
                  </a:lnTo>
                  <a:cubicBezTo>
                    <a:pt x="7546" y="5275"/>
                    <a:pt x="8635" y="7723"/>
                    <a:pt x="9798" y="7723"/>
                  </a:cubicBezTo>
                  <a:cubicBezTo>
                    <a:pt x="9857" y="7723"/>
                    <a:pt x="9916" y="7717"/>
                    <a:pt x="9976" y="7703"/>
                  </a:cubicBezTo>
                  <a:cubicBezTo>
                    <a:pt x="11179" y="7428"/>
                    <a:pt x="9425" y="5373"/>
                    <a:pt x="9424" y="5372"/>
                  </a:cubicBezTo>
                  <a:lnTo>
                    <a:pt x="9424" y="5372"/>
                  </a:lnTo>
                  <a:cubicBezTo>
                    <a:pt x="9425" y="5373"/>
                    <a:pt x="11065" y="6992"/>
                    <a:pt x="12052" y="6992"/>
                  </a:cubicBezTo>
                  <a:cubicBezTo>
                    <a:pt x="12163" y="6992"/>
                    <a:pt x="12266" y="6972"/>
                    <a:pt x="12357" y="6926"/>
                  </a:cubicBezTo>
                  <a:cubicBezTo>
                    <a:pt x="13259" y="6450"/>
                    <a:pt x="10552" y="4771"/>
                    <a:pt x="10552" y="4771"/>
                  </a:cubicBezTo>
                  <a:cubicBezTo>
                    <a:pt x="10552" y="4771"/>
                    <a:pt x="13810" y="4395"/>
                    <a:pt x="13810" y="3568"/>
                  </a:cubicBezTo>
                  <a:cubicBezTo>
                    <a:pt x="13810" y="3390"/>
                    <a:pt x="13604" y="3320"/>
                    <a:pt x="13282" y="3320"/>
                  </a:cubicBezTo>
                  <a:cubicBezTo>
                    <a:pt x="12157" y="3320"/>
                    <a:pt x="9625" y="4169"/>
                    <a:pt x="9625" y="4169"/>
                  </a:cubicBezTo>
                  <a:cubicBezTo>
                    <a:pt x="9625" y="4169"/>
                    <a:pt x="12958" y="1738"/>
                    <a:pt x="11881" y="1036"/>
                  </a:cubicBezTo>
                  <a:cubicBezTo>
                    <a:pt x="11779" y="969"/>
                    <a:pt x="11666" y="938"/>
                    <a:pt x="11546" y="938"/>
                  </a:cubicBezTo>
                  <a:cubicBezTo>
                    <a:pt x="10418" y="938"/>
                    <a:pt x="8597" y="3618"/>
                    <a:pt x="8597" y="3618"/>
                  </a:cubicBezTo>
                  <a:cubicBezTo>
                    <a:pt x="8597" y="3618"/>
                    <a:pt x="9926" y="209"/>
                    <a:pt x="8723" y="9"/>
                  </a:cubicBezTo>
                  <a:cubicBezTo>
                    <a:pt x="8689" y="3"/>
                    <a:pt x="8655" y="1"/>
                    <a:pt x="86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2" name="Google Shape;6302;p55"/>
            <p:cNvSpPr/>
            <p:nvPr/>
          </p:nvSpPr>
          <p:spPr>
            <a:xfrm>
              <a:off x="2119200" y="685700"/>
              <a:ext cx="745000" cy="275125"/>
            </a:xfrm>
            <a:custGeom>
              <a:rect b="b" l="l" r="r" t="t"/>
              <a:pathLst>
                <a:path extrusionOk="0" h="11005" w="29800">
                  <a:moveTo>
                    <a:pt x="27488" y="1"/>
                  </a:moveTo>
                  <a:cubicBezTo>
                    <a:pt x="27023" y="1"/>
                    <a:pt x="26419" y="150"/>
                    <a:pt x="25689" y="393"/>
                  </a:cubicBezTo>
                  <a:cubicBezTo>
                    <a:pt x="25564" y="443"/>
                    <a:pt x="25439" y="493"/>
                    <a:pt x="25313" y="518"/>
                  </a:cubicBezTo>
                  <a:cubicBezTo>
                    <a:pt x="24712" y="744"/>
                    <a:pt x="24035" y="1019"/>
                    <a:pt x="23308" y="1345"/>
                  </a:cubicBezTo>
                  <a:cubicBezTo>
                    <a:pt x="23208" y="1370"/>
                    <a:pt x="23083" y="1420"/>
                    <a:pt x="22983" y="1471"/>
                  </a:cubicBezTo>
                  <a:cubicBezTo>
                    <a:pt x="21805" y="1972"/>
                    <a:pt x="20476" y="2523"/>
                    <a:pt x="19048" y="3024"/>
                  </a:cubicBezTo>
                  <a:cubicBezTo>
                    <a:pt x="18922" y="3075"/>
                    <a:pt x="18797" y="3125"/>
                    <a:pt x="18672" y="3150"/>
                  </a:cubicBezTo>
                  <a:cubicBezTo>
                    <a:pt x="17719" y="3501"/>
                    <a:pt x="16717" y="3801"/>
                    <a:pt x="15664" y="4052"/>
                  </a:cubicBezTo>
                  <a:cubicBezTo>
                    <a:pt x="15539" y="4077"/>
                    <a:pt x="15414" y="4127"/>
                    <a:pt x="15313" y="4152"/>
                  </a:cubicBezTo>
                  <a:cubicBezTo>
                    <a:pt x="14361" y="4353"/>
                    <a:pt x="13359" y="4528"/>
                    <a:pt x="12356" y="4628"/>
                  </a:cubicBezTo>
                  <a:cubicBezTo>
                    <a:pt x="12231" y="4654"/>
                    <a:pt x="12105" y="4654"/>
                    <a:pt x="11980" y="4679"/>
                  </a:cubicBezTo>
                  <a:lnTo>
                    <a:pt x="11755" y="4679"/>
                  </a:lnTo>
                  <a:cubicBezTo>
                    <a:pt x="10727" y="4754"/>
                    <a:pt x="9800" y="4804"/>
                    <a:pt x="8922" y="4804"/>
                  </a:cubicBezTo>
                  <a:cubicBezTo>
                    <a:pt x="8797" y="4804"/>
                    <a:pt x="8672" y="4829"/>
                    <a:pt x="8546" y="4829"/>
                  </a:cubicBezTo>
                  <a:cubicBezTo>
                    <a:pt x="7694" y="4829"/>
                    <a:pt x="6892" y="4829"/>
                    <a:pt x="6166" y="4804"/>
                  </a:cubicBezTo>
                  <a:lnTo>
                    <a:pt x="5790" y="4804"/>
                  </a:lnTo>
                  <a:cubicBezTo>
                    <a:pt x="4662" y="4754"/>
                    <a:pt x="3709" y="4729"/>
                    <a:pt x="2957" y="4729"/>
                  </a:cubicBezTo>
                  <a:cubicBezTo>
                    <a:pt x="2832" y="4729"/>
                    <a:pt x="2707" y="4729"/>
                    <a:pt x="2607" y="4754"/>
                  </a:cubicBezTo>
                  <a:cubicBezTo>
                    <a:pt x="1328" y="4779"/>
                    <a:pt x="627" y="5029"/>
                    <a:pt x="451" y="5756"/>
                  </a:cubicBezTo>
                  <a:cubicBezTo>
                    <a:pt x="0" y="7586"/>
                    <a:pt x="1303" y="10568"/>
                    <a:pt x="1303" y="10568"/>
                  </a:cubicBezTo>
                  <a:cubicBezTo>
                    <a:pt x="1303" y="10568"/>
                    <a:pt x="2080" y="10694"/>
                    <a:pt x="3434" y="10819"/>
                  </a:cubicBezTo>
                  <a:cubicBezTo>
                    <a:pt x="3559" y="10819"/>
                    <a:pt x="3684" y="10844"/>
                    <a:pt x="3835" y="10844"/>
                  </a:cubicBezTo>
                  <a:cubicBezTo>
                    <a:pt x="4712" y="10919"/>
                    <a:pt x="5815" y="10969"/>
                    <a:pt x="7068" y="10994"/>
                  </a:cubicBezTo>
                  <a:lnTo>
                    <a:pt x="7419" y="10994"/>
                  </a:lnTo>
                  <a:cubicBezTo>
                    <a:pt x="7646" y="11002"/>
                    <a:pt x="7876" y="11005"/>
                    <a:pt x="8108" y="11005"/>
                  </a:cubicBezTo>
                  <a:cubicBezTo>
                    <a:pt x="8670" y="11005"/>
                    <a:pt x="9247" y="10987"/>
                    <a:pt x="9850" y="10969"/>
                  </a:cubicBezTo>
                  <a:lnTo>
                    <a:pt x="10150" y="10969"/>
                  </a:lnTo>
                  <a:cubicBezTo>
                    <a:pt x="11328" y="10919"/>
                    <a:pt x="12557" y="10819"/>
                    <a:pt x="13860" y="10669"/>
                  </a:cubicBezTo>
                  <a:cubicBezTo>
                    <a:pt x="13960" y="10669"/>
                    <a:pt x="14085" y="10644"/>
                    <a:pt x="14211" y="10618"/>
                  </a:cubicBezTo>
                  <a:cubicBezTo>
                    <a:pt x="15414" y="10468"/>
                    <a:pt x="16617" y="10268"/>
                    <a:pt x="17870" y="9992"/>
                  </a:cubicBezTo>
                  <a:cubicBezTo>
                    <a:pt x="17995" y="9992"/>
                    <a:pt x="18095" y="9967"/>
                    <a:pt x="18221" y="9917"/>
                  </a:cubicBezTo>
                  <a:cubicBezTo>
                    <a:pt x="19474" y="9641"/>
                    <a:pt x="20727" y="9290"/>
                    <a:pt x="21980" y="8864"/>
                  </a:cubicBezTo>
                  <a:cubicBezTo>
                    <a:pt x="22105" y="8814"/>
                    <a:pt x="22206" y="8764"/>
                    <a:pt x="22331" y="8739"/>
                  </a:cubicBezTo>
                  <a:cubicBezTo>
                    <a:pt x="23684" y="8237"/>
                    <a:pt x="25013" y="7661"/>
                    <a:pt x="26316" y="6959"/>
                  </a:cubicBezTo>
                  <a:cubicBezTo>
                    <a:pt x="26416" y="6884"/>
                    <a:pt x="26516" y="6834"/>
                    <a:pt x="26617" y="6784"/>
                  </a:cubicBezTo>
                  <a:cubicBezTo>
                    <a:pt x="27394" y="6358"/>
                    <a:pt x="28146" y="5857"/>
                    <a:pt x="28897" y="5330"/>
                  </a:cubicBezTo>
                  <a:cubicBezTo>
                    <a:pt x="28973" y="5280"/>
                    <a:pt x="29073" y="5205"/>
                    <a:pt x="29148" y="5155"/>
                  </a:cubicBezTo>
                  <a:cubicBezTo>
                    <a:pt x="29148" y="5155"/>
                    <a:pt x="29148" y="5130"/>
                    <a:pt x="29173" y="5080"/>
                  </a:cubicBezTo>
                  <a:lnTo>
                    <a:pt x="29173" y="5055"/>
                  </a:lnTo>
                  <a:cubicBezTo>
                    <a:pt x="29273" y="4478"/>
                    <a:pt x="29800" y="1120"/>
                    <a:pt x="28121" y="142"/>
                  </a:cubicBezTo>
                  <a:cubicBezTo>
                    <a:pt x="27953" y="45"/>
                    <a:pt x="27741" y="1"/>
                    <a:pt x="27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3" name="Google Shape;6303;p55"/>
            <p:cNvSpPr/>
            <p:nvPr/>
          </p:nvSpPr>
          <p:spPr>
            <a:xfrm>
              <a:off x="2178725" y="803900"/>
              <a:ext cx="36350" cy="152925"/>
            </a:xfrm>
            <a:custGeom>
              <a:rect b="b" l="l" r="r" t="t"/>
              <a:pathLst>
                <a:path extrusionOk="0" h="6117" w="1454">
                  <a:moveTo>
                    <a:pt x="576" y="1"/>
                  </a:moveTo>
                  <a:cubicBezTo>
                    <a:pt x="451" y="1"/>
                    <a:pt x="326" y="1"/>
                    <a:pt x="226" y="26"/>
                  </a:cubicBezTo>
                  <a:cubicBezTo>
                    <a:pt x="0" y="2131"/>
                    <a:pt x="276" y="4161"/>
                    <a:pt x="1053" y="6091"/>
                  </a:cubicBezTo>
                  <a:cubicBezTo>
                    <a:pt x="1178" y="6091"/>
                    <a:pt x="1303" y="6116"/>
                    <a:pt x="1454" y="6116"/>
                  </a:cubicBezTo>
                  <a:cubicBezTo>
                    <a:pt x="652" y="4211"/>
                    <a:pt x="351" y="2131"/>
                    <a:pt x="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4" name="Google Shape;6304;p55"/>
            <p:cNvSpPr/>
            <p:nvPr/>
          </p:nvSpPr>
          <p:spPr>
            <a:xfrm>
              <a:off x="2263925" y="805775"/>
              <a:ext cx="40750" cy="154800"/>
            </a:xfrm>
            <a:custGeom>
              <a:rect b="b" l="l" r="r" t="t"/>
              <a:pathLst>
                <a:path extrusionOk="0" h="6192" w="1630">
                  <a:moveTo>
                    <a:pt x="1" y="1"/>
                  </a:moveTo>
                  <a:cubicBezTo>
                    <a:pt x="126" y="2081"/>
                    <a:pt x="727" y="4161"/>
                    <a:pt x="1279" y="6191"/>
                  </a:cubicBezTo>
                  <a:lnTo>
                    <a:pt x="1630" y="6191"/>
                  </a:lnTo>
                  <a:cubicBezTo>
                    <a:pt x="1103" y="4161"/>
                    <a:pt x="502" y="2081"/>
                    <a:pt x="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5" name="Google Shape;6305;p55"/>
            <p:cNvSpPr/>
            <p:nvPr/>
          </p:nvSpPr>
          <p:spPr>
            <a:xfrm>
              <a:off x="2332850" y="805775"/>
              <a:ext cx="40125" cy="154175"/>
            </a:xfrm>
            <a:custGeom>
              <a:rect b="b" l="l" r="r" t="t"/>
              <a:pathLst>
                <a:path extrusionOk="0" h="6167" w="1605">
                  <a:moveTo>
                    <a:pt x="376" y="1"/>
                  </a:moveTo>
                  <a:cubicBezTo>
                    <a:pt x="251" y="1"/>
                    <a:pt x="126" y="26"/>
                    <a:pt x="0" y="26"/>
                  </a:cubicBezTo>
                  <a:cubicBezTo>
                    <a:pt x="477" y="1455"/>
                    <a:pt x="777" y="2908"/>
                    <a:pt x="1078" y="4387"/>
                  </a:cubicBezTo>
                  <a:cubicBezTo>
                    <a:pt x="1153" y="4888"/>
                    <a:pt x="1203" y="5540"/>
                    <a:pt x="1304" y="6166"/>
                  </a:cubicBezTo>
                  <a:lnTo>
                    <a:pt x="1604" y="6166"/>
                  </a:lnTo>
                  <a:cubicBezTo>
                    <a:pt x="1429" y="5189"/>
                    <a:pt x="1379" y="4061"/>
                    <a:pt x="1254" y="3384"/>
                  </a:cubicBezTo>
                  <a:cubicBezTo>
                    <a:pt x="1003" y="2231"/>
                    <a:pt x="727" y="1104"/>
                    <a:pt x="3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6" name="Google Shape;6306;p55"/>
            <p:cNvSpPr/>
            <p:nvPr/>
          </p:nvSpPr>
          <p:spPr>
            <a:xfrm>
              <a:off x="2418700" y="801400"/>
              <a:ext cx="55775" cy="151025"/>
            </a:xfrm>
            <a:custGeom>
              <a:rect b="b" l="l" r="r" t="t"/>
              <a:pathLst>
                <a:path extrusionOk="0" h="6041" w="2231">
                  <a:moveTo>
                    <a:pt x="376" y="0"/>
                  </a:moveTo>
                  <a:cubicBezTo>
                    <a:pt x="251" y="26"/>
                    <a:pt x="125" y="26"/>
                    <a:pt x="0" y="51"/>
                  </a:cubicBezTo>
                  <a:cubicBezTo>
                    <a:pt x="501" y="1229"/>
                    <a:pt x="952" y="2457"/>
                    <a:pt x="1278" y="3710"/>
                  </a:cubicBezTo>
                  <a:cubicBezTo>
                    <a:pt x="1479" y="4487"/>
                    <a:pt x="1629" y="5264"/>
                    <a:pt x="1880" y="6041"/>
                  </a:cubicBezTo>
                  <a:cubicBezTo>
                    <a:pt x="1980" y="6041"/>
                    <a:pt x="2105" y="6016"/>
                    <a:pt x="2231" y="5990"/>
                  </a:cubicBezTo>
                  <a:cubicBezTo>
                    <a:pt x="1855" y="4888"/>
                    <a:pt x="1654" y="3685"/>
                    <a:pt x="1303" y="2532"/>
                  </a:cubicBezTo>
                  <a:cubicBezTo>
                    <a:pt x="1053" y="1680"/>
                    <a:pt x="727" y="828"/>
                    <a:pt x="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7" name="Google Shape;6307;p55"/>
            <p:cNvSpPr/>
            <p:nvPr/>
          </p:nvSpPr>
          <p:spPr>
            <a:xfrm>
              <a:off x="2502025" y="787000"/>
              <a:ext cx="72700" cy="148500"/>
            </a:xfrm>
            <a:custGeom>
              <a:rect b="b" l="l" r="r" t="t"/>
              <a:pathLst>
                <a:path extrusionOk="0" h="5940" w="2908">
                  <a:moveTo>
                    <a:pt x="351" y="0"/>
                  </a:moveTo>
                  <a:cubicBezTo>
                    <a:pt x="226" y="25"/>
                    <a:pt x="101" y="75"/>
                    <a:pt x="0" y="100"/>
                  </a:cubicBezTo>
                  <a:cubicBezTo>
                    <a:pt x="953" y="2005"/>
                    <a:pt x="1805" y="3960"/>
                    <a:pt x="2557" y="5940"/>
                  </a:cubicBezTo>
                  <a:cubicBezTo>
                    <a:pt x="2682" y="5940"/>
                    <a:pt x="2782" y="5915"/>
                    <a:pt x="2908" y="5865"/>
                  </a:cubicBezTo>
                  <a:cubicBezTo>
                    <a:pt x="2181" y="3860"/>
                    <a:pt x="1329" y="1905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8" name="Google Shape;6308;p55"/>
            <p:cNvSpPr/>
            <p:nvPr/>
          </p:nvSpPr>
          <p:spPr>
            <a:xfrm>
              <a:off x="2585975" y="761300"/>
              <a:ext cx="91525" cy="146025"/>
            </a:xfrm>
            <a:custGeom>
              <a:rect b="b" l="l" r="r" t="t"/>
              <a:pathLst>
                <a:path extrusionOk="0" h="5841" w="3661">
                  <a:moveTo>
                    <a:pt x="377" y="0"/>
                  </a:moveTo>
                  <a:cubicBezTo>
                    <a:pt x="251" y="51"/>
                    <a:pt x="126" y="101"/>
                    <a:pt x="1" y="126"/>
                  </a:cubicBezTo>
                  <a:cubicBezTo>
                    <a:pt x="1379" y="1880"/>
                    <a:pt x="2382" y="3835"/>
                    <a:pt x="3309" y="5840"/>
                  </a:cubicBezTo>
                  <a:cubicBezTo>
                    <a:pt x="3434" y="5790"/>
                    <a:pt x="3535" y="5740"/>
                    <a:pt x="3660" y="5715"/>
                  </a:cubicBezTo>
                  <a:cubicBezTo>
                    <a:pt x="2733" y="3710"/>
                    <a:pt x="1705" y="1755"/>
                    <a:pt x="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9" name="Google Shape;6309;p55"/>
            <p:cNvSpPr/>
            <p:nvPr/>
          </p:nvSpPr>
          <p:spPr>
            <a:xfrm>
              <a:off x="2693750" y="719325"/>
              <a:ext cx="90875" cy="140375"/>
            </a:xfrm>
            <a:custGeom>
              <a:rect b="b" l="l" r="r" t="t"/>
              <a:pathLst>
                <a:path extrusionOk="0" h="5615" w="3635">
                  <a:moveTo>
                    <a:pt x="326" y="0"/>
                  </a:moveTo>
                  <a:cubicBezTo>
                    <a:pt x="226" y="25"/>
                    <a:pt x="101" y="75"/>
                    <a:pt x="1" y="126"/>
                  </a:cubicBezTo>
                  <a:cubicBezTo>
                    <a:pt x="552" y="978"/>
                    <a:pt x="1103" y="1855"/>
                    <a:pt x="1630" y="2732"/>
                  </a:cubicBezTo>
                  <a:cubicBezTo>
                    <a:pt x="2156" y="3584"/>
                    <a:pt x="2883" y="4587"/>
                    <a:pt x="3334" y="5614"/>
                  </a:cubicBezTo>
                  <a:cubicBezTo>
                    <a:pt x="3434" y="5539"/>
                    <a:pt x="3534" y="5489"/>
                    <a:pt x="3635" y="5439"/>
                  </a:cubicBezTo>
                  <a:cubicBezTo>
                    <a:pt x="3334" y="4812"/>
                    <a:pt x="2933" y="4211"/>
                    <a:pt x="2582" y="3609"/>
                  </a:cubicBezTo>
                  <a:cubicBezTo>
                    <a:pt x="1880" y="2381"/>
                    <a:pt x="1128" y="1178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0" name="Google Shape;6310;p55"/>
            <p:cNvSpPr/>
            <p:nvPr/>
          </p:nvSpPr>
          <p:spPr>
            <a:xfrm>
              <a:off x="2752025" y="695500"/>
              <a:ext cx="96525" cy="123475"/>
            </a:xfrm>
            <a:custGeom>
              <a:rect b="b" l="l" r="r" t="t"/>
              <a:pathLst>
                <a:path extrusionOk="0" h="4939" w="3861">
                  <a:moveTo>
                    <a:pt x="376" y="1"/>
                  </a:moveTo>
                  <a:cubicBezTo>
                    <a:pt x="251" y="51"/>
                    <a:pt x="126" y="101"/>
                    <a:pt x="0" y="126"/>
                  </a:cubicBezTo>
                  <a:cubicBezTo>
                    <a:pt x="1329" y="1655"/>
                    <a:pt x="2532" y="3234"/>
                    <a:pt x="3584" y="4938"/>
                  </a:cubicBezTo>
                  <a:cubicBezTo>
                    <a:pt x="3660" y="4888"/>
                    <a:pt x="3760" y="4813"/>
                    <a:pt x="3835" y="4763"/>
                  </a:cubicBezTo>
                  <a:cubicBezTo>
                    <a:pt x="3835" y="4763"/>
                    <a:pt x="3835" y="4738"/>
                    <a:pt x="3860" y="4688"/>
                  </a:cubicBezTo>
                  <a:lnTo>
                    <a:pt x="3860" y="4663"/>
                  </a:lnTo>
                  <a:cubicBezTo>
                    <a:pt x="2808" y="3033"/>
                    <a:pt x="1655" y="1480"/>
                    <a:pt x="3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1" name="Google Shape;6311;p55"/>
            <p:cNvSpPr/>
            <p:nvPr/>
          </p:nvSpPr>
          <p:spPr>
            <a:xfrm>
              <a:off x="2275325" y="700175"/>
              <a:ext cx="26925" cy="42400"/>
            </a:xfrm>
            <a:custGeom>
              <a:rect b="b" l="l" r="r" t="t"/>
              <a:pathLst>
                <a:path extrusionOk="0" h="1696" w="1077">
                  <a:moveTo>
                    <a:pt x="828" y="1"/>
                  </a:moveTo>
                  <a:cubicBezTo>
                    <a:pt x="770" y="1"/>
                    <a:pt x="712" y="27"/>
                    <a:pt x="672" y="90"/>
                  </a:cubicBezTo>
                  <a:cubicBezTo>
                    <a:pt x="397" y="516"/>
                    <a:pt x="171" y="967"/>
                    <a:pt x="46" y="1468"/>
                  </a:cubicBezTo>
                  <a:cubicBezTo>
                    <a:pt x="0" y="1605"/>
                    <a:pt x="111" y="1695"/>
                    <a:pt x="222" y="1695"/>
                  </a:cubicBezTo>
                  <a:cubicBezTo>
                    <a:pt x="295" y="1695"/>
                    <a:pt x="367" y="1657"/>
                    <a:pt x="397" y="1568"/>
                  </a:cubicBezTo>
                  <a:cubicBezTo>
                    <a:pt x="522" y="1092"/>
                    <a:pt x="723" y="666"/>
                    <a:pt x="973" y="265"/>
                  </a:cubicBezTo>
                  <a:cubicBezTo>
                    <a:pt x="1077" y="127"/>
                    <a:pt x="955" y="1"/>
                    <a:pt x="828" y="1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2" name="Google Shape;6312;p55"/>
            <p:cNvSpPr/>
            <p:nvPr/>
          </p:nvSpPr>
          <p:spPr>
            <a:xfrm>
              <a:off x="2298875" y="716150"/>
              <a:ext cx="20725" cy="45850"/>
            </a:xfrm>
            <a:custGeom>
              <a:rect b="b" l="l" r="r" t="t"/>
              <a:pathLst>
                <a:path extrusionOk="0" h="1834" w="829">
                  <a:moveTo>
                    <a:pt x="606" y="0"/>
                  </a:moveTo>
                  <a:cubicBezTo>
                    <a:pt x="534" y="0"/>
                    <a:pt x="462" y="38"/>
                    <a:pt x="432" y="127"/>
                  </a:cubicBezTo>
                  <a:cubicBezTo>
                    <a:pt x="257" y="603"/>
                    <a:pt x="131" y="1105"/>
                    <a:pt x="31" y="1606"/>
                  </a:cubicBezTo>
                  <a:cubicBezTo>
                    <a:pt x="1" y="1743"/>
                    <a:pt x="118" y="1833"/>
                    <a:pt x="226" y="1833"/>
                  </a:cubicBezTo>
                  <a:cubicBezTo>
                    <a:pt x="296" y="1833"/>
                    <a:pt x="362" y="1795"/>
                    <a:pt x="382" y="1706"/>
                  </a:cubicBezTo>
                  <a:cubicBezTo>
                    <a:pt x="482" y="1205"/>
                    <a:pt x="608" y="704"/>
                    <a:pt x="783" y="227"/>
                  </a:cubicBezTo>
                  <a:cubicBezTo>
                    <a:pt x="829" y="91"/>
                    <a:pt x="718" y="0"/>
                    <a:pt x="606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3" name="Google Shape;6313;p55"/>
            <p:cNvSpPr/>
            <p:nvPr/>
          </p:nvSpPr>
          <p:spPr>
            <a:xfrm>
              <a:off x="2388625" y="670600"/>
              <a:ext cx="8775" cy="30425"/>
            </a:xfrm>
            <a:custGeom>
              <a:rect b="b" l="l" r="r" t="t"/>
              <a:pathLst>
                <a:path extrusionOk="0" h="1217" w="351">
                  <a:moveTo>
                    <a:pt x="176" y="1"/>
                  </a:moveTo>
                  <a:cubicBezTo>
                    <a:pt x="88" y="1"/>
                    <a:pt x="0" y="57"/>
                    <a:pt x="0" y="170"/>
                  </a:cubicBezTo>
                  <a:lnTo>
                    <a:pt x="0" y="1047"/>
                  </a:lnTo>
                  <a:cubicBezTo>
                    <a:pt x="0" y="1160"/>
                    <a:pt x="88" y="1216"/>
                    <a:pt x="176" y="1216"/>
                  </a:cubicBezTo>
                  <a:cubicBezTo>
                    <a:pt x="263" y="1216"/>
                    <a:pt x="351" y="1160"/>
                    <a:pt x="351" y="1047"/>
                  </a:cubicBezTo>
                  <a:lnTo>
                    <a:pt x="351" y="170"/>
                  </a:lnTo>
                  <a:cubicBezTo>
                    <a:pt x="351" y="57"/>
                    <a:pt x="263" y="1"/>
                    <a:pt x="176" y="1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4" name="Google Shape;6314;p55"/>
            <p:cNvSpPr/>
            <p:nvPr/>
          </p:nvSpPr>
          <p:spPr>
            <a:xfrm>
              <a:off x="2411175" y="671850"/>
              <a:ext cx="9425" cy="33550"/>
            </a:xfrm>
            <a:custGeom>
              <a:rect b="b" l="l" r="r" t="t"/>
              <a:pathLst>
                <a:path extrusionOk="0" h="1342" w="377">
                  <a:moveTo>
                    <a:pt x="188" y="1"/>
                  </a:moveTo>
                  <a:cubicBezTo>
                    <a:pt x="94" y="1"/>
                    <a:pt x="0" y="57"/>
                    <a:pt x="0" y="170"/>
                  </a:cubicBezTo>
                  <a:lnTo>
                    <a:pt x="0" y="1172"/>
                  </a:lnTo>
                  <a:cubicBezTo>
                    <a:pt x="0" y="1285"/>
                    <a:pt x="94" y="1342"/>
                    <a:pt x="188" y="1342"/>
                  </a:cubicBezTo>
                  <a:cubicBezTo>
                    <a:pt x="282" y="1342"/>
                    <a:pt x="376" y="1285"/>
                    <a:pt x="376" y="1172"/>
                  </a:cubicBezTo>
                  <a:lnTo>
                    <a:pt x="376" y="170"/>
                  </a:lnTo>
                  <a:cubicBezTo>
                    <a:pt x="376" y="57"/>
                    <a:pt x="282" y="1"/>
                    <a:pt x="188" y="1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5" name="Google Shape;6315;p55"/>
            <p:cNvSpPr/>
            <p:nvPr/>
          </p:nvSpPr>
          <p:spPr>
            <a:xfrm>
              <a:off x="2423075" y="752050"/>
              <a:ext cx="12450" cy="20600"/>
            </a:xfrm>
            <a:custGeom>
              <a:rect b="b" l="l" r="r" t="t"/>
              <a:pathLst>
                <a:path extrusionOk="0" h="824" w="498">
                  <a:moveTo>
                    <a:pt x="188" y="1"/>
                  </a:moveTo>
                  <a:cubicBezTo>
                    <a:pt x="95" y="1"/>
                    <a:pt x="1" y="57"/>
                    <a:pt x="1" y="170"/>
                  </a:cubicBezTo>
                  <a:cubicBezTo>
                    <a:pt x="1" y="345"/>
                    <a:pt x="26" y="521"/>
                    <a:pt x="101" y="696"/>
                  </a:cubicBezTo>
                  <a:cubicBezTo>
                    <a:pt x="130" y="785"/>
                    <a:pt x="203" y="823"/>
                    <a:pt x="275" y="823"/>
                  </a:cubicBezTo>
                  <a:cubicBezTo>
                    <a:pt x="386" y="823"/>
                    <a:pt x="497" y="733"/>
                    <a:pt x="452" y="596"/>
                  </a:cubicBezTo>
                  <a:cubicBezTo>
                    <a:pt x="402" y="446"/>
                    <a:pt x="376" y="320"/>
                    <a:pt x="376" y="170"/>
                  </a:cubicBezTo>
                  <a:cubicBezTo>
                    <a:pt x="376" y="57"/>
                    <a:pt x="282" y="1"/>
                    <a:pt x="188" y="1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6" name="Google Shape;6316;p55"/>
            <p:cNvSpPr/>
            <p:nvPr/>
          </p:nvSpPr>
          <p:spPr>
            <a:xfrm>
              <a:off x="2449000" y="739950"/>
              <a:ext cx="13050" cy="30675"/>
            </a:xfrm>
            <a:custGeom>
              <a:rect b="b" l="l" r="r" t="t"/>
              <a:pathLst>
                <a:path extrusionOk="0" h="1227" w="522">
                  <a:moveTo>
                    <a:pt x="229" y="0"/>
                  </a:moveTo>
                  <a:cubicBezTo>
                    <a:pt x="124" y="0"/>
                    <a:pt x="1" y="91"/>
                    <a:pt x="16" y="228"/>
                  </a:cubicBezTo>
                  <a:cubicBezTo>
                    <a:pt x="66" y="504"/>
                    <a:pt x="116" y="804"/>
                    <a:pt x="141" y="1080"/>
                  </a:cubicBezTo>
                  <a:cubicBezTo>
                    <a:pt x="162" y="1183"/>
                    <a:pt x="234" y="1227"/>
                    <a:pt x="307" y="1227"/>
                  </a:cubicBezTo>
                  <a:cubicBezTo>
                    <a:pt x="412" y="1227"/>
                    <a:pt x="522" y="1138"/>
                    <a:pt x="492" y="1005"/>
                  </a:cubicBezTo>
                  <a:cubicBezTo>
                    <a:pt x="467" y="704"/>
                    <a:pt x="417" y="403"/>
                    <a:pt x="367" y="128"/>
                  </a:cubicBezTo>
                  <a:cubicBezTo>
                    <a:pt x="357" y="39"/>
                    <a:pt x="297" y="0"/>
                    <a:pt x="229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7" name="Google Shape;6317;p55"/>
            <p:cNvSpPr/>
            <p:nvPr/>
          </p:nvSpPr>
          <p:spPr>
            <a:xfrm>
              <a:off x="2482875" y="649225"/>
              <a:ext cx="25300" cy="34725"/>
            </a:xfrm>
            <a:custGeom>
              <a:rect b="b" l="l" r="r" t="t"/>
              <a:pathLst>
                <a:path extrusionOk="0" h="1389" w="1012">
                  <a:moveTo>
                    <a:pt x="273" y="0"/>
                  </a:moveTo>
                  <a:cubicBezTo>
                    <a:pt x="140" y="0"/>
                    <a:pt x="1" y="130"/>
                    <a:pt x="90" y="273"/>
                  </a:cubicBezTo>
                  <a:cubicBezTo>
                    <a:pt x="315" y="599"/>
                    <a:pt x="491" y="925"/>
                    <a:pt x="641" y="1300"/>
                  </a:cubicBezTo>
                  <a:cubicBezTo>
                    <a:pt x="672" y="1362"/>
                    <a:pt x="722" y="1388"/>
                    <a:pt x="773" y="1388"/>
                  </a:cubicBezTo>
                  <a:cubicBezTo>
                    <a:pt x="888" y="1388"/>
                    <a:pt x="1011" y="1256"/>
                    <a:pt x="942" y="1100"/>
                  </a:cubicBezTo>
                  <a:cubicBezTo>
                    <a:pt x="791" y="749"/>
                    <a:pt x="616" y="398"/>
                    <a:pt x="416" y="72"/>
                  </a:cubicBezTo>
                  <a:cubicBezTo>
                    <a:pt x="379" y="22"/>
                    <a:pt x="326" y="0"/>
                    <a:pt x="273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8" name="Google Shape;6318;p55"/>
            <p:cNvSpPr/>
            <p:nvPr/>
          </p:nvSpPr>
          <p:spPr>
            <a:xfrm>
              <a:off x="2509075" y="646650"/>
              <a:ext cx="21925" cy="26550"/>
            </a:xfrm>
            <a:custGeom>
              <a:rect b="b" l="l" r="r" t="t"/>
              <a:pathLst>
                <a:path extrusionOk="0" h="1062" w="877">
                  <a:moveTo>
                    <a:pt x="235" y="1"/>
                  </a:moveTo>
                  <a:cubicBezTo>
                    <a:pt x="120" y="1"/>
                    <a:pt x="1" y="138"/>
                    <a:pt x="69" y="276"/>
                  </a:cubicBezTo>
                  <a:cubicBezTo>
                    <a:pt x="170" y="526"/>
                    <a:pt x="295" y="777"/>
                    <a:pt x="470" y="977"/>
                  </a:cubicBezTo>
                  <a:cubicBezTo>
                    <a:pt x="508" y="1037"/>
                    <a:pt x="562" y="1061"/>
                    <a:pt x="617" y="1061"/>
                  </a:cubicBezTo>
                  <a:cubicBezTo>
                    <a:pt x="747" y="1061"/>
                    <a:pt x="877" y="925"/>
                    <a:pt x="771" y="802"/>
                  </a:cubicBezTo>
                  <a:cubicBezTo>
                    <a:pt x="621" y="576"/>
                    <a:pt x="470" y="351"/>
                    <a:pt x="370" y="100"/>
                  </a:cubicBezTo>
                  <a:cubicBezTo>
                    <a:pt x="339" y="29"/>
                    <a:pt x="287" y="1"/>
                    <a:pt x="235" y="1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9" name="Google Shape;6319;p55"/>
            <p:cNvSpPr/>
            <p:nvPr/>
          </p:nvSpPr>
          <p:spPr>
            <a:xfrm>
              <a:off x="2591975" y="623125"/>
              <a:ext cx="28125" cy="29950"/>
            </a:xfrm>
            <a:custGeom>
              <a:rect b="b" l="l" r="r" t="t"/>
              <a:pathLst>
                <a:path extrusionOk="0" h="1198" w="1125">
                  <a:moveTo>
                    <a:pt x="237" y="0"/>
                  </a:moveTo>
                  <a:cubicBezTo>
                    <a:pt x="116" y="0"/>
                    <a:pt x="0" y="126"/>
                    <a:pt x="87" y="264"/>
                  </a:cubicBezTo>
                  <a:cubicBezTo>
                    <a:pt x="262" y="565"/>
                    <a:pt x="488" y="866"/>
                    <a:pt x="738" y="1141"/>
                  </a:cubicBezTo>
                  <a:cubicBezTo>
                    <a:pt x="772" y="1181"/>
                    <a:pt x="812" y="1198"/>
                    <a:pt x="853" y="1198"/>
                  </a:cubicBezTo>
                  <a:cubicBezTo>
                    <a:pt x="990" y="1198"/>
                    <a:pt x="1125" y="1002"/>
                    <a:pt x="989" y="866"/>
                  </a:cubicBezTo>
                  <a:cubicBezTo>
                    <a:pt x="763" y="615"/>
                    <a:pt x="563" y="364"/>
                    <a:pt x="387" y="89"/>
                  </a:cubicBezTo>
                  <a:cubicBezTo>
                    <a:pt x="348" y="26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0" name="Google Shape;6320;p55"/>
            <p:cNvSpPr/>
            <p:nvPr/>
          </p:nvSpPr>
          <p:spPr>
            <a:xfrm>
              <a:off x="2622050" y="621875"/>
              <a:ext cx="25000" cy="29500"/>
            </a:xfrm>
            <a:custGeom>
              <a:rect b="b" l="l" r="r" t="t"/>
              <a:pathLst>
                <a:path extrusionOk="0" h="1180" w="1000">
                  <a:moveTo>
                    <a:pt x="248" y="0"/>
                  </a:moveTo>
                  <a:cubicBezTo>
                    <a:pt x="128" y="0"/>
                    <a:pt x="0" y="126"/>
                    <a:pt x="87" y="264"/>
                  </a:cubicBezTo>
                  <a:lnTo>
                    <a:pt x="588" y="1091"/>
                  </a:lnTo>
                  <a:cubicBezTo>
                    <a:pt x="627" y="1154"/>
                    <a:pt x="686" y="1180"/>
                    <a:pt x="744" y="1180"/>
                  </a:cubicBezTo>
                  <a:cubicBezTo>
                    <a:pt x="873" y="1180"/>
                    <a:pt x="1000" y="1054"/>
                    <a:pt x="914" y="916"/>
                  </a:cubicBezTo>
                  <a:cubicBezTo>
                    <a:pt x="738" y="640"/>
                    <a:pt x="563" y="364"/>
                    <a:pt x="387" y="89"/>
                  </a:cubicBezTo>
                  <a:cubicBezTo>
                    <a:pt x="356" y="26"/>
                    <a:pt x="303" y="0"/>
                    <a:pt x="248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1" name="Google Shape;6321;p55"/>
            <p:cNvSpPr/>
            <p:nvPr/>
          </p:nvSpPr>
          <p:spPr>
            <a:xfrm>
              <a:off x="2560450" y="710475"/>
              <a:ext cx="35950" cy="23750"/>
            </a:xfrm>
            <a:custGeom>
              <a:rect b="b" l="l" r="r" t="t"/>
              <a:pathLst>
                <a:path extrusionOk="0" h="950" w="1438">
                  <a:moveTo>
                    <a:pt x="254" y="0"/>
                  </a:moveTo>
                  <a:cubicBezTo>
                    <a:pt x="99" y="0"/>
                    <a:pt x="1" y="245"/>
                    <a:pt x="170" y="329"/>
                  </a:cubicBezTo>
                  <a:cubicBezTo>
                    <a:pt x="470" y="505"/>
                    <a:pt x="771" y="680"/>
                    <a:pt x="1022" y="906"/>
                  </a:cubicBezTo>
                  <a:cubicBezTo>
                    <a:pt x="1058" y="936"/>
                    <a:pt x="1098" y="949"/>
                    <a:pt x="1138" y="949"/>
                  </a:cubicBezTo>
                  <a:cubicBezTo>
                    <a:pt x="1291" y="949"/>
                    <a:pt x="1437" y="755"/>
                    <a:pt x="1298" y="655"/>
                  </a:cubicBezTo>
                  <a:cubicBezTo>
                    <a:pt x="997" y="404"/>
                    <a:pt x="696" y="204"/>
                    <a:pt x="345" y="28"/>
                  </a:cubicBezTo>
                  <a:cubicBezTo>
                    <a:pt x="314" y="9"/>
                    <a:pt x="283" y="0"/>
                    <a:pt x="254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2" name="Google Shape;6322;p55"/>
            <p:cNvSpPr/>
            <p:nvPr/>
          </p:nvSpPr>
          <p:spPr>
            <a:xfrm>
              <a:off x="2594600" y="705600"/>
              <a:ext cx="27575" cy="24100"/>
            </a:xfrm>
            <a:custGeom>
              <a:rect b="b" l="l" r="r" t="t"/>
              <a:pathLst>
                <a:path extrusionOk="0" h="964" w="1103">
                  <a:moveTo>
                    <a:pt x="252" y="0"/>
                  </a:moveTo>
                  <a:cubicBezTo>
                    <a:pt x="120" y="0"/>
                    <a:pt x="1" y="124"/>
                    <a:pt x="107" y="248"/>
                  </a:cubicBezTo>
                  <a:cubicBezTo>
                    <a:pt x="282" y="524"/>
                    <a:pt x="508" y="725"/>
                    <a:pt x="759" y="925"/>
                  </a:cubicBezTo>
                  <a:cubicBezTo>
                    <a:pt x="795" y="952"/>
                    <a:pt x="830" y="964"/>
                    <a:pt x="863" y="964"/>
                  </a:cubicBezTo>
                  <a:cubicBezTo>
                    <a:pt x="1011" y="964"/>
                    <a:pt x="1103" y="723"/>
                    <a:pt x="959" y="599"/>
                  </a:cubicBezTo>
                  <a:cubicBezTo>
                    <a:pt x="759" y="449"/>
                    <a:pt x="558" y="274"/>
                    <a:pt x="408" y="73"/>
                  </a:cubicBezTo>
                  <a:cubicBezTo>
                    <a:pt x="364" y="22"/>
                    <a:pt x="307" y="0"/>
                    <a:pt x="252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3" name="Google Shape;6323;p55"/>
            <p:cNvSpPr/>
            <p:nvPr/>
          </p:nvSpPr>
          <p:spPr>
            <a:xfrm>
              <a:off x="2655025" y="603700"/>
              <a:ext cx="18975" cy="22950"/>
            </a:xfrm>
            <a:custGeom>
              <a:rect b="b" l="l" r="r" t="t"/>
              <a:pathLst>
                <a:path extrusionOk="0" h="918" w="759">
                  <a:moveTo>
                    <a:pt x="514" y="0"/>
                  </a:moveTo>
                  <a:cubicBezTo>
                    <a:pt x="455" y="0"/>
                    <a:pt x="394" y="26"/>
                    <a:pt x="347" y="89"/>
                  </a:cubicBezTo>
                  <a:cubicBezTo>
                    <a:pt x="221" y="264"/>
                    <a:pt x="121" y="465"/>
                    <a:pt x="46" y="690"/>
                  </a:cubicBezTo>
                  <a:cubicBezTo>
                    <a:pt x="0" y="827"/>
                    <a:pt x="111" y="918"/>
                    <a:pt x="222" y="918"/>
                  </a:cubicBezTo>
                  <a:cubicBezTo>
                    <a:pt x="295" y="918"/>
                    <a:pt x="367" y="879"/>
                    <a:pt x="397" y="791"/>
                  </a:cubicBezTo>
                  <a:cubicBezTo>
                    <a:pt x="472" y="590"/>
                    <a:pt x="572" y="440"/>
                    <a:pt x="672" y="264"/>
                  </a:cubicBezTo>
                  <a:cubicBezTo>
                    <a:pt x="759" y="126"/>
                    <a:pt x="643" y="0"/>
                    <a:pt x="514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4" name="Google Shape;6324;p55"/>
            <p:cNvSpPr/>
            <p:nvPr/>
          </p:nvSpPr>
          <p:spPr>
            <a:xfrm>
              <a:off x="2675100" y="602450"/>
              <a:ext cx="21025" cy="30750"/>
            </a:xfrm>
            <a:custGeom>
              <a:rect b="b" l="l" r="r" t="t"/>
              <a:pathLst>
                <a:path extrusionOk="0" h="1230" w="841">
                  <a:moveTo>
                    <a:pt x="605" y="0"/>
                  </a:moveTo>
                  <a:cubicBezTo>
                    <a:pt x="553" y="0"/>
                    <a:pt x="502" y="26"/>
                    <a:pt x="471" y="89"/>
                  </a:cubicBezTo>
                  <a:cubicBezTo>
                    <a:pt x="346" y="389"/>
                    <a:pt x="195" y="665"/>
                    <a:pt x="70" y="966"/>
                  </a:cubicBezTo>
                  <a:cubicBezTo>
                    <a:pt x="1" y="1104"/>
                    <a:pt x="134" y="1230"/>
                    <a:pt x="256" y="1230"/>
                  </a:cubicBezTo>
                  <a:cubicBezTo>
                    <a:pt x="311" y="1230"/>
                    <a:pt x="364" y="1204"/>
                    <a:pt x="396" y="1141"/>
                  </a:cubicBezTo>
                  <a:lnTo>
                    <a:pt x="772" y="264"/>
                  </a:lnTo>
                  <a:cubicBezTo>
                    <a:pt x="841" y="126"/>
                    <a:pt x="720" y="0"/>
                    <a:pt x="605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5" name="Google Shape;6325;p55"/>
            <p:cNvSpPr/>
            <p:nvPr/>
          </p:nvSpPr>
          <p:spPr>
            <a:xfrm>
              <a:off x="2208325" y="684150"/>
              <a:ext cx="45850" cy="35975"/>
            </a:xfrm>
            <a:custGeom>
              <a:rect b="b" l="l" r="r" t="t"/>
              <a:pathLst>
                <a:path extrusionOk="0" h="1439" w="1834">
                  <a:moveTo>
                    <a:pt x="254" y="1"/>
                  </a:moveTo>
                  <a:cubicBezTo>
                    <a:pt x="99" y="1"/>
                    <a:pt x="0" y="249"/>
                    <a:pt x="169" y="355"/>
                  </a:cubicBezTo>
                  <a:cubicBezTo>
                    <a:pt x="621" y="655"/>
                    <a:pt x="1072" y="981"/>
                    <a:pt x="1448" y="1382"/>
                  </a:cubicBezTo>
                  <a:cubicBezTo>
                    <a:pt x="1488" y="1422"/>
                    <a:pt x="1531" y="1439"/>
                    <a:pt x="1573" y="1439"/>
                  </a:cubicBezTo>
                  <a:cubicBezTo>
                    <a:pt x="1715" y="1439"/>
                    <a:pt x="1834" y="1248"/>
                    <a:pt x="1698" y="1132"/>
                  </a:cubicBezTo>
                  <a:cubicBezTo>
                    <a:pt x="1297" y="705"/>
                    <a:pt x="846" y="355"/>
                    <a:pt x="345" y="29"/>
                  </a:cubicBezTo>
                  <a:cubicBezTo>
                    <a:pt x="313" y="9"/>
                    <a:pt x="283" y="1"/>
                    <a:pt x="254" y="1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6" name="Google Shape;6326;p55"/>
            <p:cNvSpPr/>
            <p:nvPr/>
          </p:nvSpPr>
          <p:spPr>
            <a:xfrm>
              <a:off x="2203700" y="713425"/>
              <a:ext cx="35025" cy="19150"/>
            </a:xfrm>
            <a:custGeom>
              <a:rect b="b" l="l" r="r" t="t"/>
              <a:pathLst>
                <a:path extrusionOk="0" h="766" w="1401">
                  <a:moveTo>
                    <a:pt x="243" y="0"/>
                  </a:moveTo>
                  <a:cubicBezTo>
                    <a:pt x="63" y="0"/>
                    <a:pt x="0" y="294"/>
                    <a:pt x="204" y="362"/>
                  </a:cubicBezTo>
                  <a:cubicBezTo>
                    <a:pt x="505" y="462"/>
                    <a:pt x="780" y="587"/>
                    <a:pt x="1031" y="737"/>
                  </a:cubicBezTo>
                  <a:cubicBezTo>
                    <a:pt x="1063" y="757"/>
                    <a:pt x="1094" y="766"/>
                    <a:pt x="1124" y="766"/>
                  </a:cubicBezTo>
                  <a:cubicBezTo>
                    <a:pt x="1285" y="766"/>
                    <a:pt x="1401" y="521"/>
                    <a:pt x="1232" y="437"/>
                  </a:cubicBezTo>
                  <a:cubicBezTo>
                    <a:pt x="931" y="261"/>
                    <a:pt x="630" y="111"/>
                    <a:pt x="304" y="11"/>
                  </a:cubicBezTo>
                  <a:cubicBezTo>
                    <a:pt x="283" y="3"/>
                    <a:pt x="262" y="0"/>
                    <a:pt x="243" y="0"/>
                  </a:cubicBezTo>
                  <a:close/>
                </a:path>
              </a:pathLst>
            </a:custGeom>
            <a:solidFill>
              <a:srgbClr val="C6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7" name="Google Shape;6327;p55"/>
            <p:cNvSpPr/>
            <p:nvPr/>
          </p:nvSpPr>
          <p:spPr>
            <a:xfrm>
              <a:off x="2151775" y="1203025"/>
              <a:ext cx="811425" cy="370175"/>
            </a:xfrm>
            <a:custGeom>
              <a:rect b="b" l="l" r="r" t="t"/>
              <a:pathLst>
                <a:path extrusionOk="0" h="14807" w="32457">
                  <a:moveTo>
                    <a:pt x="31554" y="1"/>
                  </a:moveTo>
                  <a:cubicBezTo>
                    <a:pt x="31153" y="276"/>
                    <a:pt x="30752" y="527"/>
                    <a:pt x="30326" y="778"/>
                  </a:cubicBezTo>
                  <a:cubicBezTo>
                    <a:pt x="30226" y="853"/>
                    <a:pt x="30126" y="903"/>
                    <a:pt x="30000" y="953"/>
                  </a:cubicBezTo>
                  <a:cubicBezTo>
                    <a:pt x="29750" y="1103"/>
                    <a:pt x="29474" y="1254"/>
                    <a:pt x="29198" y="1404"/>
                  </a:cubicBezTo>
                  <a:cubicBezTo>
                    <a:pt x="29098" y="1454"/>
                    <a:pt x="28973" y="1504"/>
                    <a:pt x="28873" y="1580"/>
                  </a:cubicBezTo>
                  <a:cubicBezTo>
                    <a:pt x="28271" y="1855"/>
                    <a:pt x="27670" y="2131"/>
                    <a:pt x="27068" y="2357"/>
                  </a:cubicBezTo>
                  <a:cubicBezTo>
                    <a:pt x="26943" y="2407"/>
                    <a:pt x="26843" y="2457"/>
                    <a:pt x="26717" y="2507"/>
                  </a:cubicBezTo>
                  <a:cubicBezTo>
                    <a:pt x="26066" y="2758"/>
                    <a:pt x="25414" y="2983"/>
                    <a:pt x="24737" y="3184"/>
                  </a:cubicBezTo>
                  <a:cubicBezTo>
                    <a:pt x="24612" y="3209"/>
                    <a:pt x="24512" y="3234"/>
                    <a:pt x="24386" y="3284"/>
                  </a:cubicBezTo>
                  <a:cubicBezTo>
                    <a:pt x="23785" y="3459"/>
                    <a:pt x="23158" y="3610"/>
                    <a:pt x="22532" y="3735"/>
                  </a:cubicBezTo>
                  <a:cubicBezTo>
                    <a:pt x="22406" y="3760"/>
                    <a:pt x="22281" y="3785"/>
                    <a:pt x="22181" y="3810"/>
                  </a:cubicBezTo>
                  <a:cubicBezTo>
                    <a:pt x="21705" y="3910"/>
                    <a:pt x="21229" y="4011"/>
                    <a:pt x="20727" y="4086"/>
                  </a:cubicBezTo>
                  <a:cubicBezTo>
                    <a:pt x="20627" y="4111"/>
                    <a:pt x="20502" y="4136"/>
                    <a:pt x="20376" y="4161"/>
                  </a:cubicBezTo>
                  <a:cubicBezTo>
                    <a:pt x="19775" y="4236"/>
                    <a:pt x="19173" y="4337"/>
                    <a:pt x="18572" y="4387"/>
                  </a:cubicBezTo>
                  <a:cubicBezTo>
                    <a:pt x="18472" y="4412"/>
                    <a:pt x="18346" y="4437"/>
                    <a:pt x="18221" y="4437"/>
                  </a:cubicBezTo>
                  <a:cubicBezTo>
                    <a:pt x="17695" y="4487"/>
                    <a:pt x="17143" y="4537"/>
                    <a:pt x="16617" y="4587"/>
                  </a:cubicBezTo>
                  <a:cubicBezTo>
                    <a:pt x="16492" y="4587"/>
                    <a:pt x="16366" y="4587"/>
                    <a:pt x="16266" y="4612"/>
                  </a:cubicBezTo>
                  <a:cubicBezTo>
                    <a:pt x="15740" y="4637"/>
                    <a:pt x="15239" y="4662"/>
                    <a:pt x="14712" y="4662"/>
                  </a:cubicBezTo>
                  <a:cubicBezTo>
                    <a:pt x="14612" y="4687"/>
                    <a:pt x="14462" y="4687"/>
                    <a:pt x="14361" y="4687"/>
                  </a:cubicBezTo>
                  <a:cubicBezTo>
                    <a:pt x="14035" y="4700"/>
                    <a:pt x="13716" y="4706"/>
                    <a:pt x="13403" y="4706"/>
                  </a:cubicBezTo>
                  <a:cubicBezTo>
                    <a:pt x="13089" y="4706"/>
                    <a:pt x="12782" y="4700"/>
                    <a:pt x="12482" y="4687"/>
                  </a:cubicBezTo>
                  <a:lnTo>
                    <a:pt x="12106" y="4687"/>
                  </a:lnTo>
                  <a:cubicBezTo>
                    <a:pt x="11730" y="4687"/>
                    <a:pt x="11329" y="4687"/>
                    <a:pt x="10953" y="4662"/>
                  </a:cubicBezTo>
                  <a:cubicBezTo>
                    <a:pt x="10827" y="4662"/>
                    <a:pt x="10702" y="4662"/>
                    <a:pt x="10577" y="4637"/>
                  </a:cubicBezTo>
                  <a:cubicBezTo>
                    <a:pt x="8948" y="4587"/>
                    <a:pt x="7394" y="4437"/>
                    <a:pt x="6066" y="4286"/>
                  </a:cubicBezTo>
                  <a:cubicBezTo>
                    <a:pt x="2757" y="3910"/>
                    <a:pt x="602" y="3409"/>
                    <a:pt x="602" y="3409"/>
                  </a:cubicBezTo>
                  <a:lnTo>
                    <a:pt x="0" y="13234"/>
                  </a:lnTo>
                  <a:cubicBezTo>
                    <a:pt x="4010" y="14086"/>
                    <a:pt x="7544" y="14562"/>
                    <a:pt x="10677" y="14738"/>
                  </a:cubicBezTo>
                  <a:lnTo>
                    <a:pt x="11078" y="14738"/>
                  </a:lnTo>
                  <a:cubicBezTo>
                    <a:pt x="11429" y="14763"/>
                    <a:pt x="11780" y="14788"/>
                    <a:pt x="12156" y="14788"/>
                  </a:cubicBezTo>
                  <a:lnTo>
                    <a:pt x="12607" y="14788"/>
                  </a:lnTo>
                  <a:cubicBezTo>
                    <a:pt x="12908" y="14800"/>
                    <a:pt x="13202" y="14807"/>
                    <a:pt x="13490" y="14807"/>
                  </a:cubicBezTo>
                  <a:cubicBezTo>
                    <a:pt x="13779" y="14807"/>
                    <a:pt x="14061" y="14800"/>
                    <a:pt x="14336" y="14788"/>
                  </a:cubicBezTo>
                  <a:lnTo>
                    <a:pt x="14712" y="14788"/>
                  </a:lnTo>
                  <a:cubicBezTo>
                    <a:pt x="15464" y="14763"/>
                    <a:pt x="16166" y="14738"/>
                    <a:pt x="16868" y="14687"/>
                  </a:cubicBezTo>
                  <a:cubicBezTo>
                    <a:pt x="16993" y="14662"/>
                    <a:pt x="17118" y="14662"/>
                    <a:pt x="17244" y="14637"/>
                  </a:cubicBezTo>
                  <a:cubicBezTo>
                    <a:pt x="18046" y="14587"/>
                    <a:pt x="18822" y="14487"/>
                    <a:pt x="19549" y="14362"/>
                  </a:cubicBezTo>
                  <a:cubicBezTo>
                    <a:pt x="19700" y="14362"/>
                    <a:pt x="19825" y="14337"/>
                    <a:pt x="19925" y="14312"/>
                  </a:cubicBezTo>
                  <a:cubicBezTo>
                    <a:pt x="20401" y="14236"/>
                    <a:pt x="20853" y="14161"/>
                    <a:pt x="21279" y="14086"/>
                  </a:cubicBezTo>
                  <a:cubicBezTo>
                    <a:pt x="21404" y="14061"/>
                    <a:pt x="21529" y="14036"/>
                    <a:pt x="21630" y="13986"/>
                  </a:cubicBezTo>
                  <a:cubicBezTo>
                    <a:pt x="21955" y="13936"/>
                    <a:pt x="22256" y="13860"/>
                    <a:pt x="22532" y="13785"/>
                  </a:cubicBezTo>
                  <a:cubicBezTo>
                    <a:pt x="22657" y="13760"/>
                    <a:pt x="22782" y="13735"/>
                    <a:pt x="22908" y="13710"/>
                  </a:cubicBezTo>
                  <a:cubicBezTo>
                    <a:pt x="23484" y="13560"/>
                    <a:pt x="24010" y="13384"/>
                    <a:pt x="24537" y="13234"/>
                  </a:cubicBezTo>
                  <a:cubicBezTo>
                    <a:pt x="24662" y="13184"/>
                    <a:pt x="24787" y="13134"/>
                    <a:pt x="24913" y="13109"/>
                  </a:cubicBezTo>
                  <a:cubicBezTo>
                    <a:pt x="25514" y="12908"/>
                    <a:pt x="26066" y="12682"/>
                    <a:pt x="26592" y="12457"/>
                  </a:cubicBezTo>
                  <a:cubicBezTo>
                    <a:pt x="26717" y="12407"/>
                    <a:pt x="26843" y="12357"/>
                    <a:pt x="26943" y="12307"/>
                  </a:cubicBezTo>
                  <a:cubicBezTo>
                    <a:pt x="27269" y="12156"/>
                    <a:pt x="27544" y="12031"/>
                    <a:pt x="27820" y="11880"/>
                  </a:cubicBezTo>
                  <a:cubicBezTo>
                    <a:pt x="27970" y="11805"/>
                    <a:pt x="28121" y="11730"/>
                    <a:pt x="28271" y="11655"/>
                  </a:cubicBezTo>
                  <a:cubicBezTo>
                    <a:pt x="28572" y="11479"/>
                    <a:pt x="28848" y="11329"/>
                    <a:pt x="29123" y="11179"/>
                  </a:cubicBezTo>
                  <a:cubicBezTo>
                    <a:pt x="29299" y="11053"/>
                    <a:pt x="29449" y="10953"/>
                    <a:pt x="29599" y="10853"/>
                  </a:cubicBezTo>
                  <a:cubicBezTo>
                    <a:pt x="30928" y="9976"/>
                    <a:pt x="31529" y="9299"/>
                    <a:pt x="31529" y="9299"/>
                  </a:cubicBezTo>
                  <a:cubicBezTo>
                    <a:pt x="32432" y="7545"/>
                    <a:pt x="32457" y="5239"/>
                    <a:pt x="32231" y="3359"/>
                  </a:cubicBezTo>
                  <a:cubicBezTo>
                    <a:pt x="32031" y="1454"/>
                    <a:pt x="31554" y="1"/>
                    <a:pt x="315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8" name="Google Shape;6328;p55"/>
            <p:cNvSpPr/>
            <p:nvPr/>
          </p:nvSpPr>
          <p:spPr>
            <a:xfrm>
              <a:off x="2879850" y="1222450"/>
              <a:ext cx="40750" cy="260050"/>
            </a:xfrm>
            <a:custGeom>
              <a:rect b="b" l="l" r="r" t="t"/>
              <a:pathLst>
                <a:path extrusionOk="0" h="10402" w="1630">
                  <a:moveTo>
                    <a:pt x="1203" y="1"/>
                  </a:moveTo>
                  <a:cubicBezTo>
                    <a:pt x="1103" y="76"/>
                    <a:pt x="1003" y="126"/>
                    <a:pt x="877" y="176"/>
                  </a:cubicBezTo>
                  <a:cubicBezTo>
                    <a:pt x="1178" y="1404"/>
                    <a:pt x="1253" y="2783"/>
                    <a:pt x="1203" y="4186"/>
                  </a:cubicBezTo>
                  <a:cubicBezTo>
                    <a:pt x="1078" y="6367"/>
                    <a:pt x="602" y="8597"/>
                    <a:pt x="0" y="10402"/>
                  </a:cubicBezTo>
                  <a:cubicBezTo>
                    <a:pt x="176" y="10276"/>
                    <a:pt x="326" y="10176"/>
                    <a:pt x="476" y="10076"/>
                  </a:cubicBezTo>
                  <a:cubicBezTo>
                    <a:pt x="1053" y="8221"/>
                    <a:pt x="1504" y="6041"/>
                    <a:pt x="1579" y="3910"/>
                  </a:cubicBezTo>
                  <a:cubicBezTo>
                    <a:pt x="1629" y="2532"/>
                    <a:pt x="1529" y="1204"/>
                    <a:pt x="12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9" name="Google Shape;6329;p55"/>
            <p:cNvSpPr/>
            <p:nvPr/>
          </p:nvSpPr>
          <p:spPr>
            <a:xfrm>
              <a:off x="2847275" y="1238125"/>
              <a:ext cx="41375" cy="261925"/>
            </a:xfrm>
            <a:custGeom>
              <a:rect b="b" l="l" r="r" t="t"/>
              <a:pathLst>
                <a:path extrusionOk="0" h="10477" w="1655">
                  <a:moveTo>
                    <a:pt x="1378" y="0"/>
                  </a:moveTo>
                  <a:cubicBezTo>
                    <a:pt x="1278" y="50"/>
                    <a:pt x="1153" y="100"/>
                    <a:pt x="1053" y="176"/>
                  </a:cubicBezTo>
                  <a:cubicBezTo>
                    <a:pt x="1253" y="1529"/>
                    <a:pt x="1303" y="2958"/>
                    <a:pt x="1203" y="4411"/>
                  </a:cubicBezTo>
                  <a:cubicBezTo>
                    <a:pt x="1078" y="6491"/>
                    <a:pt x="652" y="8597"/>
                    <a:pt x="0" y="10476"/>
                  </a:cubicBezTo>
                  <a:cubicBezTo>
                    <a:pt x="150" y="10401"/>
                    <a:pt x="301" y="10326"/>
                    <a:pt x="451" y="10251"/>
                  </a:cubicBezTo>
                  <a:cubicBezTo>
                    <a:pt x="1078" y="8321"/>
                    <a:pt x="1479" y="6241"/>
                    <a:pt x="1579" y="4186"/>
                  </a:cubicBezTo>
                  <a:cubicBezTo>
                    <a:pt x="1654" y="2757"/>
                    <a:pt x="1604" y="1329"/>
                    <a:pt x="13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0" name="Google Shape;6330;p55"/>
            <p:cNvSpPr/>
            <p:nvPr/>
          </p:nvSpPr>
          <p:spPr>
            <a:xfrm>
              <a:off x="2816550" y="1261925"/>
              <a:ext cx="16325" cy="252525"/>
            </a:xfrm>
            <a:custGeom>
              <a:rect b="b" l="l" r="r" t="t"/>
              <a:pathLst>
                <a:path extrusionOk="0" h="10101" w="653">
                  <a:moveTo>
                    <a:pt x="477" y="1"/>
                  </a:moveTo>
                  <a:cubicBezTo>
                    <a:pt x="352" y="51"/>
                    <a:pt x="252" y="101"/>
                    <a:pt x="126" y="151"/>
                  </a:cubicBezTo>
                  <a:cubicBezTo>
                    <a:pt x="252" y="1655"/>
                    <a:pt x="302" y="3133"/>
                    <a:pt x="277" y="4637"/>
                  </a:cubicBezTo>
                  <a:cubicBezTo>
                    <a:pt x="252" y="6467"/>
                    <a:pt x="126" y="8271"/>
                    <a:pt x="1" y="10101"/>
                  </a:cubicBezTo>
                  <a:cubicBezTo>
                    <a:pt x="126" y="10051"/>
                    <a:pt x="252" y="10001"/>
                    <a:pt x="352" y="9951"/>
                  </a:cubicBezTo>
                  <a:cubicBezTo>
                    <a:pt x="502" y="8121"/>
                    <a:pt x="628" y="6291"/>
                    <a:pt x="628" y="4462"/>
                  </a:cubicBezTo>
                  <a:cubicBezTo>
                    <a:pt x="653" y="2983"/>
                    <a:pt x="602" y="1504"/>
                    <a:pt x="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1" name="Google Shape;6331;p55"/>
            <p:cNvSpPr/>
            <p:nvPr/>
          </p:nvSpPr>
          <p:spPr>
            <a:xfrm>
              <a:off x="2761425" y="1282600"/>
              <a:ext cx="20075" cy="251275"/>
            </a:xfrm>
            <a:custGeom>
              <a:rect b="b" l="l" r="r" t="t"/>
              <a:pathLst>
                <a:path extrusionOk="0" h="10051" w="803">
                  <a:moveTo>
                    <a:pt x="351" y="1"/>
                  </a:moveTo>
                  <a:cubicBezTo>
                    <a:pt x="226" y="26"/>
                    <a:pt x="126" y="51"/>
                    <a:pt x="0" y="101"/>
                  </a:cubicBezTo>
                  <a:cubicBezTo>
                    <a:pt x="301" y="1630"/>
                    <a:pt x="401" y="3159"/>
                    <a:pt x="426" y="4712"/>
                  </a:cubicBezTo>
                  <a:cubicBezTo>
                    <a:pt x="426" y="6492"/>
                    <a:pt x="301" y="8271"/>
                    <a:pt x="151" y="10051"/>
                  </a:cubicBezTo>
                  <a:cubicBezTo>
                    <a:pt x="276" y="10001"/>
                    <a:pt x="401" y="9951"/>
                    <a:pt x="527" y="9926"/>
                  </a:cubicBezTo>
                  <a:cubicBezTo>
                    <a:pt x="677" y="8121"/>
                    <a:pt x="802" y="6342"/>
                    <a:pt x="777" y="4562"/>
                  </a:cubicBezTo>
                  <a:cubicBezTo>
                    <a:pt x="752" y="3033"/>
                    <a:pt x="652" y="1504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2" name="Google Shape;6332;p55"/>
            <p:cNvSpPr/>
            <p:nvPr/>
          </p:nvSpPr>
          <p:spPr>
            <a:xfrm>
              <a:off x="2706275" y="1296400"/>
              <a:ext cx="24475" cy="251275"/>
            </a:xfrm>
            <a:custGeom>
              <a:rect b="b" l="l" r="r" t="t"/>
              <a:pathLst>
                <a:path extrusionOk="0" h="10051" w="979">
                  <a:moveTo>
                    <a:pt x="352" y="0"/>
                  </a:moveTo>
                  <a:cubicBezTo>
                    <a:pt x="226" y="25"/>
                    <a:pt x="101" y="50"/>
                    <a:pt x="1" y="75"/>
                  </a:cubicBezTo>
                  <a:cubicBezTo>
                    <a:pt x="377" y="1579"/>
                    <a:pt x="527" y="3258"/>
                    <a:pt x="577" y="4912"/>
                  </a:cubicBezTo>
                  <a:cubicBezTo>
                    <a:pt x="627" y="6667"/>
                    <a:pt x="502" y="8446"/>
                    <a:pt x="352" y="10050"/>
                  </a:cubicBezTo>
                  <a:cubicBezTo>
                    <a:pt x="477" y="10025"/>
                    <a:pt x="602" y="10000"/>
                    <a:pt x="728" y="9975"/>
                  </a:cubicBezTo>
                  <a:cubicBezTo>
                    <a:pt x="878" y="8321"/>
                    <a:pt x="978" y="6541"/>
                    <a:pt x="928" y="4787"/>
                  </a:cubicBezTo>
                  <a:cubicBezTo>
                    <a:pt x="903" y="3133"/>
                    <a:pt x="728" y="1504"/>
                    <a:pt x="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3" name="Google Shape;6333;p55"/>
            <p:cNvSpPr/>
            <p:nvPr/>
          </p:nvSpPr>
          <p:spPr>
            <a:xfrm>
              <a:off x="2661175" y="1305150"/>
              <a:ext cx="32600" cy="250025"/>
            </a:xfrm>
            <a:custGeom>
              <a:rect b="b" l="l" r="r" t="t"/>
              <a:pathLst>
                <a:path extrusionOk="0" h="10001" w="1304">
                  <a:moveTo>
                    <a:pt x="351" y="1"/>
                  </a:moveTo>
                  <a:cubicBezTo>
                    <a:pt x="251" y="26"/>
                    <a:pt x="126" y="51"/>
                    <a:pt x="0" y="76"/>
                  </a:cubicBezTo>
                  <a:cubicBezTo>
                    <a:pt x="326" y="1730"/>
                    <a:pt x="577" y="3384"/>
                    <a:pt x="727" y="5064"/>
                  </a:cubicBezTo>
                  <a:cubicBezTo>
                    <a:pt x="878" y="6693"/>
                    <a:pt x="928" y="8347"/>
                    <a:pt x="903" y="10001"/>
                  </a:cubicBezTo>
                  <a:cubicBezTo>
                    <a:pt x="1028" y="9976"/>
                    <a:pt x="1153" y="9951"/>
                    <a:pt x="1254" y="9901"/>
                  </a:cubicBezTo>
                  <a:cubicBezTo>
                    <a:pt x="1304" y="8247"/>
                    <a:pt x="1228" y="6592"/>
                    <a:pt x="1078" y="4963"/>
                  </a:cubicBezTo>
                  <a:cubicBezTo>
                    <a:pt x="928" y="3309"/>
                    <a:pt x="677" y="1655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4" name="Google Shape;6334;p55"/>
            <p:cNvSpPr/>
            <p:nvPr/>
          </p:nvSpPr>
          <p:spPr>
            <a:xfrm>
              <a:off x="2607275" y="1312675"/>
              <a:ext cx="42650" cy="249400"/>
            </a:xfrm>
            <a:custGeom>
              <a:rect b="b" l="l" r="r" t="t"/>
              <a:pathLst>
                <a:path extrusionOk="0" h="9976" w="1706">
                  <a:moveTo>
                    <a:pt x="352" y="1"/>
                  </a:moveTo>
                  <a:cubicBezTo>
                    <a:pt x="252" y="26"/>
                    <a:pt x="126" y="51"/>
                    <a:pt x="1" y="51"/>
                  </a:cubicBezTo>
                  <a:cubicBezTo>
                    <a:pt x="151" y="1730"/>
                    <a:pt x="252" y="3434"/>
                    <a:pt x="502" y="5088"/>
                  </a:cubicBezTo>
                  <a:cubicBezTo>
                    <a:pt x="527" y="5164"/>
                    <a:pt x="552" y="5264"/>
                    <a:pt x="552" y="5339"/>
                  </a:cubicBezTo>
                  <a:cubicBezTo>
                    <a:pt x="803" y="6943"/>
                    <a:pt x="1204" y="8422"/>
                    <a:pt x="1329" y="9976"/>
                  </a:cubicBezTo>
                  <a:cubicBezTo>
                    <a:pt x="1480" y="9976"/>
                    <a:pt x="1605" y="9951"/>
                    <a:pt x="1705" y="9926"/>
                  </a:cubicBezTo>
                  <a:cubicBezTo>
                    <a:pt x="1630" y="8647"/>
                    <a:pt x="1379" y="7469"/>
                    <a:pt x="1079" y="6166"/>
                  </a:cubicBezTo>
                  <a:cubicBezTo>
                    <a:pt x="1029" y="5865"/>
                    <a:pt x="953" y="5565"/>
                    <a:pt x="903" y="5264"/>
                  </a:cubicBezTo>
                  <a:cubicBezTo>
                    <a:pt x="602" y="3535"/>
                    <a:pt x="527" y="1755"/>
                    <a:pt x="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5" name="Google Shape;6335;p55"/>
            <p:cNvSpPr/>
            <p:nvPr/>
          </p:nvSpPr>
          <p:spPr>
            <a:xfrm>
              <a:off x="2558425" y="1317700"/>
              <a:ext cx="24450" cy="252525"/>
            </a:xfrm>
            <a:custGeom>
              <a:rect b="b" l="l" r="r" t="t"/>
              <a:pathLst>
                <a:path extrusionOk="0" h="10101" w="978">
                  <a:moveTo>
                    <a:pt x="351" y="0"/>
                  </a:moveTo>
                  <a:cubicBezTo>
                    <a:pt x="226" y="0"/>
                    <a:pt x="100" y="0"/>
                    <a:pt x="0" y="25"/>
                  </a:cubicBezTo>
                  <a:cubicBezTo>
                    <a:pt x="201" y="1855"/>
                    <a:pt x="376" y="3709"/>
                    <a:pt x="476" y="5564"/>
                  </a:cubicBezTo>
                  <a:cubicBezTo>
                    <a:pt x="551" y="7068"/>
                    <a:pt x="602" y="8572"/>
                    <a:pt x="602" y="10100"/>
                  </a:cubicBezTo>
                  <a:cubicBezTo>
                    <a:pt x="727" y="10075"/>
                    <a:pt x="852" y="10075"/>
                    <a:pt x="978" y="10050"/>
                  </a:cubicBezTo>
                  <a:cubicBezTo>
                    <a:pt x="952" y="8522"/>
                    <a:pt x="902" y="7018"/>
                    <a:pt x="827" y="5514"/>
                  </a:cubicBezTo>
                  <a:cubicBezTo>
                    <a:pt x="727" y="3659"/>
                    <a:pt x="577" y="183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6" name="Google Shape;6336;p55"/>
            <p:cNvSpPr/>
            <p:nvPr/>
          </p:nvSpPr>
          <p:spPr>
            <a:xfrm>
              <a:off x="2505150" y="1319575"/>
              <a:ext cx="14450" cy="253150"/>
            </a:xfrm>
            <a:custGeom>
              <a:rect b="b" l="l" r="r" t="t"/>
              <a:pathLst>
                <a:path extrusionOk="0" h="10126" w="578">
                  <a:moveTo>
                    <a:pt x="577" y="0"/>
                  </a:moveTo>
                  <a:lnTo>
                    <a:pt x="577" y="0"/>
                  </a:lnTo>
                  <a:cubicBezTo>
                    <a:pt x="477" y="25"/>
                    <a:pt x="327" y="25"/>
                    <a:pt x="226" y="25"/>
                  </a:cubicBezTo>
                  <a:cubicBezTo>
                    <a:pt x="176" y="1955"/>
                    <a:pt x="51" y="3935"/>
                    <a:pt x="26" y="5890"/>
                  </a:cubicBezTo>
                  <a:cubicBezTo>
                    <a:pt x="1" y="7319"/>
                    <a:pt x="51" y="8747"/>
                    <a:pt x="201" y="10126"/>
                  </a:cubicBezTo>
                  <a:lnTo>
                    <a:pt x="577" y="10126"/>
                  </a:lnTo>
                  <a:cubicBezTo>
                    <a:pt x="402" y="8722"/>
                    <a:pt x="352" y="7294"/>
                    <a:pt x="377" y="5840"/>
                  </a:cubicBezTo>
                  <a:cubicBezTo>
                    <a:pt x="402" y="3885"/>
                    <a:pt x="527" y="1930"/>
                    <a:pt x="5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7" name="Google Shape;6337;p55"/>
            <p:cNvSpPr/>
            <p:nvPr/>
          </p:nvSpPr>
          <p:spPr>
            <a:xfrm>
              <a:off x="2445000" y="1320200"/>
              <a:ext cx="21950" cy="252525"/>
            </a:xfrm>
            <a:custGeom>
              <a:rect b="b" l="l" r="r" t="t"/>
              <a:pathLst>
                <a:path extrusionOk="0" h="10101" w="878">
                  <a:moveTo>
                    <a:pt x="377" y="0"/>
                  </a:moveTo>
                  <a:cubicBezTo>
                    <a:pt x="126" y="2031"/>
                    <a:pt x="1" y="4086"/>
                    <a:pt x="126" y="6141"/>
                  </a:cubicBezTo>
                  <a:cubicBezTo>
                    <a:pt x="126" y="6391"/>
                    <a:pt x="151" y="6642"/>
                    <a:pt x="176" y="6893"/>
                  </a:cubicBezTo>
                  <a:cubicBezTo>
                    <a:pt x="226" y="7695"/>
                    <a:pt x="226" y="9023"/>
                    <a:pt x="427" y="10101"/>
                  </a:cubicBezTo>
                  <a:lnTo>
                    <a:pt x="878" y="10101"/>
                  </a:lnTo>
                  <a:cubicBezTo>
                    <a:pt x="753" y="9048"/>
                    <a:pt x="602" y="7770"/>
                    <a:pt x="602" y="7770"/>
                  </a:cubicBezTo>
                  <a:cubicBezTo>
                    <a:pt x="552" y="7219"/>
                    <a:pt x="502" y="6667"/>
                    <a:pt x="477" y="6116"/>
                  </a:cubicBezTo>
                  <a:cubicBezTo>
                    <a:pt x="452" y="5790"/>
                    <a:pt x="452" y="5464"/>
                    <a:pt x="452" y="5138"/>
                  </a:cubicBezTo>
                  <a:cubicBezTo>
                    <a:pt x="402" y="3409"/>
                    <a:pt x="527" y="1705"/>
                    <a:pt x="7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8" name="Google Shape;6338;p55"/>
            <p:cNvSpPr/>
            <p:nvPr/>
          </p:nvSpPr>
          <p:spPr>
            <a:xfrm>
              <a:off x="2399900" y="1318950"/>
              <a:ext cx="28850" cy="252525"/>
            </a:xfrm>
            <a:custGeom>
              <a:rect b="b" l="l" r="r" t="t"/>
              <a:pathLst>
                <a:path extrusionOk="0" h="10101" w="1154">
                  <a:moveTo>
                    <a:pt x="652" y="0"/>
                  </a:moveTo>
                  <a:cubicBezTo>
                    <a:pt x="276" y="2131"/>
                    <a:pt x="0" y="4261"/>
                    <a:pt x="126" y="6341"/>
                  </a:cubicBezTo>
                  <a:cubicBezTo>
                    <a:pt x="176" y="7619"/>
                    <a:pt x="376" y="8873"/>
                    <a:pt x="752" y="10101"/>
                  </a:cubicBezTo>
                  <a:lnTo>
                    <a:pt x="1153" y="10101"/>
                  </a:lnTo>
                  <a:cubicBezTo>
                    <a:pt x="752" y="8873"/>
                    <a:pt x="527" y="7594"/>
                    <a:pt x="476" y="6316"/>
                  </a:cubicBezTo>
                  <a:cubicBezTo>
                    <a:pt x="376" y="4236"/>
                    <a:pt x="627" y="2131"/>
                    <a:pt x="1028" y="25"/>
                  </a:cubicBezTo>
                  <a:cubicBezTo>
                    <a:pt x="902" y="25"/>
                    <a:pt x="777" y="25"/>
                    <a:pt x="6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9" name="Google Shape;6339;p55"/>
            <p:cNvSpPr/>
            <p:nvPr/>
          </p:nvSpPr>
          <p:spPr>
            <a:xfrm>
              <a:off x="2037100" y="1288250"/>
              <a:ext cx="322725" cy="778850"/>
            </a:xfrm>
            <a:custGeom>
              <a:rect b="b" l="l" r="r" t="t"/>
              <a:pathLst>
                <a:path extrusionOk="0" h="31154" w="12909">
                  <a:moveTo>
                    <a:pt x="5189" y="0"/>
                  </a:moveTo>
                  <a:cubicBezTo>
                    <a:pt x="4888" y="326"/>
                    <a:pt x="4612" y="677"/>
                    <a:pt x="4362" y="1028"/>
                  </a:cubicBezTo>
                  <a:cubicBezTo>
                    <a:pt x="4287" y="1153"/>
                    <a:pt x="4211" y="1253"/>
                    <a:pt x="4136" y="1379"/>
                  </a:cubicBezTo>
                  <a:cubicBezTo>
                    <a:pt x="3861" y="1755"/>
                    <a:pt x="3610" y="2181"/>
                    <a:pt x="3384" y="2582"/>
                  </a:cubicBezTo>
                  <a:cubicBezTo>
                    <a:pt x="3334" y="2707"/>
                    <a:pt x="3259" y="2832"/>
                    <a:pt x="3209" y="2933"/>
                  </a:cubicBezTo>
                  <a:cubicBezTo>
                    <a:pt x="2908" y="3484"/>
                    <a:pt x="2657" y="4060"/>
                    <a:pt x="2407" y="4662"/>
                  </a:cubicBezTo>
                  <a:cubicBezTo>
                    <a:pt x="2357" y="4787"/>
                    <a:pt x="2307" y="4913"/>
                    <a:pt x="2256" y="5038"/>
                  </a:cubicBezTo>
                  <a:cubicBezTo>
                    <a:pt x="2056" y="5614"/>
                    <a:pt x="1830" y="6191"/>
                    <a:pt x="1655" y="6817"/>
                  </a:cubicBezTo>
                  <a:cubicBezTo>
                    <a:pt x="1630" y="6918"/>
                    <a:pt x="1580" y="7043"/>
                    <a:pt x="1555" y="7168"/>
                  </a:cubicBezTo>
                  <a:cubicBezTo>
                    <a:pt x="1404" y="7669"/>
                    <a:pt x="1279" y="8171"/>
                    <a:pt x="1154" y="8672"/>
                  </a:cubicBezTo>
                  <a:cubicBezTo>
                    <a:pt x="1129" y="8797"/>
                    <a:pt x="1104" y="8923"/>
                    <a:pt x="1079" y="9023"/>
                  </a:cubicBezTo>
                  <a:cubicBezTo>
                    <a:pt x="953" y="9624"/>
                    <a:pt x="828" y="10226"/>
                    <a:pt x="728" y="10827"/>
                  </a:cubicBezTo>
                  <a:cubicBezTo>
                    <a:pt x="703" y="10953"/>
                    <a:pt x="678" y="11078"/>
                    <a:pt x="678" y="11178"/>
                  </a:cubicBezTo>
                  <a:cubicBezTo>
                    <a:pt x="552" y="11930"/>
                    <a:pt x="452" y="12657"/>
                    <a:pt x="352" y="13409"/>
                  </a:cubicBezTo>
                  <a:cubicBezTo>
                    <a:pt x="352" y="13534"/>
                    <a:pt x="327" y="13659"/>
                    <a:pt x="327" y="13785"/>
                  </a:cubicBezTo>
                  <a:cubicBezTo>
                    <a:pt x="277" y="14186"/>
                    <a:pt x="251" y="14562"/>
                    <a:pt x="201" y="14963"/>
                  </a:cubicBezTo>
                  <a:cubicBezTo>
                    <a:pt x="201" y="15088"/>
                    <a:pt x="201" y="15213"/>
                    <a:pt x="176" y="15339"/>
                  </a:cubicBezTo>
                  <a:cubicBezTo>
                    <a:pt x="126" y="15915"/>
                    <a:pt x="101" y="16492"/>
                    <a:pt x="76" y="17043"/>
                  </a:cubicBezTo>
                  <a:cubicBezTo>
                    <a:pt x="76" y="17168"/>
                    <a:pt x="51" y="17294"/>
                    <a:pt x="51" y="17419"/>
                  </a:cubicBezTo>
                  <a:cubicBezTo>
                    <a:pt x="26" y="18246"/>
                    <a:pt x="1" y="19073"/>
                    <a:pt x="1" y="19875"/>
                  </a:cubicBezTo>
                  <a:cubicBezTo>
                    <a:pt x="1" y="20000"/>
                    <a:pt x="1" y="20101"/>
                    <a:pt x="1" y="20226"/>
                  </a:cubicBezTo>
                  <a:cubicBezTo>
                    <a:pt x="1" y="20777"/>
                    <a:pt x="1" y="21329"/>
                    <a:pt x="1" y="21855"/>
                  </a:cubicBezTo>
                  <a:cubicBezTo>
                    <a:pt x="26" y="21980"/>
                    <a:pt x="26" y="22106"/>
                    <a:pt x="26" y="22206"/>
                  </a:cubicBezTo>
                  <a:cubicBezTo>
                    <a:pt x="51" y="22958"/>
                    <a:pt x="76" y="23660"/>
                    <a:pt x="101" y="24311"/>
                  </a:cubicBezTo>
                  <a:cubicBezTo>
                    <a:pt x="101" y="24436"/>
                    <a:pt x="101" y="24562"/>
                    <a:pt x="126" y="24687"/>
                  </a:cubicBezTo>
                  <a:cubicBezTo>
                    <a:pt x="151" y="25314"/>
                    <a:pt x="201" y="25890"/>
                    <a:pt x="226" y="26441"/>
                  </a:cubicBezTo>
                  <a:cubicBezTo>
                    <a:pt x="251" y="26567"/>
                    <a:pt x="251" y="26692"/>
                    <a:pt x="277" y="26817"/>
                  </a:cubicBezTo>
                  <a:cubicBezTo>
                    <a:pt x="327" y="27594"/>
                    <a:pt x="402" y="28271"/>
                    <a:pt x="452" y="28822"/>
                  </a:cubicBezTo>
                  <a:cubicBezTo>
                    <a:pt x="477" y="28948"/>
                    <a:pt x="477" y="29073"/>
                    <a:pt x="502" y="29173"/>
                  </a:cubicBezTo>
                  <a:cubicBezTo>
                    <a:pt x="577" y="29950"/>
                    <a:pt x="652" y="30376"/>
                    <a:pt x="652" y="30376"/>
                  </a:cubicBezTo>
                  <a:lnTo>
                    <a:pt x="5038" y="30702"/>
                  </a:lnTo>
                  <a:lnTo>
                    <a:pt x="11154" y="31153"/>
                  </a:lnTo>
                  <a:cubicBezTo>
                    <a:pt x="10978" y="30376"/>
                    <a:pt x="10828" y="29549"/>
                    <a:pt x="10703" y="28722"/>
                  </a:cubicBezTo>
                  <a:cubicBezTo>
                    <a:pt x="10678" y="28622"/>
                    <a:pt x="10653" y="28497"/>
                    <a:pt x="10627" y="28371"/>
                  </a:cubicBezTo>
                  <a:cubicBezTo>
                    <a:pt x="10502" y="27519"/>
                    <a:pt x="10427" y="26642"/>
                    <a:pt x="10352" y="25765"/>
                  </a:cubicBezTo>
                  <a:cubicBezTo>
                    <a:pt x="10327" y="25639"/>
                    <a:pt x="10327" y="25514"/>
                    <a:pt x="10327" y="25389"/>
                  </a:cubicBezTo>
                  <a:cubicBezTo>
                    <a:pt x="10277" y="24837"/>
                    <a:pt x="10252" y="24286"/>
                    <a:pt x="10226" y="23735"/>
                  </a:cubicBezTo>
                  <a:lnTo>
                    <a:pt x="10226" y="23384"/>
                  </a:lnTo>
                  <a:cubicBezTo>
                    <a:pt x="10201" y="22707"/>
                    <a:pt x="10176" y="22055"/>
                    <a:pt x="10201" y="21379"/>
                  </a:cubicBezTo>
                  <a:cubicBezTo>
                    <a:pt x="10201" y="21253"/>
                    <a:pt x="10201" y="21128"/>
                    <a:pt x="10201" y="21028"/>
                  </a:cubicBezTo>
                  <a:cubicBezTo>
                    <a:pt x="10201" y="20527"/>
                    <a:pt x="10201" y="20025"/>
                    <a:pt x="10226" y="19549"/>
                  </a:cubicBezTo>
                  <a:cubicBezTo>
                    <a:pt x="10226" y="19424"/>
                    <a:pt x="10252" y="19299"/>
                    <a:pt x="10252" y="19173"/>
                  </a:cubicBezTo>
                  <a:cubicBezTo>
                    <a:pt x="10277" y="18572"/>
                    <a:pt x="10302" y="17970"/>
                    <a:pt x="10327" y="17369"/>
                  </a:cubicBezTo>
                  <a:cubicBezTo>
                    <a:pt x="10352" y="17243"/>
                    <a:pt x="10352" y="17143"/>
                    <a:pt x="10377" y="17018"/>
                  </a:cubicBezTo>
                  <a:cubicBezTo>
                    <a:pt x="10427" y="16266"/>
                    <a:pt x="10477" y="15539"/>
                    <a:pt x="10552" y="14812"/>
                  </a:cubicBezTo>
                  <a:cubicBezTo>
                    <a:pt x="10552" y="14687"/>
                    <a:pt x="10577" y="14562"/>
                    <a:pt x="10577" y="14461"/>
                  </a:cubicBezTo>
                  <a:cubicBezTo>
                    <a:pt x="10627" y="14035"/>
                    <a:pt x="10678" y="13609"/>
                    <a:pt x="10728" y="13208"/>
                  </a:cubicBezTo>
                  <a:cubicBezTo>
                    <a:pt x="10728" y="13083"/>
                    <a:pt x="10753" y="12958"/>
                    <a:pt x="10753" y="12857"/>
                  </a:cubicBezTo>
                  <a:cubicBezTo>
                    <a:pt x="10853" y="12206"/>
                    <a:pt x="10928" y="11579"/>
                    <a:pt x="11003" y="10978"/>
                  </a:cubicBezTo>
                  <a:cubicBezTo>
                    <a:pt x="11028" y="10852"/>
                    <a:pt x="11054" y="10727"/>
                    <a:pt x="11054" y="10602"/>
                  </a:cubicBezTo>
                  <a:cubicBezTo>
                    <a:pt x="11154" y="10025"/>
                    <a:pt x="11229" y="9424"/>
                    <a:pt x="11329" y="8872"/>
                  </a:cubicBezTo>
                  <a:cubicBezTo>
                    <a:pt x="11354" y="8747"/>
                    <a:pt x="11379" y="8622"/>
                    <a:pt x="11379" y="8522"/>
                  </a:cubicBezTo>
                  <a:cubicBezTo>
                    <a:pt x="11455" y="8070"/>
                    <a:pt x="11530" y="7644"/>
                    <a:pt x="11605" y="7218"/>
                  </a:cubicBezTo>
                  <a:cubicBezTo>
                    <a:pt x="11630" y="7093"/>
                    <a:pt x="11655" y="6968"/>
                    <a:pt x="11680" y="6867"/>
                  </a:cubicBezTo>
                  <a:cubicBezTo>
                    <a:pt x="11755" y="6416"/>
                    <a:pt x="11830" y="5990"/>
                    <a:pt x="11906" y="5589"/>
                  </a:cubicBezTo>
                  <a:cubicBezTo>
                    <a:pt x="11931" y="5464"/>
                    <a:pt x="11956" y="5339"/>
                    <a:pt x="11981" y="5238"/>
                  </a:cubicBezTo>
                  <a:cubicBezTo>
                    <a:pt x="12106" y="4662"/>
                    <a:pt x="12206" y="4161"/>
                    <a:pt x="12307" y="3710"/>
                  </a:cubicBezTo>
                  <a:cubicBezTo>
                    <a:pt x="12332" y="3584"/>
                    <a:pt x="12357" y="3459"/>
                    <a:pt x="12382" y="3334"/>
                  </a:cubicBezTo>
                  <a:cubicBezTo>
                    <a:pt x="12482" y="2882"/>
                    <a:pt x="12582" y="2481"/>
                    <a:pt x="12658" y="2156"/>
                  </a:cubicBezTo>
                  <a:cubicBezTo>
                    <a:pt x="12683" y="2005"/>
                    <a:pt x="12708" y="1905"/>
                    <a:pt x="12758" y="1780"/>
                  </a:cubicBezTo>
                  <a:cubicBezTo>
                    <a:pt x="12858" y="1354"/>
                    <a:pt x="12908" y="1128"/>
                    <a:pt x="12908" y="1128"/>
                  </a:cubicBezTo>
                  <a:lnTo>
                    <a:pt x="9124" y="577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0" name="Google Shape;6340;p55"/>
            <p:cNvSpPr/>
            <p:nvPr/>
          </p:nvSpPr>
          <p:spPr>
            <a:xfrm>
              <a:off x="2117300" y="1352775"/>
              <a:ext cx="229350" cy="28225"/>
            </a:xfrm>
            <a:custGeom>
              <a:rect b="b" l="l" r="r" t="t"/>
              <a:pathLst>
                <a:path extrusionOk="0" h="1129" w="9174">
                  <a:moveTo>
                    <a:pt x="176" y="1"/>
                  </a:moveTo>
                  <a:cubicBezTo>
                    <a:pt x="126" y="126"/>
                    <a:pt x="51" y="251"/>
                    <a:pt x="1" y="352"/>
                  </a:cubicBezTo>
                  <a:lnTo>
                    <a:pt x="4412" y="728"/>
                  </a:lnTo>
                  <a:lnTo>
                    <a:pt x="9099" y="1129"/>
                  </a:lnTo>
                  <a:cubicBezTo>
                    <a:pt x="9124" y="1003"/>
                    <a:pt x="9149" y="878"/>
                    <a:pt x="9174" y="753"/>
                  </a:cubicBezTo>
                  <a:lnTo>
                    <a:pt x="4562" y="377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1" name="Google Shape;6341;p55"/>
            <p:cNvSpPr/>
            <p:nvPr/>
          </p:nvSpPr>
          <p:spPr>
            <a:xfrm>
              <a:off x="2140500" y="1313925"/>
              <a:ext cx="215550" cy="28225"/>
            </a:xfrm>
            <a:custGeom>
              <a:rect b="b" l="l" r="r" t="t"/>
              <a:pathLst>
                <a:path extrusionOk="0" h="1129" w="8622">
                  <a:moveTo>
                    <a:pt x="226" y="1"/>
                  </a:moveTo>
                  <a:cubicBezTo>
                    <a:pt x="151" y="126"/>
                    <a:pt x="75" y="226"/>
                    <a:pt x="0" y="352"/>
                  </a:cubicBezTo>
                  <a:lnTo>
                    <a:pt x="4236" y="728"/>
                  </a:lnTo>
                  <a:lnTo>
                    <a:pt x="8522" y="1129"/>
                  </a:lnTo>
                  <a:cubicBezTo>
                    <a:pt x="8547" y="978"/>
                    <a:pt x="8572" y="878"/>
                    <a:pt x="8622" y="753"/>
                  </a:cubicBezTo>
                  <a:lnTo>
                    <a:pt x="4436" y="377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2" name="Google Shape;6342;p55"/>
            <p:cNvSpPr/>
            <p:nvPr/>
          </p:nvSpPr>
          <p:spPr>
            <a:xfrm>
              <a:off x="2093500" y="1404775"/>
              <a:ext cx="243125" cy="23225"/>
            </a:xfrm>
            <a:custGeom>
              <a:rect b="b" l="l" r="r" t="t"/>
              <a:pathLst>
                <a:path extrusionOk="0" h="929" w="9725">
                  <a:moveTo>
                    <a:pt x="151" y="1"/>
                  </a:moveTo>
                  <a:cubicBezTo>
                    <a:pt x="101" y="126"/>
                    <a:pt x="51" y="252"/>
                    <a:pt x="0" y="377"/>
                  </a:cubicBezTo>
                  <a:cubicBezTo>
                    <a:pt x="1554" y="427"/>
                    <a:pt x="3108" y="502"/>
                    <a:pt x="4637" y="602"/>
                  </a:cubicBezTo>
                  <a:cubicBezTo>
                    <a:pt x="6316" y="678"/>
                    <a:pt x="7996" y="803"/>
                    <a:pt x="9650" y="928"/>
                  </a:cubicBezTo>
                  <a:cubicBezTo>
                    <a:pt x="9675" y="803"/>
                    <a:pt x="9700" y="678"/>
                    <a:pt x="9725" y="577"/>
                  </a:cubicBezTo>
                  <a:cubicBezTo>
                    <a:pt x="8071" y="452"/>
                    <a:pt x="6417" y="327"/>
                    <a:pt x="4762" y="226"/>
                  </a:cubicBezTo>
                  <a:cubicBezTo>
                    <a:pt x="3234" y="151"/>
                    <a:pt x="1705" y="76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3" name="Google Shape;6343;p55"/>
            <p:cNvSpPr/>
            <p:nvPr/>
          </p:nvSpPr>
          <p:spPr>
            <a:xfrm>
              <a:off x="2075950" y="1458675"/>
              <a:ext cx="253175" cy="10050"/>
            </a:xfrm>
            <a:custGeom>
              <a:rect b="b" l="l" r="r" t="t"/>
              <a:pathLst>
                <a:path extrusionOk="0" h="402" w="10127">
                  <a:moveTo>
                    <a:pt x="101" y="0"/>
                  </a:moveTo>
                  <a:cubicBezTo>
                    <a:pt x="76" y="101"/>
                    <a:pt x="26" y="226"/>
                    <a:pt x="1" y="351"/>
                  </a:cubicBezTo>
                  <a:cubicBezTo>
                    <a:pt x="1605" y="351"/>
                    <a:pt x="3209" y="376"/>
                    <a:pt x="4788" y="376"/>
                  </a:cubicBezTo>
                  <a:cubicBezTo>
                    <a:pt x="6542" y="376"/>
                    <a:pt x="8297" y="401"/>
                    <a:pt x="10051" y="401"/>
                  </a:cubicBezTo>
                  <a:cubicBezTo>
                    <a:pt x="10076" y="276"/>
                    <a:pt x="10101" y="151"/>
                    <a:pt x="10126" y="50"/>
                  </a:cubicBezTo>
                  <a:cubicBezTo>
                    <a:pt x="8372" y="25"/>
                    <a:pt x="6642" y="25"/>
                    <a:pt x="4888" y="25"/>
                  </a:cubicBezTo>
                  <a:cubicBezTo>
                    <a:pt x="3309" y="0"/>
                    <a:pt x="1705" y="0"/>
                    <a:pt x="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4" name="Google Shape;6344;p55"/>
            <p:cNvSpPr/>
            <p:nvPr/>
          </p:nvSpPr>
          <p:spPr>
            <a:xfrm>
              <a:off x="2064050" y="1501275"/>
              <a:ext cx="257550" cy="12550"/>
            </a:xfrm>
            <a:custGeom>
              <a:rect b="b" l="l" r="r" t="t"/>
              <a:pathLst>
                <a:path extrusionOk="0" h="502" w="10302">
                  <a:moveTo>
                    <a:pt x="10301" y="1"/>
                  </a:moveTo>
                  <a:cubicBezTo>
                    <a:pt x="8522" y="26"/>
                    <a:pt x="6742" y="51"/>
                    <a:pt x="4963" y="76"/>
                  </a:cubicBezTo>
                  <a:cubicBezTo>
                    <a:pt x="3334" y="101"/>
                    <a:pt x="1705" y="126"/>
                    <a:pt x="76" y="151"/>
                  </a:cubicBezTo>
                  <a:cubicBezTo>
                    <a:pt x="51" y="276"/>
                    <a:pt x="26" y="402"/>
                    <a:pt x="1" y="502"/>
                  </a:cubicBezTo>
                  <a:cubicBezTo>
                    <a:pt x="1630" y="477"/>
                    <a:pt x="3259" y="452"/>
                    <a:pt x="4888" y="452"/>
                  </a:cubicBezTo>
                  <a:cubicBezTo>
                    <a:pt x="6667" y="402"/>
                    <a:pt x="8472" y="377"/>
                    <a:pt x="10251" y="351"/>
                  </a:cubicBezTo>
                  <a:cubicBezTo>
                    <a:pt x="10276" y="226"/>
                    <a:pt x="10301" y="101"/>
                    <a:pt x="10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5" name="Google Shape;6345;p55"/>
            <p:cNvSpPr/>
            <p:nvPr/>
          </p:nvSpPr>
          <p:spPr>
            <a:xfrm>
              <a:off x="2054025" y="1553275"/>
              <a:ext cx="259425" cy="14450"/>
            </a:xfrm>
            <a:custGeom>
              <a:rect b="b" l="l" r="r" t="t"/>
              <a:pathLst>
                <a:path extrusionOk="0" h="578" w="10377">
                  <a:moveTo>
                    <a:pt x="10377" y="1"/>
                  </a:moveTo>
                  <a:cubicBezTo>
                    <a:pt x="8572" y="51"/>
                    <a:pt x="6767" y="76"/>
                    <a:pt x="4963" y="126"/>
                  </a:cubicBezTo>
                  <a:cubicBezTo>
                    <a:pt x="3334" y="151"/>
                    <a:pt x="1680" y="201"/>
                    <a:pt x="51" y="226"/>
                  </a:cubicBezTo>
                  <a:cubicBezTo>
                    <a:pt x="26" y="352"/>
                    <a:pt x="1" y="477"/>
                    <a:pt x="1" y="577"/>
                  </a:cubicBezTo>
                  <a:lnTo>
                    <a:pt x="4913" y="477"/>
                  </a:lnTo>
                  <a:cubicBezTo>
                    <a:pt x="6717" y="452"/>
                    <a:pt x="8522" y="402"/>
                    <a:pt x="10326" y="377"/>
                  </a:cubicBezTo>
                  <a:cubicBezTo>
                    <a:pt x="10351" y="251"/>
                    <a:pt x="10377" y="126"/>
                    <a:pt x="10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6" name="Google Shape;6346;p55"/>
            <p:cNvSpPr/>
            <p:nvPr/>
          </p:nvSpPr>
          <p:spPr>
            <a:xfrm>
              <a:off x="2045250" y="1609675"/>
              <a:ext cx="260675" cy="23200"/>
            </a:xfrm>
            <a:custGeom>
              <a:rect b="b" l="l" r="r" t="t"/>
              <a:pathLst>
                <a:path extrusionOk="0" h="928" w="10427">
                  <a:moveTo>
                    <a:pt x="10427" y="0"/>
                  </a:moveTo>
                  <a:lnTo>
                    <a:pt x="10427" y="0"/>
                  </a:lnTo>
                  <a:cubicBezTo>
                    <a:pt x="8622" y="126"/>
                    <a:pt x="6818" y="226"/>
                    <a:pt x="4988" y="326"/>
                  </a:cubicBezTo>
                  <a:cubicBezTo>
                    <a:pt x="3334" y="427"/>
                    <a:pt x="1680" y="502"/>
                    <a:pt x="26" y="552"/>
                  </a:cubicBezTo>
                  <a:cubicBezTo>
                    <a:pt x="26" y="677"/>
                    <a:pt x="1" y="802"/>
                    <a:pt x="1" y="928"/>
                  </a:cubicBezTo>
                  <a:cubicBezTo>
                    <a:pt x="1655" y="853"/>
                    <a:pt x="3284" y="777"/>
                    <a:pt x="4938" y="702"/>
                  </a:cubicBezTo>
                  <a:cubicBezTo>
                    <a:pt x="6768" y="602"/>
                    <a:pt x="8572" y="477"/>
                    <a:pt x="10402" y="351"/>
                  </a:cubicBezTo>
                  <a:cubicBezTo>
                    <a:pt x="10402" y="226"/>
                    <a:pt x="10427" y="101"/>
                    <a:pt x="10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7" name="Google Shape;6347;p55"/>
            <p:cNvSpPr/>
            <p:nvPr/>
          </p:nvSpPr>
          <p:spPr>
            <a:xfrm>
              <a:off x="2041500" y="1649775"/>
              <a:ext cx="260050" cy="21950"/>
            </a:xfrm>
            <a:custGeom>
              <a:rect b="b" l="l" r="r" t="t"/>
              <a:pathLst>
                <a:path extrusionOk="0" h="878" w="10402">
                  <a:moveTo>
                    <a:pt x="10401" y="0"/>
                  </a:moveTo>
                  <a:cubicBezTo>
                    <a:pt x="8597" y="26"/>
                    <a:pt x="6792" y="101"/>
                    <a:pt x="4988" y="176"/>
                  </a:cubicBezTo>
                  <a:cubicBezTo>
                    <a:pt x="3334" y="276"/>
                    <a:pt x="1679" y="376"/>
                    <a:pt x="25" y="502"/>
                  </a:cubicBezTo>
                  <a:cubicBezTo>
                    <a:pt x="25" y="627"/>
                    <a:pt x="25" y="752"/>
                    <a:pt x="0" y="878"/>
                  </a:cubicBezTo>
                  <a:cubicBezTo>
                    <a:pt x="1654" y="752"/>
                    <a:pt x="3309" y="627"/>
                    <a:pt x="4963" y="552"/>
                  </a:cubicBezTo>
                  <a:cubicBezTo>
                    <a:pt x="6767" y="452"/>
                    <a:pt x="8572" y="401"/>
                    <a:pt x="10376" y="351"/>
                  </a:cubicBezTo>
                  <a:cubicBezTo>
                    <a:pt x="10376" y="226"/>
                    <a:pt x="10401" y="101"/>
                    <a:pt x="10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8" name="Google Shape;6348;p55"/>
            <p:cNvSpPr/>
            <p:nvPr/>
          </p:nvSpPr>
          <p:spPr>
            <a:xfrm>
              <a:off x="2038350" y="1713675"/>
              <a:ext cx="258175" cy="10050"/>
            </a:xfrm>
            <a:custGeom>
              <a:rect b="b" l="l" r="r" t="t"/>
              <a:pathLst>
                <a:path extrusionOk="0" h="402" w="10327">
                  <a:moveTo>
                    <a:pt x="10327" y="1"/>
                  </a:moveTo>
                  <a:lnTo>
                    <a:pt x="4913" y="26"/>
                  </a:lnTo>
                  <a:lnTo>
                    <a:pt x="26" y="26"/>
                  </a:lnTo>
                  <a:cubicBezTo>
                    <a:pt x="26" y="151"/>
                    <a:pt x="1" y="277"/>
                    <a:pt x="1" y="402"/>
                  </a:cubicBezTo>
                  <a:lnTo>
                    <a:pt x="4913" y="377"/>
                  </a:lnTo>
                  <a:lnTo>
                    <a:pt x="10277" y="352"/>
                  </a:lnTo>
                  <a:cubicBezTo>
                    <a:pt x="10302" y="226"/>
                    <a:pt x="10302" y="126"/>
                    <a:pt x="103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9" name="Google Shape;6349;p55"/>
            <p:cNvSpPr/>
            <p:nvPr/>
          </p:nvSpPr>
          <p:spPr>
            <a:xfrm>
              <a:off x="2037100" y="1767575"/>
              <a:ext cx="256300" cy="26325"/>
            </a:xfrm>
            <a:custGeom>
              <a:rect b="b" l="l" r="r" t="t"/>
              <a:pathLst>
                <a:path extrusionOk="0" h="1053" w="10252">
                  <a:moveTo>
                    <a:pt x="10252" y="0"/>
                  </a:moveTo>
                  <a:cubicBezTo>
                    <a:pt x="8447" y="101"/>
                    <a:pt x="6642" y="201"/>
                    <a:pt x="4863" y="326"/>
                  </a:cubicBezTo>
                  <a:cubicBezTo>
                    <a:pt x="3234" y="426"/>
                    <a:pt x="1630" y="552"/>
                    <a:pt x="1" y="702"/>
                  </a:cubicBezTo>
                  <a:cubicBezTo>
                    <a:pt x="1" y="827"/>
                    <a:pt x="1" y="928"/>
                    <a:pt x="1" y="1053"/>
                  </a:cubicBezTo>
                  <a:cubicBezTo>
                    <a:pt x="1605" y="928"/>
                    <a:pt x="3234" y="802"/>
                    <a:pt x="4838" y="677"/>
                  </a:cubicBezTo>
                  <a:cubicBezTo>
                    <a:pt x="6642" y="552"/>
                    <a:pt x="8447" y="451"/>
                    <a:pt x="10226" y="376"/>
                  </a:cubicBezTo>
                  <a:cubicBezTo>
                    <a:pt x="10226" y="251"/>
                    <a:pt x="10252" y="126"/>
                    <a:pt x="10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0" name="Google Shape;6350;p55"/>
            <p:cNvSpPr/>
            <p:nvPr/>
          </p:nvSpPr>
          <p:spPr>
            <a:xfrm>
              <a:off x="2037100" y="1813300"/>
              <a:ext cx="255050" cy="30100"/>
            </a:xfrm>
            <a:custGeom>
              <a:rect b="b" l="l" r="r" t="t"/>
              <a:pathLst>
                <a:path extrusionOk="0" h="1204" w="10202">
                  <a:moveTo>
                    <a:pt x="10201" y="1"/>
                  </a:moveTo>
                  <a:cubicBezTo>
                    <a:pt x="8397" y="76"/>
                    <a:pt x="6592" y="201"/>
                    <a:pt x="4813" y="352"/>
                  </a:cubicBezTo>
                  <a:cubicBezTo>
                    <a:pt x="3209" y="477"/>
                    <a:pt x="1605" y="652"/>
                    <a:pt x="1" y="853"/>
                  </a:cubicBezTo>
                  <a:cubicBezTo>
                    <a:pt x="26" y="978"/>
                    <a:pt x="26" y="1104"/>
                    <a:pt x="26" y="1204"/>
                  </a:cubicBezTo>
                  <a:cubicBezTo>
                    <a:pt x="1605" y="1003"/>
                    <a:pt x="3209" y="853"/>
                    <a:pt x="4788" y="703"/>
                  </a:cubicBezTo>
                  <a:cubicBezTo>
                    <a:pt x="6592" y="552"/>
                    <a:pt x="8397" y="452"/>
                    <a:pt x="10201" y="377"/>
                  </a:cubicBezTo>
                  <a:cubicBezTo>
                    <a:pt x="10201" y="251"/>
                    <a:pt x="10201" y="126"/>
                    <a:pt x="10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1" name="Google Shape;6351;p55"/>
            <p:cNvSpPr/>
            <p:nvPr/>
          </p:nvSpPr>
          <p:spPr>
            <a:xfrm>
              <a:off x="2039625" y="1872825"/>
              <a:ext cx="253150" cy="32625"/>
            </a:xfrm>
            <a:custGeom>
              <a:rect b="b" l="l" r="r" t="t"/>
              <a:pathLst>
                <a:path extrusionOk="0" h="1305" w="10126">
                  <a:moveTo>
                    <a:pt x="10125" y="1"/>
                  </a:moveTo>
                  <a:cubicBezTo>
                    <a:pt x="8321" y="151"/>
                    <a:pt x="6491" y="327"/>
                    <a:pt x="4687" y="502"/>
                  </a:cubicBezTo>
                  <a:lnTo>
                    <a:pt x="0" y="928"/>
                  </a:lnTo>
                  <a:cubicBezTo>
                    <a:pt x="0" y="1053"/>
                    <a:pt x="0" y="1179"/>
                    <a:pt x="25" y="1304"/>
                  </a:cubicBezTo>
                  <a:cubicBezTo>
                    <a:pt x="1579" y="1154"/>
                    <a:pt x="3133" y="1003"/>
                    <a:pt x="4687" y="853"/>
                  </a:cubicBezTo>
                  <a:cubicBezTo>
                    <a:pt x="6516" y="703"/>
                    <a:pt x="8321" y="527"/>
                    <a:pt x="10125" y="352"/>
                  </a:cubicBezTo>
                  <a:lnTo>
                    <a:pt x="10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2" name="Google Shape;6352;p55"/>
            <p:cNvSpPr/>
            <p:nvPr/>
          </p:nvSpPr>
          <p:spPr>
            <a:xfrm>
              <a:off x="2042750" y="1922950"/>
              <a:ext cx="253150" cy="35750"/>
            </a:xfrm>
            <a:custGeom>
              <a:rect b="b" l="l" r="r" t="t"/>
              <a:pathLst>
                <a:path extrusionOk="0" h="1430" w="10126">
                  <a:moveTo>
                    <a:pt x="10101" y="1"/>
                  </a:moveTo>
                  <a:cubicBezTo>
                    <a:pt x="8246" y="201"/>
                    <a:pt x="6416" y="377"/>
                    <a:pt x="4587" y="577"/>
                  </a:cubicBezTo>
                  <a:cubicBezTo>
                    <a:pt x="3058" y="728"/>
                    <a:pt x="1529" y="878"/>
                    <a:pt x="0" y="1053"/>
                  </a:cubicBezTo>
                  <a:cubicBezTo>
                    <a:pt x="25" y="1179"/>
                    <a:pt x="25" y="1304"/>
                    <a:pt x="51" y="1429"/>
                  </a:cubicBezTo>
                  <a:cubicBezTo>
                    <a:pt x="1554" y="1254"/>
                    <a:pt x="3083" y="1104"/>
                    <a:pt x="4612" y="928"/>
                  </a:cubicBezTo>
                  <a:cubicBezTo>
                    <a:pt x="6442" y="728"/>
                    <a:pt x="8271" y="552"/>
                    <a:pt x="10126" y="377"/>
                  </a:cubicBezTo>
                  <a:cubicBezTo>
                    <a:pt x="10101" y="251"/>
                    <a:pt x="10101" y="126"/>
                    <a:pt x="10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3" name="Google Shape;6353;p55"/>
            <p:cNvSpPr/>
            <p:nvPr/>
          </p:nvSpPr>
          <p:spPr>
            <a:xfrm>
              <a:off x="2048375" y="1997525"/>
              <a:ext cx="256300" cy="20075"/>
            </a:xfrm>
            <a:custGeom>
              <a:rect b="b" l="l" r="r" t="t"/>
              <a:pathLst>
                <a:path extrusionOk="0" h="803" w="10252">
                  <a:moveTo>
                    <a:pt x="10176" y="0"/>
                  </a:moveTo>
                  <a:cubicBezTo>
                    <a:pt x="8272" y="126"/>
                    <a:pt x="6367" y="226"/>
                    <a:pt x="4462" y="301"/>
                  </a:cubicBezTo>
                  <a:cubicBezTo>
                    <a:pt x="2983" y="376"/>
                    <a:pt x="1480" y="426"/>
                    <a:pt x="1" y="451"/>
                  </a:cubicBezTo>
                  <a:cubicBezTo>
                    <a:pt x="26" y="577"/>
                    <a:pt x="26" y="702"/>
                    <a:pt x="51" y="802"/>
                  </a:cubicBezTo>
                  <a:cubicBezTo>
                    <a:pt x="1530" y="777"/>
                    <a:pt x="3009" y="752"/>
                    <a:pt x="4487" y="677"/>
                  </a:cubicBezTo>
                  <a:cubicBezTo>
                    <a:pt x="6417" y="602"/>
                    <a:pt x="8322" y="477"/>
                    <a:pt x="10252" y="351"/>
                  </a:cubicBezTo>
                  <a:cubicBezTo>
                    <a:pt x="10227" y="251"/>
                    <a:pt x="10202" y="126"/>
                    <a:pt x="10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4" name="Google Shape;6354;p55"/>
            <p:cNvSpPr/>
            <p:nvPr/>
          </p:nvSpPr>
          <p:spPr>
            <a:xfrm>
              <a:off x="2267850" y="2043000"/>
              <a:ext cx="22800" cy="65500"/>
            </a:xfrm>
            <a:custGeom>
              <a:rect b="b" l="l" r="r" t="t"/>
              <a:pathLst>
                <a:path extrusionOk="0" h="2620" w="912">
                  <a:moveTo>
                    <a:pt x="207" y="0"/>
                  </a:moveTo>
                  <a:cubicBezTo>
                    <a:pt x="101" y="0"/>
                    <a:pt x="0" y="80"/>
                    <a:pt x="44" y="211"/>
                  </a:cubicBezTo>
                  <a:cubicBezTo>
                    <a:pt x="270" y="963"/>
                    <a:pt x="420" y="1715"/>
                    <a:pt x="545" y="2492"/>
                  </a:cubicBezTo>
                  <a:cubicBezTo>
                    <a:pt x="555" y="2581"/>
                    <a:pt x="616" y="2619"/>
                    <a:pt x="684" y="2619"/>
                  </a:cubicBezTo>
                  <a:cubicBezTo>
                    <a:pt x="788" y="2619"/>
                    <a:pt x="911" y="2529"/>
                    <a:pt x="896" y="2392"/>
                  </a:cubicBezTo>
                  <a:cubicBezTo>
                    <a:pt x="771" y="1640"/>
                    <a:pt x="621" y="863"/>
                    <a:pt x="395" y="136"/>
                  </a:cubicBezTo>
                  <a:cubicBezTo>
                    <a:pt x="363" y="42"/>
                    <a:pt x="284" y="0"/>
                    <a:pt x="2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5" name="Google Shape;6355;p55"/>
            <p:cNvSpPr/>
            <p:nvPr/>
          </p:nvSpPr>
          <p:spPr>
            <a:xfrm>
              <a:off x="2241050" y="2036050"/>
              <a:ext cx="17375" cy="64475"/>
            </a:xfrm>
            <a:custGeom>
              <a:rect b="b" l="l" r="r" t="t"/>
              <a:pathLst>
                <a:path extrusionOk="0" h="2579" w="695">
                  <a:moveTo>
                    <a:pt x="170" y="1"/>
                  </a:moveTo>
                  <a:cubicBezTo>
                    <a:pt x="82" y="1"/>
                    <a:pt x="1" y="63"/>
                    <a:pt x="13" y="189"/>
                  </a:cubicBezTo>
                  <a:cubicBezTo>
                    <a:pt x="88" y="941"/>
                    <a:pt x="189" y="1692"/>
                    <a:pt x="314" y="2444"/>
                  </a:cubicBezTo>
                  <a:cubicBezTo>
                    <a:pt x="335" y="2537"/>
                    <a:pt x="406" y="2579"/>
                    <a:pt x="479" y="2579"/>
                  </a:cubicBezTo>
                  <a:cubicBezTo>
                    <a:pt x="585" y="2579"/>
                    <a:pt x="695" y="2492"/>
                    <a:pt x="665" y="2344"/>
                  </a:cubicBezTo>
                  <a:cubicBezTo>
                    <a:pt x="540" y="1642"/>
                    <a:pt x="439" y="915"/>
                    <a:pt x="364" y="189"/>
                  </a:cubicBezTo>
                  <a:cubicBezTo>
                    <a:pt x="352" y="63"/>
                    <a:pt x="258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6" name="Google Shape;6356;p55"/>
            <p:cNvSpPr/>
            <p:nvPr/>
          </p:nvSpPr>
          <p:spPr>
            <a:xfrm>
              <a:off x="2210050" y="2041700"/>
              <a:ext cx="10050" cy="60950"/>
            </a:xfrm>
            <a:custGeom>
              <a:rect b="b" l="l" r="r" t="t"/>
              <a:pathLst>
                <a:path extrusionOk="0" h="2438" w="402">
                  <a:moveTo>
                    <a:pt x="210" y="0"/>
                  </a:moveTo>
                  <a:cubicBezTo>
                    <a:pt x="119" y="0"/>
                    <a:pt x="25" y="63"/>
                    <a:pt x="25" y="188"/>
                  </a:cubicBezTo>
                  <a:cubicBezTo>
                    <a:pt x="0" y="890"/>
                    <a:pt x="0" y="1567"/>
                    <a:pt x="50" y="2268"/>
                  </a:cubicBezTo>
                  <a:cubicBezTo>
                    <a:pt x="50" y="2381"/>
                    <a:pt x="138" y="2438"/>
                    <a:pt x="226" y="2438"/>
                  </a:cubicBezTo>
                  <a:cubicBezTo>
                    <a:pt x="313" y="2438"/>
                    <a:pt x="401" y="2381"/>
                    <a:pt x="401" y="2268"/>
                  </a:cubicBezTo>
                  <a:cubicBezTo>
                    <a:pt x="376" y="1567"/>
                    <a:pt x="376" y="890"/>
                    <a:pt x="376" y="188"/>
                  </a:cubicBezTo>
                  <a:cubicBezTo>
                    <a:pt x="389" y="63"/>
                    <a:pt x="301" y="0"/>
                    <a:pt x="2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7" name="Google Shape;6357;p55"/>
            <p:cNvSpPr/>
            <p:nvPr/>
          </p:nvSpPr>
          <p:spPr>
            <a:xfrm>
              <a:off x="2168050" y="2034800"/>
              <a:ext cx="11625" cy="71600"/>
            </a:xfrm>
            <a:custGeom>
              <a:rect b="b" l="l" r="r" t="t"/>
              <a:pathLst>
                <a:path extrusionOk="0" h="2864" w="465">
                  <a:moveTo>
                    <a:pt x="283" y="1"/>
                  </a:moveTo>
                  <a:cubicBezTo>
                    <a:pt x="189" y="1"/>
                    <a:pt x="89" y="63"/>
                    <a:pt x="76" y="189"/>
                  </a:cubicBezTo>
                  <a:cubicBezTo>
                    <a:pt x="1" y="1016"/>
                    <a:pt x="1" y="1843"/>
                    <a:pt x="26" y="2695"/>
                  </a:cubicBezTo>
                  <a:cubicBezTo>
                    <a:pt x="39" y="2808"/>
                    <a:pt x="133" y="2864"/>
                    <a:pt x="223" y="2864"/>
                  </a:cubicBezTo>
                  <a:cubicBezTo>
                    <a:pt x="314" y="2864"/>
                    <a:pt x="402" y="2808"/>
                    <a:pt x="402" y="2695"/>
                  </a:cubicBezTo>
                  <a:cubicBezTo>
                    <a:pt x="352" y="1843"/>
                    <a:pt x="377" y="1016"/>
                    <a:pt x="452" y="189"/>
                  </a:cubicBezTo>
                  <a:cubicBezTo>
                    <a:pt x="465" y="63"/>
                    <a:pt x="377" y="1"/>
                    <a:pt x="2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8" name="Google Shape;6358;p55"/>
            <p:cNvSpPr/>
            <p:nvPr/>
          </p:nvSpPr>
          <p:spPr>
            <a:xfrm>
              <a:off x="2133300" y="2033775"/>
              <a:ext cx="14425" cy="66600"/>
            </a:xfrm>
            <a:custGeom>
              <a:rect b="b" l="l" r="r" t="t"/>
              <a:pathLst>
                <a:path extrusionOk="0" h="2664" w="577">
                  <a:moveTo>
                    <a:pt x="414" y="1"/>
                  </a:moveTo>
                  <a:cubicBezTo>
                    <a:pt x="325" y="1"/>
                    <a:pt x="226" y="64"/>
                    <a:pt x="213" y="179"/>
                  </a:cubicBezTo>
                  <a:cubicBezTo>
                    <a:pt x="138" y="956"/>
                    <a:pt x="63" y="1708"/>
                    <a:pt x="13" y="2485"/>
                  </a:cubicBezTo>
                  <a:cubicBezTo>
                    <a:pt x="0" y="2607"/>
                    <a:pt x="77" y="2664"/>
                    <a:pt x="162" y="2664"/>
                  </a:cubicBezTo>
                  <a:cubicBezTo>
                    <a:pt x="252" y="2664"/>
                    <a:pt x="351" y="2601"/>
                    <a:pt x="363" y="2485"/>
                  </a:cubicBezTo>
                  <a:cubicBezTo>
                    <a:pt x="439" y="1708"/>
                    <a:pt x="514" y="956"/>
                    <a:pt x="564" y="179"/>
                  </a:cubicBezTo>
                  <a:cubicBezTo>
                    <a:pt x="576" y="57"/>
                    <a:pt x="499" y="1"/>
                    <a:pt x="4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9" name="Google Shape;6359;p55"/>
            <p:cNvSpPr/>
            <p:nvPr/>
          </p:nvSpPr>
          <p:spPr>
            <a:xfrm>
              <a:off x="2085475" y="2030250"/>
              <a:ext cx="23400" cy="70100"/>
            </a:xfrm>
            <a:custGeom>
              <a:rect b="b" l="l" r="r" t="t"/>
              <a:pathLst>
                <a:path extrusionOk="0" h="2804" w="936">
                  <a:moveTo>
                    <a:pt x="766" y="1"/>
                  </a:moveTo>
                  <a:cubicBezTo>
                    <a:pt x="679" y="1"/>
                    <a:pt x="585" y="57"/>
                    <a:pt x="572" y="170"/>
                  </a:cubicBezTo>
                  <a:cubicBezTo>
                    <a:pt x="497" y="997"/>
                    <a:pt x="321" y="1799"/>
                    <a:pt x="46" y="2576"/>
                  </a:cubicBezTo>
                  <a:cubicBezTo>
                    <a:pt x="0" y="2713"/>
                    <a:pt x="111" y="2803"/>
                    <a:pt x="222" y="2803"/>
                  </a:cubicBezTo>
                  <a:cubicBezTo>
                    <a:pt x="295" y="2803"/>
                    <a:pt x="367" y="2765"/>
                    <a:pt x="397" y="2676"/>
                  </a:cubicBezTo>
                  <a:cubicBezTo>
                    <a:pt x="697" y="1874"/>
                    <a:pt x="873" y="1047"/>
                    <a:pt x="923" y="170"/>
                  </a:cubicBezTo>
                  <a:cubicBezTo>
                    <a:pt x="936" y="57"/>
                    <a:pt x="854" y="1"/>
                    <a:pt x="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0" name="Google Shape;6360;p55"/>
            <p:cNvSpPr/>
            <p:nvPr/>
          </p:nvSpPr>
          <p:spPr>
            <a:xfrm>
              <a:off x="2049500" y="2033825"/>
              <a:ext cx="24100" cy="67775"/>
            </a:xfrm>
            <a:custGeom>
              <a:rect b="b" l="l" r="r" t="t"/>
              <a:pathLst>
                <a:path extrusionOk="0" h="2711" w="964">
                  <a:moveTo>
                    <a:pt x="739" y="0"/>
                  </a:moveTo>
                  <a:cubicBezTo>
                    <a:pt x="669" y="0"/>
                    <a:pt x="602" y="38"/>
                    <a:pt x="583" y="127"/>
                  </a:cubicBezTo>
                  <a:cubicBezTo>
                    <a:pt x="432" y="929"/>
                    <a:pt x="232" y="1706"/>
                    <a:pt x="31" y="2483"/>
                  </a:cubicBezTo>
                  <a:cubicBezTo>
                    <a:pt x="1" y="2620"/>
                    <a:pt x="118" y="2711"/>
                    <a:pt x="226" y="2711"/>
                  </a:cubicBezTo>
                  <a:cubicBezTo>
                    <a:pt x="296" y="2711"/>
                    <a:pt x="362" y="2672"/>
                    <a:pt x="382" y="2583"/>
                  </a:cubicBezTo>
                  <a:cubicBezTo>
                    <a:pt x="583" y="1806"/>
                    <a:pt x="783" y="1030"/>
                    <a:pt x="933" y="228"/>
                  </a:cubicBezTo>
                  <a:cubicBezTo>
                    <a:pt x="964" y="91"/>
                    <a:pt x="847" y="0"/>
                    <a:pt x="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4" name="Shape 6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5" name="Google Shape;6365;p56"/>
          <p:cNvSpPr/>
          <p:nvPr/>
        </p:nvSpPr>
        <p:spPr>
          <a:xfrm>
            <a:off x="1055250" y="931575"/>
            <a:ext cx="7833000" cy="484500"/>
          </a:xfrm>
          <a:prstGeom prst="roundRect">
            <a:avLst>
              <a:gd fmla="val 936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6" name="Google Shape;6366;p56"/>
          <p:cNvSpPr txBox="1"/>
          <p:nvPr>
            <p:ph type="title"/>
          </p:nvPr>
        </p:nvSpPr>
        <p:spPr>
          <a:xfrm>
            <a:off x="1055250" y="206475"/>
            <a:ext cx="7833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D9E0"/>
                </a:solidFill>
              </a:rPr>
              <a:t>PRACTICE 2</a:t>
            </a:r>
            <a:endParaRPr>
              <a:solidFill>
                <a:srgbClr val="CFD9E0"/>
              </a:solidFill>
            </a:endParaRPr>
          </a:p>
        </p:txBody>
      </p:sp>
      <p:pic>
        <p:nvPicPr>
          <p:cNvPr id="6367" name="Google Shape;6367;p56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8" name="Google Shape;6368;p56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9" name="Google Shape;6369;p56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0" name="Google Shape;6370;p56"/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RECUR</a:t>
            </a:r>
            <a:endParaRPr sz="1600"/>
          </a:p>
        </p:txBody>
      </p:sp>
      <p:sp>
        <p:nvSpPr>
          <p:cNvPr id="6371" name="Google Shape;6371;p56">
            <a:hlinkClick action="ppaction://hlinksldjump" r:id="rId5"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372" name="Google Shape;6372;p56"/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PRACT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73" name="Google Shape;6373;p56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HW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374" name="Google Shape;6374;p56"/>
          <p:cNvSpPr txBox="1"/>
          <p:nvPr>
            <p:ph idx="1" type="subTitle"/>
          </p:nvPr>
        </p:nvSpPr>
        <p:spPr>
          <a:xfrm>
            <a:off x="1207700" y="1016000"/>
            <a:ext cx="75849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Bài 2</a:t>
            </a:r>
            <a:r>
              <a:rPr lang="en" sz="1700"/>
              <a:t>: </a:t>
            </a:r>
            <a:r>
              <a:rPr lang="en" sz="1700"/>
              <a:t>Viết hàm đệ quy để tính các tổng và hệ thức đệ quy sau:</a:t>
            </a:r>
            <a:endParaRPr sz="1700"/>
          </a:p>
        </p:txBody>
      </p:sp>
      <p:sp>
        <p:nvSpPr>
          <p:cNvPr id="6375" name="Google Shape;6375;p56">
            <a:hlinkClick action="ppaction://hlinksldjump" r:id="rId6"/>
          </p:cNvPr>
          <p:cNvSpPr/>
          <p:nvPr/>
        </p:nvSpPr>
        <p:spPr>
          <a:xfrm>
            <a:off x="7823350" y="48225"/>
            <a:ext cx="1019100" cy="572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Crushed"/>
                <a:ea typeface="Crushed"/>
                <a:cs typeface="Crushed"/>
                <a:sym typeface="Crushed"/>
              </a:rPr>
              <a:t>HOMEWORK</a:t>
            </a:r>
            <a:endParaRPr sz="1200">
              <a:solidFill>
                <a:schemeClr val="accent2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6376" name="Google Shape;6376;p56"/>
          <p:cNvSpPr/>
          <p:nvPr/>
        </p:nvSpPr>
        <p:spPr>
          <a:xfrm>
            <a:off x="5130150" y="3334750"/>
            <a:ext cx="3032100" cy="113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7" name="Google Shape;6377;p56"/>
          <p:cNvSpPr/>
          <p:nvPr/>
        </p:nvSpPr>
        <p:spPr>
          <a:xfrm>
            <a:off x="1706550" y="3334750"/>
            <a:ext cx="3032100" cy="1081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8" name="Google Shape;6378;p56"/>
          <p:cNvSpPr/>
          <p:nvPr/>
        </p:nvSpPr>
        <p:spPr>
          <a:xfrm>
            <a:off x="5130150" y="1735651"/>
            <a:ext cx="3032100" cy="1223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9" name="Google Shape;6379;p56"/>
          <p:cNvSpPr/>
          <p:nvPr/>
        </p:nvSpPr>
        <p:spPr>
          <a:xfrm>
            <a:off x="1706550" y="1735650"/>
            <a:ext cx="3032100" cy="1223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0" name="Google Shape;6380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3988" y="2113400"/>
            <a:ext cx="2777225" cy="4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1" name="Google Shape;6381;p56"/>
          <p:cNvPicPr preferRelativeResize="0"/>
          <p:nvPr/>
        </p:nvPicPr>
        <p:blipFill rotWithShape="1">
          <a:blip r:embed="rId8">
            <a:alphaModFix/>
          </a:blip>
          <a:srcRect b="-3380" l="18910" r="0" t="3379"/>
          <a:stretch/>
        </p:blipFill>
        <p:spPr>
          <a:xfrm>
            <a:off x="5522275" y="2115500"/>
            <a:ext cx="2247850" cy="4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2" name="Google Shape;6382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49852" y="3633250"/>
            <a:ext cx="2745505" cy="48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3" name="Google Shape;6383;p56"/>
          <p:cNvSpPr txBox="1"/>
          <p:nvPr>
            <p:ph idx="4294967295" type="subTitle"/>
          </p:nvPr>
        </p:nvSpPr>
        <p:spPr>
          <a:xfrm>
            <a:off x="5130150" y="3524050"/>
            <a:ext cx="3121200" cy="84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f(0) = 2;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f(1) = 3;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f(n) = 6*f(n-1) - 9*f(n-2)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384" name="Google Shape;6384;p56"/>
          <p:cNvGrpSpPr/>
          <p:nvPr/>
        </p:nvGrpSpPr>
        <p:grpSpPr>
          <a:xfrm rot="-1575672">
            <a:off x="1542084" y="1664597"/>
            <a:ext cx="502627" cy="292277"/>
            <a:chOff x="3387425" y="3531125"/>
            <a:chExt cx="931300" cy="541550"/>
          </a:xfrm>
        </p:grpSpPr>
        <p:sp>
          <p:nvSpPr>
            <p:cNvPr id="6385" name="Google Shape;6385;p56"/>
            <p:cNvSpPr/>
            <p:nvPr/>
          </p:nvSpPr>
          <p:spPr>
            <a:xfrm>
              <a:off x="3575750" y="3697175"/>
              <a:ext cx="255650" cy="375500"/>
            </a:xfrm>
            <a:custGeom>
              <a:rect b="b" l="l" r="r" t="t"/>
              <a:pathLst>
                <a:path extrusionOk="0" h="15020" w="10226">
                  <a:moveTo>
                    <a:pt x="10226" y="0"/>
                  </a:moveTo>
                  <a:lnTo>
                    <a:pt x="6642" y="617"/>
                  </a:lnTo>
                  <a:lnTo>
                    <a:pt x="0" y="13148"/>
                  </a:lnTo>
                  <a:lnTo>
                    <a:pt x="4816" y="10979"/>
                  </a:lnTo>
                  <a:lnTo>
                    <a:pt x="6642" y="15019"/>
                  </a:lnTo>
                  <a:lnTo>
                    <a:pt x="102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6" name="Google Shape;6386;p56"/>
            <p:cNvSpPr/>
            <p:nvPr/>
          </p:nvSpPr>
          <p:spPr>
            <a:xfrm>
              <a:off x="3838800" y="3708575"/>
              <a:ext cx="236275" cy="364100"/>
            </a:xfrm>
            <a:custGeom>
              <a:rect b="b" l="l" r="r" t="t"/>
              <a:pathLst>
                <a:path extrusionOk="0" h="14564" w="9451">
                  <a:moveTo>
                    <a:pt x="2146" y="1"/>
                  </a:moveTo>
                  <a:lnTo>
                    <a:pt x="1" y="823"/>
                  </a:lnTo>
                  <a:lnTo>
                    <a:pt x="2420" y="14563"/>
                  </a:lnTo>
                  <a:lnTo>
                    <a:pt x="5182" y="10523"/>
                  </a:lnTo>
                  <a:lnTo>
                    <a:pt x="9450" y="12623"/>
                  </a:lnTo>
                  <a:lnTo>
                    <a:pt x="21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7" name="Google Shape;6387;p56"/>
            <p:cNvSpPr/>
            <p:nvPr/>
          </p:nvSpPr>
          <p:spPr>
            <a:xfrm>
              <a:off x="3387425" y="3531125"/>
              <a:ext cx="421150" cy="319000"/>
            </a:xfrm>
            <a:custGeom>
              <a:rect b="b" l="l" r="r" t="t"/>
              <a:pathLst>
                <a:path extrusionOk="0" h="12760" w="16846">
                  <a:moveTo>
                    <a:pt x="2375" y="0"/>
                  </a:moveTo>
                  <a:lnTo>
                    <a:pt x="2375" y="0"/>
                  </a:lnTo>
                  <a:cubicBezTo>
                    <a:pt x="2375" y="0"/>
                    <a:pt x="1" y="10135"/>
                    <a:pt x="5274" y="12760"/>
                  </a:cubicBezTo>
                  <a:cubicBezTo>
                    <a:pt x="5274" y="12760"/>
                    <a:pt x="14792" y="10135"/>
                    <a:pt x="16846" y="6551"/>
                  </a:cubicBezTo>
                  <a:cubicBezTo>
                    <a:pt x="16846" y="6551"/>
                    <a:pt x="13194" y="502"/>
                    <a:pt x="2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8" name="Google Shape;6388;p56"/>
            <p:cNvSpPr/>
            <p:nvPr/>
          </p:nvSpPr>
          <p:spPr>
            <a:xfrm>
              <a:off x="3870200" y="3552425"/>
              <a:ext cx="448525" cy="312325"/>
            </a:xfrm>
            <a:custGeom>
              <a:rect b="b" l="l" r="r" t="t"/>
              <a:pathLst>
                <a:path extrusionOk="0" h="12493" w="17941">
                  <a:moveTo>
                    <a:pt x="12625" y="1"/>
                  </a:moveTo>
                  <a:cubicBezTo>
                    <a:pt x="3730" y="1"/>
                    <a:pt x="0" y="5790"/>
                    <a:pt x="0" y="5790"/>
                  </a:cubicBezTo>
                  <a:cubicBezTo>
                    <a:pt x="3809" y="12029"/>
                    <a:pt x="12235" y="12492"/>
                    <a:pt x="14655" y="12492"/>
                  </a:cubicBezTo>
                  <a:cubicBezTo>
                    <a:pt x="15077" y="12492"/>
                    <a:pt x="15316" y="12478"/>
                    <a:pt x="15316" y="12478"/>
                  </a:cubicBezTo>
                  <a:cubicBezTo>
                    <a:pt x="17941" y="7160"/>
                    <a:pt x="14973" y="130"/>
                    <a:pt x="14973" y="130"/>
                  </a:cubicBezTo>
                  <a:cubicBezTo>
                    <a:pt x="14154" y="41"/>
                    <a:pt x="13371" y="1"/>
                    <a:pt x="1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9" name="Google Shape;6389;p56"/>
            <p:cNvSpPr/>
            <p:nvPr/>
          </p:nvSpPr>
          <p:spPr>
            <a:xfrm>
              <a:off x="3775475" y="3642150"/>
              <a:ext cx="131250" cy="110050"/>
            </a:xfrm>
            <a:custGeom>
              <a:rect b="b" l="l" r="r" t="t"/>
              <a:pathLst>
                <a:path extrusionOk="0" h="4402" w="5250">
                  <a:moveTo>
                    <a:pt x="2621" y="0"/>
                  </a:moveTo>
                  <a:cubicBezTo>
                    <a:pt x="1065" y="0"/>
                    <a:pt x="0" y="558"/>
                    <a:pt x="0" y="558"/>
                  </a:cubicBezTo>
                  <a:cubicBezTo>
                    <a:pt x="0" y="558"/>
                    <a:pt x="346" y="4402"/>
                    <a:pt x="2360" y="4402"/>
                  </a:cubicBezTo>
                  <a:cubicBezTo>
                    <a:pt x="2417" y="4402"/>
                    <a:pt x="2474" y="4399"/>
                    <a:pt x="2534" y="4393"/>
                  </a:cubicBezTo>
                  <a:cubicBezTo>
                    <a:pt x="4702" y="4142"/>
                    <a:pt x="5250" y="558"/>
                    <a:pt x="5250" y="558"/>
                  </a:cubicBezTo>
                  <a:cubicBezTo>
                    <a:pt x="4299" y="139"/>
                    <a:pt x="3399" y="0"/>
                    <a:pt x="2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0" name="Google Shape;6390;p56"/>
            <p:cNvSpPr/>
            <p:nvPr/>
          </p:nvSpPr>
          <p:spPr>
            <a:xfrm>
              <a:off x="3909875" y="3621200"/>
              <a:ext cx="140325" cy="57350"/>
            </a:xfrm>
            <a:custGeom>
              <a:rect b="b" l="l" r="r" t="t"/>
              <a:pathLst>
                <a:path extrusionOk="0" h="2294" w="5613">
                  <a:moveTo>
                    <a:pt x="5299" y="0"/>
                  </a:moveTo>
                  <a:cubicBezTo>
                    <a:pt x="5287" y="0"/>
                    <a:pt x="5274" y="1"/>
                    <a:pt x="5261" y="4"/>
                  </a:cubicBezTo>
                  <a:cubicBezTo>
                    <a:pt x="3457" y="346"/>
                    <a:pt x="1768" y="985"/>
                    <a:pt x="193" y="1898"/>
                  </a:cubicBezTo>
                  <a:cubicBezTo>
                    <a:pt x="0" y="2014"/>
                    <a:pt x="118" y="2294"/>
                    <a:pt x="297" y="2294"/>
                  </a:cubicBezTo>
                  <a:cubicBezTo>
                    <a:pt x="329" y="2294"/>
                    <a:pt x="364" y="2284"/>
                    <a:pt x="399" y="2263"/>
                  </a:cubicBezTo>
                  <a:cubicBezTo>
                    <a:pt x="1951" y="1373"/>
                    <a:pt x="3617" y="757"/>
                    <a:pt x="5375" y="414"/>
                  </a:cubicBezTo>
                  <a:cubicBezTo>
                    <a:pt x="5613" y="371"/>
                    <a:pt x="5523" y="0"/>
                    <a:pt x="5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1" name="Google Shape;6391;p56"/>
            <p:cNvSpPr/>
            <p:nvPr/>
          </p:nvSpPr>
          <p:spPr>
            <a:xfrm>
              <a:off x="3912025" y="3694350"/>
              <a:ext cx="104275" cy="35400"/>
            </a:xfrm>
            <a:custGeom>
              <a:rect b="b" l="l" r="r" t="t"/>
              <a:pathLst>
                <a:path extrusionOk="0" h="1416" w="4171">
                  <a:moveTo>
                    <a:pt x="331" y="0"/>
                  </a:moveTo>
                  <a:cubicBezTo>
                    <a:pt x="129" y="0"/>
                    <a:pt x="1" y="288"/>
                    <a:pt x="199" y="387"/>
                  </a:cubicBezTo>
                  <a:cubicBezTo>
                    <a:pt x="1386" y="958"/>
                    <a:pt x="2618" y="1300"/>
                    <a:pt x="3919" y="1414"/>
                  </a:cubicBezTo>
                  <a:cubicBezTo>
                    <a:pt x="3926" y="1415"/>
                    <a:pt x="3932" y="1415"/>
                    <a:pt x="3938" y="1415"/>
                  </a:cubicBezTo>
                  <a:cubicBezTo>
                    <a:pt x="4170" y="1415"/>
                    <a:pt x="4164" y="1003"/>
                    <a:pt x="3919" y="981"/>
                  </a:cubicBezTo>
                  <a:cubicBezTo>
                    <a:pt x="2687" y="889"/>
                    <a:pt x="1523" y="570"/>
                    <a:pt x="427" y="22"/>
                  </a:cubicBezTo>
                  <a:cubicBezTo>
                    <a:pt x="394" y="7"/>
                    <a:pt x="361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2" name="Google Shape;6392;p56"/>
            <p:cNvSpPr/>
            <p:nvPr/>
          </p:nvSpPr>
          <p:spPr>
            <a:xfrm>
              <a:off x="3583725" y="3626575"/>
              <a:ext cx="155500" cy="45700"/>
            </a:xfrm>
            <a:custGeom>
              <a:rect b="b" l="l" r="r" t="t"/>
              <a:pathLst>
                <a:path extrusionOk="0" h="1828" w="6220">
                  <a:moveTo>
                    <a:pt x="865" y="0"/>
                  </a:moveTo>
                  <a:cubicBezTo>
                    <a:pt x="669" y="0"/>
                    <a:pt x="473" y="6"/>
                    <a:pt x="275" y="17"/>
                  </a:cubicBezTo>
                  <a:cubicBezTo>
                    <a:pt x="8" y="39"/>
                    <a:pt x="1" y="429"/>
                    <a:pt x="253" y="429"/>
                  </a:cubicBezTo>
                  <a:cubicBezTo>
                    <a:pt x="260" y="429"/>
                    <a:pt x="267" y="428"/>
                    <a:pt x="275" y="428"/>
                  </a:cubicBezTo>
                  <a:cubicBezTo>
                    <a:pt x="440" y="420"/>
                    <a:pt x="605" y="416"/>
                    <a:pt x="768" y="416"/>
                  </a:cubicBezTo>
                  <a:cubicBezTo>
                    <a:pt x="2568" y="416"/>
                    <a:pt x="4252" y="877"/>
                    <a:pt x="5821" y="1797"/>
                  </a:cubicBezTo>
                  <a:cubicBezTo>
                    <a:pt x="5856" y="1818"/>
                    <a:pt x="5891" y="1827"/>
                    <a:pt x="5923" y="1827"/>
                  </a:cubicBezTo>
                  <a:cubicBezTo>
                    <a:pt x="6102" y="1827"/>
                    <a:pt x="6220" y="1548"/>
                    <a:pt x="6027" y="1432"/>
                  </a:cubicBezTo>
                  <a:cubicBezTo>
                    <a:pt x="4438" y="483"/>
                    <a:pt x="2701" y="0"/>
                    <a:pt x="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3" name="Google Shape;6393;p56"/>
            <p:cNvSpPr/>
            <p:nvPr/>
          </p:nvSpPr>
          <p:spPr>
            <a:xfrm>
              <a:off x="3586075" y="3688600"/>
              <a:ext cx="146050" cy="37450"/>
            </a:xfrm>
            <a:custGeom>
              <a:rect b="b" l="l" r="r" t="t"/>
              <a:pathLst>
                <a:path extrusionOk="0" h="1498" w="5842">
                  <a:moveTo>
                    <a:pt x="5588" y="0"/>
                  </a:moveTo>
                  <a:cubicBezTo>
                    <a:pt x="5581" y="0"/>
                    <a:pt x="5574" y="0"/>
                    <a:pt x="5567" y="1"/>
                  </a:cubicBezTo>
                  <a:cubicBezTo>
                    <a:pt x="3719" y="69"/>
                    <a:pt x="1961" y="435"/>
                    <a:pt x="226" y="1074"/>
                  </a:cubicBezTo>
                  <a:cubicBezTo>
                    <a:pt x="0" y="1156"/>
                    <a:pt x="70" y="1498"/>
                    <a:pt x="270" y="1498"/>
                  </a:cubicBezTo>
                  <a:cubicBezTo>
                    <a:pt x="292" y="1498"/>
                    <a:pt x="316" y="1494"/>
                    <a:pt x="340" y="1485"/>
                  </a:cubicBezTo>
                  <a:cubicBezTo>
                    <a:pt x="2030" y="846"/>
                    <a:pt x="3764" y="480"/>
                    <a:pt x="5567" y="412"/>
                  </a:cubicBezTo>
                  <a:cubicBezTo>
                    <a:pt x="5834" y="412"/>
                    <a:pt x="5841" y="0"/>
                    <a:pt x="55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4" name="Google Shape;6394;p56"/>
          <p:cNvGrpSpPr/>
          <p:nvPr/>
        </p:nvGrpSpPr>
        <p:grpSpPr>
          <a:xfrm rot="-1575672">
            <a:off x="4980934" y="1719747"/>
            <a:ext cx="502627" cy="292277"/>
            <a:chOff x="3387425" y="3531125"/>
            <a:chExt cx="931300" cy="541550"/>
          </a:xfrm>
        </p:grpSpPr>
        <p:sp>
          <p:nvSpPr>
            <p:cNvPr id="6395" name="Google Shape;6395;p56"/>
            <p:cNvSpPr/>
            <p:nvPr/>
          </p:nvSpPr>
          <p:spPr>
            <a:xfrm>
              <a:off x="3575750" y="3697175"/>
              <a:ext cx="255650" cy="375500"/>
            </a:xfrm>
            <a:custGeom>
              <a:rect b="b" l="l" r="r" t="t"/>
              <a:pathLst>
                <a:path extrusionOk="0" h="15020" w="10226">
                  <a:moveTo>
                    <a:pt x="10226" y="0"/>
                  </a:moveTo>
                  <a:lnTo>
                    <a:pt x="6642" y="617"/>
                  </a:lnTo>
                  <a:lnTo>
                    <a:pt x="0" y="13148"/>
                  </a:lnTo>
                  <a:lnTo>
                    <a:pt x="4816" y="10979"/>
                  </a:lnTo>
                  <a:lnTo>
                    <a:pt x="6642" y="15019"/>
                  </a:lnTo>
                  <a:lnTo>
                    <a:pt x="102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6" name="Google Shape;6396;p56"/>
            <p:cNvSpPr/>
            <p:nvPr/>
          </p:nvSpPr>
          <p:spPr>
            <a:xfrm>
              <a:off x="3838800" y="3708575"/>
              <a:ext cx="236275" cy="364100"/>
            </a:xfrm>
            <a:custGeom>
              <a:rect b="b" l="l" r="r" t="t"/>
              <a:pathLst>
                <a:path extrusionOk="0" h="14564" w="9451">
                  <a:moveTo>
                    <a:pt x="2146" y="1"/>
                  </a:moveTo>
                  <a:lnTo>
                    <a:pt x="1" y="823"/>
                  </a:lnTo>
                  <a:lnTo>
                    <a:pt x="2420" y="14563"/>
                  </a:lnTo>
                  <a:lnTo>
                    <a:pt x="5182" y="10523"/>
                  </a:lnTo>
                  <a:lnTo>
                    <a:pt x="9450" y="12623"/>
                  </a:lnTo>
                  <a:lnTo>
                    <a:pt x="21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7" name="Google Shape;6397;p56"/>
            <p:cNvSpPr/>
            <p:nvPr/>
          </p:nvSpPr>
          <p:spPr>
            <a:xfrm>
              <a:off x="3387425" y="3531125"/>
              <a:ext cx="421150" cy="319000"/>
            </a:xfrm>
            <a:custGeom>
              <a:rect b="b" l="l" r="r" t="t"/>
              <a:pathLst>
                <a:path extrusionOk="0" h="12760" w="16846">
                  <a:moveTo>
                    <a:pt x="2375" y="0"/>
                  </a:moveTo>
                  <a:lnTo>
                    <a:pt x="2375" y="0"/>
                  </a:lnTo>
                  <a:cubicBezTo>
                    <a:pt x="2375" y="0"/>
                    <a:pt x="1" y="10135"/>
                    <a:pt x="5274" y="12760"/>
                  </a:cubicBezTo>
                  <a:cubicBezTo>
                    <a:pt x="5274" y="12760"/>
                    <a:pt x="14792" y="10135"/>
                    <a:pt x="16846" y="6551"/>
                  </a:cubicBezTo>
                  <a:cubicBezTo>
                    <a:pt x="16846" y="6551"/>
                    <a:pt x="13194" y="502"/>
                    <a:pt x="2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8" name="Google Shape;6398;p56"/>
            <p:cNvSpPr/>
            <p:nvPr/>
          </p:nvSpPr>
          <p:spPr>
            <a:xfrm>
              <a:off x="3870200" y="3552425"/>
              <a:ext cx="448525" cy="312325"/>
            </a:xfrm>
            <a:custGeom>
              <a:rect b="b" l="l" r="r" t="t"/>
              <a:pathLst>
                <a:path extrusionOk="0" h="12493" w="17941">
                  <a:moveTo>
                    <a:pt x="12625" y="1"/>
                  </a:moveTo>
                  <a:cubicBezTo>
                    <a:pt x="3730" y="1"/>
                    <a:pt x="0" y="5790"/>
                    <a:pt x="0" y="5790"/>
                  </a:cubicBezTo>
                  <a:cubicBezTo>
                    <a:pt x="3809" y="12029"/>
                    <a:pt x="12235" y="12492"/>
                    <a:pt x="14655" y="12492"/>
                  </a:cubicBezTo>
                  <a:cubicBezTo>
                    <a:pt x="15077" y="12492"/>
                    <a:pt x="15316" y="12478"/>
                    <a:pt x="15316" y="12478"/>
                  </a:cubicBezTo>
                  <a:cubicBezTo>
                    <a:pt x="17941" y="7160"/>
                    <a:pt x="14973" y="130"/>
                    <a:pt x="14973" y="130"/>
                  </a:cubicBezTo>
                  <a:cubicBezTo>
                    <a:pt x="14154" y="41"/>
                    <a:pt x="13371" y="1"/>
                    <a:pt x="1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9" name="Google Shape;6399;p56"/>
            <p:cNvSpPr/>
            <p:nvPr/>
          </p:nvSpPr>
          <p:spPr>
            <a:xfrm>
              <a:off x="3775475" y="3642150"/>
              <a:ext cx="131250" cy="110050"/>
            </a:xfrm>
            <a:custGeom>
              <a:rect b="b" l="l" r="r" t="t"/>
              <a:pathLst>
                <a:path extrusionOk="0" h="4402" w="5250">
                  <a:moveTo>
                    <a:pt x="2621" y="0"/>
                  </a:moveTo>
                  <a:cubicBezTo>
                    <a:pt x="1065" y="0"/>
                    <a:pt x="0" y="558"/>
                    <a:pt x="0" y="558"/>
                  </a:cubicBezTo>
                  <a:cubicBezTo>
                    <a:pt x="0" y="558"/>
                    <a:pt x="346" y="4402"/>
                    <a:pt x="2360" y="4402"/>
                  </a:cubicBezTo>
                  <a:cubicBezTo>
                    <a:pt x="2417" y="4402"/>
                    <a:pt x="2474" y="4399"/>
                    <a:pt x="2534" y="4393"/>
                  </a:cubicBezTo>
                  <a:cubicBezTo>
                    <a:pt x="4702" y="4142"/>
                    <a:pt x="5250" y="558"/>
                    <a:pt x="5250" y="558"/>
                  </a:cubicBezTo>
                  <a:cubicBezTo>
                    <a:pt x="4299" y="139"/>
                    <a:pt x="3399" y="0"/>
                    <a:pt x="2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0" name="Google Shape;6400;p56"/>
            <p:cNvSpPr/>
            <p:nvPr/>
          </p:nvSpPr>
          <p:spPr>
            <a:xfrm>
              <a:off x="3909875" y="3621200"/>
              <a:ext cx="140325" cy="57350"/>
            </a:xfrm>
            <a:custGeom>
              <a:rect b="b" l="l" r="r" t="t"/>
              <a:pathLst>
                <a:path extrusionOk="0" h="2294" w="5613">
                  <a:moveTo>
                    <a:pt x="5299" y="0"/>
                  </a:moveTo>
                  <a:cubicBezTo>
                    <a:pt x="5287" y="0"/>
                    <a:pt x="5274" y="1"/>
                    <a:pt x="5261" y="4"/>
                  </a:cubicBezTo>
                  <a:cubicBezTo>
                    <a:pt x="3457" y="346"/>
                    <a:pt x="1768" y="985"/>
                    <a:pt x="193" y="1898"/>
                  </a:cubicBezTo>
                  <a:cubicBezTo>
                    <a:pt x="0" y="2014"/>
                    <a:pt x="118" y="2294"/>
                    <a:pt x="297" y="2294"/>
                  </a:cubicBezTo>
                  <a:cubicBezTo>
                    <a:pt x="329" y="2294"/>
                    <a:pt x="364" y="2284"/>
                    <a:pt x="399" y="2263"/>
                  </a:cubicBezTo>
                  <a:cubicBezTo>
                    <a:pt x="1951" y="1373"/>
                    <a:pt x="3617" y="757"/>
                    <a:pt x="5375" y="414"/>
                  </a:cubicBezTo>
                  <a:cubicBezTo>
                    <a:pt x="5613" y="371"/>
                    <a:pt x="5523" y="0"/>
                    <a:pt x="5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1" name="Google Shape;6401;p56"/>
            <p:cNvSpPr/>
            <p:nvPr/>
          </p:nvSpPr>
          <p:spPr>
            <a:xfrm>
              <a:off x="3912025" y="3694350"/>
              <a:ext cx="104275" cy="35400"/>
            </a:xfrm>
            <a:custGeom>
              <a:rect b="b" l="l" r="r" t="t"/>
              <a:pathLst>
                <a:path extrusionOk="0" h="1416" w="4171">
                  <a:moveTo>
                    <a:pt x="331" y="0"/>
                  </a:moveTo>
                  <a:cubicBezTo>
                    <a:pt x="129" y="0"/>
                    <a:pt x="1" y="288"/>
                    <a:pt x="199" y="387"/>
                  </a:cubicBezTo>
                  <a:cubicBezTo>
                    <a:pt x="1386" y="958"/>
                    <a:pt x="2618" y="1300"/>
                    <a:pt x="3919" y="1414"/>
                  </a:cubicBezTo>
                  <a:cubicBezTo>
                    <a:pt x="3926" y="1415"/>
                    <a:pt x="3932" y="1415"/>
                    <a:pt x="3938" y="1415"/>
                  </a:cubicBezTo>
                  <a:cubicBezTo>
                    <a:pt x="4170" y="1415"/>
                    <a:pt x="4164" y="1003"/>
                    <a:pt x="3919" y="981"/>
                  </a:cubicBezTo>
                  <a:cubicBezTo>
                    <a:pt x="2687" y="889"/>
                    <a:pt x="1523" y="570"/>
                    <a:pt x="427" y="22"/>
                  </a:cubicBezTo>
                  <a:cubicBezTo>
                    <a:pt x="394" y="7"/>
                    <a:pt x="361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2" name="Google Shape;6402;p56"/>
            <p:cNvSpPr/>
            <p:nvPr/>
          </p:nvSpPr>
          <p:spPr>
            <a:xfrm>
              <a:off x="3583725" y="3626575"/>
              <a:ext cx="155500" cy="45700"/>
            </a:xfrm>
            <a:custGeom>
              <a:rect b="b" l="l" r="r" t="t"/>
              <a:pathLst>
                <a:path extrusionOk="0" h="1828" w="6220">
                  <a:moveTo>
                    <a:pt x="865" y="0"/>
                  </a:moveTo>
                  <a:cubicBezTo>
                    <a:pt x="669" y="0"/>
                    <a:pt x="473" y="6"/>
                    <a:pt x="275" y="17"/>
                  </a:cubicBezTo>
                  <a:cubicBezTo>
                    <a:pt x="8" y="39"/>
                    <a:pt x="1" y="429"/>
                    <a:pt x="253" y="429"/>
                  </a:cubicBezTo>
                  <a:cubicBezTo>
                    <a:pt x="260" y="429"/>
                    <a:pt x="267" y="428"/>
                    <a:pt x="275" y="428"/>
                  </a:cubicBezTo>
                  <a:cubicBezTo>
                    <a:pt x="440" y="420"/>
                    <a:pt x="605" y="416"/>
                    <a:pt x="768" y="416"/>
                  </a:cubicBezTo>
                  <a:cubicBezTo>
                    <a:pt x="2568" y="416"/>
                    <a:pt x="4252" y="877"/>
                    <a:pt x="5821" y="1797"/>
                  </a:cubicBezTo>
                  <a:cubicBezTo>
                    <a:pt x="5856" y="1818"/>
                    <a:pt x="5891" y="1827"/>
                    <a:pt x="5923" y="1827"/>
                  </a:cubicBezTo>
                  <a:cubicBezTo>
                    <a:pt x="6102" y="1827"/>
                    <a:pt x="6220" y="1548"/>
                    <a:pt x="6027" y="1432"/>
                  </a:cubicBezTo>
                  <a:cubicBezTo>
                    <a:pt x="4438" y="483"/>
                    <a:pt x="2701" y="0"/>
                    <a:pt x="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3" name="Google Shape;6403;p56"/>
            <p:cNvSpPr/>
            <p:nvPr/>
          </p:nvSpPr>
          <p:spPr>
            <a:xfrm>
              <a:off x="3586075" y="3688600"/>
              <a:ext cx="146050" cy="37450"/>
            </a:xfrm>
            <a:custGeom>
              <a:rect b="b" l="l" r="r" t="t"/>
              <a:pathLst>
                <a:path extrusionOk="0" h="1498" w="5842">
                  <a:moveTo>
                    <a:pt x="5588" y="0"/>
                  </a:moveTo>
                  <a:cubicBezTo>
                    <a:pt x="5581" y="0"/>
                    <a:pt x="5574" y="0"/>
                    <a:pt x="5567" y="1"/>
                  </a:cubicBezTo>
                  <a:cubicBezTo>
                    <a:pt x="3719" y="69"/>
                    <a:pt x="1961" y="435"/>
                    <a:pt x="226" y="1074"/>
                  </a:cubicBezTo>
                  <a:cubicBezTo>
                    <a:pt x="0" y="1156"/>
                    <a:pt x="70" y="1498"/>
                    <a:pt x="270" y="1498"/>
                  </a:cubicBezTo>
                  <a:cubicBezTo>
                    <a:pt x="292" y="1498"/>
                    <a:pt x="316" y="1494"/>
                    <a:pt x="340" y="1485"/>
                  </a:cubicBezTo>
                  <a:cubicBezTo>
                    <a:pt x="2030" y="846"/>
                    <a:pt x="3764" y="480"/>
                    <a:pt x="5567" y="412"/>
                  </a:cubicBezTo>
                  <a:cubicBezTo>
                    <a:pt x="5834" y="412"/>
                    <a:pt x="5841" y="0"/>
                    <a:pt x="55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04" name="Google Shape;6404;p56"/>
          <p:cNvGrpSpPr/>
          <p:nvPr/>
        </p:nvGrpSpPr>
        <p:grpSpPr>
          <a:xfrm rot="-1575672">
            <a:off x="1554909" y="3244847"/>
            <a:ext cx="502627" cy="292277"/>
            <a:chOff x="3387425" y="3531125"/>
            <a:chExt cx="931300" cy="541550"/>
          </a:xfrm>
        </p:grpSpPr>
        <p:sp>
          <p:nvSpPr>
            <p:cNvPr id="6405" name="Google Shape;6405;p56"/>
            <p:cNvSpPr/>
            <p:nvPr/>
          </p:nvSpPr>
          <p:spPr>
            <a:xfrm>
              <a:off x="3575750" y="3697175"/>
              <a:ext cx="255650" cy="375500"/>
            </a:xfrm>
            <a:custGeom>
              <a:rect b="b" l="l" r="r" t="t"/>
              <a:pathLst>
                <a:path extrusionOk="0" h="15020" w="10226">
                  <a:moveTo>
                    <a:pt x="10226" y="0"/>
                  </a:moveTo>
                  <a:lnTo>
                    <a:pt x="6642" y="617"/>
                  </a:lnTo>
                  <a:lnTo>
                    <a:pt x="0" y="13148"/>
                  </a:lnTo>
                  <a:lnTo>
                    <a:pt x="4816" y="10979"/>
                  </a:lnTo>
                  <a:lnTo>
                    <a:pt x="6642" y="15019"/>
                  </a:lnTo>
                  <a:lnTo>
                    <a:pt x="102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6" name="Google Shape;6406;p56"/>
            <p:cNvSpPr/>
            <p:nvPr/>
          </p:nvSpPr>
          <p:spPr>
            <a:xfrm>
              <a:off x="3838800" y="3708575"/>
              <a:ext cx="236275" cy="364100"/>
            </a:xfrm>
            <a:custGeom>
              <a:rect b="b" l="l" r="r" t="t"/>
              <a:pathLst>
                <a:path extrusionOk="0" h="14564" w="9451">
                  <a:moveTo>
                    <a:pt x="2146" y="1"/>
                  </a:moveTo>
                  <a:lnTo>
                    <a:pt x="1" y="823"/>
                  </a:lnTo>
                  <a:lnTo>
                    <a:pt x="2420" y="14563"/>
                  </a:lnTo>
                  <a:lnTo>
                    <a:pt x="5182" y="10523"/>
                  </a:lnTo>
                  <a:lnTo>
                    <a:pt x="9450" y="12623"/>
                  </a:lnTo>
                  <a:lnTo>
                    <a:pt x="21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7" name="Google Shape;6407;p56"/>
            <p:cNvSpPr/>
            <p:nvPr/>
          </p:nvSpPr>
          <p:spPr>
            <a:xfrm>
              <a:off x="3387425" y="3531125"/>
              <a:ext cx="421150" cy="319000"/>
            </a:xfrm>
            <a:custGeom>
              <a:rect b="b" l="l" r="r" t="t"/>
              <a:pathLst>
                <a:path extrusionOk="0" h="12760" w="16846">
                  <a:moveTo>
                    <a:pt x="2375" y="0"/>
                  </a:moveTo>
                  <a:lnTo>
                    <a:pt x="2375" y="0"/>
                  </a:lnTo>
                  <a:cubicBezTo>
                    <a:pt x="2375" y="0"/>
                    <a:pt x="1" y="10135"/>
                    <a:pt x="5274" y="12760"/>
                  </a:cubicBezTo>
                  <a:cubicBezTo>
                    <a:pt x="5274" y="12760"/>
                    <a:pt x="14792" y="10135"/>
                    <a:pt x="16846" y="6551"/>
                  </a:cubicBezTo>
                  <a:cubicBezTo>
                    <a:pt x="16846" y="6551"/>
                    <a:pt x="13194" y="502"/>
                    <a:pt x="2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8" name="Google Shape;6408;p56"/>
            <p:cNvSpPr/>
            <p:nvPr/>
          </p:nvSpPr>
          <p:spPr>
            <a:xfrm>
              <a:off x="3870200" y="3552425"/>
              <a:ext cx="448525" cy="312325"/>
            </a:xfrm>
            <a:custGeom>
              <a:rect b="b" l="l" r="r" t="t"/>
              <a:pathLst>
                <a:path extrusionOk="0" h="12493" w="17941">
                  <a:moveTo>
                    <a:pt x="12625" y="1"/>
                  </a:moveTo>
                  <a:cubicBezTo>
                    <a:pt x="3730" y="1"/>
                    <a:pt x="0" y="5790"/>
                    <a:pt x="0" y="5790"/>
                  </a:cubicBezTo>
                  <a:cubicBezTo>
                    <a:pt x="3809" y="12029"/>
                    <a:pt x="12235" y="12492"/>
                    <a:pt x="14655" y="12492"/>
                  </a:cubicBezTo>
                  <a:cubicBezTo>
                    <a:pt x="15077" y="12492"/>
                    <a:pt x="15316" y="12478"/>
                    <a:pt x="15316" y="12478"/>
                  </a:cubicBezTo>
                  <a:cubicBezTo>
                    <a:pt x="17941" y="7160"/>
                    <a:pt x="14973" y="130"/>
                    <a:pt x="14973" y="130"/>
                  </a:cubicBezTo>
                  <a:cubicBezTo>
                    <a:pt x="14154" y="41"/>
                    <a:pt x="13371" y="1"/>
                    <a:pt x="1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9" name="Google Shape;6409;p56"/>
            <p:cNvSpPr/>
            <p:nvPr/>
          </p:nvSpPr>
          <p:spPr>
            <a:xfrm>
              <a:off x="3775475" y="3642150"/>
              <a:ext cx="131250" cy="110050"/>
            </a:xfrm>
            <a:custGeom>
              <a:rect b="b" l="l" r="r" t="t"/>
              <a:pathLst>
                <a:path extrusionOk="0" h="4402" w="5250">
                  <a:moveTo>
                    <a:pt x="2621" y="0"/>
                  </a:moveTo>
                  <a:cubicBezTo>
                    <a:pt x="1065" y="0"/>
                    <a:pt x="0" y="558"/>
                    <a:pt x="0" y="558"/>
                  </a:cubicBezTo>
                  <a:cubicBezTo>
                    <a:pt x="0" y="558"/>
                    <a:pt x="346" y="4402"/>
                    <a:pt x="2360" y="4402"/>
                  </a:cubicBezTo>
                  <a:cubicBezTo>
                    <a:pt x="2417" y="4402"/>
                    <a:pt x="2474" y="4399"/>
                    <a:pt x="2534" y="4393"/>
                  </a:cubicBezTo>
                  <a:cubicBezTo>
                    <a:pt x="4702" y="4142"/>
                    <a:pt x="5250" y="558"/>
                    <a:pt x="5250" y="558"/>
                  </a:cubicBezTo>
                  <a:cubicBezTo>
                    <a:pt x="4299" y="139"/>
                    <a:pt x="3399" y="0"/>
                    <a:pt x="2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0" name="Google Shape;6410;p56"/>
            <p:cNvSpPr/>
            <p:nvPr/>
          </p:nvSpPr>
          <p:spPr>
            <a:xfrm>
              <a:off x="3909875" y="3621200"/>
              <a:ext cx="140325" cy="57350"/>
            </a:xfrm>
            <a:custGeom>
              <a:rect b="b" l="l" r="r" t="t"/>
              <a:pathLst>
                <a:path extrusionOk="0" h="2294" w="5613">
                  <a:moveTo>
                    <a:pt x="5299" y="0"/>
                  </a:moveTo>
                  <a:cubicBezTo>
                    <a:pt x="5287" y="0"/>
                    <a:pt x="5274" y="1"/>
                    <a:pt x="5261" y="4"/>
                  </a:cubicBezTo>
                  <a:cubicBezTo>
                    <a:pt x="3457" y="346"/>
                    <a:pt x="1768" y="985"/>
                    <a:pt x="193" y="1898"/>
                  </a:cubicBezTo>
                  <a:cubicBezTo>
                    <a:pt x="0" y="2014"/>
                    <a:pt x="118" y="2294"/>
                    <a:pt x="297" y="2294"/>
                  </a:cubicBezTo>
                  <a:cubicBezTo>
                    <a:pt x="329" y="2294"/>
                    <a:pt x="364" y="2284"/>
                    <a:pt x="399" y="2263"/>
                  </a:cubicBezTo>
                  <a:cubicBezTo>
                    <a:pt x="1951" y="1373"/>
                    <a:pt x="3617" y="757"/>
                    <a:pt x="5375" y="414"/>
                  </a:cubicBezTo>
                  <a:cubicBezTo>
                    <a:pt x="5613" y="371"/>
                    <a:pt x="5523" y="0"/>
                    <a:pt x="5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1" name="Google Shape;6411;p56"/>
            <p:cNvSpPr/>
            <p:nvPr/>
          </p:nvSpPr>
          <p:spPr>
            <a:xfrm>
              <a:off x="3912025" y="3694350"/>
              <a:ext cx="104275" cy="35400"/>
            </a:xfrm>
            <a:custGeom>
              <a:rect b="b" l="l" r="r" t="t"/>
              <a:pathLst>
                <a:path extrusionOk="0" h="1416" w="4171">
                  <a:moveTo>
                    <a:pt x="331" y="0"/>
                  </a:moveTo>
                  <a:cubicBezTo>
                    <a:pt x="129" y="0"/>
                    <a:pt x="1" y="288"/>
                    <a:pt x="199" y="387"/>
                  </a:cubicBezTo>
                  <a:cubicBezTo>
                    <a:pt x="1386" y="958"/>
                    <a:pt x="2618" y="1300"/>
                    <a:pt x="3919" y="1414"/>
                  </a:cubicBezTo>
                  <a:cubicBezTo>
                    <a:pt x="3926" y="1415"/>
                    <a:pt x="3932" y="1415"/>
                    <a:pt x="3938" y="1415"/>
                  </a:cubicBezTo>
                  <a:cubicBezTo>
                    <a:pt x="4170" y="1415"/>
                    <a:pt x="4164" y="1003"/>
                    <a:pt x="3919" y="981"/>
                  </a:cubicBezTo>
                  <a:cubicBezTo>
                    <a:pt x="2687" y="889"/>
                    <a:pt x="1523" y="570"/>
                    <a:pt x="427" y="22"/>
                  </a:cubicBezTo>
                  <a:cubicBezTo>
                    <a:pt x="394" y="7"/>
                    <a:pt x="361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2" name="Google Shape;6412;p56"/>
            <p:cNvSpPr/>
            <p:nvPr/>
          </p:nvSpPr>
          <p:spPr>
            <a:xfrm>
              <a:off x="3583725" y="3626575"/>
              <a:ext cx="155500" cy="45700"/>
            </a:xfrm>
            <a:custGeom>
              <a:rect b="b" l="l" r="r" t="t"/>
              <a:pathLst>
                <a:path extrusionOk="0" h="1828" w="6220">
                  <a:moveTo>
                    <a:pt x="865" y="0"/>
                  </a:moveTo>
                  <a:cubicBezTo>
                    <a:pt x="669" y="0"/>
                    <a:pt x="473" y="6"/>
                    <a:pt x="275" y="17"/>
                  </a:cubicBezTo>
                  <a:cubicBezTo>
                    <a:pt x="8" y="39"/>
                    <a:pt x="1" y="429"/>
                    <a:pt x="253" y="429"/>
                  </a:cubicBezTo>
                  <a:cubicBezTo>
                    <a:pt x="260" y="429"/>
                    <a:pt x="267" y="428"/>
                    <a:pt x="275" y="428"/>
                  </a:cubicBezTo>
                  <a:cubicBezTo>
                    <a:pt x="440" y="420"/>
                    <a:pt x="605" y="416"/>
                    <a:pt x="768" y="416"/>
                  </a:cubicBezTo>
                  <a:cubicBezTo>
                    <a:pt x="2568" y="416"/>
                    <a:pt x="4252" y="877"/>
                    <a:pt x="5821" y="1797"/>
                  </a:cubicBezTo>
                  <a:cubicBezTo>
                    <a:pt x="5856" y="1818"/>
                    <a:pt x="5891" y="1827"/>
                    <a:pt x="5923" y="1827"/>
                  </a:cubicBezTo>
                  <a:cubicBezTo>
                    <a:pt x="6102" y="1827"/>
                    <a:pt x="6220" y="1548"/>
                    <a:pt x="6027" y="1432"/>
                  </a:cubicBezTo>
                  <a:cubicBezTo>
                    <a:pt x="4438" y="483"/>
                    <a:pt x="2701" y="0"/>
                    <a:pt x="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3" name="Google Shape;6413;p56"/>
            <p:cNvSpPr/>
            <p:nvPr/>
          </p:nvSpPr>
          <p:spPr>
            <a:xfrm>
              <a:off x="3586075" y="3688600"/>
              <a:ext cx="146050" cy="37450"/>
            </a:xfrm>
            <a:custGeom>
              <a:rect b="b" l="l" r="r" t="t"/>
              <a:pathLst>
                <a:path extrusionOk="0" h="1498" w="5842">
                  <a:moveTo>
                    <a:pt x="5588" y="0"/>
                  </a:moveTo>
                  <a:cubicBezTo>
                    <a:pt x="5581" y="0"/>
                    <a:pt x="5574" y="0"/>
                    <a:pt x="5567" y="1"/>
                  </a:cubicBezTo>
                  <a:cubicBezTo>
                    <a:pt x="3719" y="69"/>
                    <a:pt x="1961" y="435"/>
                    <a:pt x="226" y="1074"/>
                  </a:cubicBezTo>
                  <a:cubicBezTo>
                    <a:pt x="0" y="1156"/>
                    <a:pt x="70" y="1498"/>
                    <a:pt x="270" y="1498"/>
                  </a:cubicBezTo>
                  <a:cubicBezTo>
                    <a:pt x="292" y="1498"/>
                    <a:pt x="316" y="1494"/>
                    <a:pt x="340" y="1485"/>
                  </a:cubicBezTo>
                  <a:cubicBezTo>
                    <a:pt x="2030" y="846"/>
                    <a:pt x="3764" y="480"/>
                    <a:pt x="5567" y="412"/>
                  </a:cubicBezTo>
                  <a:cubicBezTo>
                    <a:pt x="5834" y="412"/>
                    <a:pt x="5841" y="0"/>
                    <a:pt x="55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14" name="Google Shape;6414;p56"/>
          <p:cNvGrpSpPr/>
          <p:nvPr/>
        </p:nvGrpSpPr>
        <p:grpSpPr>
          <a:xfrm rot="-1575672">
            <a:off x="4980934" y="3244847"/>
            <a:ext cx="502627" cy="292277"/>
            <a:chOff x="3387425" y="3531125"/>
            <a:chExt cx="931300" cy="541550"/>
          </a:xfrm>
        </p:grpSpPr>
        <p:sp>
          <p:nvSpPr>
            <p:cNvPr id="6415" name="Google Shape;6415;p56"/>
            <p:cNvSpPr/>
            <p:nvPr/>
          </p:nvSpPr>
          <p:spPr>
            <a:xfrm>
              <a:off x="3575750" y="3697175"/>
              <a:ext cx="255650" cy="375500"/>
            </a:xfrm>
            <a:custGeom>
              <a:rect b="b" l="l" r="r" t="t"/>
              <a:pathLst>
                <a:path extrusionOk="0" h="15020" w="10226">
                  <a:moveTo>
                    <a:pt x="10226" y="0"/>
                  </a:moveTo>
                  <a:lnTo>
                    <a:pt x="6642" y="617"/>
                  </a:lnTo>
                  <a:lnTo>
                    <a:pt x="0" y="13148"/>
                  </a:lnTo>
                  <a:lnTo>
                    <a:pt x="4816" y="10979"/>
                  </a:lnTo>
                  <a:lnTo>
                    <a:pt x="6642" y="15019"/>
                  </a:lnTo>
                  <a:lnTo>
                    <a:pt x="102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6" name="Google Shape;6416;p56"/>
            <p:cNvSpPr/>
            <p:nvPr/>
          </p:nvSpPr>
          <p:spPr>
            <a:xfrm>
              <a:off x="3838800" y="3708575"/>
              <a:ext cx="236275" cy="364100"/>
            </a:xfrm>
            <a:custGeom>
              <a:rect b="b" l="l" r="r" t="t"/>
              <a:pathLst>
                <a:path extrusionOk="0" h="14564" w="9451">
                  <a:moveTo>
                    <a:pt x="2146" y="1"/>
                  </a:moveTo>
                  <a:lnTo>
                    <a:pt x="1" y="823"/>
                  </a:lnTo>
                  <a:lnTo>
                    <a:pt x="2420" y="14563"/>
                  </a:lnTo>
                  <a:lnTo>
                    <a:pt x="5182" y="10523"/>
                  </a:lnTo>
                  <a:lnTo>
                    <a:pt x="9450" y="12623"/>
                  </a:lnTo>
                  <a:lnTo>
                    <a:pt x="21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7" name="Google Shape;6417;p56"/>
            <p:cNvSpPr/>
            <p:nvPr/>
          </p:nvSpPr>
          <p:spPr>
            <a:xfrm>
              <a:off x="3387425" y="3531125"/>
              <a:ext cx="421150" cy="319000"/>
            </a:xfrm>
            <a:custGeom>
              <a:rect b="b" l="l" r="r" t="t"/>
              <a:pathLst>
                <a:path extrusionOk="0" h="12760" w="16846">
                  <a:moveTo>
                    <a:pt x="2375" y="0"/>
                  </a:moveTo>
                  <a:lnTo>
                    <a:pt x="2375" y="0"/>
                  </a:lnTo>
                  <a:cubicBezTo>
                    <a:pt x="2375" y="0"/>
                    <a:pt x="1" y="10135"/>
                    <a:pt x="5274" y="12760"/>
                  </a:cubicBezTo>
                  <a:cubicBezTo>
                    <a:pt x="5274" y="12760"/>
                    <a:pt x="14792" y="10135"/>
                    <a:pt x="16846" y="6551"/>
                  </a:cubicBezTo>
                  <a:cubicBezTo>
                    <a:pt x="16846" y="6551"/>
                    <a:pt x="13194" y="502"/>
                    <a:pt x="2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8" name="Google Shape;6418;p56"/>
            <p:cNvSpPr/>
            <p:nvPr/>
          </p:nvSpPr>
          <p:spPr>
            <a:xfrm>
              <a:off x="3870200" y="3552425"/>
              <a:ext cx="448525" cy="312325"/>
            </a:xfrm>
            <a:custGeom>
              <a:rect b="b" l="l" r="r" t="t"/>
              <a:pathLst>
                <a:path extrusionOk="0" h="12493" w="17941">
                  <a:moveTo>
                    <a:pt x="12625" y="1"/>
                  </a:moveTo>
                  <a:cubicBezTo>
                    <a:pt x="3730" y="1"/>
                    <a:pt x="0" y="5790"/>
                    <a:pt x="0" y="5790"/>
                  </a:cubicBezTo>
                  <a:cubicBezTo>
                    <a:pt x="3809" y="12029"/>
                    <a:pt x="12235" y="12492"/>
                    <a:pt x="14655" y="12492"/>
                  </a:cubicBezTo>
                  <a:cubicBezTo>
                    <a:pt x="15077" y="12492"/>
                    <a:pt x="15316" y="12478"/>
                    <a:pt x="15316" y="12478"/>
                  </a:cubicBezTo>
                  <a:cubicBezTo>
                    <a:pt x="17941" y="7160"/>
                    <a:pt x="14973" y="130"/>
                    <a:pt x="14973" y="130"/>
                  </a:cubicBezTo>
                  <a:cubicBezTo>
                    <a:pt x="14154" y="41"/>
                    <a:pt x="13371" y="1"/>
                    <a:pt x="1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9" name="Google Shape;6419;p56"/>
            <p:cNvSpPr/>
            <p:nvPr/>
          </p:nvSpPr>
          <p:spPr>
            <a:xfrm>
              <a:off x="3775475" y="3642150"/>
              <a:ext cx="131250" cy="110050"/>
            </a:xfrm>
            <a:custGeom>
              <a:rect b="b" l="l" r="r" t="t"/>
              <a:pathLst>
                <a:path extrusionOk="0" h="4402" w="5250">
                  <a:moveTo>
                    <a:pt x="2621" y="0"/>
                  </a:moveTo>
                  <a:cubicBezTo>
                    <a:pt x="1065" y="0"/>
                    <a:pt x="0" y="558"/>
                    <a:pt x="0" y="558"/>
                  </a:cubicBezTo>
                  <a:cubicBezTo>
                    <a:pt x="0" y="558"/>
                    <a:pt x="346" y="4402"/>
                    <a:pt x="2360" y="4402"/>
                  </a:cubicBezTo>
                  <a:cubicBezTo>
                    <a:pt x="2417" y="4402"/>
                    <a:pt x="2474" y="4399"/>
                    <a:pt x="2534" y="4393"/>
                  </a:cubicBezTo>
                  <a:cubicBezTo>
                    <a:pt x="4702" y="4142"/>
                    <a:pt x="5250" y="558"/>
                    <a:pt x="5250" y="558"/>
                  </a:cubicBezTo>
                  <a:cubicBezTo>
                    <a:pt x="4299" y="139"/>
                    <a:pt x="3399" y="0"/>
                    <a:pt x="2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0" name="Google Shape;6420;p56"/>
            <p:cNvSpPr/>
            <p:nvPr/>
          </p:nvSpPr>
          <p:spPr>
            <a:xfrm>
              <a:off x="3909875" y="3621200"/>
              <a:ext cx="140325" cy="57350"/>
            </a:xfrm>
            <a:custGeom>
              <a:rect b="b" l="l" r="r" t="t"/>
              <a:pathLst>
                <a:path extrusionOk="0" h="2294" w="5613">
                  <a:moveTo>
                    <a:pt x="5299" y="0"/>
                  </a:moveTo>
                  <a:cubicBezTo>
                    <a:pt x="5287" y="0"/>
                    <a:pt x="5274" y="1"/>
                    <a:pt x="5261" y="4"/>
                  </a:cubicBezTo>
                  <a:cubicBezTo>
                    <a:pt x="3457" y="346"/>
                    <a:pt x="1768" y="985"/>
                    <a:pt x="193" y="1898"/>
                  </a:cubicBezTo>
                  <a:cubicBezTo>
                    <a:pt x="0" y="2014"/>
                    <a:pt x="118" y="2294"/>
                    <a:pt x="297" y="2294"/>
                  </a:cubicBezTo>
                  <a:cubicBezTo>
                    <a:pt x="329" y="2294"/>
                    <a:pt x="364" y="2284"/>
                    <a:pt x="399" y="2263"/>
                  </a:cubicBezTo>
                  <a:cubicBezTo>
                    <a:pt x="1951" y="1373"/>
                    <a:pt x="3617" y="757"/>
                    <a:pt x="5375" y="414"/>
                  </a:cubicBezTo>
                  <a:cubicBezTo>
                    <a:pt x="5613" y="371"/>
                    <a:pt x="5523" y="0"/>
                    <a:pt x="5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1" name="Google Shape;6421;p56"/>
            <p:cNvSpPr/>
            <p:nvPr/>
          </p:nvSpPr>
          <p:spPr>
            <a:xfrm>
              <a:off x="3912025" y="3694350"/>
              <a:ext cx="104275" cy="35400"/>
            </a:xfrm>
            <a:custGeom>
              <a:rect b="b" l="l" r="r" t="t"/>
              <a:pathLst>
                <a:path extrusionOk="0" h="1416" w="4171">
                  <a:moveTo>
                    <a:pt x="331" y="0"/>
                  </a:moveTo>
                  <a:cubicBezTo>
                    <a:pt x="129" y="0"/>
                    <a:pt x="1" y="288"/>
                    <a:pt x="199" y="387"/>
                  </a:cubicBezTo>
                  <a:cubicBezTo>
                    <a:pt x="1386" y="958"/>
                    <a:pt x="2618" y="1300"/>
                    <a:pt x="3919" y="1414"/>
                  </a:cubicBezTo>
                  <a:cubicBezTo>
                    <a:pt x="3926" y="1415"/>
                    <a:pt x="3932" y="1415"/>
                    <a:pt x="3938" y="1415"/>
                  </a:cubicBezTo>
                  <a:cubicBezTo>
                    <a:pt x="4170" y="1415"/>
                    <a:pt x="4164" y="1003"/>
                    <a:pt x="3919" y="981"/>
                  </a:cubicBezTo>
                  <a:cubicBezTo>
                    <a:pt x="2687" y="889"/>
                    <a:pt x="1523" y="570"/>
                    <a:pt x="427" y="22"/>
                  </a:cubicBezTo>
                  <a:cubicBezTo>
                    <a:pt x="394" y="7"/>
                    <a:pt x="361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2" name="Google Shape;6422;p56"/>
            <p:cNvSpPr/>
            <p:nvPr/>
          </p:nvSpPr>
          <p:spPr>
            <a:xfrm>
              <a:off x="3583725" y="3626575"/>
              <a:ext cx="155500" cy="45700"/>
            </a:xfrm>
            <a:custGeom>
              <a:rect b="b" l="l" r="r" t="t"/>
              <a:pathLst>
                <a:path extrusionOk="0" h="1828" w="6220">
                  <a:moveTo>
                    <a:pt x="865" y="0"/>
                  </a:moveTo>
                  <a:cubicBezTo>
                    <a:pt x="669" y="0"/>
                    <a:pt x="473" y="6"/>
                    <a:pt x="275" y="17"/>
                  </a:cubicBezTo>
                  <a:cubicBezTo>
                    <a:pt x="8" y="39"/>
                    <a:pt x="1" y="429"/>
                    <a:pt x="253" y="429"/>
                  </a:cubicBezTo>
                  <a:cubicBezTo>
                    <a:pt x="260" y="429"/>
                    <a:pt x="267" y="428"/>
                    <a:pt x="275" y="428"/>
                  </a:cubicBezTo>
                  <a:cubicBezTo>
                    <a:pt x="440" y="420"/>
                    <a:pt x="605" y="416"/>
                    <a:pt x="768" y="416"/>
                  </a:cubicBezTo>
                  <a:cubicBezTo>
                    <a:pt x="2568" y="416"/>
                    <a:pt x="4252" y="877"/>
                    <a:pt x="5821" y="1797"/>
                  </a:cubicBezTo>
                  <a:cubicBezTo>
                    <a:pt x="5856" y="1818"/>
                    <a:pt x="5891" y="1827"/>
                    <a:pt x="5923" y="1827"/>
                  </a:cubicBezTo>
                  <a:cubicBezTo>
                    <a:pt x="6102" y="1827"/>
                    <a:pt x="6220" y="1548"/>
                    <a:pt x="6027" y="1432"/>
                  </a:cubicBezTo>
                  <a:cubicBezTo>
                    <a:pt x="4438" y="483"/>
                    <a:pt x="2701" y="0"/>
                    <a:pt x="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3" name="Google Shape;6423;p56"/>
            <p:cNvSpPr/>
            <p:nvPr/>
          </p:nvSpPr>
          <p:spPr>
            <a:xfrm>
              <a:off x="3586075" y="3688600"/>
              <a:ext cx="146050" cy="37450"/>
            </a:xfrm>
            <a:custGeom>
              <a:rect b="b" l="l" r="r" t="t"/>
              <a:pathLst>
                <a:path extrusionOk="0" h="1498" w="5842">
                  <a:moveTo>
                    <a:pt x="5588" y="0"/>
                  </a:moveTo>
                  <a:cubicBezTo>
                    <a:pt x="5581" y="0"/>
                    <a:pt x="5574" y="0"/>
                    <a:pt x="5567" y="1"/>
                  </a:cubicBezTo>
                  <a:cubicBezTo>
                    <a:pt x="3719" y="69"/>
                    <a:pt x="1961" y="435"/>
                    <a:pt x="226" y="1074"/>
                  </a:cubicBezTo>
                  <a:cubicBezTo>
                    <a:pt x="0" y="1156"/>
                    <a:pt x="70" y="1498"/>
                    <a:pt x="270" y="1498"/>
                  </a:cubicBezTo>
                  <a:cubicBezTo>
                    <a:pt x="292" y="1498"/>
                    <a:pt x="316" y="1494"/>
                    <a:pt x="340" y="1485"/>
                  </a:cubicBezTo>
                  <a:cubicBezTo>
                    <a:pt x="2030" y="846"/>
                    <a:pt x="3764" y="480"/>
                    <a:pt x="5567" y="412"/>
                  </a:cubicBezTo>
                  <a:cubicBezTo>
                    <a:pt x="5834" y="412"/>
                    <a:pt x="5841" y="0"/>
                    <a:pt x="55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7" name="Shape 6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8" name="Google Shape;6428;p57"/>
          <p:cNvSpPr/>
          <p:nvPr/>
        </p:nvSpPr>
        <p:spPr>
          <a:xfrm>
            <a:off x="2126975" y="1265325"/>
            <a:ext cx="5611500" cy="2687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9" name="Google Shape;6429;p57"/>
          <p:cNvSpPr txBox="1"/>
          <p:nvPr>
            <p:ph type="title"/>
          </p:nvPr>
        </p:nvSpPr>
        <p:spPr>
          <a:xfrm>
            <a:off x="2219825" y="2355250"/>
            <a:ext cx="53493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accent1"/>
                </a:solidFill>
              </a:rPr>
              <a:t>READ A RECURSIVE FUNCTION</a:t>
            </a:r>
            <a:endParaRPr sz="4400">
              <a:solidFill>
                <a:schemeClr val="accent1"/>
              </a:solidFill>
            </a:endParaRPr>
          </a:p>
        </p:txBody>
      </p:sp>
      <p:sp>
        <p:nvSpPr>
          <p:cNvPr id="6430" name="Google Shape;6430;p57"/>
          <p:cNvSpPr txBox="1"/>
          <p:nvPr>
            <p:ph idx="1" type="subTitle"/>
          </p:nvPr>
        </p:nvSpPr>
        <p:spPr>
          <a:xfrm>
            <a:off x="2910050" y="3165063"/>
            <a:ext cx="40452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or tap here to go to</a:t>
            </a:r>
            <a:r>
              <a:rPr lang="en"/>
              <a:t> </a:t>
            </a:r>
            <a:r>
              <a:rPr lang="en" u="sng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31" name="Google Shape;6431;p57"/>
          <p:cNvSpPr txBox="1"/>
          <p:nvPr>
            <p:ph idx="2" type="title"/>
          </p:nvPr>
        </p:nvSpPr>
        <p:spPr>
          <a:xfrm>
            <a:off x="4276700" y="146717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432" name="Google Shape;6432;p57">
            <a:hlinkClick action="ppaction://hlinkshowjump?jump=previousslide"/>
          </p:cNvPr>
          <p:cNvPicPr preferRelativeResize="0"/>
          <p:nvPr/>
        </p:nvPicPr>
        <p:blipFill rotWithShape="1">
          <a:blip r:embed="rId4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3" name="Google Shape;6433;p57">
            <a:hlinkClick action="ppaction://hlinkshowjump?jump=nextslide"/>
          </p:cNvPr>
          <p:cNvPicPr preferRelativeResize="0"/>
          <p:nvPr/>
        </p:nvPicPr>
        <p:blipFill rotWithShape="1">
          <a:blip r:embed="rId4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4" name="Google Shape;6434;p57">
            <a:hlinkClick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435" name="Google Shape;6435;p57">
            <a:hlinkClick action="ppaction://hlinksldjump" r:id="rId6"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436" name="Google Shape;6436;p57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READ</a:t>
            </a:r>
            <a:endParaRPr sz="1600"/>
          </a:p>
        </p:txBody>
      </p:sp>
      <p:sp>
        <p:nvSpPr>
          <p:cNvPr id="6437" name="Google Shape;6437;p57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438" name="Google Shape;6438;p57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HW</a:t>
            </a:r>
            <a:endParaRPr sz="1600">
              <a:solidFill>
                <a:schemeClr val="accent2"/>
              </a:solidFill>
            </a:endParaRPr>
          </a:p>
        </p:txBody>
      </p:sp>
      <p:grpSp>
        <p:nvGrpSpPr>
          <p:cNvPr id="6439" name="Google Shape;6439;p57"/>
          <p:cNvGrpSpPr/>
          <p:nvPr/>
        </p:nvGrpSpPr>
        <p:grpSpPr>
          <a:xfrm flipH="1">
            <a:off x="2229142" y="3832061"/>
            <a:ext cx="485805" cy="923289"/>
            <a:chOff x="2189375" y="1657450"/>
            <a:chExt cx="360925" cy="685950"/>
          </a:xfrm>
        </p:grpSpPr>
        <p:sp>
          <p:nvSpPr>
            <p:cNvPr id="6440" name="Google Shape;6440;p57"/>
            <p:cNvSpPr/>
            <p:nvPr/>
          </p:nvSpPr>
          <p:spPr>
            <a:xfrm>
              <a:off x="2189375" y="1657450"/>
              <a:ext cx="360925" cy="685950"/>
            </a:xfrm>
            <a:custGeom>
              <a:rect b="b" l="l" r="r" t="t"/>
              <a:pathLst>
                <a:path extrusionOk="0" h="27438" w="14437">
                  <a:moveTo>
                    <a:pt x="5837" y="0"/>
                  </a:moveTo>
                  <a:cubicBezTo>
                    <a:pt x="4400" y="0"/>
                    <a:pt x="3163" y="789"/>
                    <a:pt x="2481" y="1222"/>
                  </a:cubicBezTo>
                  <a:cubicBezTo>
                    <a:pt x="1379" y="1924"/>
                    <a:pt x="0" y="4029"/>
                    <a:pt x="1880" y="8090"/>
                  </a:cubicBezTo>
                  <a:cubicBezTo>
                    <a:pt x="3734" y="12175"/>
                    <a:pt x="11780" y="27438"/>
                    <a:pt x="11780" y="27438"/>
                  </a:cubicBezTo>
                  <a:lnTo>
                    <a:pt x="14436" y="26310"/>
                  </a:lnTo>
                  <a:lnTo>
                    <a:pt x="4311" y="6460"/>
                  </a:lnTo>
                  <a:cubicBezTo>
                    <a:pt x="4311" y="6460"/>
                    <a:pt x="2506" y="4029"/>
                    <a:pt x="4988" y="2751"/>
                  </a:cubicBezTo>
                  <a:cubicBezTo>
                    <a:pt x="5297" y="2592"/>
                    <a:pt x="5578" y="2522"/>
                    <a:pt x="5832" y="2522"/>
                  </a:cubicBezTo>
                  <a:cubicBezTo>
                    <a:pt x="7615" y="2522"/>
                    <a:pt x="8095" y="5959"/>
                    <a:pt x="8095" y="5959"/>
                  </a:cubicBezTo>
                  <a:lnTo>
                    <a:pt x="8396" y="7663"/>
                  </a:lnTo>
                  <a:lnTo>
                    <a:pt x="10802" y="7714"/>
                  </a:lnTo>
                  <a:cubicBezTo>
                    <a:pt x="10802" y="7714"/>
                    <a:pt x="11128" y="3453"/>
                    <a:pt x="8647" y="1172"/>
                  </a:cubicBezTo>
                  <a:cubicBezTo>
                    <a:pt x="7690" y="301"/>
                    <a:pt x="6725" y="0"/>
                    <a:pt x="58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1" name="Google Shape;6441;p57"/>
            <p:cNvSpPr/>
            <p:nvPr/>
          </p:nvSpPr>
          <p:spPr>
            <a:xfrm>
              <a:off x="2458800" y="2241875"/>
              <a:ext cx="83350" cy="101525"/>
            </a:xfrm>
            <a:custGeom>
              <a:rect b="b" l="l" r="r" t="t"/>
              <a:pathLst>
                <a:path extrusionOk="0" h="4061" w="3334">
                  <a:moveTo>
                    <a:pt x="2155" y="1"/>
                  </a:moveTo>
                  <a:lnTo>
                    <a:pt x="0" y="2131"/>
                  </a:lnTo>
                  <a:cubicBezTo>
                    <a:pt x="627" y="3334"/>
                    <a:pt x="1003" y="4061"/>
                    <a:pt x="1003" y="4061"/>
                  </a:cubicBezTo>
                  <a:lnTo>
                    <a:pt x="1930" y="3660"/>
                  </a:lnTo>
                  <a:lnTo>
                    <a:pt x="3333" y="2282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2" name="Google Shape;6442;p57"/>
            <p:cNvSpPr/>
            <p:nvPr/>
          </p:nvSpPr>
          <p:spPr>
            <a:xfrm>
              <a:off x="2403025" y="2134750"/>
              <a:ext cx="83975" cy="110925"/>
            </a:xfrm>
            <a:custGeom>
              <a:rect b="b" l="l" r="r" t="t"/>
              <a:pathLst>
                <a:path extrusionOk="0" h="4437" w="3359">
                  <a:moveTo>
                    <a:pt x="2206" y="0"/>
                  </a:moveTo>
                  <a:lnTo>
                    <a:pt x="1" y="2155"/>
                  </a:lnTo>
                  <a:cubicBezTo>
                    <a:pt x="402" y="2957"/>
                    <a:pt x="803" y="3734"/>
                    <a:pt x="1178" y="4436"/>
                  </a:cubicBezTo>
                  <a:lnTo>
                    <a:pt x="3359" y="2281"/>
                  </a:lnTo>
                  <a:lnTo>
                    <a:pt x="22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3" name="Google Shape;6443;p57"/>
            <p:cNvSpPr/>
            <p:nvPr/>
          </p:nvSpPr>
          <p:spPr>
            <a:xfrm>
              <a:off x="2344750" y="2021325"/>
              <a:ext cx="84625" cy="111550"/>
            </a:xfrm>
            <a:custGeom>
              <a:rect b="b" l="l" r="r" t="t"/>
              <a:pathLst>
                <a:path extrusionOk="0" h="4462" w="3385">
                  <a:moveTo>
                    <a:pt x="2231" y="1"/>
                  </a:moveTo>
                  <a:lnTo>
                    <a:pt x="1" y="2206"/>
                  </a:lnTo>
                  <a:cubicBezTo>
                    <a:pt x="377" y="2958"/>
                    <a:pt x="778" y="3710"/>
                    <a:pt x="1179" y="4462"/>
                  </a:cubicBezTo>
                  <a:lnTo>
                    <a:pt x="3384" y="2281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4" name="Google Shape;6444;p57"/>
            <p:cNvSpPr/>
            <p:nvPr/>
          </p:nvSpPr>
          <p:spPr>
            <a:xfrm>
              <a:off x="2282100" y="1898525"/>
              <a:ext cx="84600" cy="112175"/>
            </a:xfrm>
            <a:custGeom>
              <a:rect b="b" l="l" r="r" t="t"/>
              <a:pathLst>
                <a:path extrusionOk="0" h="4487" w="3384">
                  <a:moveTo>
                    <a:pt x="2231" y="0"/>
                  </a:moveTo>
                  <a:lnTo>
                    <a:pt x="0" y="2206"/>
                  </a:lnTo>
                  <a:cubicBezTo>
                    <a:pt x="351" y="2933"/>
                    <a:pt x="752" y="3685"/>
                    <a:pt x="1153" y="4487"/>
                  </a:cubicBezTo>
                  <a:lnTo>
                    <a:pt x="3384" y="230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5" name="Google Shape;6445;p57"/>
            <p:cNvSpPr/>
            <p:nvPr/>
          </p:nvSpPr>
          <p:spPr>
            <a:xfrm>
              <a:off x="2398025" y="1783850"/>
              <a:ext cx="63925" cy="66450"/>
            </a:xfrm>
            <a:custGeom>
              <a:rect b="b" l="l" r="r" t="t"/>
              <a:pathLst>
                <a:path extrusionOk="0" h="2658" w="2557">
                  <a:moveTo>
                    <a:pt x="2256" y="1"/>
                  </a:moveTo>
                  <a:lnTo>
                    <a:pt x="0" y="2231"/>
                  </a:lnTo>
                  <a:lnTo>
                    <a:pt x="50" y="2607"/>
                  </a:lnTo>
                  <a:lnTo>
                    <a:pt x="2456" y="2658"/>
                  </a:lnTo>
                  <a:cubicBezTo>
                    <a:pt x="2456" y="2658"/>
                    <a:pt x="2556" y="1455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6" name="Google Shape;6446;p57"/>
            <p:cNvSpPr/>
            <p:nvPr/>
          </p:nvSpPr>
          <p:spPr>
            <a:xfrm>
              <a:off x="2212550" y="1657925"/>
              <a:ext cx="116575" cy="114050"/>
            </a:xfrm>
            <a:custGeom>
              <a:rect b="b" l="l" r="r" t="t"/>
              <a:pathLst>
                <a:path extrusionOk="0" h="4562" w="4663">
                  <a:moveTo>
                    <a:pt x="4662" y="0"/>
                  </a:moveTo>
                  <a:lnTo>
                    <a:pt x="4662" y="0"/>
                  </a:lnTo>
                  <a:cubicBezTo>
                    <a:pt x="3334" y="75"/>
                    <a:pt x="2206" y="802"/>
                    <a:pt x="1554" y="1203"/>
                  </a:cubicBezTo>
                  <a:cubicBezTo>
                    <a:pt x="827" y="1654"/>
                    <a:pt x="0" y="2732"/>
                    <a:pt x="25" y="4562"/>
                  </a:cubicBezTo>
                  <a:lnTo>
                    <a:pt x="46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7" name="Google Shape;6447;p57"/>
            <p:cNvSpPr/>
            <p:nvPr/>
          </p:nvSpPr>
          <p:spPr>
            <a:xfrm>
              <a:off x="2227575" y="1784475"/>
              <a:ext cx="82125" cy="113450"/>
            </a:xfrm>
            <a:custGeom>
              <a:rect b="b" l="l" r="r" t="t"/>
              <a:pathLst>
                <a:path extrusionOk="0" h="4538" w="3285">
                  <a:moveTo>
                    <a:pt x="2181" y="1"/>
                  </a:moveTo>
                  <a:lnTo>
                    <a:pt x="1" y="2156"/>
                  </a:lnTo>
                  <a:cubicBezTo>
                    <a:pt x="101" y="2432"/>
                    <a:pt x="201" y="2733"/>
                    <a:pt x="352" y="3009"/>
                  </a:cubicBezTo>
                  <a:cubicBezTo>
                    <a:pt x="527" y="3410"/>
                    <a:pt x="778" y="3936"/>
                    <a:pt x="1079" y="4537"/>
                  </a:cubicBezTo>
                  <a:lnTo>
                    <a:pt x="3284" y="2357"/>
                  </a:lnTo>
                  <a:lnTo>
                    <a:pt x="2783" y="1379"/>
                  </a:lnTo>
                  <a:cubicBezTo>
                    <a:pt x="2783" y="1379"/>
                    <a:pt x="2332" y="778"/>
                    <a:pt x="2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8" name="Google Shape;6448;p57"/>
            <p:cNvSpPr/>
            <p:nvPr/>
          </p:nvSpPr>
          <p:spPr>
            <a:xfrm>
              <a:off x="2346000" y="1676100"/>
              <a:ext cx="87125" cy="95250"/>
            </a:xfrm>
            <a:custGeom>
              <a:rect b="b" l="l" r="r" t="t"/>
              <a:pathLst>
                <a:path extrusionOk="0" h="3810" w="3485">
                  <a:moveTo>
                    <a:pt x="1855" y="0"/>
                  </a:moveTo>
                  <a:lnTo>
                    <a:pt x="1" y="1855"/>
                  </a:lnTo>
                  <a:cubicBezTo>
                    <a:pt x="728" y="2105"/>
                    <a:pt x="1204" y="3008"/>
                    <a:pt x="1479" y="3810"/>
                  </a:cubicBezTo>
                  <a:lnTo>
                    <a:pt x="3485" y="1830"/>
                  </a:lnTo>
                  <a:cubicBezTo>
                    <a:pt x="3184" y="1328"/>
                    <a:pt x="2833" y="852"/>
                    <a:pt x="2382" y="426"/>
                  </a:cubicBezTo>
                  <a:cubicBezTo>
                    <a:pt x="2206" y="276"/>
                    <a:pt x="2031" y="125"/>
                    <a:pt x="1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9" name="Google Shape;6449;p57"/>
          <p:cNvGrpSpPr/>
          <p:nvPr/>
        </p:nvGrpSpPr>
        <p:grpSpPr>
          <a:xfrm>
            <a:off x="2714938" y="3433739"/>
            <a:ext cx="4696249" cy="1438535"/>
            <a:chOff x="2714938" y="3433739"/>
            <a:chExt cx="4696249" cy="1438535"/>
          </a:xfrm>
        </p:grpSpPr>
        <p:sp>
          <p:nvSpPr>
            <p:cNvPr id="6450" name="Google Shape;6450;p57"/>
            <p:cNvSpPr/>
            <p:nvPr/>
          </p:nvSpPr>
          <p:spPr>
            <a:xfrm>
              <a:off x="2957725" y="3863975"/>
              <a:ext cx="1140903" cy="331425"/>
            </a:xfrm>
            <a:custGeom>
              <a:rect b="b" l="l" r="r" t="t"/>
              <a:pathLst>
                <a:path extrusionOk="0" h="13257" w="50488">
                  <a:moveTo>
                    <a:pt x="50488" y="3535"/>
                  </a:moveTo>
                  <a:cubicBezTo>
                    <a:pt x="48440" y="6462"/>
                    <a:pt x="45530" y="9636"/>
                    <a:pt x="41982" y="10053"/>
                  </a:cubicBezTo>
                  <a:cubicBezTo>
                    <a:pt x="37130" y="10624"/>
                    <a:pt x="32207" y="6390"/>
                    <a:pt x="27509" y="7733"/>
                  </a:cubicBezTo>
                  <a:cubicBezTo>
                    <a:pt x="21812" y="9361"/>
                    <a:pt x="13817" y="13996"/>
                    <a:pt x="9832" y="9611"/>
                  </a:cubicBezTo>
                  <a:cubicBezTo>
                    <a:pt x="9110" y="8816"/>
                    <a:pt x="8021" y="7521"/>
                    <a:pt x="8617" y="6628"/>
                  </a:cubicBezTo>
                  <a:cubicBezTo>
                    <a:pt x="9844" y="4787"/>
                    <a:pt x="14028" y="6700"/>
                    <a:pt x="14914" y="8727"/>
                  </a:cubicBezTo>
                  <a:cubicBezTo>
                    <a:pt x="15663" y="10441"/>
                    <a:pt x="13471" y="13257"/>
                    <a:pt x="11600" y="13257"/>
                  </a:cubicBezTo>
                  <a:cubicBezTo>
                    <a:pt x="5728" y="13257"/>
                    <a:pt x="0" y="587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451" name="Google Shape;6451;p57"/>
            <p:cNvGrpSpPr/>
            <p:nvPr/>
          </p:nvGrpSpPr>
          <p:grpSpPr>
            <a:xfrm rot="-541968">
              <a:off x="4004830" y="3691356"/>
              <a:ext cx="3354680" cy="923301"/>
              <a:chOff x="2193750" y="4093675"/>
              <a:chExt cx="3354675" cy="923300"/>
            </a:xfrm>
          </p:grpSpPr>
          <p:sp>
            <p:nvSpPr>
              <p:cNvPr id="6452" name="Google Shape;6452;p57"/>
              <p:cNvSpPr/>
              <p:nvPr/>
            </p:nvSpPr>
            <p:spPr>
              <a:xfrm>
                <a:off x="3800900" y="4813975"/>
                <a:ext cx="226850" cy="203000"/>
              </a:xfrm>
              <a:custGeom>
                <a:rect b="b" l="l" r="r" t="t"/>
                <a:pathLst>
                  <a:path extrusionOk="0" h="8120" w="9074">
                    <a:moveTo>
                      <a:pt x="4515" y="0"/>
                    </a:moveTo>
                    <a:cubicBezTo>
                      <a:pt x="2768" y="0"/>
                      <a:pt x="1160" y="1143"/>
                      <a:pt x="627" y="2907"/>
                    </a:cubicBezTo>
                    <a:cubicBezTo>
                      <a:pt x="1" y="5037"/>
                      <a:pt x="1204" y="7318"/>
                      <a:pt x="3359" y="7944"/>
                    </a:cubicBezTo>
                    <a:cubicBezTo>
                      <a:pt x="3751" y="8063"/>
                      <a:pt x="4146" y="8119"/>
                      <a:pt x="4534" y="8119"/>
                    </a:cubicBezTo>
                    <a:cubicBezTo>
                      <a:pt x="6281" y="8119"/>
                      <a:pt x="7888" y="6976"/>
                      <a:pt x="8422" y="5213"/>
                    </a:cubicBezTo>
                    <a:cubicBezTo>
                      <a:pt x="9073" y="3082"/>
                      <a:pt x="7845" y="802"/>
                      <a:pt x="5690" y="175"/>
                    </a:cubicBezTo>
                    <a:cubicBezTo>
                      <a:pt x="5298" y="57"/>
                      <a:pt x="4903" y="0"/>
                      <a:pt x="45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3" name="Google Shape;6453;p57"/>
              <p:cNvSpPr/>
              <p:nvPr/>
            </p:nvSpPr>
            <p:spPr>
              <a:xfrm>
                <a:off x="3947525" y="4887875"/>
                <a:ext cx="52650" cy="82125"/>
              </a:xfrm>
              <a:custGeom>
                <a:rect b="b" l="l" r="r" t="t"/>
                <a:pathLst>
                  <a:path extrusionOk="0" h="3285" w="2106">
                    <a:moveTo>
                      <a:pt x="978" y="1"/>
                    </a:moveTo>
                    <a:cubicBezTo>
                      <a:pt x="1153" y="2332"/>
                      <a:pt x="0" y="3284"/>
                      <a:pt x="0" y="3284"/>
                    </a:cubicBezTo>
                    <a:cubicBezTo>
                      <a:pt x="2105" y="2407"/>
                      <a:pt x="978" y="1"/>
                      <a:pt x="978" y="1"/>
                    </a:cubicBezTo>
                    <a:close/>
                  </a:path>
                </a:pathLst>
              </a:custGeom>
              <a:solidFill>
                <a:srgbClr val="FFDC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4" name="Google Shape;6454;p57"/>
              <p:cNvSpPr/>
              <p:nvPr/>
            </p:nvSpPr>
            <p:spPr>
              <a:xfrm>
                <a:off x="3865450" y="4808550"/>
                <a:ext cx="137225" cy="56800"/>
              </a:xfrm>
              <a:custGeom>
                <a:rect b="b" l="l" r="r" t="t"/>
                <a:pathLst>
                  <a:path extrusionOk="0" h="2272" w="5489">
                    <a:moveTo>
                      <a:pt x="901" y="0"/>
                    </a:moveTo>
                    <a:cubicBezTo>
                      <a:pt x="495" y="0"/>
                      <a:pt x="123" y="259"/>
                      <a:pt x="0" y="668"/>
                    </a:cubicBezTo>
                    <a:lnTo>
                      <a:pt x="5338" y="2272"/>
                    </a:lnTo>
                    <a:cubicBezTo>
                      <a:pt x="5489" y="1770"/>
                      <a:pt x="5213" y="1244"/>
                      <a:pt x="4712" y="1094"/>
                    </a:cubicBezTo>
                    <a:lnTo>
                      <a:pt x="1178" y="41"/>
                    </a:lnTo>
                    <a:cubicBezTo>
                      <a:pt x="1086" y="13"/>
                      <a:pt x="992" y="0"/>
                      <a:pt x="9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5" name="Google Shape;6455;p57"/>
              <p:cNvSpPr/>
              <p:nvPr/>
            </p:nvSpPr>
            <p:spPr>
              <a:xfrm>
                <a:off x="2335350" y="4111575"/>
                <a:ext cx="3213075" cy="657925"/>
              </a:xfrm>
              <a:custGeom>
                <a:rect b="b" l="l" r="r" t="t"/>
                <a:pathLst>
                  <a:path extrusionOk="0" fill="none" h="26317" w="128523">
                    <a:moveTo>
                      <a:pt x="1" y="0"/>
                    </a:moveTo>
                    <a:cubicBezTo>
                      <a:pt x="1" y="0"/>
                      <a:pt x="2081" y="20476"/>
                      <a:pt x="23485" y="12857"/>
                    </a:cubicBezTo>
                    <a:cubicBezTo>
                      <a:pt x="24512" y="12507"/>
                      <a:pt x="25414" y="11780"/>
                      <a:pt x="25916" y="10827"/>
                    </a:cubicBezTo>
                    <a:cubicBezTo>
                      <a:pt x="26342" y="10025"/>
                      <a:pt x="26542" y="8998"/>
                      <a:pt x="26041" y="7770"/>
                    </a:cubicBezTo>
                    <a:cubicBezTo>
                      <a:pt x="24813" y="4963"/>
                      <a:pt x="19324" y="9775"/>
                      <a:pt x="23735" y="15790"/>
                    </a:cubicBezTo>
                    <a:cubicBezTo>
                      <a:pt x="28171" y="21830"/>
                      <a:pt x="33059" y="21053"/>
                      <a:pt x="37018" y="18171"/>
                    </a:cubicBezTo>
                    <a:cubicBezTo>
                      <a:pt x="40978" y="15263"/>
                      <a:pt x="51379" y="11128"/>
                      <a:pt x="58322" y="14963"/>
                    </a:cubicBezTo>
                    <a:cubicBezTo>
                      <a:pt x="65264" y="18772"/>
                      <a:pt x="67771" y="25113"/>
                      <a:pt x="65415" y="25715"/>
                    </a:cubicBezTo>
                    <a:cubicBezTo>
                      <a:pt x="63034" y="26316"/>
                      <a:pt x="62507" y="19925"/>
                      <a:pt x="68623" y="16567"/>
                    </a:cubicBezTo>
                    <a:cubicBezTo>
                      <a:pt x="74713" y="13208"/>
                      <a:pt x="83886" y="9925"/>
                      <a:pt x="94112" y="14887"/>
                    </a:cubicBezTo>
                    <a:cubicBezTo>
                      <a:pt x="104337" y="19850"/>
                      <a:pt x="128523" y="22732"/>
                      <a:pt x="118147" y="14411"/>
                    </a:cubicBezTo>
                  </a:path>
                </a:pathLst>
              </a:custGeom>
              <a:noFill/>
              <a:ln cap="rnd" cmpd="sng" w="81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6" name="Google Shape;6456;p57"/>
              <p:cNvSpPr/>
              <p:nvPr/>
            </p:nvSpPr>
            <p:spPr>
              <a:xfrm>
                <a:off x="2193750" y="4359675"/>
                <a:ext cx="227475" cy="203050"/>
              </a:xfrm>
              <a:custGeom>
                <a:rect b="b" l="l" r="r" t="t"/>
                <a:pathLst>
                  <a:path extrusionOk="0" h="8122" w="9099">
                    <a:moveTo>
                      <a:pt x="4553" y="1"/>
                    </a:moveTo>
                    <a:cubicBezTo>
                      <a:pt x="3607" y="1"/>
                      <a:pt x="2655" y="331"/>
                      <a:pt x="1880" y="1004"/>
                    </a:cubicBezTo>
                    <a:cubicBezTo>
                      <a:pt x="201" y="2457"/>
                      <a:pt x="1" y="5039"/>
                      <a:pt x="1479" y="6718"/>
                    </a:cubicBezTo>
                    <a:cubicBezTo>
                      <a:pt x="2285" y="7647"/>
                      <a:pt x="3412" y="8122"/>
                      <a:pt x="4546" y="8122"/>
                    </a:cubicBezTo>
                    <a:cubicBezTo>
                      <a:pt x="5492" y="8122"/>
                      <a:pt x="6444" y="7791"/>
                      <a:pt x="7219" y="7119"/>
                    </a:cubicBezTo>
                    <a:cubicBezTo>
                      <a:pt x="8923" y="5665"/>
                      <a:pt x="9098" y="3084"/>
                      <a:pt x="7620" y="1405"/>
                    </a:cubicBezTo>
                    <a:cubicBezTo>
                      <a:pt x="6813" y="475"/>
                      <a:pt x="5687" y="1"/>
                      <a:pt x="45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7" name="Google Shape;6457;p57"/>
              <p:cNvSpPr/>
              <p:nvPr/>
            </p:nvSpPr>
            <p:spPr>
              <a:xfrm>
                <a:off x="2306525" y="4468700"/>
                <a:ext cx="65200" cy="57350"/>
              </a:xfrm>
              <a:custGeom>
                <a:rect b="b" l="l" r="r" t="t"/>
                <a:pathLst>
                  <a:path extrusionOk="0" h="2294" w="2608">
                    <a:moveTo>
                      <a:pt x="2607" y="1"/>
                    </a:moveTo>
                    <a:lnTo>
                      <a:pt x="2607" y="1"/>
                    </a:lnTo>
                    <a:cubicBezTo>
                      <a:pt x="1480" y="2081"/>
                      <a:pt x="1" y="2257"/>
                      <a:pt x="1" y="2257"/>
                    </a:cubicBezTo>
                    <a:cubicBezTo>
                      <a:pt x="151" y="2282"/>
                      <a:pt x="293" y="2293"/>
                      <a:pt x="427" y="2293"/>
                    </a:cubicBezTo>
                    <a:cubicBezTo>
                      <a:pt x="2302" y="2293"/>
                      <a:pt x="2607" y="1"/>
                      <a:pt x="2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8" name="Google Shape;6458;p57"/>
              <p:cNvSpPr/>
              <p:nvPr/>
            </p:nvSpPr>
            <p:spPr>
              <a:xfrm>
                <a:off x="2405525" y="4329625"/>
                <a:ext cx="44525" cy="47000"/>
              </a:xfrm>
              <a:custGeom>
                <a:rect b="b" l="l" r="r" t="t"/>
                <a:pathLst>
                  <a:path extrusionOk="0" fill="none" h="1880" w="1781">
                    <a:moveTo>
                      <a:pt x="803" y="1654"/>
                    </a:moveTo>
                    <a:lnTo>
                      <a:pt x="176" y="927"/>
                    </a:lnTo>
                    <a:cubicBezTo>
                      <a:pt x="1" y="727"/>
                      <a:pt x="26" y="426"/>
                      <a:pt x="226" y="251"/>
                    </a:cubicBezTo>
                    <a:lnTo>
                      <a:pt x="276" y="175"/>
                    </a:lnTo>
                    <a:cubicBezTo>
                      <a:pt x="502" y="0"/>
                      <a:pt x="803" y="25"/>
                      <a:pt x="978" y="226"/>
                    </a:cubicBezTo>
                    <a:lnTo>
                      <a:pt x="1605" y="952"/>
                    </a:lnTo>
                    <a:cubicBezTo>
                      <a:pt x="1780" y="1153"/>
                      <a:pt x="1755" y="1479"/>
                      <a:pt x="1555" y="1654"/>
                    </a:cubicBezTo>
                    <a:lnTo>
                      <a:pt x="1505" y="1704"/>
                    </a:lnTo>
                    <a:cubicBezTo>
                      <a:pt x="1304" y="1880"/>
                      <a:pt x="978" y="1855"/>
                      <a:pt x="803" y="165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9" name="Google Shape;6459;p57"/>
              <p:cNvSpPr/>
              <p:nvPr/>
            </p:nvSpPr>
            <p:spPr>
              <a:xfrm>
                <a:off x="2341000" y="4337425"/>
                <a:ext cx="104650" cy="104375"/>
              </a:xfrm>
              <a:custGeom>
                <a:rect b="b" l="l" r="r" t="t"/>
                <a:pathLst>
                  <a:path extrusionOk="0" h="4175" w="4186">
                    <a:moveTo>
                      <a:pt x="1759" y="1"/>
                    </a:moveTo>
                    <a:cubicBezTo>
                      <a:pt x="1391" y="1"/>
                      <a:pt x="1023" y="128"/>
                      <a:pt x="727" y="390"/>
                    </a:cubicBezTo>
                    <a:lnTo>
                      <a:pt x="0" y="1016"/>
                    </a:lnTo>
                    <a:lnTo>
                      <a:pt x="2732" y="4174"/>
                    </a:lnTo>
                    <a:lnTo>
                      <a:pt x="3459" y="3548"/>
                    </a:lnTo>
                    <a:cubicBezTo>
                      <a:pt x="4111" y="2971"/>
                      <a:pt x="4186" y="1969"/>
                      <a:pt x="3609" y="1317"/>
                    </a:cubicBezTo>
                    <a:lnTo>
                      <a:pt x="2958" y="540"/>
                    </a:lnTo>
                    <a:cubicBezTo>
                      <a:pt x="2643" y="185"/>
                      <a:pt x="2202" y="1"/>
                      <a:pt x="17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0" name="Google Shape;6460;p57"/>
              <p:cNvSpPr/>
              <p:nvPr/>
            </p:nvSpPr>
            <p:spPr>
              <a:xfrm>
                <a:off x="2314675" y="4353150"/>
                <a:ext cx="102775" cy="111200"/>
              </a:xfrm>
              <a:custGeom>
                <a:rect b="b" l="l" r="r" t="t"/>
                <a:pathLst>
                  <a:path extrusionOk="0" h="4448" w="4111">
                    <a:moveTo>
                      <a:pt x="622" y="0"/>
                    </a:moveTo>
                    <a:cubicBezTo>
                      <a:pt x="404" y="0"/>
                      <a:pt x="184" y="77"/>
                      <a:pt x="1" y="237"/>
                    </a:cubicBezTo>
                    <a:lnTo>
                      <a:pt x="3660" y="4448"/>
                    </a:lnTo>
                    <a:cubicBezTo>
                      <a:pt x="4061" y="4097"/>
                      <a:pt x="4111" y="3520"/>
                      <a:pt x="3760" y="3119"/>
                    </a:cubicBezTo>
                    <a:lnTo>
                      <a:pt x="1329" y="312"/>
                    </a:lnTo>
                    <a:cubicBezTo>
                      <a:pt x="1138" y="108"/>
                      <a:pt x="881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1" name="Google Shape;6461;p57"/>
              <p:cNvSpPr/>
              <p:nvPr/>
            </p:nvSpPr>
            <p:spPr>
              <a:xfrm>
                <a:off x="2543375" y="4540975"/>
                <a:ext cx="211800" cy="203150"/>
              </a:xfrm>
              <a:custGeom>
                <a:rect b="b" l="l" r="r" t="t"/>
                <a:pathLst>
                  <a:path extrusionOk="0" h="8126" w="8472">
                    <a:moveTo>
                      <a:pt x="4221" y="1"/>
                    </a:moveTo>
                    <a:cubicBezTo>
                      <a:pt x="2144" y="1"/>
                      <a:pt x="367" y="1595"/>
                      <a:pt x="201" y="3727"/>
                    </a:cubicBezTo>
                    <a:cubicBezTo>
                      <a:pt x="1" y="5957"/>
                      <a:pt x="1655" y="7912"/>
                      <a:pt x="3885" y="8113"/>
                    </a:cubicBezTo>
                    <a:cubicBezTo>
                      <a:pt x="3995" y="8121"/>
                      <a:pt x="4105" y="8125"/>
                      <a:pt x="4213" y="8125"/>
                    </a:cubicBezTo>
                    <a:cubicBezTo>
                      <a:pt x="6327" y="8125"/>
                      <a:pt x="8106" y="6525"/>
                      <a:pt x="8296" y="4403"/>
                    </a:cubicBezTo>
                    <a:cubicBezTo>
                      <a:pt x="8472" y="2173"/>
                      <a:pt x="6818" y="193"/>
                      <a:pt x="4587" y="17"/>
                    </a:cubicBezTo>
                    <a:cubicBezTo>
                      <a:pt x="4464" y="6"/>
                      <a:pt x="4342" y="1"/>
                      <a:pt x="42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2" name="Google Shape;6462;p57"/>
              <p:cNvSpPr/>
              <p:nvPr/>
            </p:nvSpPr>
            <p:spPr>
              <a:xfrm>
                <a:off x="2693125" y="4603425"/>
                <a:ext cx="47025" cy="85875"/>
              </a:xfrm>
              <a:custGeom>
                <a:rect b="b" l="l" r="r" t="t"/>
                <a:pathLst>
                  <a:path extrusionOk="0" h="3435" w="1881">
                    <a:moveTo>
                      <a:pt x="301" y="0"/>
                    </a:moveTo>
                    <a:cubicBezTo>
                      <a:pt x="953" y="2256"/>
                      <a:pt x="1" y="3434"/>
                      <a:pt x="1" y="3434"/>
                    </a:cubicBezTo>
                    <a:cubicBezTo>
                      <a:pt x="1880" y="2131"/>
                      <a:pt x="302" y="1"/>
                      <a:pt x="301" y="0"/>
                    </a:cubicBezTo>
                    <a:close/>
                  </a:path>
                </a:pathLst>
              </a:custGeom>
              <a:solidFill>
                <a:srgbClr val="FFDC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3" name="Google Shape;6463;p57"/>
              <p:cNvSpPr/>
              <p:nvPr/>
            </p:nvSpPr>
            <p:spPr>
              <a:xfrm>
                <a:off x="2635475" y="4466200"/>
                <a:ext cx="50150" cy="30100"/>
              </a:xfrm>
              <a:custGeom>
                <a:rect b="b" l="l" r="r" t="t"/>
                <a:pathLst>
                  <a:path extrusionOk="0" fill="none" h="1204" w="2006">
                    <a:moveTo>
                      <a:pt x="1429" y="1179"/>
                    </a:moveTo>
                    <a:lnTo>
                      <a:pt x="477" y="1103"/>
                    </a:lnTo>
                    <a:cubicBezTo>
                      <a:pt x="201" y="1078"/>
                      <a:pt x="1" y="828"/>
                      <a:pt x="26" y="552"/>
                    </a:cubicBezTo>
                    <a:lnTo>
                      <a:pt x="51" y="477"/>
                    </a:lnTo>
                    <a:cubicBezTo>
                      <a:pt x="76" y="201"/>
                      <a:pt x="302" y="1"/>
                      <a:pt x="577" y="26"/>
                    </a:cubicBezTo>
                    <a:lnTo>
                      <a:pt x="1530" y="101"/>
                    </a:lnTo>
                    <a:cubicBezTo>
                      <a:pt x="1805" y="126"/>
                      <a:pt x="2006" y="377"/>
                      <a:pt x="1981" y="652"/>
                    </a:cubicBezTo>
                    <a:lnTo>
                      <a:pt x="1981" y="728"/>
                    </a:lnTo>
                    <a:cubicBezTo>
                      <a:pt x="1956" y="1003"/>
                      <a:pt x="1705" y="1204"/>
                      <a:pt x="1429" y="1179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4" name="Google Shape;6464;p57"/>
              <p:cNvSpPr/>
              <p:nvPr/>
            </p:nvSpPr>
            <p:spPr>
              <a:xfrm>
                <a:off x="2604775" y="4488625"/>
                <a:ext cx="107800" cy="69075"/>
              </a:xfrm>
              <a:custGeom>
                <a:rect b="b" l="l" r="r" t="t"/>
                <a:pathLst>
                  <a:path extrusionOk="0" h="2763" w="4312">
                    <a:moveTo>
                      <a:pt x="1668" y="0"/>
                    </a:moveTo>
                    <a:cubicBezTo>
                      <a:pt x="851" y="0"/>
                      <a:pt x="172" y="629"/>
                      <a:pt x="101" y="1460"/>
                    </a:cubicBezTo>
                    <a:lnTo>
                      <a:pt x="1" y="2412"/>
                    </a:lnTo>
                    <a:lnTo>
                      <a:pt x="4161" y="2763"/>
                    </a:lnTo>
                    <a:lnTo>
                      <a:pt x="4236" y="1811"/>
                    </a:lnTo>
                    <a:cubicBezTo>
                      <a:pt x="4312" y="933"/>
                      <a:pt x="3685" y="156"/>
                      <a:pt x="2808" y="81"/>
                    </a:cubicBezTo>
                    <a:lnTo>
                      <a:pt x="1805" y="6"/>
                    </a:lnTo>
                    <a:cubicBezTo>
                      <a:pt x="1759" y="2"/>
                      <a:pt x="1713" y="0"/>
                      <a:pt x="16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5" name="Google Shape;6465;p57"/>
              <p:cNvSpPr/>
              <p:nvPr/>
            </p:nvSpPr>
            <p:spPr>
              <a:xfrm>
                <a:off x="2583475" y="4542525"/>
                <a:ext cx="140375" cy="33350"/>
              </a:xfrm>
              <a:custGeom>
                <a:rect b="b" l="l" r="r" t="t"/>
                <a:pathLst>
                  <a:path extrusionOk="0" h="1334" w="5615">
                    <a:moveTo>
                      <a:pt x="913" y="1"/>
                    </a:moveTo>
                    <a:cubicBezTo>
                      <a:pt x="446" y="1"/>
                      <a:pt x="24" y="363"/>
                      <a:pt x="1" y="858"/>
                    </a:cubicBezTo>
                    <a:lnTo>
                      <a:pt x="5565" y="1334"/>
                    </a:lnTo>
                    <a:cubicBezTo>
                      <a:pt x="5615" y="807"/>
                      <a:pt x="5214" y="356"/>
                      <a:pt x="4712" y="306"/>
                    </a:cubicBezTo>
                    <a:lnTo>
                      <a:pt x="1003" y="5"/>
                    </a:lnTo>
                    <a:cubicBezTo>
                      <a:pt x="973" y="2"/>
                      <a:pt x="943" y="1"/>
                      <a:pt x="9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6" name="Google Shape;6466;p57"/>
              <p:cNvSpPr/>
              <p:nvPr/>
            </p:nvSpPr>
            <p:spPr>
              <a:xfrm>
                <a:off x="3008925" y="4372575"/>
                <a:ext cx="231225" cy="203375"/>
              </a:xfrm>
              <a:custGeom>
                <a:rect b="b" l="l" r="r" t="t"/>
                <a:pathLst>
                  <a:path extrusionOk="0" h="8135" w="9249">
                    <a:moveTo>
                      <a:pt x="4625" y="1"/>
                    </a:moveTo>
                    <a:cubicBezTo>
                      <a:pt x="3283" y="1"/>
                      <a:pt x="1975" y="660"/>
                      <a:pt x="1203" y="1866"/>
                    </a:cubicBezTo>
                    <a:cubicBezTo>
                      <a:pt x="0" y="3771"/>
                      <a:pt x="552" y="6277"/>
                      <a:pt x="2431" y="7480"/>
                    </a:cubicBezTo>
                    <a:cubicBezTo>
                      <a:pt x="3109" y="7923"/>
                      <a:pt x="3872" y="8134"/>
                      <a:pt x="4626" y="8134"/>
                    </a:cubicBezTo>
                    <a:cubicBezTo>
                      <a:pt x="5964" y="8134"/>
                      <a:pt x="7276" y="7470"/>
                      <a:pt x="8045" y="6252"/>
                    </a:cubicBezTo>
                    <a:cubicBezTo>
                      <a:pt x="9248" y="4372"/>
                      <a:pt x="8697" y="1866"/>
                      <a:pt x="6817" y="638"/>
                    </a:cubicBezTo>
                    <a:cubicBezTo>
                      <a:pt x="6135" y="207"/>
                      <a:pt x="5374" y="1"/>
                      <a:pt x="46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7" name="Google Shape;6467;p57"/>
              <p:cNvSpPr/>
              <p:nvPr/>
            </p:nvSpPr>
            <p:spPr>
              <a:xfrm>
                <a:off x="3113550" y="4410275"/>
                <a:ext cx="72700" cy="47175"/>
              </a:xfrm>
              <a:custGeom>
                <a:rect b="b" l="l" r="r" t="t"/>
                <a:pathLst>
                  <a:path extrusionOk="0" h="1887" w="2908">
                    <a:moveTo>
                      <a:pt x="484" y="1"/>
                    </a:moveTo>
                    <a:cubicBezTo>
                      <a:pt x="195" y="1"/>
                      <a:pt x="1" y="32"/>
                      <a:pt x="1" y="32"/>
                    </a:cubicBezTo>
                    <a:cubicBezTo>
                      <a:pt x="2306" y="508"/>
                      <a:pt x="2908" y="1887"/>
                      <a:pt x="2908" y="1887"/>
                    </a:cubicBezTo>
                    <a:cubicBezTo>
                      <a:pt x="2707" y="226"/>
                      <a:pt x="1258" y="1"/>
                      <a:pt x="4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8" name="Google Shape;6468;p57"/>
              <p:cNvSpPr/>
              <p:nvPr/>
            </p:nvSpPr>
            <p:spPr>
              <a:xfrm>
                <a:off x="2965675" y="4364700"/>
                <a:ext cx="42650" cy="49525"/>
              </a:xfrm>
              <a:custGeom>
                <a:rect b="b" l="l" r="r" t="t"/>
                <a:pathLst>
                  <a:path extrusionOk="0" fill="none" h="1981" w="1706">
                    <a:moveTo>
                      <a:pt x="1555" y="878"/>
                    </a:moveTo>
                    <a:lnTo>
                      <a:pt x="1054" y="1680"/>
                    </a:lnTo>
                    <a:cubicBezTo>
                      <a:pt x="903" y="1905"/>
                      <a:pt x="602" y="1981"/>
                      <a:pt x="377" y="1830"/>
                    </a:cubicBezTo>
                    <a:lnTo>
                      <a:pt x="302" y="1780"/>
                    </a:lnTo>
                    <a:cubicBezTo>
                      <a:pt x="76" y="1630"/>
                      <a:pt x="1" y="1329"/>
                      <a:pt x="151" y="1103"/>
                    </a:cubicBezTo>
                    <a:lnTo>
                      <a:pt x="678" y="301"/>
                    </a:lnTo>
                    <a:cubicBezTo>
                      <a:pt x="803" y="51"/>
                      <a:pt x="1129" y="1"/>
                      <a:pt x="1354" y="151"/>
                    </a:cubicBezTo>
                    <a:lnTo>
                      <a:pt x="1404" y="176"/>
                    </a:lnTo>
                    <a:cubicBezTo>
                      <a:pt x="1655" y="326"/>
                      <a:pt x="1705" y="627"/>
                      <a:pt x="1555" y="878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9" name="Google Shape;6469;p57"/>
              <p:cNvSpPr/>
              <p:nvPr/>
            </p:nvSpPr>
            <p:spPr>
              <a:xfrm>
                <a:off x="2976975" y="4362825"/>
                <a:ext cx="100275" cy="107175"/>
              </a:xfrm>
              <a:custGeom>
                <a:rect b="b" l="l" r="r" t="t"/>
                <a:pathLst>
                  <a:path extrusionOk="0" h="4287" w="4011">
                    <a:moveTo>
                      <a:pt x="2348" y="0"/>
                    </a:moveTo>
                    <a:cubicBezTo>
                      <a:pt x="1821" y="0"/>
                      <a:pt x="1308" y="260"/>
                      <a:pt x="1003" y="727"/>
                    </a:cubicBezTo>
                    <a:lnTo>
                      <a:pt x="476" y="1579"/>
                    </a:lnTo>
                    <a:cubicBezTo>
                      <a:pt x="0" y="2306"/>
                      <a:pt x="201" y="3284"/>
                      <a:pt x="952" y="3760"/>
                    </a:cubicBezTo>
                    <a:lnTo>
                      <a:pt x="1754" y="4286"/>
                    </a:lnTo>
                    <a:lnTo>
                      <a:pt x="4010" y="777"/>
                    </a:lnTo>
                    <a:lnTo>
                      <a:pt x="3208" y="251"/>
                    </a:lnTo>
                    <a:cubicBezTo>
                      <a:pt x="2939" y="81"/>
                      <a:pt x="2642" y="0"/>
                      <a:pt x="2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0" name="Google Shape;6470;p57"/>
              <p:cNvSpPr/>
              <p:nvPr/>
            </p:nvSpPr>
            <p:spPr>
              <a:xfrm>
                <a:off x="3010175" y="4374850"/>
                <a:ext cx="89625" cy="121450"/>
              </a:xfrm>
              <a:custGeom>
                <a:rect b="b" l="l" r="r" t="t"/>
                <a:pathLst>
                  <a:path extrusionOk="0" h="4858" w="3585">
                    <a:moveTo>
                      <a:pt x="3075" y="1"/>
                    </a:moveTo>
                    <a:cubicBezTo>
                      <a:pt x="2761" y="1"/>
                      <a:pt x="2459" y="156"/>
                      <a:pt x="2281" y="447"/>
                    </a:cubicBezTo>
                    <a:lnTo>
                      <a:pt x="276" y="3554"/>
                    </a:lnTo>
                    <a:cubicBezTo>
                      <a:pt x="0" y="3981"/>
                      <a:pt x="126" y="4582"/>
                      <a:pt x="552" y="4858"/>
                    </a:cubicBezTo>
                    <a:lnTo>
                      <a:pt x="3584" y="146"/>
                    </a:lnTo>
                    <a:cubicBezTo>
                      <a:pt x="3424" y="48"/>
                      <a:pt x="3248" y="1"/>
                      <a:pt x="30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1" name="Google Shape;6471;p57"/>
              <p:cNvSpPr/>
              <p:nvPr/>
            </p:nvSpPr>
            <p:spPr>
              <a:xfrm>
                <a:off x="3289000" y="4574275"/>
                <a:ext cx="227475" cy="203125"/>
              </a:xfrm>
              <a:custGeom>
                <a:rect b="b" l="l" r="r" t="t"/>
                <a:pathLst>
                  <a:path extrusionOk="0" h="8125" w="9099">
                    <a:moveTo>
                      <a:pt x="4546" y="0"/>
                    </a:moveTo>
                    <a:cubicBezTo>
                      <a:pt x="4145" y="0"/>
                      <a:pt x="3736" y="61"/>
                      <a:pt x="3334" y="189"/>
                    </a:cubicBezTo>
                    <a:cubicBezTo>
                      <a:pt x="1178" y="866"/>
                      <a:pt x="0" y="3146"/>
                      <a:pt x="677" y="5277"/>
                    </a:cubicBezTo>
                    <a:cubicBezTo>
                      <a:pt x="1224" y="7020"/>
                      <a:pt x="2821" y="8124"/>
                      <a:pt x="4539" y="8124"/>
                    </a:cubicBezTo>
                    <a:cubicBezTo>
                      <a:pt x="4945" y="8124"/>
                      <a:pt x="5358" y="8063"/>
                      <a:pt x="5765" y="7933"/>
                    </a:cubicBezTo>
                    <a:cubicBezTo>
                      <a:pt x="7920" y="7282"/>
                      <a:pt x="9098" y="4976"/>
                      <a:pt x="8421" y="2846"/>
                    </a:cubicBezTo>
                    <a:cubicBezTo>
                      <a:pt x="7873" y="1118"/>
                      <a:pt x="6269" y="0"/>
                      <a:pt x="45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2" name="Google Shape;6472;p57"/>
              <p:cNvSpPr/>
              <p:nvPr/>
            </p:nvSpPr>
            <p:spPr>
              <a:xfrm>
                <a:off x="3435600" y="4620350"/>
                <a:ext cx="56425" cy="82100"/>
              </a:xfrm>
              <a:custGeom>
                <a:rect b="b" l="l" r="r" t="t"/>
                <a:pathLst>
                  <a:path extrusionOk="0" h="3284" w="2257">
                    <a:moveTo>
                      <a:pt x="1" y="0"/>
                    </a:moveTo>
                    <a:lnTo>
                      <a:pt x="1" y="0"/>
                    </a:lnTo>
                    <a:cubicBezTo>
                      <a:pt x="1455" y="1855"/>
                      <a:pt x="1029" y="3283"/>
                      <a:pt x="1029" y="3283"/>
                    </a:cubicBezTo>
                    <a:cubicBezTo>
                      <a:pt x="2257" y="137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DC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3" name="Google Shape;6473;p57"/>
              <p:cNvSpPr/>
              <p:nvPr/>
            </p:nvSpPr>
            <p:spPr>
              <a:xfrm>
                <a:off x="3326600" y="4504425"/>
                <a:ext cx="50775" cy="36375"/>
              </a:xfrm>
              <a:custGeom>
                <a:rect b="b" l="l" r="r" t="t"/>
                <a:pathLst>
                  <a:path extrusionOk="0" fill="none" h="1455" w="2031">
                    <a:moveTo>
                      <a:pt x="1629" y="1103"/>
                    </a:moveTo>
                    <a:lnTo>
                      <a:pt x="727" y="1379"/>
                    </a:lnTo>
                    <a:cubicBezTo>
                      <a:pt x="451" y="1454"/>
                      <a:pt x="176" y="1329"/>
                      <a:pt x="100" y="1053"/>
                    </a:cubicBezTo>
                    <a:lnTo>
                      <a:pt x="75" y="978"/>
                    </a:lnTo>
                    <a:cubicBezTo>
                      <a:pt x="0" y="727"/>
                      <a:pt x="125" y="452"/>
                      <a:pt x="401" y="351"/>
                    </a:cubicBezTo>
                    <a:lnTo>
                      <a:pt x="1303" y="76"/>
                    </a:lnTo>
                    <a:cubicBezTo>
                      <a:pt x="1579" y="1"/>
                      <a:pt x="1855" y="126"/>
                      <a:pt x="1930" y="402"/>
                    </a:cubicBezTo>
                    <a:lnTo>
                      <a:pt x="1955" y="477"/>
                    </a:lnTo>
                    <a:cubicBezTo>
                      <a:pt x="2030" y="727"/>
                      <a:pt x="1880" y="1003"/>
                      <a:pt x="1629" y="1103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4" name="Google Shape;6474;p57"/>
              <p:cNvSpPr/>
              <p:nvPr/>
            </p:nvSpPr>
            <p:spPr>
              <a:xfrm>
                <a:off x="3312175" y="4524400"/>
                <a:ext cx="113425" cy="81550"/>
              </a:xfrm>
              <a:custGeom>
                <a:rect b="b" l="l" r="r" t="t"/>
                <a:pathLst>
                  <a:path extrusionOk="0" h="3262" w="4537">
                    <a:moveTo>
                      <a:pt x="2749" y="0"/>
                    </a:moveTo>
                    <a:cubicBezTo>
                      <a:pt x="2587" y="0"/>
                      <a:pt x="2421" y="25"/>
                      <a:pt x="2256" y="79"/>
                    </a:cubicBezTo>
                    <a:lnTo>
                      <a:pt x="1304" y="380"/>
                    </a:lnTo>
                    <a:cubicBezTo>
                      <a:pt x="477" y="630"/>
                      <a:pt x="1" y="1532"/>
                      <a:pt x="276" y="2359"/>
                    </a:cubicBezTo>
                    <a:lnTo>
                      <a:pt x="552" y="3262"/>
                    </a:lnTo>
                    <a:lnTo>
                      <a:pt x="4537" y="2009"/>
                    </a:lnTo>
                    <a:lnTo>
                      <a:pt x="4261" y="1106"/>
                    </a:lnTo>
                    <a:cubicBezTo>
                      <a:pt x="4039" y="439"/>
                      <a:pt x="3425" y="0"/>
                      <a:pt x="27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5" name="Google Shape;6475;p57"/>
              <p:cNvSpPr/>
              <p:nvPr/>
            </p:nvSpPr>
            <p:spPr>
              <a:xfrm>
                <a:off x="3307800" y="4570150"/>
                <a:ext cx="137225" cy="58350"/>
              </a:xfrm>
              <a:custGeom>
                <a:rect b="b" l="l" r="r" t="t"/>
                <a:pathLst>
                  <a:path extrusionOk="0" h="2334" w="5489">
                    <a:moveTo>
                      <a:pt x="4619" y="0"/>
                    </a:moveTo>
                    <a:cubicBezTo>
                      <a:pt x="4517" y="0"/>
                      <a:pt x="4414" y="17"/>
                      <a:pt x="4311" y="53"/>
                    </a:cubicBezTo>
                    <a:lnTo>
                      <a:pt x="777" y="1156"/>
                    </a:lnTo>
                    <a:cubicBezTo>
                      <a:pt x="276" y="1306"/>
                      <a:pt x="0" y="1833"/>
                      <a:pt x="151" y="2334"/>
                    </a:cubicBezTo>
                    <a:lnTo>
                      <a:pt x="5489" y="655"/>
                    </a:lnTo>
                    <a:cubicBezTo>
                      <a:pt x="5369" y="256"/>
                      <a:pt x="5012" y="0"/>
                      <a:pt x="46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6" name="Google Shape;6476;p57"/>
              <p:cNvSpPr/>
              <p:nvPr/>
            </p:nvSpPr>
            <p:spPr>
              <a:xfrm>
                <a:off x="5049025" y="4657600"/>
                <a:ext cx="228100" cy="203125"/>
              </a:xfrm>
              <a:custGeom>
                <a:rect b="b" l="l" r="r" t="t"/>
                <a:pathLst>
                  <a:path extrusionOk="0" h="8125" w="9124">
                    <a:moveTo>
                      <a:pt x="4558" y="1"/>
                    </a:moveTo>
                    <a:cubicBezTo>
                      <a:pt x="4153" y="1"/>
                      <a:pt x="3742" y="61"/>
                      <a:pt x="3334" y="189"/>
                    </a:cubicBezTo>
                    <a:cubicBezTo>
                      <a:pt x="1204" y="866"/>
                      <a:pt x="1" y="3147"/>
                      <a:pt x="677" y="5277"/>
                    </a:cubicBezTo>
                    <a:cubicBezTo>
                      <a:pt x="1225" y="7021"/>
                      <a:pt x="2822" y="8125"/>
                      <a:pt x="4553" y="8125"/>
                    </a:cubicBezTo>
                    <a:cubicBezTo>
                      <a:pt x="4962" y="8125"/>
                      <a:pt x="5378" y="8063"/>
                      <a:pt x="5790" y="7934"/>
                    </a:cubicBezTo>
                    <a:cubicBezTo>
                      <a:pt x="7921" y="7257"/>
                      <a:pt x="9124" y="4976"/>
                      <a:pt x="8447" y="2846"/>
                    </a:cubicBezTo>
                    <a:cubicBezTo>
                      <a:pt x="7898" y="1118"/>
                      <a:pt x="6294" y="1"/>
                      <a:pt x="45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7" name="Google Shape;6477;p57"/>
              <p:cNvSpPr/>
              <p:nvPr/>
            </p:nvSpPr>
            <p:spPr>
              <a:xfrm>
                <a:off x="5195650" y="4703675"/>
                <a:ext cx="56400" cy="82100"/>
              </a:xfrm>
              <a:custGeom>
                <a:rect b="b" l="l" r="r" t="t"/>
                <a:pathLst>
                  <a:path extrusionOk="0" h="3284" w="2256">
                    <a:moveTo>
                      <a:pt x="0" y="1"/>
                    </a:moveTo>
                    <a:cubicBezTo>
                      <a:pt x="1454" y="1855"/>
                      <a:pt x="1028" y="3284"/>
                      <a:pt x="1028" y="3284"/>
                    </a:cubicBezTo>
                    <a:cubicBezTo>
                      <a:pt x="2256" y="1379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8" name="Google Shape;6478;p57"/>
              <p:cNvSpPr/>
              <p:nvPr/>
            </p:nvSpPr>
            <p:spPr>
              <a:xfrm>
                <a:off x="5086625" y="4587750"/>
                <a:ext cx="51400" cy="36375"/>
              </a:xfrm>
              <a:custGeom>
                <a:rect b="b" l="l" r="r" t="t"/>
                <a:pathLst>
                  <a:path extrusionOk="0" fill="none" h="1455" w="2056">
                    <a:moveTo>
                      <a:pt x="1630" y="1104"/>
                    </a:moveTo>
                    <a:lnTo>
                      <a:pt x="727" y="1379"/>
                    </a:lnTo>
                    <a:cubicBezTo>
                      <a:pt x="477" y="1455"/>
                      <a:pt x="201" y="1329"/>
                      <a:pt x="101" y="1054"/>
                    </a:cubicBezTo>
                    <a:lnTo>
                      <a:pt x="76" y="978"/>
                    </a:lnTo>
                    <a:cubicBezTo>
                      <a:pt x="0" y="728"/>
                      <a:pt x="151" y="452"/>
                      <a:pt x="401" y="352"/>
                    </a:cubicBezTo>
                    <a:lnTo>
                      <a:pt x="1329" y="76"/>
                    </a:lnTo>
                    <a:cubicBezTo>
                      <a:pt x="1579" y="1"/>
                      <a:pt x="1855" y="126"/>
                      <a:pt x="1930" y="402"/>
                    </a:cubicBezTo>
                    <a:lnTo>
                      <a:pt x="1955" y="477"/>
                    </a:lnTo>
                    <a:cubicBezTo>
                      <a:pt x="2056" y="728"/>
                      <a:pt x="1905" y="1003"/>
                      <a:pt x="1630" y="110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9" name="Google Shape;6479;p57"/>
              <p:cNvSpPr/>
              <p:nvPr/>
            </p:nvSpPr>
            <p:spPr>
              <a:xfrm>
                <a:off x="5072850" y="4607400"/>
                <a:ext cx="112800" cy="81900"/>
              </a:xfrm>
              <a:custGeom>
                <a:rect b="b" l="l" r="r" t="t"/>
                <a:pathLst>
                  <a:path extrusionOk="0" h="3276" w="4512">
                    <a:moveTo>
                      <a:pt x="2706" y="0"/>
                    </a:moveTo>
                    <a:cubicBezTo>
                      <a:pt x="2557" y="0"/>
                      <a:pt x="2405" y="22"/>
                      <a:pt x="2256" y="67"/>
                    </a:cubicBezTo>
                    <a:lnTo>
                      <a:pt x="1278" y="393"/>
                    </a:lnTo>
                    <a:cubicBezTo>
                      <a:pt x="451" y="643"/>
                      <a:pt x="0" y="1546"/>
                      <a:pt x="251" y="2373"/>
                    </a:cubicBezTo>
                    <a:lnTo>
                      <a:pt x="551" y="3275"/>
                    </a:lnTo>
                    <a:lnTo>
                      <a:pt x="4511" y="2022"/>
                    </a:lnTo>
                    <a:lnTo>
                      <a:pt x="4236" y="1120"/>
                    </a:lnTo>
                    <a:cubicBezTo>
                      <a:pt x="4010" y="442"/>
                      <a:pt x="3380" y="0"/>
                      <a:pt x="2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0" name="Google Shape;6480;p57"/>
              <p:cNvSpPr/>
              <p:nvPr/>
            </p:nvSpPr>
            <p:spPr>
              <a:xfrm>
                <a:off x="5068450" y="4653150"/>
                <a:ext cx="136625" cy="58700"/>
              </a:xfrm>
              <a:custGeom>
                <a:rect b="b" l="l" r="r" t="t"/>
                <a:pathLst>
                  <a:path extrusionOk="0" h="2348" w="5465">
                    <a:moveTo>
                      <a:pt x="4564" y="1"/>
                    </a:moveTo>
                    <a:cubicBezTo>
                      <a:pt x="4472" y="1"/>
                      <a:pt x="4379" y="14"/>
                      <a:pt x="4286" y="42"/>
                    </a:cubicBezTo>
                    <a:lnTo>
                      <a:pt x="753" y="1169"/>
                    </a:lnTo>
                    <a:cubicBezTo>
                      <a:pt x="276" y="1320"/>
                      <a:pt x="1" y="1846"/>
                      <a:pt x="151" y="2347"/>
                    </a:cubicBezTo>
                    <a:lnTo>
                      <a:pt x="5464" y="668"/>
                    </a:lnTo>
                    <a:cubicBezTo>
                      <a:pt x="5342" y="259"/>
                      <a:pt x="4969" y="1"/>
                      <a:pt x="45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1" name="Google Shape;6481;p57"/>
              <p:cNvSpPr/>
              <p:nvPr/>
            </p:nvSpPr>
            <p:spPr>
              <a:xfrm>
                <a:off x="3603525" y="4533500"/>
                <a:ext cx="226850" cy="203400"/>
              </a:xfrm>
              <a:custGeom>
                <a:rect b="b" l="l" r="r" t="t"/>
                <a:pathLst>
                  <a:path extrusionOk="0" h="8136" w="9074">
                    <a:moveTo>
                      <a:pt x="4558" y="0"/>
                    </a:moveTo>
                    <a:cubicBezTo>
                      <a:pt x="2804" y="0"/>
                      <a:pt x="1188" y="1128"/>
                      <a:pt x="652" y="2898"/>
                    </a:cubicBezTo>
                    <a:cubicBezTo>
                      <a:pt x="1" y="5053"/>
                      <a:pt x="1229" y="7309"/>
                      <a:pt x="3384" y="7960"/>
                    </a:cubicBezTo>
                    <a:cubicBezTo>
                      <a:pt x="3776" y="8079"/>
                      <a:pt x="4171" y="8135"/>
                      <a:pt x="4559" y="8135"/>
                    </a:cubicBezTo>
                    <a:cubicBezTo>
                      <a:pt x="6306" y="8135"/>
                      <a:pt x="7914" y="6992"/>
                      <a:pt x="8447" y="5229"/>
                    </a:cubicBezTo>
                    <a:cubicBezTo>
                      <a:pt x="9074" y="3073"/>
                      <a:pt x="7845" y="818"/>
                      <a:pt x="5715" y="166"/>
                    </a:cubicBezTo>
                    <a:cubicBezTo>
                      <a:pt x="5330" y="54"/>
                      <a:pt x="4941" y="0"/>
                      <a:pt x="45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2" name="Google Shape;6482;p57"/>
              <p:cNvSpPr/>
              <p:nvPr/>
            </p:nvSpPr>
            <p:spPr>
              <a:xfrm>
                <a:off x="3750775" y="4607175"/>
                <a:ext cx="52025" cy="82750"/>
              </a:xfrm>
              <a:custGeom>
                <a:rect b="b" l="l" r="r" t="t"/>
                <a:pathLst>
                  <a:path extrusionOk="0" h="3310" w="2081">
                    <a:moveTo>
                      <a:pt x="978" y="1"/>
                    </a:moveTo>
                    <a:lnTo>
                      <a:pt x="978" y="1"/>
                    </a:lnTo>
                    <a:cubicBezTo>
                      <a:pt x="1153" y="2357"/>
                      <a:pt x="1" y="3309"/>
                      <a:pt x="1" y="3309"/>
                    </a:cubicBezTo>
                    <a:cubicBezTo>
                      <a:pt x="2081" y="2407"/>
                      <a:pt x="978" y="1"/>
                      <a:pt x="9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3" name="Google Shape;6483;p57"/>
              <p:cNvSpPr/>
              <p:nvPr/>
            </p:nvSpPr>
            <p:spPr>
              <a:xfrm>
                <a:off x="3735750" y="4461200"/>
                <a:ext cx="50775" cy="36975"/>
              </a:xfrm>
              <a:custGeom>
                <a:rect b="b" l="l" r="r" t="t"/>
                <a:pathLst>
                  <a:path extrusionOk="0" fill="none" h="1479" w="2031">
                    <a:moveTo>
                      <a:pt x="1328" y="1379"/>
                    </a:moveTo>
                    <a:lnTo>
                      <a:pt x="401" y="1103"/>
                    </a:lnTo>
                    <a:cubicBezTo>
                      <a:pt x="125" y="1028"/>
                      <a:pt x="0" y="752"/>
                      <a:pt x="75" y="501"/>
                    </a:cubicBezTo>
                    <a:lnTo>
                      <a:pt x="100" y="426"/>
                    </a:lnTo>
                    <a:cubicBezTo>
                      <a:pt x="176" y="151"/>
                      <a:pt x="451" y="0"/>
                      <a:pt x="702" y="100"/>
                    </a:cubicBezTo>
                    <a:lnTo>
                      <a:pt x="1629" y="376"/>
                    </a:lnTo>
                    <a:cubicBezTo>
                      <a:pt x="1880" y="451"/>
                      <a:pt x="2030" y="727"/>
                      <a:pt x="1955" y="978"/>
                    </a:cubicBezTo>
                    <a:lnTo>
                      <a:pt x="1930" y="1053"/>
                    </a:lnTo>
                    <a:cubicBezTo>
                      <a:pt x="1855" y="1329"/>
                      <a:pt x="1579" y="1479"/>
                      <a:pt x="1328" y="1379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4" name="Google Shape;6484;p57"/>
              <p:cNvSpPr/>
              <p:nvPr/>
            </p:nvSpPr>
            <p:spPr>
              <a:xfrm>
                <a:off x="3692500" y="4483325"/>
                <a:ext cx="113450" cy="80650"/>
              </a:xfrm>
              <a:custGeom>
                <a:rect b="b" l="l" r="r" t="t"/>
                <a:pathLst>
                  <a:path extrusionOk="0" h="3226" w="4538">
                    <a:moveTo>
                      <a:pt x="1805" y="1"/>
                    </a:moveTo>
                    <a:cubicBezTo>
                      <a:pt x="1124" y="1"/>
                      <a:pt x="482" y="443"/>
                      <a:pt x="276" y="1120"/>
                    </a:cubicBezTo>
                    <a:lnTo>
                      <a:pt x="1" y="2048"/>
                    </a:lnTo>
                    <a:lnTo>
                      <a:pt x="4011" y="3226"/>
                    </a:lnTo>
                    <a:lnTo>
                      <a:pt x="4286" y="2323"/>
                    </a:lnTo>
                    <a:cubicBezTo>
                      <a:pt x="4537" y="1471"/>
                      <a:pt x="4061" y="594"/>
                      <a:pt x="3209" y="343"/>
                    </a:cubicBezTo>
                    <a:lnTo>
                      <a:pt x="2256" y="68"/>
                    </a:lnTo>
                    <a:cubicBezTo>
                      <a:pt x="2107" y="22"/>
                      <a:pt x="1955" y="1"/>
                      <a:pt x="1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5" name="Google Shape;6485;p57"/>
              <p:cNvSpPr/>
              <p:nvPr/>
            </p:nvSpPr>
            <p:spPr>
              <a:xfrm>
                <a:off x="3668700" y="4527900"/>
                <a:ext cx="137250" cy="56750"/>
              </a:xfrm>
              <a:custGeom>
                <a:rect b="b" l="l" r="r" t="t"/>
                <a:pathLst>
                  <a:path extrusionOk="0" h="2270" w="5490">
                    <a:moveTo>
                      <a:pt x="890" y="0"/>
                    </a:moveTo>
                    <a:cubicBezTo>
                      <a:pt x="480" y="0"/>
                      <a:pt x="104" y="277"/>
                      <a:pt x="0" y="691"/>
                    </a:cubicBezTo>
                    <a:lnTo>
                      <a:pt x="5339" y="2270"/>
                    </a:lnTo>
                    <a:cubicBezTo>
                      <a:pt x="5489" y="1793"/>
                      <a:pt x="5213" y="1267"/>
                      <a:pt x="4712" y="1117"/>
                    </a:cubicBezTo>
                    <a:lnTo>
                      <a:pt x="1153" y="39"/>
                    </a:lnTo>
                    <a:cubicBezTo>
                      <a:pt x="1065" y="13"/>
                      <a:pt x="977" y="0"/>
                      <a:pt x="8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6" name="Google Shape;6486;p57"/>
              <p:cNvSpPr/>
              <p:nvPr/>
            </p:nvSpPr>
            <p:spPr>
              <a:xfrm>
                <a:off x="4182475" y="4489675"/>
                <a:ext cx="226850" cy="203350"/>
              </a:xfrm>
              <a:custGeom>
                <a:rect b="b" l="l" r="r" t="t"/>
                <a:pathLst>
                  <a:path extrusionOk="0" h="8134" w="9074">
                    <a:moveTo>
                      <a:pt x="4555" y="1"/>
                    </a:moveTo>
                    <a:cubicBezTo>
                      <a:pt x="2804" y="1"/>
                      <a:pt x="1168" y="1143"/>
                      <a:pt x="652" y="2896"/>
                    </a:cubicBezTo>
                    <a:cubicBezTo>
                      <a:pt x="1" y="5052"/>
                      <a:pt x="1229" y="7332"/>
                      <a:pt x="3384" y="7959"/>
                    </a:cubicBezTo>
                    <a:cubicBezTo>
                      <a:pt x="3771" y="8077"/>
                      <a:pt x="4163" y="8134"/>
                      <a:pt x="4550" y="8134"/>
                    </a:cubicBezTo>
                    <a:cubicBezTo>
                      <a:pt x="6289" y="8134"/>
                      <a:pt x="7909" y="6991"/>
                      <a:pt x="8422" y="5227"/>
                    </a:cubicBezTo>
                    <a:cubicBezTo>
                      <a:pt x="9074" y="3072"/>
                      <a:pt x="7845" y="816"/>
                      <a:pt x="5690" y="164"/>
                    </a:cubicBezTo>
                    <a:cubicBezTo>
                      <a:pt x="5313" y="54"/>
                      <a:pt x="4931" y="1"/>
                      <a:pt x="45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7" name="Google Shape;6487;p57"/>
              <p:cNvSpPr/>
              <p:nvPr/>
            </p:nvSpPr>
            <p:spPr>
              <a:xfrm>
                <a:off x="4329100" y="4563950"/>
                <a:ext cx="52650" cy="82100"/>
              </a:xfrm>
              <a:custGeom>
                <a:rect b="b" l="l" r="r" t="t"/>
                <a:pathLst>
                  <a:path extrusionOk="0" h="3284" w="2106">
                    <a:moveTo>
                      <a:pt x="1003" y="1"/>
                    </a:moveTo>
                    <a:lnTo>
                      <a:pt x="1003" y="1"/>
                    </a:lnTo>
                    <a:cubicBezTo>
                      <a:pt x="1178" y="2331"/>
                      <a:pt x="1" y="3284"/>
                      <a:pt x="1" y="3284"/>
                    </a:cubicBezTo>
                    <a:cubicBezTo>
                      <a:pt x="2106" y="2407"/>
                      <a:pt x="1003" y="1"/>
                      <a:pt x="1003" y="1"/>
                    </a:cubicBezTo>
                    <a:close/>
                  </a:path>
                </a:pathLst>
              </a:custGeom>
              <a:solidFill>
                <a:srgbClr val="85B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8" name="Google Shape;6488;p57"/>
              <p:cNvSpPr/>
              <p:nvPr/>
            </p:nvSpPr>
            <p:spPr>
              <a:xfrm>
                <a:off x="4314075" y="4417950"/>
                <a:ext cx="51400" cy="36375"/>
              </a:xfrm>
              <a:custGeom>
                <a:rect b="b" l="l" r="r" t="t"/>
                <a:pathLst>
                  <a:path extrusionOk="0" fill="none" h="1455" w="2056">
                    <a:moveTo>
                      <a:pt x="1328" y="1379"/>
                    </a:moveTo>
                    <a:lnTo>
                      <a:pt x="426" y="1104"/>
                    </a:lnTo>
                    <a:cubicBezTo>
                      <a:pt x="150" y="1028"/>
                      <a:pt x="0" y="753"/>
                      <a:pt x="75" y="477"/>
                    </a:cubicBezTo>
                    <a:lnTo>
                      <a:pt x="100" y="402"/>
                    </a:lnTo>
                    <a:cubicBezTo>
                      <a:pt x="175" y="151"/>
                      <a:pt x="451" y="1"/>
                      <a:pt x="727" y="76"/>
                    </a:cubicBezTo>
                    <a:lnTo>
                      <a:pt x="1629" y="352"/>
                    </a:lnTo>
                    <a:cubicBezTo>
                      <a:pt x="1905" y="427"/>
                      <a:pt x="2055" y="703"/>
                      <a:pt x="1980" y="953"/>
                    </a:cubicBezTo>
                    <a:lnTo>
                      <a:pt x="1955" y="1028"/>
                    </a:lnTo>
                    <a:cubicBezTo>
                      <a:pt x="1880" y="1304"/>
                      <a:pt x="1604" y="1455"/>
                      <a:pt x="1328" y="1379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9" name="Google Shape;6489;p57"/>
              <p:cNvSpPr/>
              <p:nvPr/>
            </p:nvSpPr>
            <p:spPr>
              <a:xfrm>
                <a:off x="4271450" y="4439475"/>
                <a:ext cx="113450" cy="81275"/>
              </a:xfrm>
              <a:custGeom>
                <a:rect b="b" l="l" r="r" t="t"/>
                <a:pathLst>
                  <a:path extrusionOk="0" h="3251" w="4538">
                    <a:moveTo>
                      <a:pt x="1795" y="0"/>
                    </a:moveTo>
                    <a:cubicBezTo>
                      <a:pt x="1107" y="0"/>
                      <a:pt x="482" y="442"/>
                      <a:pt x="276" y="1120"/>
                    </a:cubicBezTo>
                    <a:lnTo>
                      <a:pt x="1" y="2047"/>
                    </a:lnTo>
                    <a:lnTo>
                      <a:pt x="4011" y="3250"/>
                    </a:lnTo>
                    <a:lnTo>
                      <a:pt x="4286" y="2323"/>
                    </a:lnTo>
                    <a:cubicBezTo>
                      <a:pt x="4537" y="1496"/>
                      <a:pt x="4061" y="594"/>
                      <a:pt x="3209" y="343"/>
                    </a:cubicBezTo>
                    <a:lnTo>
                      <a:pt x="2256" y="67"/>
                    </a:lnTo>
                    <a:cubicBezTo>
                      <a:pt x="2102" y="22"/>
                      <a:pt x="1947" y="0"/>
                      <a:pt x="17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0" name="Google Shape;6490;p57"/>
              <p:cNvSpPr/>
              <p:nvPr/>
            </p:nvSpPr>
            <p:spPr>
              <a:xfrm>
                <a:off x="4247025" y="4484250"/>
                <a:ext cx="137875" cy="57175"/>
              </a:xfrm>
              <a:custGeom>
                <a:rect b="b" l="l" r="r" t="t"/>
                <a:pathLst>
                  <a:path extrusionOk="0" h="2287" w="5515">
                    <a:moveTo>
                      <a:pt x="934" y="1"/>
                    </a:moveTo>
                    <a:cubicBezTo>
                      <a:pt x="516" y="1"/>
                      <a:pt x="126" y="262"/>
                      <a:pt x="0" y="682"/>
                    </a:cubicBezTo>
                    <a:lnTo>
                      <a:pt x="5364" y="2286"/>
                    </a:lnTo>
                    <a:cubicBezTo>
                      <a:pt x="5514" y="1785"/>
                      <a:pt x="5238" y="1259"/>
                      <a:pt x="4737" y="1108"/>
                    </a:cubicBezTo>
                    <a:lnTo>
                      <a:pt x="1178" y="31"/>
                    </a:lnTo>
                    <a:cubicBezTo>
                      <a:pt x="1097" y="10"/>
                      <a:pt x="1015" y="1"/>
                      <a:pt x="93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1" name="Google Shape;6491;p57"/>
              <p:cNvSpPr/>
              <p:nvPr/>
            </p:nvSpPr>
            <p:spPr>
              <a:xfrm>
                <a:off x="4643000" y="4589875"/>
                <a:ext cx="226850" cy="203400"/>
              </a:xfrm>
              <a:custGeom>
                <a:rect b="b" l="l" r="r" t="t"/>
                <a:pathLst>
                  <a:path extrusionOk="0" h="8136" w="9074">
                    <a:moveTo>
                      <a:pt x="4534" y="1"/>
                    </a:moveTo>
                    <a:cubicBezTo>
                      <a:pt x="2779" y="1"/>
                      <a:pt x="1163" y="1129"/>
                      <a:pt x="628" y="2898"/>
                    </a:cubicBezTo>
                    <a:cubicBezTo>
                      <a:pt x="1" y="5054"/>
                      <a:pt x="1229" y="7309"/>
                      <a:pt x="3359" y="7961"/>
                    </a:cubicBezTo>
                    <a:cubicBezTo>
                      <a:pt x="3751" y="8079"/>
                      <a:pt x="4147" y="8136"/>
                      <a:pt x="4536" y="8136"/>
                    </a:cubicBezTo>
                    <a:cubicBezTo>
                      <a:pt x="6289" y="8136"/>
                      <a:pt x="7909" y="6993"/>
                      <a:pt x="8422" y="5229"/>
                    </a:cubicBezTo>
                    <a:cubicBezTo>
                      <a:pt x="9074" y="3074"/>
                      <a:pt x="7846" y="818"/>
                      <a:pt x="5690" y="167"/>
                    </a:cubicBezTo>
                    <a:cubicBezTo>
                      <a:pt x="5305" y="54"/>
                      <a:pt x="4916" y="1"/>
                      <a:pt x="45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2" name="Google Shape;6492;p57"/>
              <p:cNvSpPr/>
              <p:nvPr/>
            </p:nvSpPr>
            <p:spPr>
              <a:xfrm>
                <a:off x="4789625" y="4663575"/>
                <a:ext cx="52650" cy="82725"/>
              </a:xfrm>
              <a:custGeom>
                <a:rect b="b" l="l" r="r" t="t"/>
                <a:pathLst>
                  <a:path extrusionOk="0" h="3309" w="2106">
                    <a:moveTo>
                      <a:pt x="1003" y="1"/>
                    </a:moveTo>
                    <a:cubicBezTo>
                      <a:pt x="1179" y="2356"/>
                      <a:pt x="1" y="3309"/>
                      <a:pt x="1" y="3309"/>
                    </a:cubicBezTo>
                    <a:cubicBezTo>
                      <a:pt x="2106" y="2407"/>
                      <a:pt x="1003" y="1"/>
                      <a:pt x="1003" y="1"/>
                    </a:cubicBezTo>
                    <a:close/>
                  </a:path>
                </a:pathLst>
              </a:custGeom>
              <a:solidFill>
                <a:srgbClr val="FFDC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3" name="Google Shape;6493;p57"/>
              <p:cNvSpPr/>
              <p:nvPr/>
            </p:nvSpPr>
            <p:spPr>
              <a:xfrm>
                <a:off x="4774600" y="4517575"/>
                <a:ext cx="51400" cy="36375"/>
              </a:xfrm>
              <a:custGeom>
                <a:rect b="b" l="l" r="r" t="t"/>
                <a:pathLst>
                  <a:path extrusionOk="0" fill="none" h="1455" w="2056">
                    <a:moveTo>
                      <a:pt x="1329" y="1379"/>
                    </a:moveTo>
                    <a:lnTo>
                      <a:pt x="401" y="1104"/>
                    </a:lnTo>
                    <a:cubicBezTo>
                      <a:pt x="151" y="1028"/>
                      <a:pt x="0" y="753"/>
                      <a:pt x="75" y="502"/>
                    </a:cubicBezTo>
                    <a:lnTo>
                      <a:pt x="100" y="427"/>
                    </a:lnTo>
                    <a:cubicBezTo>
                      <a:pt x="176" y="151"/>
                      <a:pt x="451" y="1"/>
                      <a:pt x="727" y="101"/>
                    </a:cubicBezTo>
                    <a:lnTo>
                      <a:pt x="1629" y="352"/>
                    </a:lnTo>
                    <a:cubicBezTo>
                      <a:pt x="1905" y="452"/>
                      <a:pt x="2055" y="728"/>
                      <a:pt x="1980" y="978"/>
                    </a:cubicBezTo>
                    <a:lnTo>
                      <a:pt x="1955" y="1054"/>
                    </a:lnTo>
                    <a:cubicBezTo>
                      <a:pt x="1855" y="1329"/>
                      <a:pt x="1604" y="1455"/>
                      <a:pt x="1329" y="1379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4" name="Google Shape;6494;p57"/>
              <p:cNvSpPr/>
              <p:nvPr/>
            </p:nvSpPr>
            <p:spPr>
              <a:xfrm>
                <a:off x="4731975" y="4539725"/>
                <a:ext cx="112825" cy="80650"/>
              </a:xfrm>
              <a:custGeom>
                <a:rect b="b" l="l" r="r" t="t"/>
                <a:pathLst>
                  <a:path extrusionOk="0" h="3226" w="4513">
                    <a:moveTo>
                      <a:pt x="1796" y="0"/>
                    </a:moveTo>
                    <a:cubicBezTo>
                      <a:pt x="1108" y="0"/>
                      <a:pt x="482" y="442"/>
                      <a:pt x="277" y="1120"/>
                    </a:cubicBezTo>
                    <a:lnTo>
                      <a:pt x="1" y="2047"/>
                    </a:lnTo>
                    <a:lnTo>
                      <a:pt x="4011" y="3225"/>
                    </a:lnTo>
                    <a:lnTo>
                      <a:pt x="4262" y="2323"/>
                    </a:lnTo>
                    <a:cubicBezTo>
                      <a:pt x="4512" y="1471"/>
                      <a:pt x="4036" y="594"/>
                      <a:pt x="3209" y="343"/>
                    </a:cubicBezTo>
                    <a:lnTo>
                      <a:pt x="2257" y="67"/>
                    </a:lnTo>
                    <a:cubicBezTo>
                      <a:pt x="2102" y="22"/>
                      <a:pt x="1947" y="0"/>
                      <a:pt x="17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5" name="Google Shape;6495;p57"/>
              <p:cNvSpPr/>
              <p:nvPr/>
            </p:nvSpPr>
            <p:spPr>
              <a:xfrm>
                <a:off x="4707550" y="4584275"/>
                <a:ext cx="137875" cy="56775"/>
              </a:xfrm>
              <a:custGeom>
                <a:rect b="b" l="l" r="r" t="t"/>
                <a:pathLst>
                  <a:path extrusionOk="0" h="2271" w="5515">
                    <a:moveTo>
                      <a:pt x="913" y="1"/>
                    </a:moveTo>
                    <a:cubicBezTo>
                      <a:pt x="503" y="1"/>
                      <a:pt x="124" y="274"/>
                      <a:pt x="0" y="666"/>
                    </a:cubicBezTo>
                    <a:lnTo>
                      <a:pt x="5364" y="2270"/>
                    </a:lnTo>
                    <a:cubicBezTo>
                      <a:pt x="5514" y="1769"/>
                      <a:pt x="5214" y="1243"/>
                      <a:pt x="4737" y="1117"/>
                    </a:cubicBezTo>
                    <a:lnTo>
                      <a:pt x="1178" y="40"/>
                    </a:lnTo>
                    <a:cubicBezTo>
                      <a:pt x="1090" y="13"/>
                      <a:pt x="1001" y="1"/>
                      <a:pt x="9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6" name="Google Shape;6496;p57"/>
              <p:cNvSpPr/>
              <p:nvPr/>
            </p:nvSpPr>
            <p:spPr>
              <a:xfrm>
                <a:off x="3932475" y="4741900"/>
                <a:ext cx="50775" cy="36350"/>
              </a:xfrm>
              <a:custGeom>
                <a:rect b="b" l="l" r="r" t="t"/>
                <a:pathLst>
                  <a:path extrusionOk="0" fill="none" h="1454" w="2031">
                    <a:moveTo>
                      <a:pt x="1329" y="1379"/>
                    </a:moveTo>
                    <a:lnTo>
                      <a:pt x="402" y="1103"/>
                    </a:lnTo>
                    <a:cubicBezTo>
                      <a:pt x="151" y="1028"/>
                      <a:pt x="1" y="752"/>
                      <a:pt x="76" y="477"/>
                    </a:cubicBezTo>
                    <a:lnTo>
                      <a:pt x="101" y="401"/>
                    </a:lnTo>
                    <a:cubicBezTo>
                      <a:pt x="176" y="151"/>
                      <a:pt x="452" y="0"/>
                      <a:pt x="703" y="76"/>
                    </a:cubicBezTo>
                    <a:lnTo>
                      <a:pt x="1630" y="351"/>
                    </a:lnTo>
                    <a:cubicBezTo>
                      <a:pt x="1880" y="426"/>
                      <a:pt x="2031" y="702"/>
                      <a:pt x="1956" y="953"/>
                    </a:cubicBezTo>
                    <a:lnTo>
                      <a:pt x="1931" y="1028"/>
                    </a:lnTo>
                    <a:cubicBezTo>
                      <a:pt x="1855" y="1304"/>
                      <a:pt x="1580" y="1454"/>
                      <a:pt x="1329" y="1379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6900">
                <a:solidFill>
                  <a:srgbClr val="21685F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7" name="Google Shape;6497;p57"/>
              <p:cNvSpPr/>
              <p:nvPr/>
            </p:nvSpPr>
            <p:spPr>
              <a:xfrm>
                <a:off x="3889875" y="4763400"/>
                <a:ext cx="112800" cy="81275"/>
              </a:xfrm>
              <a:custGeom>
                <a:rect b="b" l="l" r="r" t="t"/>
                <a:pathLst>
                  <a:path extrusionOk="0" h="3251" w="4512">
                    <a:moveTo>
                      <a:pt x="1781" y="1"/>
                    </a:moveTo>
                    <a:cubicBezTo>
                      <a:pt x="1107" y="1"/>
                      <a:pt x="482" y="443"/>
                      <a:pt x="276" y="1120"/>
                    </a:cubicBezTo>
                    <a:lnTo>
                      <a:pt x="1" y="2048"/>
                    </a:lnTo>
                    <a:lnTo>
                      <a:pt x="3985" y="3251"/>
                    </a:lnTo>
                    <a:lnTo>
                      <a:pt x="4261" y="2323"/>
                    </a:lnTo>
                    <a:cubicBezTo>
                      <a:pt x="4512" y="1496"/>
                      <a:pt x="4036" y="594"/>
                      <a:pt x="3209" y="343"/>
                    </a:cubicBezTo>
                    <a:lnTo>
                      <a:pt x="2231" y="68"/>
                    </a:lnTo>
                    <a:cubicBezTo>
                      <a:pt x="2082" y="22"/>
                      <a:pt x="1930" y="1"/>
                      <a:pt x="1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8" name="Google Shape;6498;p57"/>
              <p:cNvSpPr/>
              <p:nvPr/>
            </p:nvSpPr>
            <p:spPr>
              <a:xfrm>
                <a:off x="3976350" y="4242100"/>
                <a:ext cx="219950" cy="203225"/>
              </a:xfrm>
              <a:custGeom>
                <a:rect b="b" l="l" r="r" t="t"/>
                <a:pathLst>
                  <a:path extrusionOk="0" h="8129" w="8798">
                    <a:moveTo>
                      <a:pt x="4403" y="1"/>
                    </a:moveTo>
                    <a:cubicBezTo>
                      <a:pt x="2478" y="1"/>
                      <a:pt x="757" y="1367"/>
                      <a:pt x="401" y="3326"/>
                    </a:cubicBezTo>
                    <a:cubicBezTo>
                      <a:pt x="0" y="5556"/>
                      <a:pt x="1454" y="7661"/>
                      <a:pt x="3659" y="8062"/>
                    </a:cubicBezTo>
                    <a:cubicBezTo>
                      <a:pt x="3906" y="8107"/>
                      <a:pt x="4152" y="8129"/>
                      <a:pt x="4394" y="8129"/>
                    </a:cubicBezTo>
                    <a:cubicBezTo>
                      <a:pt x="6320" y="8129"/>
                      <a:pt x="8040" y="6763"/>
                      <a:pt x="8396" y="4804"/>
                    </a:cubicBezTo>
                    <a:cubicBezTo>
                      <a:pt x="8797" y="2599"/>
                      <a:pt x="7344" y="468"/>
                      <a:pt x="5138" y="67"/>
                    </a:cubicBezTo>
                    <a:cubicBezTo>
                      <a:pt x="4891" y="23"/>
                      <a:pt x="4646" y="1"/>
                      <a:pt x="4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9" name="Google Shape;6499;p57"/>
              <p:cNvSpPr/>
              <p:nvPr/>
            </p:nvSpPr>
            <p:spPr>
              <a:xfrm>
                <a:off x="3997025" y="4293275"/>
                <a:ext cx="50150" cy="84600"/>
              </a:xfrm>
              <a:custGeom>
                <a:rect b="b" l="l" r="r" t="t"/>
                <a:pathLst>
                  <a:path extrusionOk="0" h="3384" w="2006">
                    <a:moveTo>
                      <a:pt x="2005" y="0"/>
                    </a:moveTo>
                    <a:lnTo>
                      <a:pt x="2005" y="0"/>
                    </a:lnTo>
                    <a:cubicBezTo>
                      <a:pt x="0" y="1103"/>
                      <a:pt x="1379" y="3384"/>
                      <a:pt x="1379" y="3384"/>
                    </a:cubicBezTo>
                    <a:cubicBezTo>
                      <a:pt x="953" y="1078"/>
                      <a:pt x="2005" y="1"/>
                      <a:pt x="20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0" name="Google Shape;6500;p57"/>
              <p:cNvSpPr/>
              <p:nvPr/>
            </p:nvSpPr>
            <p:spPr>
              <a:xfrm>
                <a:off x="4033975" y="4486875"/>
                <a:ext cx="50800" cy="32625"/>
              </a:xfrm>
              <a:custGeom>
                <a:rect b="b" l="l" r="r" t="t"/>
                <a:pathLst>
                  <a:path extrusionOk="0" fill="none" h="1305" w="2032">
                    <a:moveTo>
                      <a:pt x="653" y="51"/>
                    </a:moveTo>
                    <a:lnTo>
                      <a:pt x="1580" y="226"/>
                    </a:lnTo>
                    <a:cubicBezTo>
                      <a:pt x="1856" y="276"/>
                      <a:pt x="2031" y="527"/>
                      <a:pt x="1981" y="778"/>
                    </a:cubicBezTo>
                    <a:lnTo>
                      <a:pt x="1981" y="878"/>
                    </a:lnTo>
                    <a:cubicBezTo>
                      <a:pt x="1931" y="1129"/>
                      <a:pt x="1655" y="1304"/>
                      <a:pt x="1404" y="1279"/>
                    </a:cubicBezTo>
                    <a:lnTo>
                      <a:pt x="452" y="1104"/>
                    </a:lnTo>
                    <a:cubicBezTo>
                      <a:pt x="176" y="1053"/>
                      <a:pt x="1" y="778"/>
                      <a:pt x="51" y="527"/>
                    </a:cubicBezTo>
                    <a:lnTo>
                      <a:pt x="76" y="427"/>
                    </a:lnTo>
                    <a:cubicBezTo>
                      <a:pt x="126" y="176"/>
                      <a:pt x="377" y="1"/>
                      <a:pt x="653" y="51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1" name="Google Shape;6501;p57"/>
              <p:cNvSpPr/>
              <p:nvPr/>
            </p:nvSpPr>
            <p:spPr>
              <a:xfrm>
                <a:off x="4010800" y="4422350"/>
                <a:ext cx="110300" cy="75175"/>
              </a:xfrm>
              <a:custGeom>
                <a:rect b="b" l="l" r="r" t="t"/>
                <a:pathLst>
                  <a:path extrusionOk="0" h="3007" w="4412">
                    <a:moveTo>
                      <a:pt x="326" y="0"/>
                    </a:moveTo>
                    <a:lnTo>
                      <a:pt x="151" y="953"/>
                    </a:lnTo>
                    <a:cubicBezTo>
                      <a:pt x="1" y="1805"/>
                      <a:pt x="552" y="2632"/>
                      <a:pt x="1429" y="2807"/>
                    </a:cubicBezTo>
                    <a:lnTo>
                      <a:pt x="2407" y="2983"/>
                    </a:lnTo>
                    <a:cubicBezTo>
                      <a:pt x="2498" y="2999"/>
                      <a:pt x="2589" y="3007"/>
                      <a:pt x="2679" y="3007"/>
                    </a:cubicBezTo>
                    <a:cubicBezTo>
                      <a:pt x="3428" y="3007"/>
                      <a:pt x="4105" y="2466"/>
                      <a:pt x="4261" y="1705"/>
                    </a:cubicBezTo>
                    <a:lnTo>
                      <a:pt x="4412" y="752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2" name="Google Shape;6502;p57"/>
              <p:cNvSpPr/>
              <p:nvPr/>
            </p:nvSpPr>
            <p:spPr>
              <a:xfrm>
                <a:off x="4004550" y="4402925"/>
                <a:ext cx="139725" cy="44775"/>
              </a:xfrm>
              <a:custGeom>
                <a:rect b="b" l="l" r="r" t="t"/>
                <a:pathLst>
                  <a:path extrusionOk="0" h="1791" w="5589">
                    <a:moveTo>
                      <a:pt x="100" y="0"/>
                    </a:moveTo>
                    <a:lnTo>
                      <a:pt x="100" y="0"/>
                    </a:lnTo>
                    <a:cubicBezTo>
                      <a:pt x="0" y="527"/>
                      <a:pt x="351" y="1003"/>
                      <a:pt x="852" y="1103"/>
                    </a:cubicBezTo>
                    <a:lnTo>
                      <a:pt x="4511" y="1780"/>
                    </a:lnTo>
                    <a:cubicBezTo>
                      <a:pt x="4560" y="1787"/>
                      <a:pt x="4608" y="1791"/>
                      <a:pt x="4656" y="1791"/>
                    </a:cubicBezTo>
                    <a:cubicBezTo>
                      <a:pt x="5105" y="1791"/>
                      <a:pt x="5521" y="1481"/>
                      <a:pt x="5589" y="1028"/>
                    </a:cubicBez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3" name="Google Shape;6503;p57"/>
              <p:cNvSpPr/>
              <p:nvPr/>
            </p:nvSpPr>
            <p:spPr>
              <a:xfrm>
                <a:off x="4485750" y="4168825"/>
                <a:ext cx="219950" cy="203375"/>
              </a:xfrm>
              <a:custGeom>
                <a:rect b="b" l="l" r="r" t="t"/>
                <a:pathLst>
                  <a:path extrusionOk="0" h="8135" w="8798">
                    <a:moveTo>
                      <a:pt x="4413" y="0"/>
                    </a:moveTo>
                    <a:cubicBezTo>
                      <a:pt x="2483" y="0"/>
                      <a:pt x="758" y="1387"/>
                      <a:pt x="401" y="3349"/>
                    </a:cubicBezTo>
                    <a:cubicBezTo>
                      <a:pt x="0" y="5555"/>
                      <a:pt x="1454" y="7660"/>
                      <a:pt x="3659" y="8061"/>
                    </a:cubicBezTo>
                    <a:cubicBezTo>
                      <a:pt x="3915" y="8111"/>
                      <a:pt x="4170" y="8134"/>
                      <a:pt x="4421" y="8134"/>
                    </a:cubicBezTo>
                    <a:cubicBezTo>
                      <a:pt x="6336" y="8134"/>
                      <a:pt x="8042" y="6753"/>
                      <a:pt x="8396" y="4803"/>
                    </a:cubicBezTo>
                    <a:cubicBezTo>
                      <a:pt x="8797" y="2597"/>
                      <a:pt x="7344" y="492"/>
                      <a:pt x="5138" y="66"/>
                    </a:cubicBezTo>
                    <a:cubicBezTo>
                      <a:pt x="4895" y="22"/>
                      <a:pt x="4652" y="0"/>
                      <a:pt x="44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4" name="Google Shape;6504;p57"/>
              <p:cNvSpPr/>
              <p:nvPr/>
            </p:nvSpPr>
            <p:spPr>
              <a:xfrm>
                <a:off x="4507050" y="4219975"/>
                <a:ext cx="49525" cy="84600"/>
              </a:xfrm>
              <a:custGeom>
                <a:rect b="b" l="l" r="r" t="t"/>
                <a:pathLst>
                  <a:path extrusionOk="0" h="3384" w="1981">
                    <a:moveTo>
                      <a:pt x="1980" y="0"/>
                    </a:moveTo>
                    <a:lnTo>
                      <a:pt x="1980" y="0"/>
                    </a:lnTo>
                    <a:cubicBezTo>
                      <a:pt x="0" y="1103"/>
                      <a:pt x="1354" y="3384"/>
                      <a:pt x="1354" y="3384"/>
                    </a:cubicBezTo>
                    <a:cubicBezTo>
                      <a:pt x="928" y="1078"/>
                      <a:pt x="1980" y="0"/>
                      <a:pt x="1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5" name="Google Shape;6505;p57"/>
              <p:cNvSpPr/>
              <p:nvPr/>
            </p:nvSpPr>
            <p:spPr>
              <a:xfrm>
                <a:off x="4543400" y="4413575"/>
                <a:ext cx="50775" cy="33225"/>
              </a:xfrm>
              <a:custGeom>
                <a:rect b="b" l="l" r="r" t="t"/>
                <a:pathLst>
                  <a:path extrusionOk="0" fill="none" h="1329" w="2031">
                    <a:moveTo>
                      <a:pt x="652" y="51"/>
                    </a:moveTo>
                    <a:lnTo>
                      <a:pt x="1579" y="226"/>
                    </a:lnTo>
                    <a:cubicBezTo>
                      <a:pt x="1855" y="276"/>
                      <a:pt x="2030" y="527"/>
                      <a:pt x="1980" y="802"/>
                    </a:cubicBezTo>
                    <a:lnTo>
                      <a:pt x="1980" y="878"/>
                    </a:lnTo>
                    <a:cubicBezTo>
                      <a:pt x="1930" y="1153"/>
                      <a:pt x="1654" y="1329"/>
                      <a:pt x="1404" y="1279"/>
                    </a:cubicBezTo>
                    <a:lnTo>
                      <a:pt x="451" y="1103"/>
                    </a:lnTo>
                    <a:cubicBezTo>
                      <a:pt x="175" y="1053"/>
                      <a:pt x="0" y="802"/>
                      <a:pt x="50" y="527"/>
                    </a:cubicBezTo>
                    <a:lnTo>
                      <a:pt x="75" y="452"/>
                    </a:lnTo>
                    <a:cubicBezTo>
                      <a:pt x="125" y="176"/>
                      <a:pt x="376" y="0"/>
                      <a:pt x="652" y="51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6" name="Google Shape;6506;p57"/>
              <p:cNvSpPr/>
              <p:nvPr/>
            </p:nvSpPr>
            <p:spPr>
              <a:xfrm>
                <a:off x="4520200" y="4349025"/>
                <a:ext cx="110925" cy="75225"/>
              </a:xfrm>
              <a:custGeom>
                <a:rect b="b" l="l" r="r" t="t"/>
                <a:pathLst>
                  <a:path extrusionOk="0" h="3009" w="4437">
                    <a:moveTo>
                      <a:pt x="326" y="1"/>
                    </a:moveTo>
                    <a:lnTo>
                      <a:pt x="151" y="953"/>
                    </a:lnTo>
                    <a:cubicBezTo>
                      <a:pt x="1" y="1806"/>
                      <a:pt x="552" y="2633"/>
                      <a:pt x="1429" y="2808"/>
                    </a:cubicBezTo>
                    <a:lnTo>
                      <a:pt x="2407" y="2983"/>
                    </a:lnTo>
                    <a:cubicBezTo>
                      <a:pt x="2501" y="3000"/>
                      <a:pt x="2595" y="3008"/>
                      <a:pt x="2687" y="3008"/>
                    </a:cubicBezTo>
                    <a:cubicBezTo>
                      <a:pt x="3434" y="3008"/>
                      <a:pt x="4105" y="2486"/>
                      <a:pt x="4261" y="1705"/>
                    </a:cubicBezTo>
                    <a:lnTo>
                      <a:pt x="4437" y="778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7" name="Google Shape;6507;p57"/>
              <p:cNvSpPr/>
              <p:nvPr/>
            </p:nvSpPr>
            <p:spPr>
              <a:xfrm>
                <a:off x="4513950" y="4329625"/>
                <a:ext cx="139750" cy="44925"/>
              </a:xfrm>
              <a:custGeom>
                <a:rect b="b" l="l" r="r" t="t"/>
                <a:pathLst>
                  <a:path extrusionOk="0" h="1797" w="5590">
                    <a:moveTo>
                      <a:pt x="100" y="0"/>
                    </a:moveTo>
                    <a:lnTo>
                      <a:pt x="100" y="0"/>
                    </a:lnTo>
                    <a:cubicBezTo>
                      <a:pt x="0" y="526"/>
                      <a:pt x="351" y="1003"/>
                      <a:pt x="852" y="1103"/>
                    </a:cubicBezTo>
                    <a:lnTo>
                      <a:pt x="4511" y="1779"/>
                    </a:lnTo>
                    <a:cubicBezTo>
                      <a:pt x="4569" y="1791"/>
                      <a:pt x="4627" y="1797"/>
                      <a:pt x="4684" y="1797"/>
                    </a:cubicBezTo>
                    <a:cubicBezTo>
                      <a:pt x="5123" y="1797"/>
                      <a:pt x="5523" y="1471"/>
                      <a:pt x="5589" y="1028"/>
                    </a:cubicBez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8" name="Google Shape;6508;p57"/>
              <p:cNvSpPr/>
              <p:nvPr/>
            </p:nvSpPr>
            <p:spPr>
              <a:xfrm>
                <a:off x="3406800" y="4186425"/>
                <a:ext cx="229350" cy="203325"/>
              </a:xfrm>
              <a:custGeom>
                <a:rect b="b" l="l" r="r" t="t"/>
                <a:pathLst>
                  <a:path extrusionOk="0" h="8133" w="9174">
                    <a:moveTo>
                      <a:pt x="4584" y="0"/>
                    </a:moveTo>
                    <a:cubicBezTo>
                      <a:pt x="4127" y="0"/>
                      <a:pt x="3662" y="77"/>
                      <a:pt x="3208" y="239"/>
                    </a:cubicBezTo>
                    <a:cubicBezTo>
                      <a:pt x="1078" y="1016"/>
                      <a:pt x="0" y="3347"/>
                      <a:pt x="777" y="5452"/>
                    </a:cubicBezTo>
                    <a:cubicBezTo>
                      <a:pt x="1365" y="7099"/>
                      <a:pt x="2920" y="8133"/>
                      <a:pt x="4576" y="8133"/>
                    </a:cubicBezTo>
                    <a:cubicBezTo>
                      <a:pt x="5038" y="8133"/>
                      <a:pt x="5507" y="8053"/>
                      <a:pt x="5965" y="7883"/>
                    </a:cubicBezTo>
                    <a:cubicBezTo>
                      <a:pt x="8095" y="7106"/>
                      <a:pt x="9173" y="4776"/>
                      <a:pt x="8396" y="2670"/>
                    </a:cubicBezTo>
                    <a:cubicBezTo>
                      <a:pt x="7806" y="1019"/>
                      <a:pt x="6245" y="0"/>
                      <a:pt x="45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9" name="Google Shape;6509;p57"/>
              <p:cNvSpPr/>
              <p:nvPr/>
            </p:nvSpPr>
            <p:spPr>
              <a:xfrm>
                <a:off x="3433100" y="4264450"/>
                <a:ext cx="58300" cy="80225"/>
              </a:xfrm>
              <a:custGeom>
                <a:rect b="b" l="l" r="r" t="t"/>
                <a:pathLst>
                  <a:path extrusionOk="0" h="3209" w="2332">
                    <a:moveTo>
                      <a:pt x="1154" y="1"/>
                    </a:moveTo>
                    <a:cubicBezTo>
                      <a:pt x="1" y="1955"/>
                      <a:pt x="2332" y="3209"/>
                      <a:pt x="2332" y="3209"/>
                    </a:cubicBezTo>
                    <a:cubicBezTo>
                      <a:pt x="803" y="1454"/>
                      <a:pt x="1154" y="1"/>
                      <a:pt x="1154" y="1"/>
                    </a:cubicBezTo>
                    <a:close/>
                  </a:path>
                </a:pathLst>
              </a:custGeom>
              <a:solidFill>
                <a:srgbClr val="85B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0" name="Google Shape;6510;p57"/>
              <p:cNvSpPr/>
              <p:nvPr/>
            </p:nvSpPr>
            <p:spPr>
              <a:xfrm>
                <a:off x="3553400" y="4419850"/>
                <a:ext cx="51400" cy="38225"/>
              </a:xfrm>
              <a:custGeom>
                <a:rect b="b" l="l" r="r" t="t"/>
                <a:pathLst>
                  <a:path extrusionOk="0" fill="none" h="1529" w="2056">
                    <a:moveTo>
                      <a:pt x="377" y="426"/>
                    </a:moveTo>
                    <a:lnTo>
                      <a:pt x="1279" y="100"/>
                    </a:lnTo>
                    <a:cubicBezTo>
                      <a:pt x="1555" y="0"/>
                      <a:pt x="1830" y="150"/>
                      <a:pt x="1931" y="401"/>
                    </a:cubicBezTo>
                    <a:lnTo>
                      <a:pt x="1956" y="476"/>
                    </a:lnTo>
                    <a:cubicBezTo>
                      <a:pt x="2056" y="727"/>
                      <a:pt x="1906" y="1003"/>
                      <a:pt x="1655" y="1103"/>
                    </a:cubicBezTo>
                    <a:lnTo>
                      <a:pt x="753" y="1429"/>
                    </a:lnTo>
                    <a:cubicBezTo>
                      <a:pt x="502" y="1529"/>
                      <a:pt x="226" y="1404"/>
                      <a:pt x="126" y="1128"/>
                    </a:cubicBezTo>
                    <a:lnTo>
                      <a:pt x="101" y="1053"/>
                    </a:lnTo>
                    <a:cubicBezTo>
                      <a:pt x="1" y="802"/>
                      <a:pt x="126" y="526"/>
                      <a:pt x="377" y="426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1" name="Google Shape;6511;p57"/>
              <p:cNvSpPr/>
              <p:nvPr/>
            </p:nvSpPr>
            <p:spPr>
              <a:xfrm>
                <a:off x="3503275" y="4354675"/>
                <a:ext cx="113450" cy="83900"/>
              </a:xfrm>
              <a:custGeom>
                <a:rect b="b" l="l" r="r" t="t"/>
                <a:pathLst>
                  <a:path extrusionOk="0" h="3356" w="4538">
                    <a:moveTo>
                      <a:pt x="3911" y="1"/>
                    </a:moveTo>
                    <a:lnTo>
                      <a:pt x="1" y="1404"/>
                    </a:lnTo>
                    <a:lnTo>
                      <a:pt x="327" y="2306"/>
                    </a:lnTo>
                    <a:cubicBezTo>
                      <a:pt x="562" y="2954"/>
                      <a:pt x="1166" y="3355"/>
                      <a:pt x="1813" y="3355"/>
                    </a:cubicBezTo>
                    <a:cubicBezTo>
                      <a:pt x="1993" y="3355"/>
                      <a:pt x="2177" y="3324"/>
                      <a:pt x="2357" y="3259"/>
                    </a:cubicBezTo>
                    <a:lnTo>
                      <a:pt x="3284" y="2933"/>
                    </a:lnTo>
                    <a:cubicBezTo>
                      <a:pt x="4111" y="2632"/>
                      <a:pt x="4537" y="1705"/>
                      <a:pt x="4236" y="878"/>
                    </a:cubicBezTo>
                    <a:lnTo>
                      <a:pt x="39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2" name="Google Shape;6512;p57"/>
              <p:cNvSpPr/>
              <p:nvPr/>
            </p:nvSpPr>
            <p:spPr>
              <a:xfrm>
                <a:off x="3483225" y="4331500"/>
                <a:ext cx="135375" cy="63450"/>
              </a:xfrm>
              <a:custGeom>
                <a:rect b="b" l="l" r="r" t="t"/>
                <a:pathLst>
                  <a:path extrusionOk="0" h="2538" w="5415">
                    <a:moveTo>
                      <a:pt x="5239" y="0"/>
                    </a:moveTo>
                    <a:lnTo>
                      <a:pt x="1" y="1905"/>
                    </a:lnTo>
                    <a:cubicBezTo>
                      <a:pt x="138" y="2298"/>
                      <a:pt x="492" y="2537"/>
                      <a:pt x="880" y="2537"/>
                    </a:cubicBezTo>
                    <a:cubicBezTo>
                      <a:pt x="987" y="2537"/>
                      <a:pt x="1096" y="2519"/>
                      <a:pt x="1204" y="2481"/>
                    </a:cubicBezTo>
                    <a:lnTo>
                      <a:pt x="4688" y="1203"/>
                    </a:lnTo>
                    <a:cubicBezTo>
                      <a:pt x="5164" y="1028"/>
                      <a:pt x="5414" y="476"/>
                      <a:pt x="52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3" name="Google Shape;6513;p57"/>
              <p:cNvSpPr/>
              <p:nvPr/>
            </p:nvSpPr>
            <p:spPr>
              <a:xfrm>
                <a:off x="2680600" y="4093675"/>
                <a:ext cx="226200" cy="203000"/>
              </a:xfrm>
              <a:custGeom>
                <a:rect b="b" l="l" r="r" t="t"/>
                <a:pathLst>
                  <a:path extrusionOk="0" h="8120" w="9048">
                    <a:moveTo>
                      <a:pt x="4530" y="1"/>
                    </a:moveTo>
                    <a:cubicBezTo>
                      <a:pt x="3409" y="1"/>
                      <a:pt x="2291" y="462"/>
                      <a:pt x="1479" y="1368"/>
                    </a:cubicBezTo>
                    <a:cubicBezTo>
                      <a:pt x="0" y="3022"/>
                      <a:pt x="151" y="5603"/>
                      <a:pt x="1830" y="7082"/>
                    </a:cubicBezTo>
                    <a:cubicBezTo>
                      <a:pt x="2607" y="7778"/>
                      <a:pt x="3571" y="8120"/>
                      <a:pt x="4533" y="8120"/>
                    </a:cubicBezTo>
                    <a:cubicBezTo>
                      <a:pt x="5649" y="8120"/>
                      <a:pt x="6761" y="7659"/>
                      <a:pt x="7569" y="6756"/>
                    </a:cubicBezTo>
                    <a:cubicBezTo>
                      <a:pt x="9048" y="5077"/>
                      <a:pt x="8898" y="2521"/>
                      <a:pt x="7218" y="1017"/>
                    </a:cubicBezTo>
                    <a:cubicBezTo>
                      <a:pt x="6445" y="336"/>
                      <a:pt x="5486" y="1"/>
                      <a:pt x="453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4" name="Google Shape;6514;p57"/>
              <p:cNvSpPr/>
              <p:nvPr/>
            </p:nvSpPr>
            <p:spPr>
              <a:xfrm>
                <a:off x="2728225" y="4202425"/>
                <a:ext cx="65800" cy="57025"/>
              </a:xfrm>
              <a:custGeom>
                <a:rect b="b" l="l" r="r" t="t"/>
                <a:pathLst>
                  <a:path extrusionOk="0" h="2281" w="2632">
                    <a:moveTo>
                      <a:pt x="75" y="0"/>
                    </a:moveTo>
                    <a:cubicBezTo>
                      <a:pt x="0" y="2281"/>
                      <a:pt x="2632" y="2281"/>
                      <a:pt x="2632" y="2281"/>
                    </a:cubicBezTo>
                    <a:cubicBezTo>
                      <a:pt x="451" y="1454"/>
                      <a:pt x="75" y="1"/>
                      <a:pt x="75" y="0"/>
                    </a:cubicBezTo>
                    <a:close/>
                  </a:path>
                </a:pathLst>
              </a:custGeom>
              <a:solidFill>
                <a:srgbClr val="85B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5" name="Google Shape;6515;p57"/>
              <p:cNvSpPr/>
              <p:nvPr/>
            </p:nvSpPr>
            <p:spPr>
              <a:xfrm>
                <a:off x="2893625" y="4276975"/>
                <a:ext cx="45150" cy="47025"/>
              </a:xfrm>
              <a:custGeom>
                <a:rect b="b" l="l" r="r" t="t"/>
                <a:pathLst>
                  <a:path extrusionOk="0" fill="none" h="1881" w="1806">
                    <a:moveTo>
                      <a:pt x="176" y="953"/>
                    </a:moveTo>
                    <a:lnTo>
                      <a:pt x="828" y="226"/>
                    </a:lnTo>
                    <a:cubicBezTo>
                      <a:pt x="1003" y="26"/>
                      <a:pt x="1304" y="1"/>
                      <a:pt x="1504" y="201"/>
                    </a:cubicBezTo>
                    <a:lnTo>
                      <a:pt x="1580" y="251"/>
                    </a:lnTo>
                    <a:cubicBezTo>
                      <a:pt x="1780" y="427"/>
                      <a:pt x="1805" y="728"/>
                      <a:pt x="1605" y="953"/>
                    </a:cubicBezTo>
                    <a:lnTo>
                      <a:pt x="978" y="1655"/>
                    </a:lnTo>
                    <a:cubicBezTo>
                      <a:pt x="803" y="1855"/>
                      <a:pt x="477" y="1880"/>
                      <a:pt x="276" y="1705"/>
                    </a:cubicBezTo>
                    <a:lnTo>
                      <a:pt x="226" y="1655"/>
                    </a:lnTo>
                    <a:cubicBezTo>
                      <a:pt x="26" y="1454"/>
                      <a:pt x="1" y="1154"/>
                      <a:pt x="176" y="953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6" name="Google Shape;6516;p57"/>
              <p:cNvSpPr/>
              <p:nvPr/>
            </p:nvSpPr>
            <p:spPr>
              <a:xfrm>
                <a:off x="2825950" y="4215575"/>
                <a:ext cx="105300" cy="104025"/>
              </a:xfrm>
              <a:custGeom>
                <a:rect b="b" l="l" r="r" t="t"/>
                <a:pathLst>
                  <a:path extrusionOk="0" h="4161" w="4212">
                    <a:moveTo>
                      <a:pt x="2783" y="1"/>
                    </a:moveTo>
                    <a:lnTo>
                      <a:pt x="1" y="3133"/>
                    </a:lnTo>
                    <a:lnTo>
                      <a:pt x="728" y="3760"/>
                    </a:lnTo>
                    <a:cubicBezTo>
                      <a:pt x="1030" y="4028"/>
                      <a:pt x="1408" y="4160"/>
                      <a:pt x="1785" y="4160"/>
                    </a:cubicBezTo>
                    <a:cubicBezTo>
                      <a:pt x="2218" y="4160"/>
                      <a:pt x="2650" y="3984"/>
                      <a:pt x="2958" y="3635"/>
                    </a:cubicBezTo>
                    <a:lnTo>
                      <a:pt x="3635" y="2883"/>
                    </a:lnTo>
                    <a:cubicBezTo>
                      <a:pt x="4211" y="2231"/>
                      <a:pt x="4136" y="1229"/>
                      <a:pt x="3485" y="652"/>
                    </a:cubicBezTo>
                    <a:lnTo>
                      <a:pt x="27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7" name="Google Shape;6517;p57"/>
              <p:cNvSpPr/>
              <p:nvPr/>
            </p:nvSpPr>
            <p:spPr>
              <a:xfrm>
                <a:off x="2803400" y="4189250"/>
                <a:ext cx="103400" cy="110175"/>
              </a:xfrm>
              <a:custGeom>
                <a:rect b="b" l="l" r="r" t="t"/>
                <a:pathLst>
                  <a:path extrusionOk="0" h="4407" w="4136">
                    <a:moveTo>
                      <a:pt x="3710" y="1"/>
                    </a:moveTo>
                    <a:lnTo>
                      <a:pt x="1" y="4161"/>
                    </a:lnTo>
                    <a:cubicBezTo>
                      <a:pt x="176" y="4325"/>
                      <a:pt x="401" y="4407"/>
                      <a:pt x="626" y="4407"/>
                    </a:cubicBezTo>
                    <a:cubicBezTo>
                      <a:pt x="883" y="4407"/>
                      <a:pt x="1142" y="4300"/>
                      <a:pt x="1329" y="4086"/>
                    </a:cubicBezTo>
                    <a:lnTo>
                      <a:pt x="3785" y="1329"/>
                    </a:lnTo>
                    <a:cubicBezTo>
                      <a:pt x="4136" y="928"/>
                      <a:pt x="4086" y="352"/>
                      <a:pt x="37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18" name="Google Shape;6518;p57"/>
            <p:cNvGrpSpPr/>
            <p:nvPr/>
          </p:nvGrpSpPr>
          <p:grpSpPr>
            <a:xfrm rot="6786995">
              <a:off x="3717707" y="3864651"/>
              <a:ext cx="256298" cy="233098"/>
              <a:chOff x="2193750" y="4329625"/>
              <a:chExt cx="256300" cy="233100"/>
            </a:xfrm>
          </p:grpSpPr>
          <p:sp>
            <p:nvSpPr>
              <p:cNvPr id="6519" name="Google Shape;6519;p57"/>
              <p:cNvSpPr/>
              <p:nvPr/>
            </p:nvSpPr>
            <p:spPr>
              <a:xfrm>
                <a:off x="2193750" y="4359675"/>
                <a:ext cx="227475" cy="203050"/>
              </a:xfrm>
              <a:custGeom>
                <a:rect b="b" l="l" r="r" t="t"/>
                <a:pathLst>
                  <a:path extrusionOk="0" h="8122" w="9099">
                    <a:moveTo>
                      <a:pt x="4553" y="1"/>
                    </a:moveTo>
                    <a:cubicBezTo>
                      <a:pt x="3607" y="1"/>
                      <a:pt x="2655" y="331"/>
                      <a:pt x="1880" y="1004"/>
                    </a:cubicBezTo>
                    <a:cubicBezTo>
                      <a:pt x="201" y="2457"/>
                      <a:pt x="1" y="5039"/>
                      <a:pt x="1479" y="6718"/>
                    </a:cubicBezTo>
                    <a:cubicBezTo>
                      <a:pt x="2285" y="7647"/>
                      <a:pt x="3412" y="8122"/>
                      <a:pt x="4546" y="8122"/>
                    </a:cubicBezTo>
                    <a:cubicBezTo>
                      <a:pt x="5492" y="8122"/>
                      <a:pt x="6444" y="7791"/>
                      <a:pt x="7219" y="7119"/>
                    </a:cubicBezTo>
                    <a:cubicBezTo>
                      <a:pt x="8923" y="5665"/>
                      <a:pt x="9098" y="3084"/>
                      <a:pt x="7620" y="1405"/>
                    </a:cubicBezTo>
                    <a:cubicBezTo>
                      <a:pt x="6813" y="475"/>
                      <a:pt x="5687" y="1"/>
                      <a:pt x="45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0" name="Google Shape;6520;p57"/>
              <p:cNvSpPr/>
              <p:nvPr/>
            </p:nvSpPr>
            <p:spPr>
              <a:xfrm>
                <a:off x="2306525" y="4468700"/>
                <a:ext cx="65200" cy="57350"/>
              </a:xfrm>
              <a:custGeom>
                <a:rect b="b" l="l" r="r" t="t"/>
                <a:pathLst>
                  <a:path extrusionOk="0" h="2294" w="2608">
                    <a:moveTo>
                      <a:pt x="2607" y="1"/>
                    </a:moveTo>
                    <a:lnTo>
                      <a:pt x="2607" y="1"/>
                    </a:lnTo>
                    <a:cubicBezTo>
                      <a:pt x="1480" y="2081"/>
                      <a:pt x="1" y="2257"/>
                      <a:pt x="1" y="2257"/>
                    </a:cubicBezTo>
                    <a:cubicBezTo>
                      <a:pt x="151" y="2282"/>
                      <a:pt x="293" y="2293"/>
                      <a:pt x="427" y="2293"/>
                    </a:cubicBezTo>
                    <a:cubicBezTo>
                      <a:pt x="2302" y="2293"/>
                      <a:pt x="2607" y="1"/>
                      <a:pt x="2607" y="1"/>
                    </a:cubicBezTo>
                    <a:close/>
                  </a:path>
                </a:pathLst>
              </a:custGeom>
              <a:solidFill>
                <a:srgbClr val="85B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1" name="Google Shape;6521;p57"/>
              <p:cNvSpPr/>
              <p:nvPr/>
            </p:nvSpPr>
            <p:spPr>
              <a:xfrm>
                <a:off x="2405525" y="4329625"/>
                <a:ext cx="44525" cy="47000"/>
              </a:xfrm>
              <a:custGeom>
                <a:rect b="b" l="l" r="r" t="t"/>
                <a:pathLst>
                  <a:path extrusionOk="0" fill="none" h="1880" w="1781">
                    <a:moveTo>
                      <a:pt x="803" y="1654"/>
                    </a:moveTo>
                    <a:lnTo>
                      <a:pt x="176" y="927"/>
                    </a:lnTo>
                    <a:cubicBezTo>
                      <a:pt x="1" y="727"/>
                      <a:pt x="26" y="426"/>
                      <a:pt x="226" y="251"/>
                    </a:cubicBezTo>
                    <a:lnTo>
                      <a:pt x="276" y="175"/>
                    </a:lnTo>
                    <a:cubicBezTo>
                      <a:pt x="502" y="0"/>
                      <a:pt x="803" y="25"/>
                      <a:pt x="978" y="226"/>
                    </a:cubicBezTo>
                    <a:lnTo>
                      <a:pt x="1605" y="952"/>
                    </a:lnTo>
                    <a:cubicBezTo>
                      <a:pt x="1780" y="1153"/>
                      <a:pt x="1755" y="1479"/>
                      <a:pt x="1555" y="1654"/>
                    </a:cubicBezTo>
                    <a:lnTo>
                      <a:pt x="1505" y="1704"/>
                    </a:lnTo>
                    <a:cubicBezTo>
                      <a:pt x="1304" y="1880"/>
                      <a:pt x="978" y="1855"/>
                      <a:pt x="803" y="165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2" name="Google Shape;6522;p57"/>
              <p:cNvSpPr/>
              <p:nvPr/>
            </p:nvSpPr>
            <p:spPr>
              <a:xfrm>
                <a:off x="2341000" y="4337425"/>
                <a:ext cx="104650" cy="104375"/>
              </a:xfrm>
              <a:custGeom>
                <a:rect b="b" l="l" r="r" t="t"/>
                <a:pathLst>
                  <a:path extrusionOk="0" h="4175" w="4186">
                    <a:moveTo>
                      <a:pt x="1759" y="1"/>
                    </a:moveTo>
                    <a:cubicBezTo>
                      <a:pt x="1391" y="1"/>
                      <a:pt x="1023" y="128"/>
                      <a:pt x="727" y="390"/>
                    </a:cubicBezTo>
                    <a:lnTo>
                      <a:pt x="0" y="1016"/>
                    </a:lnTo>
                    <a:lnTo>
                      <a:pt x="2732" y="4174"/>
                    </a:lnTo>
                    <a:lnTo>
                      <a:pt x="3459" y="3548"/>
                    </a:lnTo>
                    <a:cubicBezTo>
                      <a:pt x="4111" y="2971"/>
                      <a:pt x="4186" y="1969"/>
                      <a:pt x="3609" y="1317"/>
                    </a:cubicBezTo>
                    <a:lnTo>
                      <a:pt x="2958" y="540"/>
                    </a:lnTo>
                    <a:cubicBezTo>
                      <a:pt x="2643" y="185"/>
                      <a:pt x="2202" y="1"/>
                      <a:pt x="17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3" name="Google Shape;6523;p57"/>
              <p:cNvSpPr/>
              <p:nvPr/>
            </p:nvSpPr>
            <p:spPr>
              <a:xfrm>
                <a:off x="2314675" y="4353150"/>
                <a:ext cx="102775" cy="111200"/>
              </a:xfrm>
              <a:custGeom>
                <a:rect b="b" l="l" r="r" t="t"/>
                <a:pathLst>
                  <a:path extrusionOk="0" h="4448" w="4111">
                    <a:moveTo>
                      <a:pt x="622" y="0"/>
                    </a:moveTo>
                    <a:cubicBezTo>
                      <a:pt x="404" y="0"/>
                      <a:pt x="184" y="77"/>
                      <a:pt x="1" y="237"/>
                    </a:cubicBezTo>
                    <a:lnTo>
                      <a:pt x="3660" y="4448"/>
                    </a:lnTo>
                    <a:cubicBezTo>
                      <a:pt x="4061" y="4097"/>
                      <a:pt x="4111" y="3520"/>
                      <a:pt x="3760" y="3119"/>
                    </a:cubicBezTo>
                    <a:lnTo>
                      <a:pt x="1329" y="312"/>
                    </a:lnTo>
                    <a:cubicBezTo>
                      <a:pt x="1138" y="108"/>
                      <a:pt x="881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24" name="Google Shape;6524;p57"/>
            <p:cNvGrpSpPr/>
            <p:nvPr/>
          </p:nvGrpSpPr>
          <p:grpSpPr>
            <a:xfrm rot="-3808403">
              <a:off x="3492170" y="4083512"/>
              <a:ext cx="256292" cy="233093"/>
              <a:chOff x="2193750" y="4329625"/>
              <a:chExt cx="256300" cy="233100"/>
            </a:xfrm>
          </p:grpSpPr>
          <p:sp>
            <p:nvSpPr>
              <p:cNvPr id="6525" name="Google Shape;6525;p57"/>
              <p:cNvSpPr/>
              <p:nvPr/>
            </p:nvSpPr>
            <p:spPr>
              <a:xfrm>
                <a:off x="2193750" y="4359675"/>
                <a:ext cx="227475" cy="203050"/>
              </a:xfrm>
              <a:custGeom>
                <a:rect b="b" l="l" r="r" t="t"/>
                <a:pathLst>
                  <a:path extrusionOk="0" h="8122" w="9099">
                    <a:moveTo>
                      <a:pt x="4553" y="1"/>
                    </a:moveTo>
                    <a:cubicBezTo>
                      <a:pt x="3607" y="1"/>
                      <a:pt x="2655" y="331"/>
                      <a:pt x="1880" y="1004"/>
                    </a:cubicBezTo>
                    <a:cubicBezTo>
                      <a:pt x="201" y="2457"/>
                      <a:pt x="1" y="5039"/>
                      <a:pt x="1479" y="6718"/>
                    </a:cubicBezTo>
                    <a:cubicBezTo>
                      <a:pt x="2285" y="7647"/>
                      <a:pt x="3412" y="8122"/>
                      <a:pt x="4546" y="8122"/>
                    </a:cubicBezTo>
                    <a:cubicBezTo>
                      <a:pt x="5492" y="8122"/>
                      <a:pt x="6444" y="7791"/>
                      <a:pt x="7219" y="7119"/>
                    </a:cubicBezTo>
                    <a:cubicBezTo>
                      <a:pt x="8923" y="5665"/>
                      <a:pt x="9098" y="3084"/>
                      <a:pt x="7620" y="1405"/>
                    </a:cubicBezTo>
                    <a:cubicBezTo>
                      <a:pt x="6813" y="475"/>
                      <a:pt x="5687" y="1"/>
                      <a:pt x="45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6" name="Google Shape;6526;p57"/>
              <p:cNvSpPr/>
              <p:nvPr/>
            </p:nvSpPr>
            <p:spPr>
              <a:xfrm>
                <a:off x="2306525" y="4468700"/>
                <a:ext cx="65200" cy="57350"/>
              </a:xfrm>
              <a:custGeom>
                <a:rect b="b" l="l" r="r" t="t"/>
                <a:pathLst>
                  <a:path extrusionOk="0" h="2294" w="2608">
                    <a:moveTo>
                      <a:pt x="2607" y="1"/>
                    </a:moveTo>
                    <a:lnTo>
                      <a:pt x="2607" y="1"/>
                    </a:lnTo>
                    <a:cubicBezTo>
                      <a:pt x="1480" y="2081"/>
                      <a:pt x="1" y="2257"/>
                      <a:pt x="1" y="2257"/>
                    </a:cubicBezTo>
                    <a:cubicBezTo>
                      <a:pt x="151" y="2282"/>
                      <a:pt x="293" y="2293"/>
                      <a:pt x="427" y="2293"/>
                    </a:cubicBezTo>
                    <a:cubicBezTo>
                      <a:pt x="2302" y="2293"/>
                      <a:pt x="2607" y="1"/>
                      <a:pt x="2607" y="1"/>
                    </a:cubicBezTo>
                    <a:close/>
                  </a:path>
                </a:pathLst>
              </a:custGeom>
              <a:solidFill>
                <a:srgbClr val="FFDC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7" name="Google Shape;6527;p57"/>
              <p:cNvSpPr/>
              <p:nvPr/>
            </p:nvSpPr>
            <p:spPr>
              <a:xfrm>
                <a:off x="2405525" y="4329625"/>
                <a:ext cx="44525" cy="47000"/>
              </a:xfrm>
              <a:custGeom>
                <a:rect b="b" l="l" r="r" t="t"/>
                <a:pathLst>
                  <a:path extrusionOk="0" fill="none" h="1880" w="1781">
                    <a:moveTo>
                      <a:pt x="803" y="1654"/>
                    </a:moveTo>
                    <a:lnTo>
                      <a:pt x="176" y="927"/>
                    </a:lnTo>
                    <a:cubicBezTo>
                      <a:pt x="1" y="727"/>
                      <a:pt x="26" y="426"/>
                      <a:pt x="226" y="251"/>
                    </a:cubicBezTo>
                    <a:lnTo>
                      <a:pt x="276" y="175"/>
                    </a:lnTo>
                    <a:cubicBezTo>
                      <a:pt x="502" y="0"/>
                      <a:pt x="803" y="25"/>
                      <a:pt x="978" y="226"/>
                    </a:cubicBezTo>
                    <a:lnTo>
                      <a:pt x="1605" y="952"/>
                    </a:lnTo>
                    <a:cubicBezTo>
                      <a:pt x="1780" y="1153"/>
                      <a:pt x="1755" y="1479"/>
                      <a:pt x="1555" y="1654"/>
                    </a:cubicBezTo>
                    <a:lnTo>
                      <a:pt x="1505" y="1704"/>
                    </a:lnTo>
                    <a:cubicBezTo>
                      <a:pt x="1304" y="1880"/>
                      <a:pt x="978" y="1855"/>
                      <a:pt x="803" y="165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8" name="Google Shape;6528;p57"/>
              <p:cNvSpPr/>
              <p:nvPr/>
            </p:nvSpPr>
            <p:spPr>
              <a:xfrm>
                <a:off x="2341000" y="4337425"/>
                <a:ext cx="104650" cy="104375"/>
              </a:xfrm>
              <a:custGeom>
                <a:rect b="b" l="l" r="r" t="t"/>
                <a:pathLst>
                  <a:path extrusionOk="0" h="4175" w="4186">
                    <a:moveTo>
                      <a:pt x="1759" y="1"/>
                    </a:moveTo>
                    <a:cubicBezTo>
                      <a:pt x="1391" y="1"/>
                      <a:pt x="1023" y="128"/>
                      <a:pt x="727" y="390"/>
                    </a:cubicBezTo>
                    <a:lnTo>
                      <a:pt x="0" y="1016"/>
                    </a:lnTo>
                    <a:lnTo>
                      <a:pt x="2732" y="4174"/>
                    </a:lnTo>
                    <a:lnTo>
                      <a:pt x="3459" y="3548"/>
                    </a:lnTo>
                    <a:cubicBezTo>
                      <a:pt x="4111" y="2971"/>
                      <a:pt x="4186" y="1969"/>
                      <a:pt x="3609" y="1317"/>
                    </a:cubicBezTo>
                    <a:lnTo>
                      <a:pt x="2958" y="540"/>
                    </a:lnTo>
                    <a:cubicBezTo>
                      <a:pt x="2643" y="185"/>
                      <a:pt x="2202" y="1"/>
                      <a:pt x="17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9" name="Google Shape;6529;p57"/>
              <p:cNvSpPr/>
              <p:nvPr/>
            </p:nvSpPr>
            <p:spPr>
              <a:xfrm>
                <a:off x="2314675" y="4353150"/>
                <a:ext cx="102775" cy="111200"/>
              </a:xfrm>
              <a:custGeom>
                <a:rect b="b" l="l" r="r" t="t"/>
                <a:pathLst>
                  <a:path extrusionOk="0" h="4448" w="4111">
                    <a:moveTo>
                      <a:pt x="622" y="0"/>
                    </a:moveTo>
                    <a:cubicBezTo>
                      <a:pt x="404" y="0"/>
                      <a:pt x="184" y="77"/>
                      <a:pt x="1" y="237"/>
                    </a:cubicBezTo>
                    <a:lnTo>
                      <a:pt x="3660" y="4448"/>
                    </a:lnTo>
                    <a:cubicBezTo>
                      <a:pt x="4061" y="4097"/>
                      <a:pt x="4111" y="3520"/>
                      <a:pt x="3760" y="3119"/>
                    </a:cubicBezTo>
                    <a:lnTo>
                      <a:pt x="1329" y="312"/>
                    </a:lnTo>
                    <a:cubicBezTo>
                      <a:pt x="1138" y="108"/>
                      <a:pt x="881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0" name="Google Shape;6530;p57"/>
            <p:cNvGrpSpPr/>
            <p:nvPr/>
          </p:nvGrpSpPr>
          <p:grpSpPr>
            <a:xfrm rot="-2549233">
              <a:off x="3183709" y="4173705"/>
              <a:ext cx="256290" cy="233091"/>
              <a:chOff x="2193750" y="4329625"/>
              <a:chExt cx="256300" cy="233100"/>
            </a:xfrm>
          </p:grpSpPr>
          <p:sp>
            <p:nvSpPr>
              <p:cNvPr id="6531" name="Google Shape;6531;p57"/>
              <p:cNvSpPr/>
              <p:nvPr/>
            </p:nvSpPr>
            <p:spPr>
              <a:xfrm>
                <a:off x="2193750" y="4359675"/>
                <a:ext cx="227475" cy="203050"/>
              </a:xfrm>
              <a:custGeom>
                <a:rect b="b" l="l" r="r" t="t"/>
                <a:pathLst>
                  <a:path extrusionOk="0" h="8122" w="9099">
                    <a:moveTo>
                      <a:pt x="4553" y="1"/>
                    </a:moveTo>
                    <a:cubicBezTo>
                      <a:pt x="3607" y="1"/>
                      <a:pt x="2655" y="331"/>
                      <a:pt x="1880" y="1004"/>
                    </a:cubicBezTo>
                    <a:cubicBezTo>
                      <a:pt x="201" y="2457"/>
                      <a:pt x="1" y="5039"/>
                      <a:pt x="1479" y="6718"/>
                    </a:cubicBezTo>
                    <a:cubicBezTo>
                      <a:pt x="2285" y="7647"/>
                      <a:pt x="3412" y="8122"/>
                      <a:pt x="4546" y="8122"/>
                    </a:cubicBezTo>
                    <a:cubicBezTo>
                      <a:pt x="5492" y="8122"/>
                      <a:pt x="6444" y="7791"/>
                      <a:pt x="7219" y="7119"/>
                    </a:cubicBezTo>
                    <a:cubicBezTo>
                      <a:pt x="8923" y="5665"/>
                      <a:pt x="9098" y="3084"/>
                      <a:pt x="7620" y="1405"/>
                    </a:cubicBezTo>
                    <a:cubicBezTo>
                      <a:pt x="6813" y="475"/>
                      <a:pt x="5687" y="1"/>
                      <a:pt x="45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2" name="Google Shape;6532;p57"/>
              <p:cNvSpPr/>
              <p:nvPr/>
            </p:nvSpPr>
            <p:spPr>
              <a:xfrm>
                <a:off x="2306525" y="4468700"/>
                <a:ext cx="65200" cy="57350"/>
              </a:xfrm>
              <a:custGeom>
                <a:rect b="b" l="l" r="r" t="t"/>
                <a:pathLst>
                  <a:path extrusionOk="0" h="2294" w="2608">
                    <a:moveTo>
                      <a:pt x="2607" y="1"/>
                    </a:moveTo>
                    <a:lnTo>
                      <a:pt x="2607" y="1"/>
                    </a:lnTo>
                    <a:cubicBezTo>
                      <a:pt x="1480" y="2081"/>
                      <a:pt x="1" y="2257"/>
                      <a:pt x="1" y="2257"/>
                    </a:cubicBezTo>
                    <a:cubicBezTo>
                      <a:pt x="151" y="2282"/>
                      <a:pt x="293" y="2293"/>
                      <a:pt x="427" y="2293"/>
                    </a:cubicBezTo>
                    <a:cubicBezTo>
                      <a:pt x="2302" y="2293"/>
                      <a:pt x="2607" y="1"/>
                      <a:pt x="2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3" name="Google Shape;6533;p57"/>
              <p:cNvSpPr/>
              <p:nvPr/>
            </p:nvSpPr>
            <p:spPr>
              <a:xfrm>
                <a:off x="2405525" y="4329625"/>
                <a:ext cx="44525" cy="47000"/>
              </a:xfrm>
              <a:custGeom>
                <a:rect b="b" l="l" r="r" t="t"/>
                <a:pathLst>
                  <a:path extrusionOk="0" fill="none" h="1880" w="1781">
                    <a:moveTo>
                      <a:pt x="803" y="1654"/>
                    </a:moveTo>
                    <a:lnTo>
                      <a:pt x="176" y="927"/>
                    </a:lnTo>
                    <a:cubicBezTo>
                      <a:pt x="1" y="727"/>
                      <a:pt x="26" y="426"/>
                      <a:pt x="226" y="251"/>
                    </a:cubicBezTo>
                    <a:lnTo>
                      <a:pt x="276" y="175"/>
                    </a:lnTo>
                    <a:cubicBezTo>
                      <a:pt x="502" y="0"/>
                      <a:pt x="803" y="25"/>
                      <a:pt x="978" y="226"/>
                    </a:cubicBezTo>
                    <a:lnTo>
                      <a:pt x="1605" y="952"/>
                    </a:lnTo>
                    <a:cubicBezTo>
                      <a:pt x="1780" y="1153"/>
                      <a:pt x="1755" y="1479"/>
                      <a:pt x="1555" y="1654"/>
                    </a:cubicBezTo>
                    <a:lnTo>
                      <a:pt x="1505" y="1704"/>
                    </a:lnTo>
                    <a:cubicBezTo>
                      <a:pt x="1304" y="1880"/>
                      <a:pt x="978" y="1855"/>
                      <a:pt x="803" y="165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4" name="Google Shape;6534;p57"/>
              <p:cNvSpPr/>
              <p:nvPr/>
            </p:nvSpPr>
            <p:spPr>
              <a:xfrm>
                <a:off x="2341000" y="4337425"/>
                <a:ext cx="104650" cy="104375"/>
              </a:xfrm>
              <a:custGeom>
                <a:rect b="b" l="l" r="r" t="t"/>
                <a:pathLst>
                  <a:path extrusionOk="0" h="4175" w="4186">
                    <a:moveTo>
                      <a:pt x="1759" y="1"/>
                    </a:moveTo>
                    <a:cubicBezTo>
                      <a:pt x="1391" y="1"/>
                      <a:pt x="1023" y="128"/>
                      <a:pt x="727" y="390"/>
                    </a:cubicBezTo>
                    <a:lnTo>
                      <a:pt x="0" y="1016"/>
                    </a:lnTo>
                    <a:lnTo>
                      <a:pt x="2732" y="4174"/>
                    </a:lnTo>
                    <a:lnTo>
                      <a:pt x="3459" y="3548"/>
                    </a:lnTo>
                    <a:cubicBezTo>
                      <a:pt x="4111" y="2971"/>
                      <a:pt x="4186" y="1969"/>
                      <a:pt x="3609" y="1317"/>
                    </a:cubicBezTo>
                    <a:lnTo>
                      <a:pt x="2958" y="540"/>
                    </a:lnTo>
                    <a:cubicBezTo>
                      <a:pt x="2643" y="185"/>
                      <a:pt x="2202" y="1"/>
                      <a:pt x="17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5" name="Google Shape;6535;p57"/>
              <p:cNvSpPr/>
              <p:nvPr/>
            </p:nvSpPr>
            <p:spPr>
              <a:xfrm>
                <a:off x="2314675" y="4353150"/>
                <a:ext cx="102775" cy="111200"/>
              </a:xfrm>
              <a:custGeom>
                <a:rect b="b" l="l" r="r" t="t"/>
                <a:pathLst>
                  <a:path extrusionOk="0" h="4448" w="4111">
                    <a:moveTo>
                      <a:pt x="622" y="0"/>
                    </a:moveTo>
                    <a:cubicBezTo>
                      <a:pt x="404" y="0"/>
                      <a:pt x="184" y="77"/>
                      <a:pt x="1" y="237"/>
                    </a:cubicBezTo>
                    <a:lnTo>
                      <a:pt x="3660" y="4448"/>
                    </a:lnTo>
                    <a:cubicBezTo>
                      <a:pt x="4061" y="4097"/>
                      <a:pt x="4111" y="3520"/>
                      <a:pt x="3760" y="3119"/>
                    </a:cubicBezTo>
                    <a:lnTo>
                      <a:pt x="1329" y="312"/>
                    </a:lnTo>
                    <a:cubicBezTo>
                      <a:pt x="1138" y="108"/>
                      <a:pt x="881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6" name="Google Shape;6536;p57"/>
            <p:cNvGrpSpPr/>
            <p:nvPr/>
          </p:nvGrpSpPr>
          <p:grpSpPr>
            <a:xfrm rot="9209633">
              <a:off x="3145212" y="3771813"/>
              <a:ext cx="256304" cy="233103"/>
              <a:chOff x="2193750" y="4329625"/>
              <a:chExt cx="256300" cy="233100"/>
            </a:xfrm>
          </p:grpSpPr>
          <p:sp>
            <p:nvSpPr>
              <p:cNvPr id="6537" name="Google Shape;6537;p57"/>
              <p:cNvSpPr/>
              <p:nvPr/>
            </p:nvSpPr>
            <p:spPr>
              <a:xfrm>
                <a:off x="2193750" y="4359675"/>
                <a:ext cx="227475" cy="203050"/>
              </a:xfrm>
              <a:custGeom>
                <a:rect b="b" l="l" r="r" t="t"/>
                <a:pathLst>
                  <a:path extrusionOk="0" h="8122" w="9099">
                    <a:moveTo>
                      <a:pt x="4553" y="1"/>
                    </a:moveTo>
                    <a:cubicBezTo>
                      <a:pt x="3607" y="1"/>
                      <a:pt x="2655" y="331"/>
                      <a:pt x="1880" y="1004"/>
                    </a:cubicBezTo>
                    <a:cubicBezTo>
                      <a:pt x="201" y="2457"/>
                      <a:pt x="1" y="5039"/>
                      <a:pt x="1479" y="6718"/>
                    </a:cubicBezTo>
                    <a:cubicBezTo>
                      <a:pt x="2285" y="7647"/>
                      <a:pt x="3412" y="8122"/>
                      <a:pt x="4546" y="8122"/>
                    </a:cubicBezTo>
                    <a:cubicBezTo>
                      <a:pt x="5492" y="8122"/>
                      <a:pt x="6444" y="7791"/>
                      <a:pt x="7219" y="7119"/>
                    </a:cubicBezTo>
                    <a:cubicBezTo>
                      <a:pt x="8923" y="5665"/>
                      <a:pt x="9098" y="3084"/>
                      <a:pt x="7620" y="1405"/>
                    </a:cubicBezTo>
                    <a:cubicBezTo>
                      <a:pt x="6813" y="475"/>
                      <a:pt x="5687" y="1"/>
                      <a:pt x="45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8" name="Google Shape;6538;p57"/>
              <p:cNvSpPr/>
              <p:nvPr/>
            </p:nvSpPr>
            <p:spPr>
              <a:xfrm>
                <a:off x="2306525" y="4468700"/>
                <a:ext cx="65200" cy="57350"/>
              </a:xfrm>
              <a:custGeom>
                <a:rect b="b" l="l" r="r" t="t"/>
                <a:pathLst>
                  <a:path extrusionOk="0" h="2294" w="2608">
                    <a:moveTo>
                      <a:pt x="2607" y="1"/>
                    </a:moveTo>
                    <a:lnTo>
                      <a:pt x="2607" y="1"/>
                    </a:lnTo>
                    <a:cubicBezTo>
                      <a:pt x="1480" y="2081"/>
                      <a:pt x="1" y="2257"/>
                      <a:pt x="1" y="2257"/>
                    </a:cubicBezTo>
                    <a:cubicBezTo>
                      <a:pt x="151" y="2282"/>
                      <a:pt x="293" y="2293"/>
                      <a:pt x="427" y="2293"/>
                    </a:cubicBezTo>
                    <a:cubicBezTo>
                      <a:pt x="2302" y="2293"/>
                      <a:pt x="2607" y="1"/>
                      <a:pt x="2607" y="1"/>
                    </a:cubicBezTo>
                    <a:close/>
                  </a:path>
                </a:pathLst>
              </a:custGeom>
              <a:solidFill>
                <a:srgbClr val="85B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9" name="Google Shape;6539;p57"/>
              <p:cNvSpPr/>
              <p:nvPr/>
            </p:nvSpPr>
            <p:spPr>
              <a:xfrm>
                <a:off x="2405525" y="4329625"/>
                <a:ext cx="44525" cy="47000"/>
              </a:xfrm>
              <a:custGeom>
                <a:rect b="b" l="l" r="r" t="t"/>
                <a:pathLst>
                  <a:path extrusionOk="0" fill="none" h="1880" w="1781">
                    <a:moveTo>
                      <a:pt x="803" y="1654"/>
                    </a:moveTo>
                    <a:lnTo>
                      <a:pt x="176" y="927"/>
                    </a:lnTo>
                    <a:cubicBezTo>
                      <a:pt x="1" y="727"/>
                      <a:pt x="26" y="426"/>
                      <a:pt x="226" y="251"/>
                    </a:cubicBezTo>
                    <a:lnTo>
                      <a:pt x="276" y="175"/>
                    </a:lnTo>
                    <a:cubicBezTo>
                      <a:pt x="502" y="0"/>
                      <a:pt x="803" y="25"/>
                      <a:pt x="978" y="226"/>
                    </a:cubicBezTo>
                    <a:lnTo>
                      <a:pt x="1605" y="952"/>
                    </a:lnTo>
                    <a:cubicBezTo>
                      <a:pt x="1780" y="1153"/>
                      <a:pt x="1755" y="1479"/>
                      <a:pt x="1555" y="1654"/>
                    </a:cubicBezTo>
                    <a:lnTo>
                      <a:pt x="1505" y="1704"/>
                    </a:lnTo>
                    <a:cubicBezTo>
                      <a:pt x="1304" y="1880"/>
                      <a:pt x="978" y="1855"/>
                      <a:pt x="803" y="165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0" name="Google Shape;6540;p57"/>
              <p:cNvSpPr/>
              <p:nvPr/>
            </p:nvSpPr>
            <p:spPr>
              <a:xfrm>
                <a:off x="2341000" y="4337425"/>
                <a:ext cx="104650" cy="104375"/>
              </a:xfrm>
              <a:custGeom>
                <a:rect b="b" l="l" r="r" t="t"/>
                <a:pathLst>
                  <a:path extrusionOk="0" h="4175" w="4186">
                    <a:moveTo>
                      <a:pt x="1759" y="1"/>
                    </a:moveTo>
                    <a:cubicBezTo>
                      <a:pt x="1391" y="1"/>
                      <a:pt x="1023" y="128"/>
                      <a:pt x="727" y="390"/>
                    </a:cubicBezTo>
                    <a:lnTo>
                      <a:pt x="0" y="1016"/>
                    </a:lnTo>
                    <a:lnTo>
                      <a:pt x="2732" y="4174"/>
                    </a:lnTo>
                    <a:lnTo>
                      <a:pt x="3459" y="3548"/>
                    </a:lnTo>
                    <a:cubicBezTo>
                      <a:pt x="4111" y="2971"/>
                      <a:pt x="4186" y="1969"/>
                      <a:pt x="3609" y="1317"/>
                    </a:cubicBezTo>
                    <a:lnTo>
                      <a:pt x="2958" y="540"/>
                    </a:lnTo>
                    <a:cubicBezTo>
                      <a:pt x="2643" y="185"/>
                      <a:pt x="2202" y="1"/>
                      <a:pt x="17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1" name="Google Shape;6541;p57"/>
              <p:cNvSpPr/>
              <p:nvPr/>
            </p:nvSpPr>
            <p:spPr>
              <a:xfrm>
                <a:off x="2314675" y="4353150"/>
                <a:ext cx="102775" cy="111200"/>
              </a:xfrm>
              <a:custGeom>
                <a:rect b="b" l="l" r="r" t="t"/>
                <a:pathLst>
                  <a:path extrusionOk="0" h="4448" w="4111">
                    <a:moveTo>
                      <a:pt x="622" y="0"/>
                    </a:moveTo>
                    <a:cubicBezTo>
                      <a:pt x="404" y="0"/>
                      <a:pt x="184" y="77"/>
                      <a:pt x="1" y="237"/>
                    </a:cubicBezTo>
                    <a:lnTo>
                      <a:pt x="3660" y="4448"/>
                    </a:lnTo>
                    <a:cubicBezTo>
                      <a:pt x="4061" y="4097"/>
                      <a:pt x="4111" y="3520"/>
                      <a:pt x="3760" y="3119"/>
                    </a:cubicBezTo>
                    <a:lnTo>
                      <a:pt x="1329" y="312"/>
                    </a:lnTo>
                    <a:cubicBezTo>
                      <a:pt x="1138" y="108"/>
                      <a:pt x="881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42" name="Google Shape;6542;p57"/>
            <p:cNvGrpSpPr/>
            <p:nvPr/>
          </p:nvGrpSpPr>
          <p:grpSpPr>
            <a:xfrm rot="1103814">
              <a:off x="2745172" y="3974893"/>
              <a:ext cx="256302" cy="233102"/>
              <a:chOff x="2193750" y="4329625"/>
              <a:chExt cx="256300" cy="233100"/>
            </a:xfrm>
          </p:grpSpPr>
          <p:sp>
            <p:nvSpPr>
              <p:cNvPr id="6543" name="Google Shape;6543;p57"/>
              <p:cNvSpPr/>
              <p:nvPr/>
            </p:nvSpPr>
            <p:spPr>
              <a:xfrm>
                <a:off x="2193750" y="4359675"/>
                <a:ext cx="227475" cy="203050"/>
              </a:xfrm>
              <a:custGeom>
                <a:rect b="b" l="l" r="r" t="t"/>
                <a:pathLst>
                  <a:path extrusionOk="0" h="8122" w="9099">
                    <a:moveTo>
                      <a:pt x="4553" y="1"/>
                    </a:moveTo>
                    <a:cubicBezTo>
                      <a:pt x="3607" y="1"/>
                      <a:pt x="2655" y="331"/>
                      <a:pt x="1880" y="1004"/>
                    </a:cubicBezTo>
                    <a:cubicBezTo>
                      <a:pt x="201" y="2457"/>
                      <a:pt x="1" y="5039"/>
                      <a:pt x="1479" y="6718"/>
                    </a:cubicBezTo>
                    <a:cubicBezTo>
                      <a:pt x="2285" y="7647"/>
                      <a:pt x="3412" y="8122"/>
                      <a:pt x="4546" y="8122"/>
                    </a:cubicBezTo>
                    <a:cubicBezTo>
                      <a:pt x="5492" y="8122"/>
                      <a:pt x="6444" y="7791"/>
                      <a:pt x="7219" y="7119"/>
                    </a:cubicBezTo>
                    <a:cubicBezTo>
                      <a:pt x="8923" y="5665"/>
                      <a:pt x="9098" y="3084"/>
                      <a:pt x="7620" y="1405"/>
                    </a:cubicBezTo>
                    <a:cubicBezTo>
                      <a:pt x="6813" y="475"/>
                      <a:pt x="5687" y="1"/>
                      <a:pt x="45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4" name="Google Shape;6544;p57"/>
              <p:cNvSpPr/>
              <p:nvPr/>
            </p:nvSpPr>
            <p:spPr>
              <a:xfrm>
                <a:off x="2306525" y="4468700"/>
                <a:ext cx="65200" cy="57350"/>
              </a:xfrm>
              <a:custGeom>
                <a:rect b="b" l="l" r="r" t="t"/>
                <a:pathLst>
                  <a:path extrusionOk="0" h="2294" w="2608">
                    <a:moveTo>
                      <a:pt x="2607" y="1"/>
                    </a:moveTo>
                    <a:lnTo>
                      <a:pt x="2607" y="1"/>
                    </a:lnTo>
                    <a:cubicBezTo>
                      <a:pt x="1480" y="2081"/>
                      <a:pt x="1" y="2257"/>
                      <a:pt x="1" y="2257"/>
                    </a:cubicBezTo>
                    <a:cubicBezTo>
                      <a:pt x="151" y="2282"/>
                      <a:pt x="293" y="2293"/>
                      <a:pt x="427" y="2293"/>
                    </a:cubicBezTo>
                    <a:cubicBezTo>
                      <a:pt x="2302" y="2293"/>
                      <a:pt x="2607" y="1"/>
                      <a:pt x="2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5" name="Google Shape;6545;p57"/>
              <p:cNvSpPr/>
              <p:nvPr/>
            </p:nvSpPr>
            <p:spPr>
              <a:xfrm>
                <a:off x="2405525" y="4329625"/>
                <a:ext cx="44525" cy="47000"/>
              </a:xfrm>
              <a:custGeom>
                <a:rect b="b" l="l" r="r" t="t"/>
                <a:pathLst>
                  <a:path extrusionOk="0" fill="none" h="1880" w="1781">
                    <a:moveTo>
                      <a:pt x="803" y="1654"/>
                    </a:moveTo>
                    <a:lnTo>
                      <a:pt x="176" y="927"/>
                    </a:lnTo>
                    <a:cubicBezTo>
                      <a:pt x="1" y="727"/>
                      <a:pt x="26" y="426"/>
                      <a:pt x="226" y="251"/>
                    </a:cubicBezTo>
                    <a:lnTo>
                      <a:pt x="276" y="175"/>
                    </a:lnTo>
                    <a:cubicBezTo>
                      <a:pt x="502" y="0"/>
                      <a:pt x="803" y="25"/>
                      <a:pt x="978" y="226"/>
                    </a:cubicBezTo>
                    <a:lnTo>
                      <a:pt x="1605" y="952"/>
                    </a:lnTo>
                    <a:cubicBezTo>
                      <a:pt x="1780" y="1153"/>
                      <a:pt x="1755" y="1479"/>
                      <a:pt x="1555" y="1654"/>
                    </a:cubicBezTo>
                    <a:lnTo>
                      <a:pt x="1505" y="1704"/>
                    </a:lnTo>
                    <a:cubicBezTo>
                      <a:pt x="1304" y="1880"/>
                      <a:pt x="978" y="1855"/>
                      <a:pt x="803" y="1654"/>
                    </a:cubicBezTo>
                    <a:close/>
                  </a:path>
                </a:pathLst>
              </a:custGeom>
              <a:noFill/>
              <a:ln cap="flat" cmpd="sng" w="6900">
                <a:solidFill>
                  <a:schemeClr val="accent5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6" name="Google Shape;6546;p57"/>
              <p:cNvSpPr/>
              <p:nvPr/>
            </p:nvSpPr>
            <p:spPr>
              <a:xfrm>
                <a:off x="2341000" y="4337425"/>
                <a:ext cx="104650" cy="104375"/>
              </a:xfrm>
              <a:custGeom>
                <a:rect b="b" l="l" r="r" t="t"/>
                <a:pathLst>
                  <a:path extrusionOk="0" h="4175" w="4186">
                    <a:moveTo>
                      <a:pt x="1759" y="1"/>
                    </a:moveTo>
                    <a:cubicBezTo>
                      <a:pt x="1391" y="1"/>
                      <a:pt x="1023" y="128"/>
                      <a:pt x="727" y="390"/>
                    </a:cubicBezTo>
                    <a:lnTo>
                      <a:pt x="0" y="1016"/>
                    </a:lnTo>
                    <a:lnTo>
                      <a:pt x="2732" y="4174"/>
                    </a:lnTo>
                    <a:lnTo>
                      <a:pt x="3459" y="3548"/>
                    </a:lnTo>
                    <a:cubicBezTo>
                      <a:pt x="4111" y="2971"/>
                      <a:pt x="4186" y="1969"/>
                      <a:pt x="3609" y="1317"/>
                    </a:cubicBezTo>
                    <a:lnTo>
                      <a:pt x="2958" y="540"/>
                    </a:lnTo>
                    <a:cubicBezTo>
                      <a:pt x="2643" y="185"/>
                      <a:pt x="2202" y="1"/>
                      <a:pt x="17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7" name="Google Shape;6547;p57"/>
              <p:cNvSpPr/>
              <p:nvPr/>
            </p:nvSpPr>
            <p:spPr>
              <a:xfrm>
                <a:off x="2314675" y="4353150"/>
                <a:ext cx="102775" cy="111200"/>
              </a:xfrm>
              <a:custGeom>
                <a:rect b="b" l="l" r="r" t="t"/>
                <a:pathLst>
                  <a:path extrusionOk="0" h="4448" w="4111">
                    <a:moveTo>
                      <a:pt x="622" y="0"/>
                    </a:moveTo>
                    <a:cubicBezTo>
                      <a:pt x="404" y="0"/>
                      <a:pt x="184" y="77"/>
                      <a:pt x="1" y="237"/>
                    </a:cubicBezTo>
                    <a:lnTo>
                      <a:pt x="3660" y="4448"/>
                    </a:lnTo>
                    <a:cubicBezTo>
                      <a:pt x="4061" y="4097"/>
                      <a:pt x="4111" y="3520"/>
                      <a:pt x="3760" y="3119"/>
                    </a:cubicBezTo>
                    <a:lnTo>
                      <a:pt x="1329" y="312"/>
                    </a:lnTo>
                    <a:cubicBezTo>
                      <a:pt x="1138" y="108"/>
                      <a:pt x="881" y="0"/>
                      <a:pt x="6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48" name="Google Shape;6548;p57"/>
          <p:cNvGrpSpPr/>
          <p:nvPr/>
        </p:nvGrpSpPr>
        <p:grpSpPr>
          <a:xfrm>
            <a:off x="2363738" y="3588670"/>
            <a:ext cx="918944" cy="1166689"/>
            <a:chOff x="3022700" y="849650"/>
            <a:chExt cx="1510675" cy="1917950"/>
          </a:xfrm>
        </p:grpSpPr>
        <p:sp>
          <p:nvSpPr>
            <p:cNvPr id="6549" name="Google Shape;6549;p57"/>
            <p:cNvSpPr/>
            <p:nvPr/>
          </p:nvSpPr>
          <p:spPr>
            <a:xfrm>
              <a:off x="3022700" y="849650"/>
              <a:ext cx="1510675" cy="1917950"/>
            </a:xfrm>
            <a:custGeom>
              <a:rect b="b" l="l" r="r" t="t"/>
              <a:pathLst>
                <a:path extrusionOk="0" h="76718" w="60427">
                  <a:moveTo>
                    <a:pt x="29399" y="0"/>
                  </a:moveTo>
                  <a:cubicBezTo>
                    <a:pt x="21580" y="0"/>
                    <a:pt x="15239" y="6366"/>
                    <a:pt x="15239" y="14161"/>
                  </a:cubicBezTo>
                  <a:cubicBezTo>
                    <a:pt x="15239" y="14261"/>
                    <a:pt x="15239" y="14386"/>
                    <a:pt x="15239" y="14487"/>
                  </a:cubicBezTo>
                  <a:cubicBezTo>
                    <a:pt x="14738" y="13484"/>
                    <a:pt x="14211" y="12406"/>
                    <a:pt x="13685" y="11228"/>
                  </a:cubicBezTo>
                  <a:cubicBezTo>
                    <a:pt x="13459" y="10727"/>
                    <a:pt x="13259" y="10301"/>
                    <a:pt x="13083" y="9975"/>
                  </a:cubicBezTo>
                  <a:cubicBezTo>
                    <a:pt x="12256" y="8221"/>
                    <a:pt x="10452" y="7193"/>
                    <a:pt x="8271" y="7193"/>
                  </a:cubicBezTo>
                  <a:cubicBezTo>
                    <a:pt x="5815" y="7193"/>
                    <a:pt x="2858" y="8622"/>
                    <a:pt x="1780" y="11830"/>
                  </a:cubicBezTo>
                  <a:cubicBezTo>
                    <a:pt x="1" y="17193"/>
                    <a:pt x="10577" y="29950"/>
                    <a:pt x="16066" y="33083"/>
                  </a:cubicBezTo>
                  <a:cubicBezTo>
                    <a:pt x="16542" y="33359"/>
                    <a:pt x="17043" y="33609"/>
                    <a:pt x="17595" y="33810"/>
                  </a:cubicBezTo>
                  <a:cubicBezTo>
                    <a:pt x="17520" y="34512"/>
                    <a:pt x="17444" y="35214"/>
                    <a:pt x="17369" y="35915"/>
                  </a:cubicBezTo>
                  <a:cubicBezTo>
                    <a:pt x="16893" y="40928"/>
                    <a:pt x="16392" y="46116"/>
                    <a:pt x="15640" y="51128"/>
                  </a:cubicBezTo>
                  <a:cubicBezTo>
                    <a:pt x="15565" y="51655"/>
                    <a:pt x="15439" y="52432"/>
                    <a:pt x="15314" y="53334"/>
                  </a:cubicBezTo>
                  <a:cubicBezTo>
                    <a:pt x="13685" y="63484"/>
                    <a:pt x="12883" y="70226"/>
                    <a:pt x="13910" y="72532"/>
                  </a:cubicBezTo>
                  <a:cubicBezTo>
                    <a:pt x="15088" y="75113"/>
                    <a:pt x="19048" y="76717"/>
                    <a:pt x="22031" y="76717"/>
                  </a:cubicBezTo>
                  <a:cubicBezTo>
                    <a:pt x="24863" y="76717"/>
                    <a:pt x="26843" y="75339"/>
                    <a:pt x="27344" y="73008"/>
                  </a:cubicBezTo>
                  <a:cubicBezTo>
                    <a:pt x="27595" y="71830"/>
                    <a:pt x="27745" y="69399"/>
                    <a:pt x="27946" y="66316"/>
                  </a:cubicBezTo>
                  <a:cubicBezTo>
                    <a:pt x="28171" y="62682"/>
                    <a:pt x="28672" y="54687"/>
                    <a:pt x="29625" y="52106"/>
                  </a:cubicBezTo>
                  <a:cubicBezTo>
                    <a:pt x="30577" y="54687"/>
                    <a:pt x="31078" y="62682"/>
                    <a:pt x="31304" y="66316"/>
                  </a:cubicBezTo>
                  <a:cubicBezTo>
                    <a:pt x="31505" y="69399"/>
                    <a:pt x="31655" y="71830"/>
                    <a:pt x="31906" y="73008"/>
                  </a:cubicBezTo>
                  <a:cubicBezTo>
                    <a:pt x="32382" y="75239"/>
                    <a:pt x="34412" y="76517"/>
                    <a:pt x="37520" y="76517"/>
                  </a:cubicBezTo>
                  <a:cubicBezTo>
                    <a:pt x="39274" y="76517"/>
                    <a:pt x="41254" y="76091"/>
                    <a:pt x="42582" y="75464"/>
                  </a:cubicBezTo>
                  <a:cubicBezTo>
                    <a:pt x="46016" y="73810"/>
                    <a:pt x="45640" y="70627"/>
                    <a:pt x="45364" y="68296"/>
                  </a:cubicBezTo>
                  <a:cubicBezTo>
                    <a:pt x="45314" y="67870"/>
                    <a:pt x="45264" y="67469"/>
                    <a:pt x="45239" y="67043"/>
                  </a:cubicBezTo>
                  <a:cubicBezTo>
                    <a:pt x="45013" y="64161"/>
                    <a:pt x="44688" y="61229"/>
                    <a:pt x="44362" y="58422"/>
                  </a:cubicBezTo>
                  <a:lnTo>
                    <a:pt x="44186" y="57068"/>
                  </a:lnTo>
                  <a:cubicBezTo>
                    <a:pt x="43510" y="51103"/>
                    <a:pt x="42783" y="44938"/>
                    <a:pt x="42156" y="38848"/>
                  </a:cubicBezTo>
                  <a:lnTo>
                    <a:pt x="42156" y="38848"/>
                  </a:lnTo>
                  <a:cubicBezTo>
                    <a:pt x="44111" y="41805"/>
                    <a:pt x="45790" y="45439"/>
                    <a:pt x="46743" y="47544"/>
                  </a:cubicBezTo>
                  <a:cubicBezTo>
                    <a:pt x="46993" y="48046"/>
                    <a:pt x="47169" y="48472"/>
                    <a:pt x="47344" y="48798"/>
                  </a:cubicBezTo>
                  <a:cubicBezTo>
                    <a:pt x="48171" y="50552"/>
                    <a:pt x="49976" y="51580"/>
                    <a:pt x="52156" y="51580"/>
                  </a:cubicBezTo>
                  <a:cubicBezTo>
                    <a:pt x="54612" y="51580"/>
                    <a:pt x="57570" y="50151"/>
                    <a:pt x="58648" y="46943"/>
                  </a:cubicBezTo>
                  <a:cubicBezTo>
                    <a:pt x="60427" y="41579"/>
                    <a:pt x="49851" y="28822"/>
                    <a:pt x="44362" y="25690"/>
                  </a:cubicBezTo>
                  <a:cubicBezTo>
                    <a:pt x="42958" y="24863"/>
                    <a:pt x="41329" y="24336"/>
                    <a:pt x="39475" y="24086"/>
                  </a:cubicBezTo>
                  <a:cubicBezTo>
                    <a:pt x="42056" y="21479"/>
                    <a:pt x="43560" y="17920"/>
                    <a:pt x="43560" y="14161"/>
                  </a:cubicBezTo>
                  <a:cubicBezTo>
                    <a:pt x="43560" y="6366"/>
                    <a:pt x="37194" y="0"/>
                    <a:pt x="293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0" name="Google Shape;6550;p57"/>
            <p:cNvSpPr/>
            <p:nvPr/>
          </p:nvSpPr>
          <p:spPr>
            <a:xfrm>
              <a:off x="3065925" y="879275"/>
              <a:ext cx="1405425" cy="1860125"/>
            </a:xfrm>
            <a:custGeom>
              <a:rect b="b" l="l" r="r" t="t"/>
              <a:pathLst>
                <a:path extrusionOk="0" h="74405" w="56217">
                  <a:moveTo>
                    <a:pt x="27579" y="396"/>
                  </a:moveTo>
                  <a:cubicBezTo>
                    <a:pt x="31524" y="396"/>
                    <a:pt x="35355" y="2301"/>
                    <a:pt x="37771" y="5482"/>
                  </a:cubicBezTo>
                  <a:cubicBezTo>
                    <a:pt x="40979" y="9743"/>
                    <a:pt x="40954" y="15683"/>
                    <a:pt x="38046" y="20069"/>
                  </a:cubicBezTo>
                  <a:cubicBezTo>
                    <a:pt x="36943" y="21698"/>
                    <a:pt x="35440" y="23001"/>
                    <a:pt x="33761" y="23978"/>
                  </a:cubicBezTo>
                  <a:cubicBezTo>
                    <a:pt x="33592" y="24075"/>
                    <a:pt x="33655" y="24356"/>
                    <a:pt x="33837" y="24356"/>
                  </a:cubicBezTo>
                  <a:cubicBezTo>
                    <a:pt x="33845" y="24356"/>
                    <a:pt x="33853" y="24355"/>
                    <a:pt x="33861" y="24354"/>
                  </a:cubicBezTo>
                  <a:cubicBezTo>
                    <a:pt x="34262" y="24332"/>
                    <a:pt x="34664" y="24321"/>
                    <a:pt x="35066" y="24321"/>
                  </a:cubicBezTo>
                  <a:cubicBezTo>
                    <a:pt x="37421" y="24321"/>
                    <a:pt x="39757" y="24727"/>
                    <a:pt x="41856" y="25883"/>
                  </a:cubicBezTo>
                  <a:cubicBezTo>
                    <a:pt x="45390" y="27938"/>
                    <a:pt x="48272" y="31297"/>
                    <a:pt x="50703" y="34530"/>
                  </a:cubicBezTo>
                  <a:cubicBezTo>
                    <a:pt x="51956" y="36209"/>
                    <a:pt x="53134" y="37963"/>
                    <a:pt x="54086" y="39843"/>
                  </a:cubicBezTo>
                  <a:cubicBezTo>
                    <a:pt x="54813" y="41247"/>
                    <a:pt x="55540" y="42851"/>
                    <a:pt x="55540" y="44455"/>
                  </a:cubicBezTo>
                  <a:cubicBezTo>
                    <a:pt x="55540" y="46996"/>
                    <a:pt x="52842" y="48802"/>
                    <a:pt x="50394" y="48802"/>
                  </a:cubicBezTo>
                  <a:cubicBezTo>
                    <a:pt x="48979" y="48802"/>
                    <a:pt x="47648" y="48199"/>
                    <a:pt x="46969" y="46785"/>
                  </a:cubicBezTo>
                  <a:cubicBezTo>
                    <a:pt x="45189" y="43076"/>
                    <a:pt x="43535" y="39292"/>
                    <a:pt x="41129" y="35883"/>
                  </a:cubicBezTo>
                  <a:cubicBezTo>
                    <a:pt x="40427" y="34881"/>
                    <a:pt x="39625" y="33928"/>
                    <a:pt x="38723" y="33101"/>
                  </a:cubicBezTo>
                  <a:cubicBezTo>
                    <a:pt x="38681" y="33068"/>
                    <a:pt x="38625" y="33051"/>
                    <a:pt x="38571" y="33051"/>
                  </a:cubicBezTo>
                  <a:cubicBezTo>
                    <a:pt x="38461" y="33051"/>
                    <a:pt x="38355" y="33118"/>
                    <a:pt x="38372" y="33252"/>
                  </a:cubicBezTo>
                  <a:cubicBezTo>
                    <a:pt x="39049" y="39993"/>
                    <a:pt x="39801" y="46710"/>
                    <a:pt x="40578" y="53452"/>
                  </a:cubicBezTo>
                  <a:cubicBezTo>
                    <a:pt x="40979" y="56811"/>
                    <a:pt x="41380" y="60169"/>
                    <a:pt x="41705" y="63552"/>
                  </a:cubicBezTo>
                  <a:cubicBezTo>
                    <a:pt x="41831" y="64881"/>
                    <a:pt x="41931" y="66209"/>
                    <a:pt x="42081" y="67537"/>
                  </a:cubicBezTo>
                  <a:cubicBezTo>
                    <a:pt x="42207" y="68690"/>
                    <a:pt x="42332" y="69843"/>
                    <a:pt x="41981" y="70946"/>
                  </a:cubicBezTo>
                  <a:cubicBezTo>
                    <a:pt x="41329" y="73051"/>
                    <a:pt x="38447" y="73553"/>
                    <a:pt x="36568" y="73728"/>
                  </a:cubicBezTo>
                  <a:cubicBezTo>
                    <a:pt x="36306" y="73749"/>
                    <a:pt x="36032" y="73762"/>
                    <a:pt x="35751" y="73762"/>
                  </a:cubicBezTo>
                  <a:cubicBezTo>
                    <a:pt x="34068" y="73762"/>
                    <a:pt x="32178" y="73302"/>
                    <a:pt x="31705" y="71497"/>
                  </a:cubicBezTo>
                  <a:cubicBezTo>
                    <a:pt x="31455" y="70395"/>
                    <a:pt x="31430" y="69217"/>
                    <a:pt x="31354" y="68089"/>
                  </a:cubicBezTo>
                  <a:cubicBezTo>
                    <a:pt x="31229" y="66385"/>
                    <a:pt x="31129" y="64680"/>
                    <a:pt x="31029" y="62976"/>
                  </a:cubicBezTo>
                  <a:cubicBezTo>
                    <a:pt x="30933" y="61636"/>
                    <a:pt x="30540" y="48777"/>
                    <a:pt x="27864" y="48777"/>
                  </a:cubicBezTo>
                  <a:cubicBezTo>
                    <a:pt x="27738" y="48777"/>
                    <a:pt x="27606" y="48806"/>
                    <a:pt x="27470" y="48866"/>
                  </a:cubicBezTo>
                  <a:cubicBezTo>
                    <a:pt x="26793" y="49166"/>
                    <a:pt x="26492" y="50194"/>
                    <a:pt x="26292" y="50821"/>
                  </a:cubicBezTo>
                  <a:cubicBezTo>
                    <a:pt x="25841" y="52174"/>
                    <a:pt x="25665" y="53603"/>
                    <a:pt x="25465" y="55006"/>
                  </a:cubicBezTo>
                  <a:cubicBezTo>
                    <a:pt x="24989" y="58640"/>
                    <a:pt x="24813" y="62324"/>
                    <a:pt x="24562" y="65984"/>
                  </a:cubicBezTo>
                  <a:cubicBezTo>
                    <a:pt x="24487" y="67412"/>
                    <a:pt x="24387" y="68841"/>
                    <a:pt x="24237" y="70269"/>
                  </a:cubicBezTo>
                  <a:cubicBezTo>
                    <a:pt x="24086" y="71748"/>
                    <a:pt x="23710" y="73026"/>
                    <a:pt x="22182" y="73628"/>
                  </a:cubicBezTo>
                  <a:cubicBezTo>
                    <a:pt x="21583" y="73873"/>
                    <a:pt x="20938" y="73973"/>
                    <a:pt x="20283" y="73973"/>
                  </a:cubicBezTo>
                  <a:cubicBezTo>
                    <a:pt x="19129" y="73973"/>
                    <a:pt x="17942" y="73661"/>
                    <a:pt x="16918" y="73277"/>
                  </a:cubicBezTo>
                  <a:cubicBezTo>
                    <a:pt x="15540" y="72751"/>
                    <a:pt x="13886" y="71773"/>
                    <a:pt x="13485" y="70244"/>
                  </a:cubicBezTo>
                  <a:cubicBezTo>
                    <a:pt x="13134" y="68841"/>
                    <a:pt x="13309" y="67262"/>
                    <a:pt x="13384" y="65833"/>
                  </a:cubicBezTo>
                  <a:cubicBezTo>
                    <a:pt x="13510" y="63803"/>
                    <a:pt x="13760" y="61798"/>
                    <a:pt x="14036" y="59793"/>
                  </a:cubicBezTo>
                  <a:cubicBezTo>
                    <a:pt x="14512" y="56184"/>
                    <a:pt x="15164" y="52600"/>
                    <a:pt x="15665" y="48991"/>
                  </a:cubicBezTo>
                  <a:cubicBezTo>
                    <a:pt x="16467" y="43252"/>
                    <a:pt x="16968" y="37462"/>
                    <a:pt x="17545" y="31673"/>
                  </a:cubicBezTo>
                  <a:cubicBezTo>
                    <a:pt x="17545" y="31597"/>
                    <a:pt x="17470" y="31497"/>
                    <a:pt x="17395" y="31472"/>
                  </a:cubicBezTo>
                  <a:cubicBezTo>
                    <a:pt x="13259" y="30194"/>
                    <a:pt x="10051" y="26560"/>
                    <a:pt x="7394" y="23302"/>
                  </a:cubicBezTo>
                  <a:cubicBezTo>
                    <a:pt x="4988" y="20369"/>
                    <a:pt x="2282" y="16760"/>
                    <a:pt x="1530" y="12951"/>
                  </a:cubicBezTo>
                  <a:cubicBezTo>
                    <a:pt x="957" y="10030"/>
                    <a:pt x="3819" y="7560"/>
                    <a:pt x="6568" y="7560"/>
                  </a:cubicBezTo>
                  <a:cubicBezTo>
                    <a:pt x="7546" y="7560"/>
                    <a:pt x="8510" y="7873"/>
                    <a:pt x="9299" y="8590"/>
                  </a:cubicBezTo>
                  <a:cubicBezTo>
                    <a:pt x="10227" y="9442"/>
                    <a:pt x="10678" y="11096"/>
                    <a:pt x="11204" y="12224"/>
                  </a:cubicBezTo>
                  <a:cubicBezTo>
                    <a:pt x="12006" y="13928"/>
                    <a:pt x="12858" y="15607"/>
                    <a:pt x="13785" y="17262"/>
                  </a:cubicBezTo>
                  <a:cubicBezTo>
                    <a:pt x="14938" y="19317"/>
                    <a:pt x="16267" y="21397"/>
                    <a:pt x="17996" y="23051"/>
                  </a:cubicBezTo>
                  <a:cubicBezTo>
                    <a:pt x="18984" y="24039"/>
                    <a:pt x="20266" y="24879"/>
                    <a:pt x="21684" y="24879"/>
                  </a:cubicBezTo>
                  <a:cubicBezTo>
                    <a:pt x="21922" y="24879"/>
                    <a:pt x="22163" y="24856"/>
                    <a:pt x="22407" y="24805"/>
                  </a:cubicBezTo>
                  <a:cubicBezTo>
                    <a:pt x="22583" y="24755"/>
                    <a:pt x="22608" y="24505"/>
                    <a:pt x="22457" y="24429"/>
                  </a:cubicBezTo>
                  <a:cubicBezTo>
                    <a:pt x="17520" y="22074"/>
                    <a:pt x="14613" y="16961"/>
                    <a:pt x="15164" y="11522"/>
                  </a:cubicBezTo>
                  <a:cubicBezTo>
                    <a:pt x="15690" y="6459"/>
                    <a:pt x="19500" y="2249"/>
                    <a:pt x="24312" y="845"/>
                  </a:cubicBezTo>
                  <a:cubicBezTo>
                    <a:pt x="25391" y="542"/>
                    <a:pt x="26490" y="396"/>
                    <a:pt x="27579" y="396"/>
                  </a:cubicBezTo>
                  <a:close/>
                  <a:moveTo>
                    <a:pt x="27746" y="0"/>
                  </a:moveTo>
                  <a:cubicBezTo>
                    <a:pt x="25716" y="0"/>
                    <a:pt x="23679" y="465"/>
                    <a:pt x="21831" y="1372"/>
                  </a:cubicBezTo>
                  <a:cubicBezTo>
                    <a:pt x="17896" y="3302"/>
                    <a:pt x="15289" y="7236"/>
                    <a:pt x="14763" y="11522"/>
                  </a:cubicBezTo>
                  <a:cubicBezTo>
                    <a:pt x="14091" y="16825"/>
                    <a:pt x="17003" y="21968"/>
                    <a:pt x="21608" y="24464"/>
                  </a:cubicBezTo>
                  <a:lnTo>
                    <a:pt x="21608" y="24464"/>
                  </a:lnTo>
                  <a:cubicBezTo>
                    <a:pt x="20278" y="24431"/>
                    <a:pt x="19092" y="23528"/>
                    <a:pt x="18146" y="22625"/>
                  </a:cubicBezTo>
                  <a:cubicBezTo>
                    <a:pt x="16718" y="21246"/>
                    <a:pt x="15615" y="19567"/>
                    <a:pt x="14613" y="17888"/>
                  </a:cubicBezTo>
                  <a:cubicBezTo>
                    <a:pt x="12933" y="15056"/>
                    <a:pt x="11730" y="12023"/>
                    <a:pt x="10201" y="9116"/>
                  </a:cubicBezTo>
                  <a:cubicBezTo>
                    <a:pt x="9483" y="7723"/>
                    <a:pt x="8165" y="7161"/>
                    <a:pt x="6762" y="7161"/>
                  </a:cubicBezTo>
                  <a:cubicBezTo>
                    <a:pt x="5035" y="7161"/>
                    <a:pt x="3180" y="8013"/>
                    <a:pt x="2156" y="9216"/>
                  </a:cubicBezTo>
                  <a:cubicBezTo>
                    <a:pt x="1" y="11723"/>
                    <a:pt x="1505" y="14881"/>
                    <a:pt x="2833" y="17387"/>
                  </a:cubicBezTo>
                  <a:cubicBezTo>
                    <a:pt x="4863" y="21121"/>
                    <a:pt x="7620" y="24530"/>
                    <a:pt x="10628" y="27487"/>
                  </a:cubicBezTo>
                  <a:cubicBezTo>
                    <a:pt x="11881" y="28715"/>
                    <a:pt x="13259" y="29893"/>
                    <a:pt x="14763" y="30795"/>
                  </a:cubicBezTo>
                  <a:cubicBezTo>
                    <a:pt x="15239" y="31096"/>
                    <a:pt x="15765" y="31322"/>
                    <a:pt x="16267" y="31547"/>
                  </a:cubicBezTo>
                  <a:cubicBezTo>
                    <a:pt x="16517" y="31648"/>
                    <a:pt x="17119" y="31698"/>
                    <a:pt x="17094" y="32074"/>
                  </a:cubicBezTo>
                  <a:cubicBezTo>
                    <a:pt x="17044" y="32475"/>
                    <a:pt x="17019" y="32876"/>
                    <a:pt x="16968" y="33277"/>
                  </a:cubicBezTo>
                  <a:cubicBezTo>
                    <a:pt x="16793" y="35031"/>
                    <a:pt x="16618" y="36760"/>
                    <a:pt x="16442" y="38515"/>
                  </a:cubicBezTo>
                  <a:cubicBezTo>
                    <a:pt x="15941" y="43577"/>
                    <a:pt x="15314" y="48615"/>
                    <a:pt x="14512" y="53628"/>
                  </a:cubicBezTo>
                  <a:cubicBezTo>
                    <a:pt x="13911" y="57537"/>
                    <a:pt x="13309" y="61447"/>
                    <a:pt x="13009" y="65382"/>
                  </a:cubicBezTo>
                  <a:cubicBezTo>
                    <a:pt x="12883" y="66861"/>
                    <a:pt x="12783" y="68390"/>
                    <a:pt x="13009" y="69868"/>
                  </a:cubicBezTo>
                  <a:cubicBezTo>
                    <a:pt x="13184" y="71071"/>
                    <a:pt x="13836" y="71873"/>
                    <a:pt x="14813" y="72600"/>
                  </a:cubicBezTo>
                  <a:cubicBezTo>
                    <a:pt x="16176" y="73622"/>
                    <a:pt x="18255" y="74405"/>
                    <a:pt x="20202" y="74405"/>
                  </a:cubicBezTo>
                  <a:cubicBezTo>
                    <a:pt x="21406" y="74405"/>
                    <a:pt x="22559" y="74105"/>
                    <a:pt x="23460" y="73377"/>
                  </a:cubicBezTo>
                  <a:cubicBezTo>
                    <a:pt x="24362" y="72650"/>
                    <a:pt x="24537" y="71497"/>
                    <a:pt x="24663" y="70395"/>
                  </a:cubicBezTo>
                  <a:cubicBezTo>
                    <a:pt x="24813" y="69016"/>
                    <a:pt x="24888" y="67588"/>
                    <a:pt x="24989" y="66184"/>
                  </a:cubicBezTo>
                  <a:cubicBezTo>
                    <a:pt x="25214" y="62525"/>
                    <a:pt x="25390" y="58841"/>
                    <a:pt x="25866" y="55207"/>
                  </a:cubicBezTo>
                  <a:cubicBezTo>
                    <a:pt x="25936" y="54572"/>
                    <a:pt x="26559" y="49169"/>
                    <a:pt x="27878" y="49169"/>
                  </a:cubicBezTo>
                  <a:cubicBezTo>
                    <a:pt x="27964" y="49169"/>
                    <a:pt x="28054" y="49192"/>
                    <a:pt x="28146" y="49242"/>
                  </a:cubicBezTo>
                  <a:cubicBezTo>
                    <a:pt x="28948" y="49668"/>
                    <a:pt x="29199" y="51197"/>
                    <a:pt x="29375" y="51973"/>
                  </a:cubicBezTo>
                  <a:cubicBezTo>
                    <a:pt x="29750" y="53577"/>
                    <a:pt x="29951" y="55257"/>
                    <a:pt x="30126" y="56911"/>
                  </a:cubicBezTo>
                  <a:cubicBezTo>
                    <a:pt x="30502" y="60495"/>
                    <a:pt x="30678" y="64129"/>
                    <a:pt x="30903" y="67738"/>
                  </a:cubicBezTo>
                  <a:cubicBezTo>
                    <a:pt x="31004" y="68916"/>
                    <a:pt x="31079" y="70094"/>
                    <a:pt x="31254" y="71247"/>
                  </a:cubicBezTo>
                  <a:cubicBezTo>
                    <a:pt x="31480" y="72625"/>
                    <a:pt x="32382" y="73477"/>
                    <a:pt x="33685" y="73903"/>
                  </a:cubicBezTo>
                  <a:cubicBezTo>
                    <a:pt x="34376" y="74123"/>
                    <a:pt x="35148" y="74225"/>
                    <a:pt x="35943" y="74225"/>
                  </a:cubicBezTo>
                  <a:cubicBezTo>
                    <a:pt x="37687" y="74225"/>
                    <a:pt x="39543" y="73735"/>
                    <a:pt x="40903" y="72926"/>
                  </a:cubicBezTo>
                  <a:cubicBezTo>
                    <a:pt x="42081" y="72199"/>
                    <a:pt x="42558" y="70921"/>
                    <a:pt x="42633" y="69593"/>
                  </a:cubicBezTo>
                  <a:cubicBezTo>
                    <a:pt x="42733" y="67763"/>
                    <a:pt x="42332" y="65783"/>
                    <a:pt x="42182" y="63953"/>
                  </a:cubicBezTo>
                  <a:cubicBezTo>
                    <a:pt x="41271" y="53889"/>
                    <a:pt x="39853" y="43872"/>
                    <a:pt x="38853" y="33809"/>
                  </a:cubicBezTo>
                  <a:lnTo>
                    <a:pt x="38853" y="33809"/>
                  </a:lnTo>
                  <a:cubicBezTo>
                    <a:pt x="41933" y="36827"/>
                    <a:pt x="43868" y="41097"/>
                    <a:pt x="45665" y="44931"/>
                  </a:cubicBezTo>
                  <a:cubicBezTo>
                    <a:pt x="46242" y="46209"/>
                    <a:pt x="46693" y="47638"/>
                    <a:pt x="47871" y="48515"/>
                  </a:cubicBezTo>
                  <a:cubicBezTo>
                    <a:pt x="48587" y="49021"/>
                    <a:pt x="49469" y="49227"/>
                    <a:pt x="50353" y="49227"/>
                  </a:cubicBezTo>
                  <a:cubicBezTo>
                    <a:pt x="51046" y="49227"/>
                    <a:pt x="51740" y="49100"/>
                    <a:pt x="52357" y="48891"/>
                  </a:cubicBezTo>
                  <a:cubicBezTo>
                    <a:pt x="54011" y="48339"/>
                    <a:pt x="55214" y="47011"/>
                    <a:pt x="55816" y="45382"/>
                  </a:cubicBezTo>
                  <a:cubicBezTo>
                    <a:pt x="56217" y="44254"/>
                    <a:pt x="55791" y="42876"/>
                    <a:pt x="55415" y="41798"/>
                  </a:cubicBezTo>
                  <a:cubicBezTo>
                    <a:pt x="54112" y="38089"/>
                    <a:pt x="51555" y="34730"/>
                    <a:pt x="48999" y="31773"/>
                  </a:cubicBezTo>
                  <a:cubicBezTo>
                    <a:pt x="46996" y="29420"/>
                    <a:pt x="44744" y="27092"/>
                    <a:pt x="42066" y="25513"/>
                  </a:cubicBezTo>
                  <a:lnTo>
                    <a:pt x="42066" y="25513"/>
                  </a:lnTo>
                  <a:cubicBezTo>
                    <a:pt x="42063" y="25511"/>
                    <a:pt x="42060" y="25509"/>
                    <a:pt x="42056" y="25507"/>
                  </a:cubicBezTo>
                  <a:lnTo>
                    <a:pt x="42056" y="25507"/>
                  </a:lnTo>
                  <a:cubicBezTo>
                    <a:pt x="42056" y="25507"/>
                    <a:pt x="42056" y="25507"/>
                    <a:pt x="42056" y="25507"/>
                  </a:cubicBezTo>
                  <a:cubicBezTo>
                    <a:pt x="42056" y="25507"/>
                    <a:pt x="42055" y="25506"/>
                    <a:pt x="42054" y="25506"/>
                  </a:cubicBezTo>
                  <a:lnTo>
                    <a:pt x="42054" y="25506"/>
                  </a:lnTo>
                  <a:cubicBezTo>
                    <a:pt x="39938" y="24342"/>
                    <a:pt x="37571" y="23911"/>
                    <a:pt x="35180" y="23911"/>
                  </a:cubicBezTo>
                  <a:cubicBezTo>
                    <a:pt x="35000" y="23911"/>
                    <a:pt x="34819" y="23914"/>
                    <a:pt x="34639" y="23919"/>
                  </a:cubicBezTo>
                  <a:lnTo>
                    <a:pt x="34639" y="23919"/>
                  </a:lnTo>
                  <a:cubicBezTo>
                    <a:pt x="38442" y="21460"/>
                    <a:pt x="40700" y="17247"/>
                    <a:pt x="40653" y="12675"/>
                  </a:cubicBezTo>
                  <a:cubicBezTo>
                    <a:pt x="40603" y="8289"/>
                    <a:pt x="38147" y="4229"/>
                    <a:pt x="34462" y="1898"/>
                  </a:cubicBezTo>
                  <a:cubicBezTo>
                    <a:pt x="32433" y="621"/>
                    <a:pt x="30094" y="0"/>
                    <a:pt x="277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1" name="Google Shape;6551;p57"/>
            <p:cNvSpPr/>
            <p:nvPr/>
          </p:nvSpPr>
          <p:spPr>
            <a:xfrm>
              <a:off x="3599150" y="1127225"/>
              <a:ext cx="65175" cy="65175"/>
            </a:xfrm>
            <a:custGeom>
              <a:rect b="b" l="l" r="r" t="t"/>
              <a:pathLst>
                <a:path extrusionOk="0" h="2607" w="2607">
                  <a:moveTo>
                    <a:pt x="1304" y="0"/>
                  </a:moveTo>
                  <a:cubicBezTo>
                    <a:pt x="577" y="0"/>
                    <a:pt x="0" y="602"/>
                    <a:pt x="0" y="1303"/>
                  </a:cubicBezTo>
                  <a:cubicBezTo>
                    <a:pt x="0" y="2030"/>
                    <a:pt x="577" y="2607"/>
                    <a:pt x="1304" y="2607"/>
                  </a:cubicBezTo>
                  <a:cubicBezTo>
                    <a:pt x="2005" y="2607"/>
                    <a:pt x="2607" y="2030"/>
                    <a:pt x="2607" y="1303"/>
                  </a:cubicBezTo>
                  <a:cubicBezTo>
                    <a:pt x="2607" y="602"/>
                    <a:pt x="2005" y="0"/>
                    <a:pt x="1304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2" name="Google Shape;6552;p57"/>
            <p:cNvSpPr/>
            <p:nvPr/>
          </p:nvSpPr>
          <p:spPr>
            <a:xfrm>
              <a:off x="3862925" y="1139750"/>
              <a:ext cx="52675" cy="52650"/>
            </a:xfrm>
            <a:custGeom>
              <a:rect b="b" l="l" r="r" t="t"/>
              <a:pathLst>
                <a:path extrusionOk="0" h="2106" w="2107">
                  <a:moveTo>
                    <a:pt x="1053" y="0"/>
                  </a:moveTo>
                  <a:cubicBezTo>
                    <a:pt x="477" y="0"/>
                    <a:pt x="1" y="477"/>
                    <a:pt x="1" y="1053"/>
                  </a:cubicBezTo>
                  <a:cubicBezTo>
                    <a:pt x="1" y="1629"/>
                    <a:pt x="477" y="2106"/>
                    <a:pt x="1053" y="2106"/>
                  </a:cubicBezTo>
                  <a:cubicBezTo>
                    <a:pt x="1630" y="2106"/>
                    <a:pt x="2106" y="1629"/>
                    <a:pt x="2106" y="1053"/>
                  </a:cubicBezTo>
                  <a:cubicBezTo>
                    <a:pt x="2106" y="477"/>
                    <a:pt x="1630" y="0"/>
                    <a:pt x="1053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3" name="Google Shape;6553;p57"/>
            <p:cNvSpPr/>
            <p:nvPr/>
          </p:nvSpPr>
          <p:spPr>
            <a:xfrm>
              <a:off x="3610150" y="1304575"/>
              <a:ext cx="323075" cy="103400"/>
            </a:xfrm>
            <a:custGeom>
              <a:rect b="b" l="l" r="r" t="t"/>
              <a:pathLst>
                <a:path extrusionOk="0" h="4136" w="12923">
                  <a:moveTo>
                    <a:pt x="285" y="0"/>
                  </a:moveTo>
                  <a:cubicBezTo>
                    <a:pt x="141" y="0"/>
                    <a:pt x="0" y="144"/>
                    <a:pt x="87" y="300"/>
                  </a:cubicBezTo>
                  <a:cubicBezTo>
                    <a:pt x="1440" y="2480"/>
                    <a:pt x="3621" y="4084"/>
                    <a:pt x="6252" y="4134"/>
                  </a:cubicBezTo>
                  <a:cubicBezTo>
                    <a:pt x="6292" y="4135"/>
                    <a:pt x="6332" y="4135"/>
                    <a:pt x="6372" y="4135"/>
                  </a:cubicBezTo>
                  <a:cubicBezTo>
                    <a:pt x="9076" y="4135"/>
                    <a:pt x="11337" y="2473"/>
                    <a:pt x="12819" y="300"/>
                  </a:cubicBezTo>
                  <a:cubicBezTo>
                    <a:pt x="12922" y="144"/>
                    <a:pt x="12787" y="0"/>
                    <a:pt x="12644" y="0"/>
                  </a:cubicBezTo>
                  <a:cubicBezTo>
                    <a:pt x="12580" y="0"/>
                    <a:pt x="12514" y="29"/>
                    <a:pt x="12468" y="99"/>
                  </a:cubicBezTo>
                  <a:cubicBezTo>
                    <a:pt x="11050" y="2138"/>
                    <a:pt x="8892" y="3734"/>
                    <a:pt x="6312" y="3734"/>
                  </a:cubicBezTo>
                  <a:cubicBezTo>
                    <a:pt x="6292" y="3734"/>
                    <a:pt x="6272" y="3733"/>
                    <a:pt x="6252" y="3733"/>
                  </a:cubicBezTo>
                  <a:cubicBezTo>
                    <a:pt x="3771" y="3683"/>
                    <a:pt x="1716" y="2129"/>
                    <a:pt x="463" y="99"/>
                  </a:cubicBezTo>
                  <a:cubicBezTo>
                    <a:pt x="416" y="29"/>
                    <a:pt x="350" y="0"/>
                    <a:pt x="285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4" name="Google Shape;6554;p57"/>
            <p:cNvSpPr/>
            <p:nvPr/>
          </p:nvSpPr>
          <p:spPr>
            <a:xfrm>
              <a:off x="3492000" y="1206175"/>
              <a:ext cx="79600" cy="79575"/>
            </a:xfrm>
            <a:custGeom>
              <a:rect b="b" l="l" r="r" t="t"/>
              <a:pathLst>
                <a:path extrusionOk="0" h="3183" w="3184">
                  <a:moveTo>
                    <a:pt x="1605" y="0"/>
                  </a:moveTo>
                  <a:cubicBezTo>
                    <a:pt x="702" y="0"/>
                    <a:pt x="1" y="702"/>
                    <a:pt x="1" y="1579"/>
                  </a:cubicBezTo>
                  <a:cubicBezTo>
                    <a:pt x="1" y="2456"/>
                    <a:pt x="702" y="3183"/>
                    <a:pt x="1605" y="3183"/>
                  </a:cubicBezTo>
                  <a:cubicBezTo>
                    <a:pt x="2482" y="3183"/>
                    <a:pt x="3184" y="2456"/>
                    <a:pt x="3184" y="1579"/>
                  </a:cubicBezTo>
                  <a:cubicBezTo>
                    <a:pt x="3184" y="702"/>
                    <a:pt x="2482" y="0"/>
                    <a:pt x="16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5" name="Google Shape;6555;p57"/>
            <p:cNvSpPr/>
            <p:nvPr/>
          </p:nvSpPr>
          <p:spPr>
            <a:xfrm>
              <a:off x="3939375" y="1206175"/>
              <a:ext cx="80225" cy="79575"/>
            </a:xfrm>
            <a:custGeom>
              <a:rect b="b" l="l" r="r" t="t"/>
              <a:pathLst>
                <a:path extrusionOk="0" h="3183" w="3209">
                  <a:moveTo>
                    <a:pt x="1604" y="0"/>
                  </a:moveTo>
                  <a:cubicBezTo>
                    <a:pt x="727" y="0"/>
                    <a:pt x="0" y="702"/>
                    <a:pt x="0" y="1579"/>
                  </a:cubicBezTo>
                  <a:cubicBezTo>
                    <a:pt x="0" y="2456"/>
                    <a:pt x="727" y="3183"/>
                    <a:pt x="1604" y="3183"/>
                  </a:cubicBezTo>
                  <a:cubicBezTo>
                    <a:pt x="2482" y="3183"/>
                    <a:pt x="3209" y="2456"/>
                    <a:pt x="3209" y="1579"/>
                  </a:cubicBezTo>
                  <a:cubicBezTo>
                    <a:pt x="3209" y="702"/>
                    <a:pt x="2482" y="0"/>
                    <a:pt x="16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6" name="Google Shape;6556;p57"/>
            <p:cNvSpPr/>
            <p:nvPr/>
          </p:nvSpPr>
          <p:spPr>
            <a:xfrm>
              <a:off x="3353525" y="1406675"/>
              <a:ext cx="23225" cy="23200"/>
            </a:xfrm>
            <a:custGeom>
              <a:rect b="b" l="l" r="r" t="t"/>
              <a:pathLst>
                <a:path extrusionOk="0" h="928" w="929">
                  <a:moveTo>
                    <a:pt x="477" y="0"/>
                  </a:moveTo>
                  <a:cubicBezTo>
                    <a:pt x="201" y="0"/>
                    <a:pt x="1" y="201"/>
                    <a:pt x="1" y="451"/>
                  </a:cubicBezTo>
                  <a:cubicBezTo>
                    <a:pt x="1" y="727"/>
                    <a:pt x="201" y="927"/>
                    <a:pt x="477" y="927"/>
                  </a:cubicBezTo>
                  <a:cubicBezTo>
                    <a:pt x="728" y="927"/>
                    <a:pt x="928" y="727"/>
                    <a:pt x="928" y="451"/>
                  </a:cubicBezTo>
                  <a:cubicBezTo>
                    <a:pt x="928" y="201"/>
                    <a:pt x="728" y="0"/>
                    <a:pt x="477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7" name="Google Shape;6557;p57"/>
            <p:cNvSpPr/>
            <p:nvPr/>
          </p:nvSpPr>
          <p:spPr>
            <a:xfrm>
              <a:off x="3346025" y="1438000"/>
              <a:ext cx="22575" cy="23200"/>
            </a:xfrm>
            <a:custGeom>
              <a:rect b="b" l="l" r="r" t="t"/>
              <a:pathLst>
                <a:path extrusionOk="0" h="928" w="903">
                  <a:moveTo>
                    <a:pt x="451" y="0"/>
                  </a:moveTo>
                  <a:cubicBezTo>
                    <a:pt x="201" y="0"/>
                    <a:pt x="0" y="226"/>
                    <a:pt x="0" y="476"/>
                  </a:cubicBezTo>
                  <a:cubicBezTo>
                    <a:pt x="0" y="727"/>
                    <a:pt x="201" y="928"/>
                    <a:pt x="451" y="928"/>
                  </a:cubicBezTo>
                  <a:cubicBezTo>
                    <a:pt x="702" y="928"/>
                    <a:pt x="902" y="727"/>
                    <a:pt x="902" y="476"/>
                  </a:cubicBezTo>
                  <a:cubicBezTo>
                    <a:pt x="902" y="226"/>
                    <a:pt x="702" y="0"/>
                    <a:pt x="451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8" name="Google Shape;6558;p57"/>
            <p:cNvSpPr/>
            <p:nvPr/>
          </p:nvSpPr>
          <p:spPr>
            <a:xfrm>
              <a:off x="3376725" y="1431100"/>
              <a:ext cx="15050" cy="15075"/>
            </a:xfrm>
            <a:custGeom>
              <a:rect b="b" l="l" r="r" t="t"/>
              <a:pathLst>
                <a:path extrusionOk="0" h="603" w="602">
                  <a:moveTo>
                    <a:pt x="301" y="1"/>
                  </a:moveTo>
                  <a:cubicBezTo>
                    <a:pt x="125" y="1"/>
                    <a:pt x="0" y="151"/>
                    <a:pt x="0" y="301"/>
                  </a:cubicBezTo>
                  <a:cubicBezTo>
                    <a:pt x="0" y="477"/>
                    <a:pt x="125" y="602"/>
                    <a:pt x="301" y="602"/>
                  </a:cubicBezTo>
                  <a:cubicBezTo>
                    <a:pt x="451" y="602"/>
                    <a:pt x="602" y="477"/>
                    <a:pt x="602" y="301"/>
                  </a:cubicBezTo>
                  <a:cubicBezTo>
                    <a:pt x="602" y="151"/>
                    <a:pt x="451" y="1"/>
                    <a:pt x="30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9" name="Google Shape;6559;p57"/>
            <p:cNvSpPr/>
            <p:nvPr/>
          </p:nvSpPr>
          <p:spPr>
            <a:xfrm>
              <a:off x="4191250" y="1670450"/>
              <a:ext cx="23850" cy="23825"/>
            </a:xfrm>
            <a:custGeom>
              <a:rect b="b" l="l" r="r" t="t"/>
              <a:pathLst>
                <a:path extrusionOk="0" h="953" w="954">
                  <a:moveTo>
                    <a:pt x="477" y="1"/>
                  </a:moveTo>
                  <a:cubicBezTo>
                    <a:pt x="201" y="1"/>
                    <a:pt x="1" y="201"/>
                    <a:pt x="1" y="477"/>
                  </a:cubicBezTo>
                  <a:cubicBezTo>
                    <a:pt x="1" y="727"/>
                    <a:pt x="201" y="953"/>
                    <a:pt x="477" y="953"/>
                  </a:cubicBezTo>
                  <a:cubicBezTo>
                    <a:pt x="728" y="953"/>
                    <a:pt x="953" y="727"/>
                    <a:pt x="953" y="477"/>
                  </a:cubicBezTo>
                  <a:cubicBezTo>
                    <a:pt x="953" y="201"/>
                    <a:pt x="728" y="1"/>
                    <a:pt x="477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0" name="Google Shape;6560;p57"/>
            <p:cNvSpPr/>
            <p:nvPr/>
          </p:nvSpPr>
          <p:spPr>
            <a:xfrm>
              <a:off x="4183725" y="1702400"/>
              <a:ext cx="23225" cy="23225"/>
            </a:xfrm>
            <a:custGeom>
              <a:rect b="b" l="l" r="r" t="t"/>
              <a:pathLst>
                <a:path extrusionOk="0" h="929" w="929">
                  <a:moveTo>
                    <a:pt x="452" y="1"/>
                  </a:moveTo>
                  <a:cubicBezTo>
                    <a:pt x="201" y="1"/>
                    <a:pt x="1" y="201"/>
                    <a:pt x="1" y="452"/>
                  </a:cubicBezTo>
                  <a:cubicBezTo>
                    <a:pt x="1" y="703"/>
                    <a:pt x="201" y="928"/>
                    <a:pt x="452" y="928"/>
                  </a:cubicBezTo>
                  <a:cubicBezTo>
                    <a:pt x="703" y="928"/>
                    <a:pt x="928" y="703"/>
                    <a:pt x="928" y="452"/>
                  </a:cubicBezTo>
                  <a:cubicBezTo>
                    <a:pt x="928" y="201"/>
                    <a:pt x="703" y="1"/>
                    <a:pt x="452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1" name="Google Shape;6561;p57"/>
            <p:cNvSpPr/>
            <p:nvPr/>
          </p:nvSpPr>
          <p:spPr>
            <a:xfrm>
              <a:off x="4214450" y="1695525"/>
              <a:ext cx="15050" cy="15050"/>
            </a:xfrm>
            <a:custGeom>
              <a:rect b="b" l="l" r="r" t="t"/>
              <a:pathLst>
                <a:path extrusionOk="0" h="602" w="602">
                  <a:moveTo>
                    <a:pt x="301" y="0"/>
                  </a:moveTo>
                  <a:cubicBezTo>
                    <a:pt x="125" y="0"/>
                    <a:pt x="0" y="125"/>
                    <a:pt x="0" y="301"/>
                  </a:cubicBezTo>
                  <a:cubicBezTo>
                    <a:pt x="0" y="451"/>
                    <a:pt x="125" y="602"/>
                    <a:pt x="301" y="602"/>
                  </a:cubicBezTo>
                  <a:cubicBezTo>
                    <a:pt x="476" y="602"/>
                    <a:pt x="602" y="451"/>
                    <a:pt x="602" y="301"/>
                  </a:cubicBezTo>
                  <a:cubicBezTo>
                    <a:pt x="602" y="125"/>
                    <a:pt x="476" y="0"/>
                    <a:pt x="301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2" name="Google Shape;6562;p57"/>
            <p:cNvSpPr/>
            <p:nvPr/>
          </p:nvSpPr>
          <p:spPr>
            <a:xfrm>
              <a:off x="3479475" y="2233100"/>
              <a:ext cx="23825" cy="23850"/>
            </a:xfrm>
            <a:custGeom>
              <a:rect b="b" l="l" r="r" t="t"/>
              <a:pathLst>
                <a:path extrusionOk="0" h="954" w="953">
                  <a:moveTo>
                    <a:pt x="477" y="1"/>
                  </a:moveTo>
                  <a:cubicBezTo>
                    <a:pt x="226" y="1"/>
                    <a:pt x="0" y="201"/>
                    <a:pt x="0" y="477"/>
                  </a:cubicBezTo>
                  <a:cubicBezTo>
                    <a:pt x="0" y="728"/>
                    <a:pt x="226" y="953"/>
                    <a:pt x="477" y="953"/>
                  </a:cubicBezTo>
                  <a:cubicBezTo>
                    <a:pt x="727" y="953"/>
                    <a:pt x="953" y="728"/>
                    <a:pt x="953" y="477"/>
                  </a:cubicBezTo>
                  <a:cubicBezTo>
                    <a:pt x="953" y="201"/>
                    <a:pt x="727" y="1"/>
                    <a:pt x="477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3" name="Google Shape;6563;p57"/>
            <p:cNvSpPr/>
            <p:nvPr/>
          </p:nvSpPr>
          <p:spPr>
            <a:xfrm>
              <a:off x="3471950" y="2265075"/>
              <a:ext cx="23200" cy="22575"/>
            </a:xfrm>
            <a:custGeom>
              <a:rect b="b" l="l" r="r" t="t"/>
              <a:pathLst>
                <a:path extrusionOk="0" h="903" w="928">
                  <a:moveTo>
                    <a:pt x="452" y="0"/>
                  </a:moveTo>
                  <a:cubicBezTo>
                    <a:pt x="201" y="0"/>
                    <a:pt x="1" y="201"/>
                    <a:pt x="1" y="451"/>
                  </a:cubicBezTo>
                  <a:cubicBezTo>
                    <a:pt x="1" y="702"/>
                    <a:pt x="201" y="902"/>
                    <a:pt x="452" y="902"/>
                  </a:cubicBezTo>
                  <a:cubicBezTo>
                    <a:pt x="727" y="902"/>
                    <a:pt x="928" y="702"/>
                    <a:pt x="928" y="451"/>
                  </a:cubicBezTo>
                  <a:cubicBezTo>
                    <a:pt x="928" y="201"/>
                    <a:pt x="727" y="0"/>
                    <a:pt x="452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4" name="Google Shape;6564;p57"/>
            <p:cNvSpPr/>
            <p:nvPr/>
          </p:nvSpPr>
          <p:spPr>
            <a:xfrm>
              <a:off x="3502650" y="2257550"/>
              <a:ext cx="15075" cy="15050"/>
            </a:xfrm>
            <a:custGeom>
              <a:rect b="b" l="l" r="r" t="t"/>
              <a:pathLst>
                <a:path extrusionOk="0" h="602" w="603">
                  <a:moveTo>
                    <a:pt x="301" y="0"/>
                  </a:moveTo>
                  <a:cubicBezTo>
                    <a:pt x="151" y="0"/>
                    <a:pt x="1" y="151"/>
                    <a:pt x="1" y="301"/>
                  </a:cubicBezTo>
                  <a:cubicBezTo>
                    <a:pt x="1" y="477"/>
                    <a:pt x="151" y="602"/>
                    <a:pt x="301" y="602"/>
                  </a:cubicBezTo>
                  <a:cubicBezTo>
                    <a:pt x="477" y="602"/>
                    <a:pt x="602" y="477"/>
                    <a:pt x="602" y="301"/>
                  </a:cubicBezTo>
                  <a:cubicBezTo>
                    <a:pt x="602" y="151"/>
                    <a:pt x="477" y="0"/>
                    <a:pt x="301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5" name="Google Shape;6565;p57"/>
            <p:cNvSpPr/>
            <p:nvPr/>
          </p:nvSpPr>
          <p:spPr>
            <a:xfrm>
              <a:off x="3961925" y="2233100"/>
              <a:ext cx="23225" cy="23850"/>
            </a:xfrm>
            <a:custGeom>
              <a:rect b="b" l="l" r="r" t="t"/>
              <a:pathLst>
                <a:path extrusionOk="0" h="954" w="929">
                  <a:moveTo>
                    <a:pt x="452" y="1"/>
                  </a:moveTo>
                  <a:cubicBezTo>
                    <a:pt x="201" y="1"/>
                    <a:pt x="1" y="201"/>
                    <a:pt x="1" y="477"/>
                  </a:cubicBezTo>
                  <a:cubicBezTo>
                    <a:pt x="1" y="728"/>
                    <a:pt x="201" y="953"/>
                    <a:pt x="452" y="953"/>
                  </a:cubicBezTo>
                  <a:cubicBezTo>
                    <a:pt x="728" y="953"/>
                    <a:pt x="928" y="728"/>
                    <a:pt x="928" y="477"/>
                  </a:cubicBezTo>
                  <a:cubicBezTo>
                    <a:pt x="928" y="201"/>
                    <a:pt x="728" y="1"/>
                    <a:pt x="452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6" name="Google Shape;6566;p57"/>
            <p:cNvSpPr/>
            <p:nvPr/>
          </p:nvSpPr>
          <p:spPr>
            <a:xfrm>
              <a:off x="3954400" y="2265075"/>
              <a:ext cx="22600" cy="22575"/>
            </a:xfrm>
            <a:custGeom>
              <a:rect b="b" l="l" r="r" t="t"/>
              <a:pathLst>
                <a:path extrusionOk="0" h="903" w="904">
                  <a:moveTo>
                    <a:pt x="452" y="0"/>
                  </a:moveTo>
                  <a:cubicBezTo>
                    <a:pt x="201" y="0"/>
                    <a:pt x="1" y="201"/>
                    <a:pt x="1" y="451"/>
                  </a:cubicBezTo>
                  <a:cubicBezTo>
                    <a:pt x="1" y="702"/>
                    <a:pt x="201" y="902"/>
                    <a:pt x="452" y="902"/>
                  </a:cubicBezTo>
                  <a:cubicBezTo>
                    <a:pt x="703" y="902"/>
                    <a:pt x="903" y="702"/>
                    <a:pt x="903" y="451"/>
                  </a:cubicBezTo>
                  <a:cubicBezTo>
                    <a:pt x="903" y="201"/>
                    <a:pt x="703" y="0"/>
                    <a:pt x="452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7" name="Google Shape;6567;p57"/>
            <p:cNvSpPr/>
            <p:nvPr/>
          </p:nvSpPr>
          <p:spPr>
            <a:xfrm>
              <a:off x="3985125" y="2257550"/>
              <a:ext cx="15050" cy="15050"/>
            </a:xfrm>
            <a:custGeom>
              <a:rect b="b" l="l" r="r" t="t"/>
              <a:pathLst>
                <a:path extrusionOk="0" h="602" w="602">
                  <a:moveTo>
                    <a:pt x="301" y="0"/>
                  </a:moveTo>
                  <a:cubicBezTo>
                    <a:pt x="125" y="0"/>
                    <a:pt x="0" y="151"/>
                    <a:pt x="0" y="301"/>
                  </a:cubicBezTo>
                  <a:cubicBezTo>
                    <a:pt x="0" y="477"/>
                    <a:pt x="125" y="602"/>
                    <a:pt x="301" y="602"/>
                  </a:cubicBezTo>
                  <a:cubicBezTo>
                    <a:pt x="451" y="602"/>
                    <a:pt x="602" y="477"/>
                    <a:pt x="602" y="301"/>
                  </a:cubicBezTo>
                  <a:cubicBezTo>
                    <a:pt x="602" y="151"/>
                    <a:pt x="451" y="0"/>
                    <a:pt x="301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8" name="Google Shape;6568;p57"/>
            <p:cNvSpPr/>
            <p:nvPr/>
          </p:nvSpPr>
          <p:spPr>
            <a:xfrm>
              <a:off x="3766450" y="958675"/>
              <a:ext cx="23825" cy="23825"/>
            </a:xfrm>
            <a:custGeom>
              <a:rect b="b" l="l" r="r" t="t"/>
              <a:pathLst>
                <a:path extrusionOk="0" h="953" w="953">
                  <a:moveTo>
                    <a:pt x="476" y="0"/>
                  </a:moveTo>
                  <a:cubicBezTo>
                    <a:pt x="226" y="0"/>
                    <a:pt x="0" y="226"/>
                    <a:pt x="0" y="476"/>
                  </a:cubicBezTo>
                  <a:cubicBezTo>
                    <a:pt x="0" y="727"/>
                    <a:pt x="226" y="953"/>
                    <a:pt x="476" y="953"/>
                  </a:cubicBezTo>
                  <a:cubicBezTo>
                    <a:pt x="752" y="953"/>
                    <a:pt x="953" y="727"/>
                    <a:pt x="953" y="476"/>
                  </a:cubicBezTo>
                  <a:cubicBezTo>
                    <a:pt x="953" y="226"/>
                    <a:pt x="752" y="0"/>
                    <a:pt x="476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9" name="Google Shape;6569;p57"/>
            <p:cNvSpPr/>
            <p:nvPr/>
          </p:nvSpPr>
          <p:spPr>
            <a:xfrm>
              <a:off x="3758925" y="990625"/>
              <a:ext cx="23200" cy="23200"/>
            </a:xfrm>
            <a:custGeom>
              <a:rect b="b" l="l" r="r" t="t"/>
              <a:pathLst>
                <a:path extrusionOk="0" h="928" w="928">
                  <a:moveTo>
                    <a:pt x="452" y="0"/>
                  </a:moveTo>
                  <a:cubicBezTo>
                    <a:pt x="201" y="0"/>
                    <a:pt x="0" y="201"/>
                    <a:pt x="0" y="452"/>
                  </a:cubicBezTo>
                  <a:cubicBezTo>
                    <a:pt x="0" y="702"/>
                    <a:pt x="201" y="928"/>
                    <a:pt x="452" y="928"/>
                  </a:cubicBezTo>
                  <a:cubicBezTo>
                    <a:pt x="727" y="928"/>
                    <a:pt x="928" y="702"/>
                    <a:pt x="928" y="452"/>
                  </a:cubicBezTo>
                  <a:cubicBezTo>
                    <a:pt x="928" y="201"/>
                    <a:pt x="727" y="0"/>
                    <a:pt x="452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0" name="Google Shape;6570;p57"/>
            <p:cNvSpPr/>
            <p:nvPr/>
          </p:nvSpPr>
          <p:spPr>
            <a:xfrm>
              <a:off x="3789625" y="983725"/>
              <a:ext cx="15050" cy="15075"/>
            </a:xfrm>
            <a:custGeom>
              <a:rect b="b" l="l" r="r" t="t"/>
              <a:pathLst>
                <a:path extrusionOk="0" h="603" w="602">
                  <a:moveTo>
                    <a:pt x="301" y="1"/>
                  </a:moveTo>
                  <a:cubicBezTo>
                    <a:pt x="151" y="1"/>
                    <a:pt x="0" y="126"/>
                    <a:pt x="0" y="301"/>
                  </a:cubicBezTo>
                  <a:cubicBezTo>
                    <a:pt x="0" y="452"/>
                    <a:pt x="151" y="602"/>
                    <a:pt x="301" y="602"/>
                  </a:cubicBezTo>
                  <a:cubicBezTo>
                    <a:pt x="477" y="602"/>
                    <a:pt x="602" y="452"/>
                    <a:pt x="602" y="301"/>
                  </a:cubicBezTo>
                  <a:cubicBezTo>
                    <a:pt x="602" y="126"/>
                    <a:pt x="477" y="1"/>
                    <a:pt x="30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1" name="Google Shape;6571;p57"/>
            <p:cNvSpPr/>
            <p:nvPr/>
          </p:nvSpPr>
          <p:spPr>
            <a:xfrm>
              <a:off x="3751400" y="1691125"/>
              <a:ext cx="32600" cy="32600"/>
            </a:xfrm>
            <a:custGeom>
              <a:rect b="b" l="l" r="r" t="t"/>
              <a:pathLst>
                <a:path extrusionOk="0" h="1304" w="1304">
                  <a:moveTo>
                    <a:pt x="652" y="1"/>
                  </a:moveTo>
                  <a:cubicBezTo>
                    <a:pt x="276" y="1"/>
                    <a:pt x="1" y="301"/>
                    <a:pt x="1" y="652"/>
                  </a:cubicBezTo>
                  <a:cubicBezTo>
                    <a:pt x="1" y="1028"/>
                    <a:pt x="276" y="1304"/>
                    <a:pt x="652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1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2" name="Google Shape;6572;p57"/>
            <p:cNvSpPr/>
            <p:nvPr/>
          </p:nvSpPr>
          <p:spPr>
            <a:xfrm>
              <a:off x="3757050" y="1704275"/>
              <a:ext cx="6900" cy="6925"/>
            </a:xfrm>
            <a:custGeom>
              <a:rect b="b" l="l" r="r" t="t"/>
              <a:pathLst>
                <a:path extrusionOk="0" h="277" w="276">
                  <a:moveTo>
                    <a:pt x="151" y="1"/>
                  </a:moveTo>
                  <a:cubicBezTo>
                    <a:pt x="50" y="1"/>
                    <a:pt x="0" y="51"/>
                    <a:pt x="0" y="126"/>
                  </a:cubicBezTo>
                  <a:cubicBezTo>
                    <a:pt x="0" y="201"/>
                    <a:pt x="50" y="277"/>
                    <a:pt x="151" y="277"/>
                  </a:cubicBezTo>
                  <a:cubicBezTo>
                    <a:pt x="226" y="277"/>
                    <a:pt x="276" y="201"/>
                    <a:pt x="276" y="126"/>
                  </a:cubicBezTo>
                  <a:cubicBezTo>
                    <a:pt x="276" y="51"/>
                    <a:pt x="226" y="1"/>
                    <a:pt x="1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3" name="Google Shape;6573;p57"/>
            <p:cNvSpPr/>
            <p:nvPr/>
          </p:nvSpPr>
          <p:spPr>
            <a:xfrm>
              <a:off x="3773325" y="1704275"/>
              <a:ext cx="6925" cy="6925"/>
            </a:xfrm>
            <a:custGeom>
              <a:rect b="b" l="l" r="r" t="t"/>
              <a:pathLst>
                <a:path extrusionOk="0" h="277" w="277">
                  <a:moveTo>
                    <a:pt x="151" y="1"/>
                  </a:moveTo>
                  <a:cubicBezTo>
                    <a:pt x="51" y="1"/>
                    <a:pt x="1" y="51"/>
                    <a:pt x="1" y="126"/>
                  </a:cubicBezTo>
                  <a:cubicBezTo>
                    <a:pt x="1" y="201"/>
                    <a:pt x="51" y="277"/>
                    <a:pt x="151" y="277"/>
                  </a:cubicBezTo>
                  <a:cubicBezTo>
                    <a:pt x="226" y="277"/>
                    <a:pt x="277" y="201"/>
                    <a:pt x="277" y="126"/>
                  </a:cubicBezTo>
                  <a:cubicBezTo>
                    <a:pt x="277" y="51"/>
                    <a:pt x="226" y="1"/>
                    <a:pt x="1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4" name="Google Shape;6574;p57"/>
            <p:cNvSpPr/>
            <p:nvPr/>
          </p:nvSpPr>
          <p:spPr>
            <a:xfrm>
              <a:off x="3751400" y="1794500"/>
              <a:ext cx="32600" cy="32625"/>
            </a:xfrm>
            <a:custGeom>
              <a:rect b="b" l="l" r="r" t="t"/>
              <a:pathLst>
                <a:path extrusionOk="0" h="1305" w="1304">
                  <a:moveTo>
                    <a:pt x="652" y="1"/>
                  </a:moveTo>
                  <a:cubicBezTo>
                    <a:pt x="276" y="1"/>
                    <a:pt x="1" y="302"/>
                    <a:pt x="1" y="653"/>
                  </a:cubicBezTo>
                  <a:cubicBezTo>
                    <a:pt x="1" y="1029"/>
                    <a:pt x="276" y="1304"/>
                    <a:pt x="652" y="1304"/>
                  </a:cubicBezTo>
                  <a:cubicBezTo>
                    <a:pt x="1003" y="1304"/>
                    <a:pt x="1304" y="1029"/>
                    <a:pt x="1304" y="653"/>
                  </a:cubicBezTo>
                  <a:cubicBezTo>
                    <a:pt x="1304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5" name="Google Shape;6575;p57"/>
            <p:cNvSpPr/>
            <p:nvPr/>
          </p:nvSpPr>
          <p:spPr>
            <a:xfrm>
              <a:off x="3757050" y="1807050"/>
              <a:ext cx="6900" cy="7525"/>
            </a:xfrm>
            <a:custGeom>
              <a:rect b="b" l="l" r="r" t="t"/>
              <a:pathLst>
                <a:path extrusionOk="0" h="301" w="276">
                  <a:moveTo>
                    <a:pt x="151" y="0"/>
                  </a:moveTo>
                  <a:cubicBezTo>
                    <a:pt x="50" y="0"/>
                    <a:pt x="0" y="75"/>
                    <a:pt x="0" y="151"/>
                  </a:cubicBezTo>
                  <a:cubicBezTo>
                    <a:pt x="0" y="226"/>
                    <a:pt x="50" y="301"/>
                    <a:pt x="151" y="301"/>
                  </a:cubicBezTo>
                  <a:cubicBezTo>
                    <a:pt x="226" y="301"/>
                    <a:pt x="276" y="226"/>
                    <a:pt x="276" y="151"/>
                  </a:cubicBezTo>
                  <a:cubicBezTo>
                    <a:pt x="276" y="75"/>
                    <a:pt x="226" y="0"/>
                    <a:pt x="151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6" name="Google Shape;6576;p57"/>
            <p:cNvSpPr/>
            <p:nvPr/>
          </p:nvSpPr>
          <p:spPr>
            <a:xfrm>
              <a:off x="3773325" y="1807050"/>
              <a:ext cx="6925" cy="7525"/>
            </a:xfrm>
            <a:custGeom>
              <a:rect b="b" l="l" r="r" t="t"/>
              <a:pathLst>
                <a:path extrusionOk="0" h="301" w="277">
                  <a:moveTo>
                    <a:pt x="151" y="0"/>
                  </a:moveTo>
                  <a:cubicBezTo>
                    <a:pt x="51" y="0"/>
                    <a:pt x="1" y="75"/>
                    <a:pt x="1" y="151"/>
                  </a:cubicBezTo>
                  <a:cubicBezTo>
                    <a:pt x="1" y="226"/>
                    <a:pt x="51" y="301"/>
                    <a:pt x="151" y="301"/>
                  </a:cubicBezTo>
                  <a:cubicBezTo>
                    <a:pt x="226" y="301"/>
                    <a:pt x="277" y="226"/>
                    <a:pt x="277" y="151"/>
                  </a:cubicBezTo>
                  <a:cubicBezTo>
                    <a:pt x="277" y="75"/>
                    <a:pt x="226" y="0"/>
                    <a:pt x="151" y="0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7" name="Google Shape;6577;p57"/>
            <p:cNvSpPr/>
            <p:nvPr/>
          </p:nvSpPr>
          <p:spPr>
            <a:xfrm>
              <a:off x="3754525" y="1897900"/>
              <a:ext cx="32625" cy="32600"/>
            </a:xfrm>
            <a:custGeom>
              <a:rect b="b" l="l" r="r" t="t"/>
              <a:pathLst>
                <a:path extrusionOk="0" h="1304" w="1305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4"/>
                    <a:pt x="653" y="1304"/>
                  </a:cubicBezTo>
                  <a:cubicBezTo>
                    <a:pt x="1029" y="1304"/>
                    <a:pt x="1304" y="1028"/>
                    <a:pt x="1304" y="652"/>
                  </a:cubicBezTo>
                  <a:cubicBezTo>
                    <a:pt x="1304" y="301"/>
                    <a:pt x="1029" y="0"/>
                    <a:pt x="6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8" name="Google Shape;6578;p57"/>
            <p:cNvSpPr/>
            <p:nvPr/>
          </p:nvSpPr>
          <p:spPr>
            <a:xfrm>
              <a:off x="3760175" y="1910425"/>
              <a:ext cx="7550" cy="7550"/>
            </a:xfrm>
            <a:custGeom>
              <a:rect b="b" l="l" r="r" t="t"/>
              <a:pathLst>
                <a:path extrusionOk="0" h="302" w="302">
                  <a:moveTo>
                    <a:pt x="151" y="1"/>
                  </a:moveTo>
                  <a:cubicBezTo>
                    <a:pt x="76" y="1"/>
                    <a:pt x="1" y="76"/>
                    <a:pt x="1" y="151"/>
                  </a:cubicBezTo>
                  <a:cubicBezTo>
                    <a:pt x="1" y="226"/>
                    <a:pt x="76" y="301"/>
                    <a:pt x="151" y="301"/>
                  </a:cubicBezTo>
                  <a:cubicBezTo>
                    <a:pt x="226" y="301"/>
                    <a:pt x="301" y="226"/>
                    <a:pt x="301" y="151"/>
                  </a:cubicBezTo>
                  <a:cubicBezTo>
                    <a:pt x="301" y="76"/>
                    <a:pt x="226" y="1"/>
                    <a:pt x="1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9" name="Google Shape;6579;p57"/>
            <p:cNvSpPr/>
            <p:nvPr/>
          </p:nvSpPr>
          <p:spPr>
            <a:xfrm>
              <a:off x="3776475" y="1910425"/>
              <a:ext cx="7525" cy="7550"/>
            </a:xfrm>
            <a:custGeom>
              <a:rect b="b" l="l" r="r" t="t"/>
              <a:pathLst>
                <a:path extrusionOk="0" h="302" w="301">
                  <a:moveTo>
                    <a:pt x="151" y="1"/>
                  </a:moveTo>
                  <a:cubicBezTo>
                    <a:pt x="75" y="1"/>
                    <a:pt x="0" y="76"/>
                    <a:pt x="0" y="151"/>
                  </a:cubicBezTo>
                  <a:cubicBezTo>
                    <a:pt x="0" y="226"/>
                    <a:pt x="75" y="301"/>
                    <a:pt x="151" y="301"/>
                  </a:cubicBezTo>
                  <a:cubicBezTo>
                    <a:pt x="226" y="301"/>
                    <a:pt x="301" y="226"/>
                    <a:pt x="301" y="151"/>
                  </a:cubicBezTo>
                  <a:cubicBezTo>
                    <a:pt x="301" y="76"/>
                    <a:pt x="226" y="1"/>
                    <a:pt x="151" y="1"/>
                  </a:cubicBezTo>
                  <a:close/>
                </a:path>
              </a:pathLst>
            </a:custGeom>
            <a:solidFill>
              <a:srgbClr val="443B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0" name="Google Shape;6580;p57"/>
            <p:cNvSpPr/>
            <p:nvPr/>
          </p:nvSpPr>
          <p:spPr>
            <a:xfrm>
              <a:off x="3119600" y="1164975"/>
              <a:ext cx="227850" cy="126050"/>
            </a:xfrm>
            <a:custGeom>
              <a:rect b="b" l="l" r="r" t="t"/>
              <a:pathLst>
                <a:path extrusionOk="0" h="5042" w="9114">
                  <a:moveTo>
                    <a:pt x="8822" y="1"/>
                  </a:moveTo>
                  <a:cubicBezTo>
                    <a:pt x="8761" y="1"/>
                    <a:pt x="8700" y="28"/>
                    <a:pt x="8656" y="94"/>
                  </a:cubicBezTo>
                  <a:cubicBezTo>
                    <a:pt x="7704" y="1473"/>
                    <a:pt x="6526" y="2625"/>
                    <a:pt x="4997" y="3327"/>
                  </a:cubicBezTo>
                  <a:cubicBezTo>
                    <a:pt x="3767" y="3878"/>
                    <a:pt x="2484" y="4609"/>
                    <a:pt x="1117" y="4609"/>
                  </a:cubicBezTo>
                  <a:cubicBezTo>
                    <a:pt x="868" y="4609"/>
                    <a:pt x="615" y="4584"/>
                    <a:pt x="360" y="4530"/>
                  </a:cubicBezTo>
                  <a:cubicBezTo>
                    <a:pt x="346" y="4527"/>
                    <a:pt x="331" y="4526"/>
                    <a:pt x="318" y="4526"/>
                  </a:cubicBezTo>
                  <a:cubicBezTo>
                    <a:pt x="96" y="4526"/>
                    <a:pt x="0" y="4886"/>
                    <a:pt x="260" y="4956"/>
                  </a:cubicBezTo>
                  <a:cubicBezTo>
                    <a:pt x="537" y="5015"/>
                    <a:pt x="811" y="5041"/>
                    <a:pt x="1082" y="5041"/>
                  </a:cubicBezTo>
                  <a:cubicBezTo>
                    <a:pt x="2432" y="5041"/>
                    <a:pt x="3711" y="4388"/>
                    <a:pt x="4922" y="3803"/>
                  </a:cubicBezTo>
                  <a:cubicBezTo>
                    <a:pt x="6651" y="3001"/>
                    <a:pt x="7929" y="1874"/>
                    <a:pt x="9007" y="320"/>
                  </a:cubicBezTo>
                  <a:cubicBezTo>
                    <a:pt x="9113" y="160"/>
                    <a:pt x="8969" y="1"/>
                    <a:pt x="88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1" name="Google Shape;6581;p57"/>
            <p:cNvSpPr/>
            <p:nvPr/>
          </p:nvSpPr>
          <p:spPr>
            <a:xfrm>
              <a:off x="3141025" y="1236475"/>
              <a:ext cx="237825" cy="93475"/>
            </a:xfrm>
            <a:custGeom>
              <a:rect b="b" l="l" r="r" t="t"/>
              <a:pathLst>
                <a:path extrusionOk="0" h="3739" w="9513">
                  <a:moveTo>
                    <a:pt x="9212" y="0"/>
                  </a:moveTo>
                  <a:cubicBezTo>
                    <a:pt x="9166" y="0"/>
                    <a:pt x="9118" y="20"/>
                    <a:pt x="9077" y="66"/>
                  </a:cubicBezTo>
                  <a:cubicBezTo>
                    <a:pt x="8000" y="1395"/>
                    <a:pt x="6446" y="1996"/>
                    <a:pt x="4892" y="2547"/>
                  </a:cubicBezTo>
                  <a:cubicBezTo>
                    <a:pt x="3802" y="2930"/>
                    <a:pt x="2596" y="3327"/>
                    <a:pt x="1429" y="3327"/>
                  </a:cubicBezTo>
                  <a:cubicBezTo>
                    <a:pt x="1065" y="3327"/>
                    <a:pt x="706" y="3288"/>
                    <a:pt x="355" y="3199"/>
                  </a:cubicBezTo>
                  <a:cubicBezTo>
                    <a:pt x="332" y="3193"/>
                    <a:pt x="310" y="3190"/>
                    <a:pt x="289" y="3190"/>
                  </a:cubicBezTo>
                  <a:cubicBezTo>
                    <a:pt x="65" y="3190"/>
                    <a:pt x="1" y="3531"/>
                    <a:pt x="230" y="3600"/>
                  </a:cubicBezTo>
                  <a:cubicBezTo>
                    <a:pt x="611" y="3697"/>
                    <a:pt x="997" y="3738"/>
                    <a:pt x="1386" y="3738"/>
                  </a:cubicBezTo>
                  <a:cubicBezTo>
                    <a:pt x="2609" y="3738"/>
                    <a:pt x="3851" y="3329"/>
                    <a:pt x="4992" y="2948"/>
                  </a:cubicBezTo>
                  <a:cubicBezTo>
                    <a:pt x="6621" y="2397"/>
                    <a:pt x="8250" y="1720"/>
                    <a:pt x="9378" y="367"/>
                  </a:cubicBezTo>
                  <a:cubicBezTo>
                    <a:pt x="9513" y="213"/>
                    <a:pt x="9367" y="0"/>
                    <a:pt x="92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2" name="Google Shape;6582;p57"/>
            <p:cNvSpPr/>
            <p:nvPr/>
          </p:nvSpPr>
          <p:spPr>
            <a:xfrm>
              <a:off x="4174250" y="1853550"/>
              <a:ext cx="250975" cy="87575"/>
            </a:xfrm>
            <a:custGeom>
              <a:rect b="b" l="l" r="r" t="t"/>
              <a:pathLst>
                <a:path extrusionOk="0" h="3503" w="10039">
                  <a:moveTo>
                    <a:pt x="7928" y="0"/>
                  </a:moveTo>
                  <a:cubicBezTo>
                    <a:pt x="6656" y="0"/>
                    <a:pt x="5399" y="240"/>
                    <a:pt x="4164" y="697"/>
                  </a:cubicBezTo>
                  <a:cubicBezTo>
                    <a:pt x="2661" y="1223"/>
                    <a:pt x="1007" y="1774"/>
                    <a:pt x="104" y="3203"/>
                  </a:cubicBezTo>
                  <a:cubicBezTo>
                    <a:pt x="0" y="3359"/>
                    <a:pt x="135" y="3502"/>
                    <a:pt x="278" y="3502"/>
                  </a:cubicBezTo>
                  <a:cubicBezTo>
                    <a:pt x="343" y="3502"/>
                    <a:pt x="409" y="3473"/>
                    <a:pt x="455" y="3403"/>
                  </a:cubicBezTo>
                  <a:cubicBezTo>
                    <a:pt x="1307" y="2100"/>
                    <a:pt x="2886" y="1599"/>
                    <a:pt x="4290" y="1098"/>
                  </a:cubicBezTo>
                  <a:cubicBezTo>
                    <a:pt x="5484" y="665"/>
                    <a:pt x="6713" y="412"/>
                    <a:pt x="7971" y="412"/>
                  </a:cubicBezTo>
                  <a:cubicBezTo>
                    <a:pt x="8535" y="412"/>
                    <a:pt x="9104" y="463"/>
                    <a:pt x="9678" y="571"/>
                  </a:cubicBezTo>
                  <a:cubicBezTo>
                    <a:pt x="9692" y="574"/>
                    <a:pt x="9706" y="575"/>
                    <a:pt x="9719" y="575"/>
                  </a:cubicBezTo>
                  <a:cubicBezTo>
                    <a:pt x="9942" y="575"/>
                    <a:pt x="10039" y="194"/>
                    <a:pt x="9779" y="170"/>
                  </a:cubicBezTo>
                  <a:cubicBezTo>
                    <a:pt x="9159" y="56"/>
                    <a:pt x="8542" y="0"/>
                    <a:pt x="79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3" name="Google Shape;6583;p57"/>
            <p:cNvSpPr/>
            <p:nvPr/>
          </p:nvSpPr>
          <p:spPr>
            <a:xfrm>
              <a:off x="4159775" y="1790950"/>
              <a:ext cx="223850" cy="108675"/>
            </a:xfrm>
            <a:custGeom>
              <a:rect b="b" l="l" r="r" t="t"/>
              <a:pathLst>
                <a:path extrusionOk="0" h="4347" w="8954">
                  <a:moveTo>
                    <a:pt x="7896" y="0"/>
                  </a:moveTo>
                  <a:cubicBezTo>
                    <a:pt x="6360" y="0"/>
                    <a:pt x="4913" y="488"/>
                    <a:pt x="3540" y="1196"/>
                  </a:cubicBezTo>
                  <a:cubicBezTo>
                    <a:pt x="2212" y="1847"/>
                    <a:pt x="859" y="2750"/>
                    <a:pt x="107" y="4028"/>
                  </a:cubicBezTo>
                  <a:cubicBezTo>
                    <a:pt x="0" y="4187"/>
                    <a:pt x="157" y="4347"/>
                    <a:pt x="303" y="4347"/>
                  </a:cubicBezTo>
                  <a:cubicBezTo>
                    <a:pt x="363" y="4347"/>
                    <a:pt x="421" y="4319"/>
                    <a:pt x="458" y="4253"/>
                  </a:cubicBezTo>
                  <a:cubicBezTo>
                    <a:pt x="1814" y="1931"/>
                    <a:pt x="5258" y="432"/>
                    <a:pt x="7966" y="432"/>
                  </a:cubicBezTo>
                  <a:cubicBezTo>
                    <a:pt x="8210" y="432"/>
                    <a:pt x="8448" y="444"/>
                    <a:pt x="8678" y="469"/>
                  </a:cubicBezTo>
                  <a:cubicBezTo>
                    <a:pt x="8686" y="470"/>
                    <a:pt x="8694" y="470"/>
                    <a:pt x="8701" y="470"/>
                  </a:cubicBezTo>
                  <a:cubicBezTo>
                    <a:pt x="8954" y="470"/>
                    <a:pt x="8946" y="67"/>
                    <a:pt x="8678" y="43"/>
                  </a:cubicBezTo>
                  <a:cubicBezTo>
                    <a:pt x="8415" y="14"/>
                    <a:pt x="8154" y="0"/>
                    <a:pt x="78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4" name="Google Shape;6584;p57"/>
            <p:cNvSpPr/>
            <p:nvPr/>
          </p:nvSpPr>
          <p:spPr>
            <a:xfrm>
              <a:off x="3624825" y="1524725"/>
              <a:ext cx="128475" cy="114475"/>
            </a:xfrm>
            <a:custGeom>
              <a:rect b="b" l="l" r="r" t="t"/>
              <a:pathLst>
                <a:path extrusionOk="0" h="4579" w="5139">
                  <a:moveTo>
                    <a:pt x="1188" y="1"/>
                  </a:moveTo>
                  <a:cubicBezTo>
                    <a:pt x="1124" y="1"/>
                    <a:pt x="1062" y="5"/>
                    <a:pt x="1003" y="15"/>
                  </a:cubicBezTo>
                  <a:cubicBezTo>
                    <a:pt x="1" y="215"/>
                    <a:pt x="126" y="2246"/>
                    <a:pt x="402" y="3073"/>
                  </a:cubicBezTo>
                  <a:cubicBezTo>
                    <a:pt x="602" y="3599"/>
                    <a:pt x="878" y="4501"/>
                    <a:pt x="1630" y="4551"/>
                  </a:cubicBezTo>
                  <a:cubicBezTo>
                    <a:pt x="1720" y="4570"/>
                    <a:pt x="1820" y="4579"/>
                    <a:pt x="1927" y="4579"/>
                  </a:cubicBezTo>
                  <a:cubicBezTo>
                    <a:pt x="2681" y="4579"/>
                    <a:pt x="3779" y="4151"/>
                    <a:pt x="4262" y="3799"/>
                  </a:cubicBezTo>
                  <a:cubicBezTo>
                    <a:pt x="4587" y="3599"/>
                    <a:pt x="4788" y="3449"/>
                    <a:pt x="5064" y="3198"/>
                  </a:cubicBezTo>
                  <a:lnTo>
                    <a:pt x="5139" y="1920"/>
                  </a:lnTo>
                  <a:cubicBezTo>
                    <a:pt x="4738" y="1444"/>
                    <a:pt x="4186" y="1243"/>
                    <a:pt x="3660" y="967"/>
                  </a:cubicBezTo>
                  <a:cubicBezTo>
                    <a:pt x="3082" y="644"/>
                    <a:pt x="1951" y="1"/>
                    <a:pt x="1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5" name="Google Shape;6585;p57"/>
            <p:cNvSpPr/>
            <p:nvPr/>
          </p:nvSpPr>
          <p:spPr>
            <a:xfrm>
              <a:off x="3781475" y="1524725"/>
              <a:ext cx="129100" cy="114475"/>
            </a:xfrm>
            <a:custGeom>
              <a:rect b="b" l="l" r="r" t="t"/>
              <a:pathLst>
                <a:path extrusionOk="0" h="4579" w="5164">
                  <a:moveTo>
                    <a:pt x="3956" y="1"/>
                  </a:moveTo>
                  <a:cubicBezTo>
                    <a:pt x="3210" y="1"/>
                    <a:pt x="2059" y="644"/>
                    <a:pt x="1504" y="967"/>
                  </a:cubicBezTo>
                  <a:cubicBezTo>
                    <a:pt x="953" y="1243"/>
                    <a:pt x="427" y="1444"/>
                    <a:pt x="1" y="1920"/>
                  </a:cubicBezTo>
                  <a:lnTo>
                    <a:pt x="101" y="3198"/>
                  </a:lnTo>
                  <a:cubicBezTo>
                    <a:pt x="377" y="3474"/>
                    <a:pt x="577" y="3599"/>
                    <a:pt x="903" y="3799"/>
                  </a:cubicBezTo>
                  <a:cubicBezTo>
                    <a:pt x="1386" y="4151"/>
                    <a:pt x="2464" y="4579"/>
                    <a:pt x="3230" y="4579"/>
                  </a:cubicBezTo>
                  <a:cubicBezTo>
                    <a:pt x="3339" y="4579"/>
                    <a:pt x="3441" y="4570"/>
                    <a:pt x="3535" y="4551"/>
                  </a:cubicBezTo>
                  <a:cubicBezTo>
                    <a:pt x="4286" y="4501"/>
                    <a:pt x="4537" y="3599"/>
                    <a:pt x="4763" y="3073"/>
                  </a:cubicBezTo>
                  <a:cubicBezTo>
                    <a:pt x="5013" y="2246"/>
                    <a:pt x="5164" y="215"/>
                    <a:pt x="4136" y="15"/>
                  </a:cubicBezTo>
                  <a:cubicBezTo>
                    <a:pt x="4079" y="5"/>
                    <a:pt x="4019" y="1"/>
                    <a:pt x="39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6" name="Google Shape;6586;p57"/>
            <p:cNvSpPr/>
            <p:nvPr/>
          </p:nvSpPr>
          <p:spPr>
            <a:xfrm>
              <a:off x="3735750" y="1562925"/>
              <a:ext cx="62050" cy="56700"/>
            </a:xfrm>
            <a:custGeom>
              <a:rect b="b" l="l" r="r" t="t"/>
              <a:pathLst>
                <a:path extrusionOk="0" h="2268" w="2482">
                  <a:moveTo>
                    <a:pt x="1290" y="1"/>
                  </a:moveTo>
                  <a:cubicBezTo>
                    <a:pt x="1128" y="1"/>
                    <a:pt x="968" y="31"/>
                    <a:pt x="827" y="91"/>
                  </a:cubicBezTo>
                  <a:cubicBezTo>
                    <a:pt x="150" y="342"/>
                    <a:pt x="0" y="1119"/>
                    <a:pt x="351" y="1695"/>
                  </a:cubicBezTo>
                  <a:cubicBezTo>
                    <a:pt x="545" y="2070"/>
                    <a:pt x="916" y="2268"/>
                    <a:pt x="1294" y="2268"/>
                  </a:cubicBezTo>
                  <a:cubicBezTo>
                    <a:pt x="1598" y="2268"/>
                    <a:pt x="1907" y="2139"/>
                    <a:pt x="2130" y="1870"/>
                  </a:cubicBezTo>
                  <a:cubicBezTo>
                    <a:pt x="2431" y="1444"/>
                    <a:pt x="2481" y="868"/>
                    <a:pt x="2256" y="442"/>
                  </a:cubicBezTo>
                  <a:lnTo>
                    <a:pt x="2256" y="442"/>
                  </a:lnTo>
                  <a:lnTo>
                    <a:pt x="2311" y="609"/>
                  </a:lnTo>
                  <a:lnTo>
                    <a:pt x="2311" y="609"/>
                  </a:lnTo>
                  <a:cubicBezTo>
                    <a:pt x="2160" y="206"/>
                    <a:pt x="1716" y="1"/>
                    <a:pt x="1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7" name="Google Shape;6587;p57"/>
            <p:cNvSpPr/>
            <p:nvPr/>
          </p:nvSpPr>
          <p:spPr>
            <a:xfrm>
              <a:off x="3466950" y="1986250"/>
              <a:ext cx="592750" cy="99025"/>
            </a:xfrm>
            <a:custGeom>
              <a:rect b="b" l="l" r="r" t="t"/>
              <a:pathLst>
                <a:path extrusionOk="0" fill="none" h="3961" w="23710">
                  <a:moveTo>
                    <a:pt x="0" y="0"/>
                  </a:moveTo>
                  <a:cubicBezTo>
                    <a:pt x="0" y="0"/>
                    <a:pt x="11905" y="3960"/>
                    <a:pt x="23710" y="0"/>
                  </a:cubicBezTo>
                </a:path>
              </a:pathLst>
            </a:custGeom>
            <a:solidFill>
              <a:schemeClr val="accent6"/>
            </a:solidFill>
            <a:ln cap="flat" cmpd="sng" w="10650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8" name="Google Shape;6588;p57"/>
            <p:cNvSpPr/>
            <p:nvPr/>
          </p:nvSpPr>
          <p:spPr>
            <a:xfrm>
              <a:off x="3398650" y="2484375"/>
              <a:ext cx="286350" cy="59550"/>
            </a:xfrm>
            <a:custGeom>
              <a:rect b="b" l="l" r="r" t="t"/>
              <a:pathLst>
                <a:path extrusionOk="0" fill="none" h="2382" w="11454">
                  <a:moveTo>
                    <a:pt x="0" y="0"/>
                  </a:moveTo>
                  <a:cubicBezTo>
                    <a:pt x="0" y="0"/>
                    <a:pt x="6792" y="2381"/>
                    <a:pt x="11454" y="2130"/>
                  </a:cubicBezTo>
                </a:path>
              </a:pathLst>
            </a:custGeom>
            <a:noFill/>
            <a:ln cap="flat" cmpd="sng" w="10650">
              <a:solidFill>
                <a:schemeClr val="accent6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9" name="Google Shape;6589;p57"/>
            <p:cNvSpPr/>
            <p:nvPr/>
          </p:nvSpPr>
          <p:spPr>
            <a:xfrm>
              <a:off x="3398650" y="2449900"/>
              <a:ext cx="286350" cy="59550"/>
            </a:xfrm>
            <a:custGeom>
              <a:rect b="b" l="l" r="r" t="t"/>
              <a:pathLst>
                <a:path extrusionOk="0" fill="none" h="2382" w="11454">
                  <a:moveTo>
                    <a:pt x="0" y="1"/>
                  </a:moveTo>
                  <a:cubicBezTo>
                    <a:pt x="0" y="1"/>
                    <a:pt x="6792" y="2382"/>
                    <a:pt x="11454" y="2131"/>
                  </a:cubicBezTo>
                </a:path>
              </a:pathLst>
            </a:custGeom>
            <a:solidFill>
              <a:schemeClr val="accent6"/>
            </a:solidFill>
            <a:ln cap="flat" cmpd="sng" w="10650">
              <a:solidFill>
                <a:schemeClr val="accent6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0" name="Google Shape;6590;p57"/>
            <p:cNvSpPr/>
            <p:nvPr/>
          </p:nvSpPr>
          <p:spPr>
            <a:xfrm>
              <a:off x="3841625" y="2484375"/>
              <a:ext cx="275100" cy="59550"/>
            </a:xfrm>
            <a:custGeom>
              <a:rect b="b" l="l" r="r" t="t"/>
              <a:pathLst>
                <a:path extrusionOk="0" fill="none" h="2382" w="11004">
                  <a:moveTo>
                    <a:pt x="11003" y="0"/>
                  </a:moveTo>
                  <a:cubicBezTo>
                    <a:pt x="11003" y="0"/>
                    <a:pt x="4487" y="2381"/>
                    <a:pt x="1" y="2130"/>
                  </a:cubicBezTo>
                </a:path>
              </a:pathLst>
            </a:custGeom>
            <a:noFill/>
            <a:ln cap="flat" cmpd="sng" w="10650">
              <a:solidFill>
                <a:schemeClr val="accent6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1" name="Google Shape;6591;p57"/>
            <p:cNvSpPr/>
            <p:nvPr/>
          </p:nvSpPr>
          <p:spPr>
            <a:xfrm>
              <a:off x="3841625" y="2449900"/>
              <a:ext cx="275100" cy="59550"/>
            </a:xfrm>
            <a:custGeom>
              <a:rect b="b" l="l" r="r" t="t"/>
              <a:pathLst>
                <a:path extrusionOk="0" fill="none" h="2382" w="11004">
                  <a:moveTo>
                    <a:pt x="11003" y="1"/>
                  </a:moveTo>
                  <a:cubicBezTo>
                    <a:pt x="11003" y="1"/>
                    <a:pt x="4487" y="2382"/>
                    <a:pt x="1" y="2131"/>
                  </a:cubicBezTo>
                </a:path>
              </a:pathLst>
            </a:custGeom>
            <a:noFill/>
            <a:ln cap="flat" cmpd="sng" w="10650">
              <a:solidFill>
                <a:schemeClr val="accent6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2" name="Google Shape;6592;p57"/>
            <p:cNvSpPr/>
            <p:nvPr/>
          </p:nvSpPr>
          <p:spPr>
            <a:xfrm>
              <a:off x="3327850" y="1219325"/>
              <a:ext cx="17550" cy="17575"/>
            </a:xfrm>
            <a:custGeom>
              <a:rect b="b" l="l" r="r" t="t"/>
              <a:pathLst>
                <a:path extrusionOk="0" h="703" w="702">
                  <a:moveTo>
                    <a:pt x="351" y="0"/>
                  </a:moveTo>
                  <a:cubicBezTo>
                    <a:pt x="176" y="0"/>
                    <a:pt x="0" y="151"/>
                    <a:pt x="0" y="351"/>
                  </a:cubicBezTo>
                  <a:cubicBezTo>
                    <a:pt x="0" y="552"/>
                    <a:pt x="176" y="702"/>
                    <a:pt x="351" y="702"/>
                  </a:cubicBezTo>
                  <a:cubicBezTo>
                    <a:pt x="552" y="702"/>
                    <a:pt x="702" y="552"/>
                    <a:pt x="702" y="351"/>
                  </a:cubicBezTo>
                  <a:cubicBezTo>
                    <a:pt x="702" y="151"/>
                    <a:pt x="552" y="0"/>
                    <a:pt x="3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3" name="Google Shape;6593;p57"/>
          <p:cNvGrpSpPr/>
          <p:nvPr/>
        </p:nvGrpSpPr>
        <p:grpSpPr>
          <a:xfrm>
            <a:off x="6656103" y="3383044"/>
            <a:ext cx="690413" cy="1469758"/>
            <a:chOff x="6670791" y="3654713"/>
            <a:chExt cx="548164" cy="1166938"/>
          </a:xfrm>
        </p:grpSpPr>
        <p:grpSp>
          <p:nvGrpSpPr>
            <p:cNvPr id="6594" name="Google Shape;6594;p57"/>
            <p:cNvGrpSpPr/>
            <p:nvPr/>
          </p:nvGrpSpPr>
          <p:grpSpPr>
            <a:xfrm flipH="1">
              <a:off x="6892737" y="3654713"/>
              <a:ext cx="254340" cy="1091775"/>
              <a:chOff x="4528700" y="1800400"/>
              <a:chExt cx="788650" cy="3386400"/>
            </a:xfrm>
          </p:grpSpPr>
          <p:sp>
            <p:nvSpPr>
              <p:cNvPr id="6595" name="Google Shape;6595;p57"/>
              <p:cNvSpPr/>
              <p:nvPr/>
            </p:nvSpPr>
            <p:spPr>
              <a:xfrm>
                <a:off x="4759800" y="1800400"/>
                <a:ext cx="326425" cy="523850"/>
              </a:xfrm>
              <a:custGeom>
                <a:rect b="b" l="l" r="r" t="t"/>
                <a:pathLst>
                  <a:path extrusionOk="0" h="20954" w="13057">
                    <a:moveTo>
                      <a:pt x="6506" y="0"/>
                    </a:moveTo>
                    <a:cubicBezTo>
                      <a:pt x="6506" y="320"/>
                      <a:pt x="6506" y="5935"/>
                      <a:pt x="2694" y="11002"/>
                    </a:cubicBezTo>
                    <a:cubicBezTo>
                      <a:pt x="1" y="14563"/>
                      <a:pt x="1553" y="20954"/>
                      <a:pt x="6506" y="20954"/>
                    </a:cubicBezTo>
                    <a:cubicBezTo>
                      <a:pt x="11482" y="20954"/>
                      <a:pt x="13057" y="14517"/>
                      <a:pt x="10341" y="11002"/>
                    </a:cubicBezTo>
                    <a:cubicBezTo>
                      <a:pt x="7602" y="7487"/>
                      <a:pt x="6506" y="320"/>
                      <a:pt x="65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6" name="Google Shape;6596;p57"/>
              <p:cNvSpPr/>
              <p:nvPr/>
            </p:nvSpPr>
            <p:spPr>
              <a:xfrm>
                <a:off x="4804325" y="1920800"/>
                <a:ext cx="237975" cy="382925"/>
              </a:xfrm>
              <a:custGeom>
                <a:rect b="b" l="l" r="r" t="t"/>
                <a:pathLst>
                  <a:path extrusionOk="0" h="15317" w="9519">
                    <a:moveTo>
                      <a:pt x="4725" y="0"/>
                    </a:moveTo>
                    <a:cubicBezTo>
                      <a:pt x="4725" y="251"/>
                      <a:pt x="4725" y="4337"/>
                      <a:pt x="1940" y="8058"/>
                    </a:cubicBezTo>
                    <a:cubicBezTo>
                      <a:pt x="0" y="10637"/>
                      <a:pt x="1119" y="15316"/>
                      <a:pt x="4725" y="15316"/>
                    </a:cubicBezTo>
                    <a:cubicBezTo>
                      <a:pt x="8354" y="15316"/>
                      <a:pt x="9518" y="10614"/>
                      <a:pt x="7532" y="8058"/>
                    </a:cubicBezTo>
                    <a:cubicBezTo>
                      <a:pt x="5524" y="5478"/>
                      <a:pt x="4725" y="251"/>
                      <a:pt x="4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7" name="Google Shape;6597;p57"/>
              <p:cNvSpPr/>
              <p:nvPr/>
            </p:nvSpPr>
            <p:spPr>
              <a:xfrm>
                <a:off x="4844250" y="2035500"/>
                <a:ext cx="157525" cy="252225"/>
              </a:xfrm>
              <a:custGeom>
                <a:rect b="b" l="l" r="r" t="t"/>
                <a:pathLst>
                  <a:path extrusionOk="0" h="10089" w="6301">
                    <a:moveTo>
                      <a:pt x="3128" y="0"/>
                    </a:moveTo>
                    <a:cubicBezTo>
                      <a:pt x="3128" y="137"/>
                      <a:pt x="3128" y="2853"/>
                      <a:pt x="1302" y="5296"/>
                    </a:cubicBezTo>
                    <a:cubicBezTo>
                      <a:pt x="1" y="7008"/>
                      <a:pt x="754" y="10089"/>
                      <a:pt x="3128" y="10089"/>
                    </a:cubicBezTo>
                    <a:cubicBezTo>
                      <a:pt x="5525" y="10089"/>
                      <a:pt x="6301" y="6985"/>
                      <a:pt x="4977" y="5296"/>
                    </a:cubicBezTo>
                    <a:cubicBezTo>
                      <a:pt x="3653" y="3607"/>
                      <a:pt x="3128" y="137"/>
                      <a:pt x="31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8" name="Google Shape;6598;p57"/>
              <p:cNvSpPr/>
              <p:nvPr/>
            </p:nvSpPr>
            <p:spPr>
              <a:xfrm>
                <a:off x="4577775" y="2503375"/>
                <a:ext cx="706475" cy="2683425"/>
              </a:xfrm>
              <a:custGeom>
                <a:rect b="b" l="l" r="r" t="t"/>
                <a:pathLst>
                  <a:path extrusionOk="0" h="107337" w="28259">
                    <a:moveTo>
                      <a:pt x="5726" y="3993"/>
                    </a:moveTo>
                    <a:cubicBezTo>
                      <a:pt x="5786" y="3993"/>
                      <a:pt x="6009" y="5052"/>
                      <a:pt x="6232" y="5800"/>
                    </a:cubicBezTo>
                    <a:cubicBezTo>
                      <a:pt x="5981" y="5571"/>
                      <a:pt x="5798" y="5229"/>
                      <a:pt x="5752" y="4704"/>
                    </a:cubicBezTo>
                    <a:cubicBezTo>
                      <a:pt x="5704" y="4193"/>
                      <a:pt x="5700" y="3993"/>
                      <a:pt x="5726" y="3993"/>
                    </a:cubicBezTo>
                    <a:close/>
                    <a:moveTo>
                      <a:pt x="15" y="0"/>
                    </a:moveTo>
                    <a:cubicBezTo>
                      <a:pt x="10" y="0"/>
                      <a:pt x="5" y="1"/>
                      <a:pt x="0" y="2"/>
                    </a:cubicBezTo>
                    <a:lnTo>
                      <a:pt x="0" y="16002"/>
                    </a:lnTo>
                    <a:lnTo>
                      <a:pt x="0" y="102990"/>
                    </a:lnTo>
                    <a:cubicBezTo>
                      <a:pt x="0" y="103811"/>
                      <a:pt x="503" y="104542"/>
                      <a:pt x="1279" y="104816"/>
                    </a:cubicBezTo>
                    <a:cubicBezTo>
                      <a:pt x="3667" y="105678"/>
                      <a:pt x="9102" y="107336"/>
                      <a:pt x="15322" y="107336"/>
                    </a:cubicBezTo>
                    <a:cubicBezTo>
                      <a:pt x="19147" y="107336"/>
                      <a:pt x="23269" y="106709"/>
                      <a:pt x="27163" y="104884"/>
                    </a:cubicBezTo>
                    <a:cubicBezTo>
                      <a:pt x="27825" y="104564"/>
                      <a:pt x="28258" y="103880"/>
                      <a:pt x="28258" y="103126"/>
                    </a:cubicBezTo>
                    <a:lnTo>
                      <a:pt x="28258" y="10844"/>
                    </a:lnTo>
                    <a:cubicBezTo>
                      <a:pt x="28023" y="10905"/>
                      <a:pt x="27778" y="10937"/>
                      <a:pt x="27536" y="10937"/>
                    </a:cubicBezTo>
                    <a:cubicBezTo>
                      <a:pt x="26605" y="10937"/>
                      <a:pt x="25719" y="10461"/>
                      <a:pt x="25610" y="9337"/>
                    </a:cubicBezTo>
                    <a:cubicBezTo>
                      <a:pt x="25451" y="7420"/>
                      <a:pt x="25998" y="6598"/>
                      <a:pt x="26295" y="5069"/>
                    </a:cubicBezTo>
                    <a:cubicBezTo>
                      <a:pt x="26435" y="4250"/>
                      <a:pt x="26281" y="2847"/>
                      <a:pt x="25440" y="2847"/>
                    </a:cubicBezTo>
                    <a:cubicBezTo>
                      <a:pt x="25179" y="2847"/>
                      <a:pt x="24852" y="2982"/>
                      <a:pt x="24446" y="3312"/>
                    </a:cubicBezTo>
                    <a:cubicBezTo>
                      <a:pt x="24041" y="3642"/>
                      <a:pt x="23887" y="3752"/>
                      <a:pt x="23889" y="3752"/>
                    </a:cubicBezTo>
                    <a:cubicBezTo>
                      <a:pt x="23894" y="3752"/>
                      <a:pt x="24516" y="3317"/>
                      <a:pt x="25013" y="3317"/>
                    </a:cubicBezTo>
                    <a:cubicBezTo>
                      <a:pt x="25407" y="3317"/>
                      <a:pt x="25722" y="3590"/>
                      <a:pt x="25588" y="4567"/>
                    </a:cubicBezTo>
                    <a:cubicBezTo>
                      <a:pt x="25437" y="5668"/>
                      <a:pt x="25113" y="6026"/>
                      <a:pt x="24685" y="6026"/>
                    </a:cubicBezTo>
                    <a:cubicBezTo>
                      <a:pt x="24013" y="6026"/>
                      <a:pt x="23084" y="5143"/>
                      <a:pt x="22164" y="4864"/>
                    </a:cubicBezTo>
                    <a:cubicBezTo>
                      <a:pt x="22124" y="4852"/>
                      <a:pt x="22084" y="4847"/>
                      <a:pt x="22045" y="4847"/>
                    </a:cubicBezTo>
                    <a:cubicBezTo>
                      <a:pt x="21927" y="4847"/>
                      <a:pt x="21816" y="4898"/>
                      <a:pt x="21730" y="5001"/>
                    </a:cubicBezTo>
                    <a:cubicBezTo>
                      <a:pt x="21499" y="4015"/>
                      <a:pt x="21114" y="3318"/>
                      <a:pt x="20575" y="3318"/>
                    </a:cubicBezTo>
                    <a:cubicBezTo>
                      <a:pt x="20528" y="3318"/>
                      <a:pt x="20479" y="3323"/>
                      <a:pt x="20429" y="3334"/>
                    </a:cubicBezTo>
                    <a:cubicBezTo>
                      <a:pt x="19219" y="3608"/>
                      <a:pt x="19516" y="5526"/>
                      <a:pt x="19653" y="6165"/>
                    </a:cubicBezTo>
                    <a:cubicBezTo>
                      <a:pt x="19653" y="6233"/>
                      <a:pt x="19676" y="6279"/>
                      <a:pt x="19676" y="6347"/>
                    </a:cubicBezTo>
                    <a:cubicBezTo>
                      <a:pt x="19676" y="6347"/>
                      <a:pt x="19676" y="6370"/>
                      <a:pt x="19676" y="6370"/>
                    </a:cubicBezTo>
                    <a:cubicBezTo>
                      <a:pt x="19904" y="7443"/>
                      <a:pt x="19950" y="8265"/>
                      <a:pt x="19607" y="9201"/>
                    </a:cubicBezTo>
                    <a:cubicBezTo>
                      <a:pt x="19276" y="10102"/>
                      <a:pt x="18055" y="10684"/>
                      <a:pt x="16885" y="10684"/>
                    </a:cubicBezTo>
                    <a:cubicBezTo>
                      <a:pt x="15716" y="10684"/>
                      <a:pt x="14597" y="10102"/>
                      <a:pt x="14472" y="8676"/>
                    </a:cubicBezTo>
                    <a:cubicBezTo>
                      <a:pt x="14289" y="6895"/>
                      <a:pt x="14654" y="5868"/>
                      <a:pt x="14997" y="4681"/>
                    </a:cubicBezTo>
                    <a:cubicBezTo>
                      <a:pt x="14997" y="4681"/>
                      <a:pt x="14997" y="4658"/>
                      <a:pt x="15020" y="4613"/>
                    </a:cubicBezTo>
                    <a:cubicBezTo>
                      <a:pt x="15088" y="4384"/>
                      <a:pt x="15134" y="4156"/>
                      <a:pt x="15202" y="3905"/>
                    </a:cubicBezTo>
                    <a:cubicBezTo>
                      <a:pt x="15306" y="3239"/>
                      <a:pt x="15220" y="2421"/>
                      <a:pt x="14598" y="2421"/>
                    </a:cubicBezTo>
                    <a:cubicBezTo>
                      <a:pt x="14538" y="2421"/>
                      <a:pt x="14473" y="2428"/>
                      <a:pt x="14403" y="2444"/>
                    </a:cubicBezTo>
                    <a:cubicBezTo>
                      <a:pt x="13308" y="2695"/>
                      <a:pt x="13422" y="3974"/>
                      <a:pt x="13422" y="3996"/>
                    </a:cubicBezTo>
                    <a:cubicBezTo>
                      <a:pt x="13536" y="4544"/>
                      <a:pt x="13696" y="5115"/>
                      <a:pt x="13810" y="5617"/>
                    </a:cubicBezTo>
                    <a:cubicBezTo>
                      <a:pt x="14094" y="6816"/>
                      <a:pt x="13492" y="7761"/>
                      <a:pt x="12697" y="7761"/>
                    </a:cubicBezTo>
                    <a:cubicBezTo>
                      <a:pt x="12598" y="7761"/>
                      <a:pt x="12497" y="7747"/>
                      <a:pt x="12395" y="7717"/>
                    </a:cubicBezTo>
                    <a:cubicBezTo>
                      <a:pt x="11550" y="7466"/>
                      <a:pt x="11071" y="6690"/>
                      <a:pt x="11619" y="5320"/>
                    </a:cubicBezTo>
                    <a:cubicBezTo>
                      <a:pt x="11870" y="4727"/>
                      <a:pt x="11938" y="4133"/>
                      <a:pt x="11915" y="3631"/>
                    </a:cubicBezTo>
                    <a:cubicBezTo>
                      <a:pt x="11938" y="3540"/>
                      <a:pt x="11915" y="3449"/>
                      <a:pt x="11915" y="3380"/>
                    </a:cubicBezTo>
                    <a:cubicBezTo>
                      <a:pt x="11915" y="3357"/>
                      <a:pt x="11915" y="3357"/>
                      <a:pt x="11915" y="3357"/>
                    </a:cubicBezTo>
                    <a:cubicBezTo>
                      <a:pt x="11842" y="2882"/>
                      <a:pt x="11520" y="2509"/>
                      <a:pt x="11030" y="2509"/>
                    </a:cubicBezTo>
                    <a:cubicBezTo>
                      <a:pt x="10909" y="2509"/>
                      <a:pt x="10777" y="2531"/>
                      <a:pt x="10637" y="2581"/>
                    </a:cubicBezTo>
                    <a:cubicBezTo>
                      <a:pt x="9952" y="2832"/>
                      <a:pt x="9793" y="3608"/>
                      <a:pt x="9770" y="3814"/>
                    </a:cubicBezTo>
                    <a:cubicBezTo>
                      <a:pt x="9747" y="4202"/>
                      <a:pt x="9770" y="4635"/>
                      <a:pt x="9838" y="5092"/>
                    </a:cubicBezTo>
                    <a:cubicBezTo>
                      <a:pt x="9087" y="5693"/>
                      <a:pt x="8090" y="6139"/>
                      <a:pt x="7264" y="6139"/>
                    </a:cubicBezTo>
                    <a:cubicBezTo>
                      <a:pt x="7085" y="6139"/>
                      <a:pt x="6915" y="6118"/>
                      <a:pt x="6757" y="6073"/>
                    </a:cubicBezTo>
                    <a:cubicBezTo>
                      <a:pt x="6757" y="6005"/>
                      <a:pt x="6780" y="5914"/>
                      <a:pt x="6780" y="5822"/>
                    </a:cubicBezTo>
                    <a:cubicBezTo>
                      <a:pt x="6825" y="5434"/>
                      <a:pt x="6825" y="5069"/>
                      <a:pt x="6802" y="4704"/>
                    </a:cubicBezTo>
                    <a:cubicBezTo>
                      <a:pt x="6802" y="4681"/>
                      <a:pt x="6802" y="4590"/>
                      <a:pt x="6802" y="4499"/>
                    </a:cubicBezTo>
                    <a:cubicBezTo>
                      <a:pt x="6780" y="4225"/>
                      <a:pt x="6734" y="3951"/>
                      <a:pt x="6688" y="3722"/>
                    </a:cubicBezTo>
                    <a:cubicBezTo>
                      <a:pt x="6500" y="3087"/>
                      <a:pt x="6056" y="2725"/>
                      <a:pt x="5594" y="2725"/>
                    </a:cubicBezTo>
                    <a:cubicBezTo>
                      <a:pt x="5325" y="2725"/>
                      <a:pt x="5051" y="2847"/>
                      <a:pt x="4817" y="3106"/>
                    </a:cubicBezTo>
                    <a:cubicBezTo>
                      <a:pt x="4063" y="3974"/>
                      <a:pt x="5844" y="6210"/>
                      <a:pt x="5273" y="7489"/>
                    </a:cubicBezTo>
                    <a:cubicBezTo>
                      <a:pt x="4991" y="8108"/>
                      <a:pt x="4470" y="8381"/>
                      <a:pt x="3975" y="8381"/>
                    </a:cubicBezTo>
                    <a:cubicBezTo>
                      <a:pt x="3430" y="8381"/>
                      <a:pt x="2917" y="8051"/>
                      <a:pt x="2785" y="7489"/>
                    </a:cubicBezTo>
                    <a:cubicBezTo>
                      <a:pt x="2511" y="6416"/>
                      <a:pt x="3287" y="5594"/>
                      <a:pt x="3356" y="5069"/>
                    </a:cubicBezTo>
                    <a:cubicBezTo>
                      <a:pt x="3439" y="4573"/>
                      <a:pt x="3090" y="3007"/>
                      <a:pt x="2259" y="3007"/>
                    </a:cubicBezTo>
                    <a:cubicBezTo>
                      <a:pt x="2173" y="3007"/>
                      <a:pt x="2082" y="3024"/>
                      <a:pt x="1986" y="3061"/>
                    </a:cubicBezTo>
                    <a:cubicBezTo>
                      <a:pt x="1324" y="3289"/>
                      <a:pt x="1142" y="3974"/>
                      <a:pt x="1096" y="4476"/>
                    </a:cubicBezTo>
                    <a:cubicBezTo>
                      <a:pt x="1096" y="4544"/>
                      <a:pt x="1119" y="4613"/>
                      <a:pt x="1119" y="4681"/>
                    </a:cubicBezTo>
                    <a:cubicBezTo>
                      <a:pt x="781" y="2274"/>
                      <a:pt x="355" y="0"/>
                      <a:pt x="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9" name="Google Shape;6599;p57"/>
              <p:cNvSpPr/>
              <p:nvPr/>
            </p:nvSpPr>
            <p:spPr>
              <a:xfrm>
                <a:off x="4577775" y="4718600"/>
                <a:ext cx="706475" cy="436550"/>
              </a:xfrm>
              <a:custGeom>
                <a:rect b="b" l="l" r="r" t="t"/>
                <a:pathLst>
                  <a:path extrusionOk="0" h="17462" w="28259">
                    <a:moveTo>
                      <a:pt x="28258" y="1"/>
                    </a:moveTo>
                    <a:cubicBezTo>
                      <a:pt x="18694" y="7373"/>
                      <a:pt x="7031" y="9610"/>
                      <a:pt x="0" y="10249"/>
                    </a:cubicBezTo>
                    <a:lnTo>
                      <a:pt x="0" y="14381"/>
                    </a:lnTo>
                    <a:cubicBezTo>
                      <a:pt x="0" y="15202"/>
                      <a:pt x="503" y="15933"/>
                      <a:pt x="1279" y="16207"/>
                    </a:cubicBezTo>
                    <a:cubicBezTo>
                      <a:pt x="2237" y="16549"/>
                      <a:pt x="3698" y="17028"/>
                      <a:pt x="5479" y="17462"/>
                    </a:cubicBezTo>
                    <a:cubicBezTo>
                      <a:pt x="12052" y="16435"/>
                      <a:pt x="20406" y="14221"/>
                      <a:pt x="28258" y="9450"/>
                    </a:cubicBezTo>
                    <a:lnTo>
                      <a:pt x="282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0" name="Google Shape;6600;p57"/>
              <p:cNvSpPr/>
              <p:nvPr/>
            </p:nvSpPr>
            <p:spPr>
              <a:xfrm>
                <a:off x="4577775" y="4513175"/>
                <a:ext cx="706475" cy="321300"/>
              </a:xfrm>
              <a:custGeom>
                <a:rect b="b" l="l" r="r" t="t"/>
                <a:pathLst>
                  <a:path extrusionOk="0" h="12852" w="28259">
                    <a:moveTo>
                      <a:pt x="28258" y="1"/>
                    </a:moveTo>
                    <a:cubicBezTo>
                      <a:pt x="18443" y="6939"/>
                      <a:pt x="6985" y="9062"/>
                      <a:pt x="0" y="9701"/>
                    </a:cubicBezTo>
                    <a:lnTo>
                      <a:pt x="0" y="12851"/>
                    </a:lnTo>
                    <a:cubicBezTo>
                      <a:pt x="2534" y="12623"/>
                      <a:pt x="5661" y="12235"/>
                      <a:pt x="9108" y="11482"/>
                    </a:cubicBezTo>
                    <a:cubicBezTo>
                      <a:pt x="14586" y="10295"/>
                      <a:pt x="21616" y="8035"/>
                      <a:pt x="28258" y="3767"/>
                    </a:cubicBezTo>
                    <a:lnTo>
                      <a:pt x="2825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1" name="Google Shape;6601;p57"/>
              <p:cNvSpPr/>
              <p:nvPr/>
            </p:nvSpPr>
            <p:spPr>
              <a:xfrm>
                <a:off x="4577775" y="4143400"/>
                <a:ext cx="706475" cy="452550"/>
              </a:xfrm>
              <a:custGeom>
                <a:rect b="b" l="l" r="r" t="t"/>
                <a:pathLst>
                  <a:path extrusionOk="0" h="18102" w="28259">
                    <a:moveTo>
                      <a:pt x="28258" y="1"/>
                    </a:moveTo>
                    <a:cubicBezTo>
                      <a:pt x="18694" y="7373"/>
                      <a:pt x="7031" y="9587"/>
                      <a:pt x="0" y="10249"/>
                    </a:cubicBezTo>
                    <a:lnTo>
                      <a:pt x="0" y="18101"/>
                    </a:lnTo>
                    <a:cubicBezTo>
                      <a:pt x="6894" y="17553"/>
                      <a:pt x="17987" y="15659"/>
                      <a:pt x="28258" y="9450"/>
                    </a:cubicBezTo>
                    <a:lnTo>
                      <a:pt x="282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2" name="Google Shape;6602;p57"/>
              <p:cNvSpPr/>
              <p:nvPr/>
            </p:nvSpPr>
            <p:spPr>
              <a:xfrm>
                <a:off x="4577775" y="3937400"/>
                <a:ext cx="706475" cy="321300"/>
              </a:xfrm>
              <a:custGeom>
                <a:rect b="b" l="l" r="r" t="t"/>
                <a:pathLst>
                  <a:path extrusionOk="0" h="12852" w="28259">
                    <a:moveTo>
                      <a:pt x="28258" y="1"/>
                    </a:moveTo>
                    <a:cubicBezTo>
                      <a:pt x="18443" y="6963"/>
                      <a:pt x="6985" y="9062"/>
                      <a:pt x="0" y="9702"/>
                    </a:cubicBezTo>
                    <a:lnTo>
                      <a:pt x="0" y="12851"/>
                    </a:lnTo>
                    <a:cubicBezTo>
                      <a:pt x="2534" y="12646"/>
                      <a:pt x="5661" y="12235"/>
                      <a:pt x="9108" y="11482"/>
                    </a:cubicBezTo>
                    <a:cubicBezTo>
                      <a:pt x="14586" y="10295"/>
                      <a:pt x="21616" y="8035"/>
                      <a:pt x="28258" y="3767"/>
                    </a:cubicBezTo>
                    <a:lnTo>
                      <a:pt x="2825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3" name="Google Shape;6603;p57"/>
              <p:cNvSpPr/>
              <p:nvPr/>
            </p:nvSpPr>
            <p:spPr>
              <a:xfrm>
                <a:off x="4577775" y="3567650"/>
                <a:ext cx="706475" cy="452525"/>
              </a:xfrm>
              <a:custGeom>
                <a:rect b="b" l="l" r="r" t="t"/>
                <a:pathLst>
                  <a:path extrusionOk="0" h="18101" w="28259">
                    <a:moveTo>
                      <a:pt x="28258" y="0"/>
                    </a:moveTo>
                    <a:cubicBezTo>
                      <a:pt x="18694" y="7373"/>
                      <a:pt x="7031" y="9609"/>
                      <a:pt x="0" y="10249"/>
                    </a:cubicBezTo>
                    <a:lnTo>
                      <a:pt x="0" y="18100"/>
                    </a:lnTo>
                    <a:cubicBezTo>
                      <a:pt x="6894" y="17553"/>
                      <a:pt x="17987" y="15658"/>
                      <a:pt x="28258" y="9450"/>
                    </a:cubicBezTo>
                    <a:lnTo>
                      <a:pt x="282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4" name="Google Shape;6604;p57"/>
              <p:cNvSpPr/>
              <p:nvPr/>
            </p:nvSpPr>
            <p:spPr>
              <a:xfrm>
                <a:off x="4577775" y="3362200"/>
                <a:ext cx="706475" cy="320725"/>
              </a:xfrm>
              <a:custGeom>
                <a:rect b="b" l="l" r="r" t="t"/>
                <a:pathLst>
                  <a:path extrusionOk="0" h="12829" w="28259">
                    <a:moveTo>
                      <a:pt x="28258" y="1"/>
                    </a:moveTo>
                    <a:cubicBezTo>
                      <a:pt x="18443" y="6940"/>
                      <a:pt x="6985" y="9063"/>
                      <a:pt x="0" y="9679"/>
                    </a:cubicBezTo>
                    <a:lnTo>
                      <a:pt x="0" y="12829"/>
                    </a:lnTo>
                    <a:cubicBezTo>
                      <a:pt x="2534" y="12623"/>
                      <a:pt x="5661" y="12235"/>
                      <a:pt x="9108" y="11482"/>
                    </a:cubicBezTo>
                    <a:cubicBezTo>
                      <a:pt x="14586" y="10295"/>
                      <a:pt x="21616" y="8035"/>
                      <a:pt x="28258" y="3744"/>
                    </a:cubicBezTo>
                    <a:lnTo>
                      <a:pt x="2825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5" name="Google Shape;6605;p57"/>
              <p:cNvSpPr/>
              <p:nvPr/>
            </p:nvSpPr>
            <p:spPr>
              <a:xfrm>
                <a:off x="4577775" y="2991875"/>
                <a:ext cx="706475" cy="453100"/>
              </a:xfrm>
              <a:custGeom>
                <a:rect b="b" l="l" r="r" t="t"/>
                <a:pathLst>
                  <a:path extrusionOk="0" h="18124" w="28259">
                    <a:moveTo>
                      <a:pt x="28258" y="0"/>
                    </a:moveTo>
                    <a:cubicBezTo>
                      <a:pt x="18694" y="7373"/>
                      <a:pt x="7031" y="9610"/>
                      <a:pt x="0" y="10249"/>
                    </a:cubicBezTo>
                    <a:lnTo>
                      <a:pt x="0" y="18124"/>
                    </a:lnTo>
                    <a:cubicBezTo>
                      <a:pt x="6894" y="17576"/>
                      <a:pt x="17987" y="15681"/>
                      <a:pt x="28258" y="9450"/>
                    </a:cubicBezTo>
                    <a:lnTo>
                      <a:pt x="282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6" name="Google Shape;6606;p57"/>
              <p:cNvSpPr/>
              <p:nvPr/>
            </p:nvSpPr>
            <p:spPr>
              <a:xfrm>
                <a:off x="4577775" y="2786450"/>
                <a:ext cx="706475" cy="321275"/>
              </a:xfrm>
              <a:custGeom>
                <a:rect b="b" l="l" r="r" t="t"/>
                <a:pathLst>
                  <a:path extrusionOk="0" h="12851" w="28259">
                    <a:moveTo>
                      <a:pt x="28258" y="0"/>
                    </a:moveTo>
                    <a:cubicBezTo>
                      <a:pt x="18443" y="6939"/>
                      <a:pt x="6985" y="9062"/>
                      <a:pt x="0" y="9701"/>
                    </a:cubicBezTo>
                    <a:lnTo>
                      <a:pt x="0" y="12851"/>
                    </a:lnTo>
                    <a:cubicBezTo>
                      <a:pt x="2534" y="12623"/>
                      <a:pt x="5661" y="12235"/>
                      <a:pt x="9108" y="11481"/>
                    </a:cubicBezTo>
                    <a:cubicBezTo>
                      <a:pt x="14586" y="10294"/>
                      <a:pt x="21616" y="8035"/>
                      <a:pt x="28258" y="3766"/>
                    </a:cubicBezTo>
                    <a:lnTo>
                      <a:pt x="282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7" name="Google Shape;6607;p57"/>
              <p:cNvSpPr/>
              <p:nvPr/>
            </p:nvSpPr>
            <p:spPr>
              <a:xfrm>
                <a:off x="4577775" y="2574525"/>
                <a:ext cx="660875" cy="294675"/>
              </a:xfrm>
              <a:custGeom>
                <a:rect b="b" l="l" r="r" t="t"/>
                <a:pathLst>
                  <a:path extrusionOk="0" h="11787" w="26435">
                    <a:moveTo>
                      <a:pt x="25440" y="1"/>
                    </a:moveTo>
                    <a:cubicBezTo>
                      <a:pt x="25179" y="1"/>
                      <a:pt x="24852" y="136"/>
                      <a:pt x="24446" y="466"/>
                    </a:cubicBezTo>
                    <a:cubicBezTo>
                      <a:pt x="24041" y="796"/>
                      <a:pt x="23887" y="906"/>
                      <a:pt x="23889" y="906"/>
                    </a:cubicBezTo>
                    <a:cubicBezTo>
                      <a:pt x="23894" y="906"/>
                      <a:pt x="24516" y="471"/>
                      <a:pt x="25013" y="471"/>
                    </a:cubicBezTo>
                    <a:cubicBezTo>
                      <a:pt x="25407" y="471"/>
                      <a:pt x="25722" y="744"/>
                      <a:pt x="25588" y="1721"/>
                    </a:cubicBezTo>
                    <a:cubicBezTo>
                      <a:pt x="25437" y="2822"/>
                      <a:pt x="25113" y="3180"/>
                      <a:pt x="24685" y="3180"/>
                    </a:cubicBezTo>
                    <a:cubicBezTo>
                      <a:pt x="24013" y="3180"/>
                      <a:pt x="23084" y="2297"/>
                      <a:pt x="22164" y="2018"/>
                    </a:cubicBezTo>
                    <a:cubicBezTo>
                      <a:pt x="22124" y="2006"/>
                      <a:pt x="22084" y="2001"/>
                      <a:pt x="22045" y="2001"/>
                    </a:cubicBezTo>
                    <a:cubicBezTo>
                      <a:pt x="21927" y="2001"/>
                      <a:pt x="21816" y="2052"/>
                      <a:pt x="21730" y="2155"/>
                    </a:cubicBezTo>
                    <a:cubicBezTo>
                      <a:pt x="21499" y="1169"/>
                      <a:pt x="21114" y="472"/>
                      <a:pt x="20575" y="472"/>
                    </a:cubicBezTo>
                    <a:cubicBezTo>
                      <a:pt x="20528" y="472"/>
                      <a:pt x="20479" y="477"/>
                      <a:pt x="20429" y="488"/>
                    </a:cubicBezTo>
                    <a:cubicBezTo>
                      <a:pt x="19219" y="762"/>
                      <a:pt x="19516" y="2680"/>
                      <a:pt x="19653" y="3319"/>
                    </a:cubicBezTo>
                    <a:cubicBezTo>
                      <a:pt x="19653" y="3387"/>
                      <a:pt x="19676" y="3433"/>
                      <a:pt x="19676" y="3501"/>
                    </a:cubicBezTo>
                    <a:cubicBezTo>
                      <a:pt x="19676" y="3501"/>
                      <a:pt x="19676" y="3524"/>
                      <a:pt x="19676" y="3524"/>
                    </a:cubicBezTo>
                    <a:cubicBezTo>
                      <a:pt x="19904" y="4597"/>
                      <a:pt x="19950" y="5419"/>
                      <a:pt x="19607" y="6355"/>
                    </a:cubicBezTo>
                    <a:cubicBezTo>
                      <a:pt x="19276" y="7256"/>
                      <a:pt x="18055" y="7838"/>
                      <a:pt x="16885" y="7838"/>
                    </a:cubicBezTo>
                    <a:cubicBezTo>
                      <a:pt x="15716" y="7838"/>
                      <a:pt x="14597" y="7256"/>
                      <a:pt x="14472" y="5830"/>
                    </a:cubicBezTo>
                    <a:cubicBezTo>
                      <a:pt x="14289" y="4049"/>
                      <a:pt x="14654" y="3022"/>
                      <a:pt x="14997" y="1835"/>
                    </a:cubicBezTo>
                    <a:cubicBezTo>
                      <a:pt x="14997" y="1835"/>
                      <a:pt x="14997" y="1812"/>
                      <a:pt x="15020" y="1767"/>
                    </a:cubicBezTo>
                    <a:cubicBezTo>
                      <a:pt x="15088" y="1538"/>
                      <a:pt x="15134" y="1310"/>
                      <a:pt x="15202" y="1059"/>
                    </a:cubicBezTo>
                    <a:cubicBezTo>
                      <a:pt x="15225" y="922"/>
                      <a:pt x="15225" y="785"/>
                      <a:pt x="15225" y="648"/>
                    </a:cubicBezTo>
                    <a:lnTo>
                      <a:pt x="15225" y="648"/>
                    </a:lnTo>
                    <a:cubicBezTo>
                      <a:pt x="14631" y="854"/>
                      <a:pt x="14038" y="1059"/>
                      <a:pt x="13445" y="1242"/>
                    </a:cubicBezTo>
                    <a:cubicBezTo>
                      <a:pt x="13559" y="1767"/>
                      <a:pt x="13696" y="2292"/>
                      <a:pt x="13810" y="2771"/>
                    </a:cubicBezTo>
                    <a:cubicBezTo>
                      <a:pt x="14094" y="3970"/>
                      <a:pt x="13492" y="4915"/>
                      <a:pt x="12697" y="4915"/>
                    </a:cubicBezTo>
                    <a:cubicBezTo>
                      <a:pt x="12598" y="4915"/>
                      <a:pt x="12497" y="4901"/>
                      <a:pt x="12395" y="4871"/>
                    </a:cubicBezTo>
                    <a:cubicBezTo>
                      <a:pt x="11550" y="4620"/>
                      <a:pt x="11071" y="3844"/>
                      <a:pt x="11619" y="2474"/>
                    </a:cubicBezTo>
                    <a:cubicBezTo>
                      <a:pt x="11733" y="2223"/>
                      <a:pt x="11801" y="1972"/>
                      <a:pt x="11847" y="1721"/>
                    </a:cubicBezTo>
                    <a:lnTo>
                      <a:pt x="11847" y="1721"/>
                    </a:lnTo>
                    <a:cubicBezTo>
                      <a:pt x="11162" y="1926"/>
                      <a:pt x="10477" y="2109"/>
                      <a:pt x="9815" y="2269"/>
                    </a:cubicBezTo>
                    <a:cubicBezTo>
                      <a:pt x="9069" y="2866"/>
                      <a:pt x="8079" y="3295"/>
                      <a:pt x="7269" y="3295"/>
                    </a:cubicBezTo>
                    <a:cubicBezTo>
                      <a:pt x="7088" y="3295"/>
                      <a:pt x="6915" y="3273"/>
                      <a:pt x="6757" y="3227"/>
                    </a:cubicBezTo>
                    <a:cubicBezTo>
                      <a:pt x="6757" y="3159"/>
                      <a:pt x="6780" y="3068"/>
                      <a:pt x="6780" y="2976"/>
                    </a:cubicBezTo>
                    <a:cubicBezTo>
                      <a:pt x="6780" y="2976"/>
                      <a:pt x="6780" y="2954"/>
                      <a:pt x="6780" y="2954"/>
                    </a:cubicBezTo>
                    <a:cubicBezTo>
                      <a:pt x="6277" y="3045"/>
                      <a:pt x="5775" y="3136"/>
                      <a:pt x="5273" y="3227"/>
                    </a:cubicBezTo>
                    <a:cubicBezTo>
                      <a:pt x="5410" y="3752"/>
                      <a:pt x="5456" y="4255"/>
                      <a:pt x="5273" y="4643"/>
                    </a:cubicBezTo>
                    <a:cubicBezTo>
                      <a:pt x="4991" y="5262"/>
                      <a:pt x="4470" y="5535"/>
                      <a:pt x="3975" y="5535"/>
                    </a:cubicBezTo>
                    <a:cubicBezTo>
                      <a:pt x="3430" y="5535"/>
                      <a:pt x="2917" y="5205"/>
                      <a:pt x="2785" y="4643"/>
                    </a:cubicBezTo>
                    <a:cubicBezTo>
                      <a:pt x="2694" y="4277"/>
                      <a:pt x="2717" y="3935"/>
                      <a:pt x="2808" y="3615"/>
                    </a:cubicBezTo>
                    <a:lnTo>
                      <a:pt x="2808" y="3615"/>
                    </a:lnTo>
                    <a:cubicBezTo>
                      <a:pt x="1804" y="3752"/>
                      <a:pt x="868" y="3844"/>
                      <a:pt x="0" y="3935"/>
                    </a:cubicBezTo>
                    <a:lnTo>
                      <a:pt x="0" y="11787"/>
                    </a:lnTo>
                    <a:cubicBezTo>
                      <a:pt x="6323" y="11285"/>
                      <a:pt x="16184" y="9641"/>
                      <a:pt x="25702" y="4597"/>
                    </a:cubicBezTo>
                    <a:cubicBezTo>
                      <a:pt x="25862" y="3798"/>
                      <a:pt x="26135" y="3136"/>
                      <a:pt x="26295" y="2223"/>
                    </a:cubicBezTo>
                    <a:cubicBezTo>
                      <a:pt x="26435" y="1404"/>
                      <a:pt x="26281" y="1"/>
                      <a:pt x="254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8" name="Google Shape;6608;p57"/>
              <p:cNvSpPr/>
              <p:nvPr/>
            </p:nvSpPr>
            <p:spPr>
              <a:xfrm>
                <a:off x="4577775" y="2503325"/>
                <a:ext cx="12575" cy="28650"/>
              </a:xfrm>
              <a:custGeom>
                <a:rect b="b" l="l" r="r" t="t"/>
                <a:pathLst>
                  <a:path extrusionOk="0" h="1146" w="503">
                    <a:moveTo>
                      <a:pt x="24" y="1"/>
                    </a:moveTo>
                    <a:cubicBezTo>
                      <a:pt x="16" y="1"/>
                      <a:pt x="8" y="2"/>
                      <a:pt x="0" y="4"/>
                    </a:cubicBezTo>
                    <a:lnTo>
                      <a:pt x="0" y="1145"/>
                    </a:lnTo>
                    <a:cubicBezTo>
                      <a:pt x="160" y="1145"/>
                      <a:pt x="320" y="1122"/>
                      <a:pt x="503" y="1100"/>
                    </a:cubicBezTo>
                    <a:cubicBezTo>
                      <a:pt x="329" y="426"/>
                      <a:pt x="176" y="1"/>
                      <a:pt x="24" y="1"/>
                    </a:cubicBezTo>
                    <a:close/>
                  </a:path>
                </a:pathLst>
              </a:custGeom>
              <a:solidFill>
                <a:srgbClr val="947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9" name="Google Shape;6609;p57"/>
              <p:cNvSpPr/>
              <p:nvPr/>
            </p:nvSpPr>
            <p:spPr>
              <a:xfrm>
                <a:off x="4528700" y="2381225"/>
                <a:ext cx="788650" cy="694900"/>
              </a:xfrm>
              <a:custGeom>
                <a:rect b="b" l="l" r="r" t="t"/>
                <a:pathLst>
                  <a:path extrusionOk="0" h="27796" w="31546">
                    <a:moveTo>
                      <a:pt x="15626" y="0"/>
                    </a:moveTo>
                    <a:cubicBezTo>
                      <a:pt x="9861" y="0"/>
                      <a:pt x="5541" y="859"/>
                      <a:pt x="3424" y="1396"/>
                    </a:cubicBezTo>
                    <a:cubicBezTo>
                      <a:pt x="2580" y="1624"/>
                      <a:pt x="1986" y="2377"/>
                      <a:pt x="1963" y="3245"/>
                    </a:cubicBezTo>
                    <a:cubicBezTo>
                      <a:pt x="1963" y="3245"/>
                      <a:pt x="1963" y="3267"/>
                      <a:pt x="1963" y="3290"/>
                    </a:cubicBezTo>
                    <a:lnTo>
                      <a:pt x="1963" y="13265"/>
                    </a:lnTo>
                    <a:lnTo>
                      <a:pt x="1963" y="15935"/>
                    </a:lnTo>
                    <a:cubicBezTo>
                      <a:pt x="1963" y="19382"/>
                      <a:pt x="0" y="20637"/>
                      <a:pt x="0" y="23080"/>
                    </a:cubicBezTo>
                    <a:cubicBezTo>
                      <a:pt x="0" y="25417"/>
                      <a:pt x="1478" y="25571"/>
                      <a:pt x="1869" y="25571"/>
                    </a:cubicBezTo>
                    <a:cubicBezTo>
                      <a:pt x="1929" y="25571"/>
                      <a:pt x="1963" y="25568"/>
                      <a:pt x="1963" y="25568"/>
                    </a:cubicBezTo>
                    <a:cubicBezTo>
                      <a:pt x="2762" y="25408"/>
                      <a:pt x="3926" y="24814"/>
                      <a:pt x="3698" y="22623"/>
                    </a:cubicBezTo>
                    <a:cubicBezTo>
                      <a:pt x="3538" y="21003"/>
                      <a:pt x="3013" y="18925"/>
                      <a:pt x="3059" y="17122"/>
                    </a:cubicBezTo>
                    <a:cubicBezTo>
                      <a:pt x="3105" y="16620"/>
                      <a:pt x="3287" y="15958"/>
                      <a:pt x="3926" y="15707"/>
                    </a:cubicBezTo>
                    <a:cubicBezTo>
                      <a:pt x="4025" y="15671"/>
                      <a:pt x="4118" y="15654"/>
                      <a:pt x="4205" y="15654"/>
                    </a:cubicBezTo>
                    <a:cubicBezTo>
                      <a:pt x="5053" y="15654"/>
                      <a:pt x="5402" y="17219"/>
                      <a:pt x="5319" y="17716"/>
                    </a:cubicBezTo>
                    <a:cubicBezTo>
                      <a:pt x="5250" y="18241"/>
                      <a:pt x="4474" y="19085"/>
                      <a:pt x="4748" y="20158"/>
                    </a:cubicBezTo>
                    <a:cubicBezTo>
                      <a:pt x="4879" y="20718"/>
                      <a:pt x="5389" y="21041"/>
                      <a:pt x="5931" y="21041"/>
                    </a:cubicBezTo>
                    <a:cubicBezTo>
                      <a:pt x="6428" y="21041"/>
                      <a:pt x="6952" y="20769"/>
                      <a:pt x="7236" y="20158"/>
                    </a:cubicBezTo>
                    <a:cubicBezTo>
                      <a:pt x="7807" y="18857"/>
                      <a:pt x="6026" y="16620"/>
                      <a:pt x="6780" y="15753"/>
                    </a:cubicBezTo>
                    <a:cubicBezTo>
                      <a:pt x="7015" y="15501"/>
                      <a:pt x="7290" y="15382"/>
                      <a:pt x="7558" y="15382"/>
                    </a:cubicBezTo>
                    <a:cubicBezTo>
                      <a:pt x="8021" y="15382"/>
                      <a:pt x="8464" y="15734"/>
                      <a:pt x="8651" y="16369"/>
                    </a:cubicBezTo>
                    <a:cubicBezTo>
                      <a:pt x="8697" y="16620"/>
                      <a:pt x="8743" y="16871"/>
                      <a:pt x="8765" y="17145"/>
                    </a:cubicBezTo>
                    <a:cubicBezTo>
                      <a:pt x="8765" y="17259"/>
                      <a:pt x="8765" y="17328"/>
                      <a:pt x="8765" y="17373"/>
                    </a:cubicBezTo>
                    <a:cubicBezTo>
                      <a:pt x="8788" y="17716"/>
                      <a:pt x="8788" y="18081"/>
                      <a:pt x="8743" y="18469"/>
                    </a:cubicBezTo>
                    <a:cubicBezTo>
                      <a:pt x="8491" y="21254"/>
                      <a:pt x="7464" y="22121"/>
                      <a:pt x="7715" y="24974"/>
                    </a:cubicBezTo>
                    <a:cubicBezTo>
                      <a:pt x="7841" y="26389"/>
                      <a:pt x="8959" y="26966"/>
                      <a:pt x="10132" y="26966"/>
                    </a:cubicBezTo>
                    <a:cubicBezTo>
                      <a:pt x="11305" y="26966"/>
                      <a:pt x="12532" y="26389"/>
                      <a:pt x="12874" y="25499"/>
                    </a:cubicBezTo>
                    <a:cubicBezTo>
                      <a:pt x="13536" y="23696"/>
                      <a:pt x="12760" y="22258"/>
                      <a:pt x="11984" y="18834"/>
                    </a:cubicBezTo>
                    <a:cubicBezTo>
                      <a:pt x="11778" y="17921"/>
                      <a:pt x="11710" y="17145"/>
                      <a:pt x="11733" y="16483"/>
                    </a:cubicBezTo>
                    <a:cubicBezTo>
                      <a:pt x="11756" y="16278"/>
                      <a:pt x="11915" y="15502"/>
                      <a:pt x="12600" y="15251"/>
                    </a:cubicBezTo>
                    <a:cubicBezTo>
                      <a:pt x="12749" y="15193"/>
                      <a:pt x="12888" y="15167"/>
                      <a:pt x="13015" y="15167"/>
                    </a:cubicBezTo>
                    <a:cubicBezTo>
                      <a:pt x="13492" y="15167"/>
                      <a:pt x="13806" y="15535"/>
                      <a:pt x="13878" y="16004"/>
                    </a:cubicBezTo>
                    <a:cubicBezTo>
                      <a:pt x="13878" y="16004"/>
                      <a:pt x="13878" y="16027"/>
                      <a:pt x="13878" y="16027"/>
                    </a:cubicBezTo>
                    <a:cubicBezTo>
                      <a:pt x="13878" y="16118"/>
                      <a:pt x="13901" y="16186"/>
                      <a:pt x="13878" y="16278"/>
                    </a:cubicBezTo>
                    <a:cubicBezTo>
                      <a:pt x="13901" y="16780"/>
                      <a:pt x="13833" y="17373"/>
                      <a:pt x="13582" y="17990"/>
                    </a:cubicBezTo>
                    <a:cubicBezTo>
                      <a:pt x="13034" y="19336"/>
                      <a:pt x="13513" y="20112"/>
                      <a:pt x="14358" y="20363"/>
                    </a:cubicBezTo>
                    <a:cubicBezTo>
                      <a:pt x="14460" y="20394"/>
                      <a:pt x="14561" y="20408"/>
                      <a:pt x="14660" y="20408"/>
                    </a:cubicBezTo>
                    <a:cubicBezTo>
                      <a:pt x="15455" y="20408"/>
                      <a:pt x="16057" y="19462"/>
                      <a:pt x="15773" y="18264"/>
                    </a:cubicBezTo>
                    <a:cubicBezTo>
                      <a:pt x="15659" y="17761"/>
                      <a:pt x="15499" y="17191"/>
                      <a:pt x="15385" y="16643"/>
                    </a:cubicBezTo>
                    <a:cubicBezTo>
                      <a:pt x="15385" y="16620"/>
                      <a:pt x="15271" y="15365"/>
                      <a:pt x="16366" y="15091"/>
                    </a:cubicBezTo>
                    <a:cubicBezTo>
                      <a:pt x="16436" y="15075"/>
                      <a:pt x="16501" y="15067"/>
                      <a:pt x="16561" y="15067"/>
                    </a:cubicBezTo>
                    <a:cubicBezTo>
                      <a:pt x="17183" y="15067"/>
                      <a:pt x="17269" y="15885"/>
                      <a:pt x="17165" y="16552"/>
                    </a:cubicBezTo>
                    <a:cubicBezTo>
                      <a:pt x="17097" y="16803"/>
                      <a:pt x="17051" y="17031"/>
                      <a:pt x="16983" y="17259"/>
                    </a:cubicBezTo>
                    <a:cubicBezTo>
                      <a:pt x="16960" y="17305"/>
                      <a:pt x="16960" y="17328"/>
                      <a:pt x="16960" y="17328"/>
                    </a:cubicBezTo>
                    <a:cubicBezTo>
                      <a:pt x="16617" y="18537"/>
                      <a:pt x="16252" y="19542"/>
                      <a:pt x="16435" y="21322"/>
                    </a:cubicBezTo>
                    <a:cubicBezTo>
                      <a:pt x="16560" y="22749"/>
                      <a:pt x="17679" y="23331"/>
                      <a:pt x="18848" y="23331"/>
                    </a:cubicBezTo>
                    <a:cubicBezTo>
                      <a:pt x="20018" y="23331"/>
                      <a:pt x="21239" y="22749"/>
                      <a:pt x="21570" y="21847"/>
                    </a:cubicBezTo>
                    <a:cubicBezTo>
                      <a:pt x="21913" y="20911"/>
                      <a:pt x="21867" y="20090"/>
                      <a:pt x="21639" y="19017"/>
                    </a:cubicBezTo>
                    <a:cubicBezTo>
                      <a:pt x="21639" y="19017"/>
                      <a:pt x="21639" y="19017"/>
                      <a:pt x="21639" y="18994"/>
                    </a:cubicBezTo>
                    <a:cubicBezTo>
                      <a:pt x="21639" y="18948"/>
                      <a:pt x="21616" y="18880"/>
                      <a:pt x="21616" y="18811"/>
                    </a:cubicBezTo>
                    <a:cubicBezTo>
                      <a:pt x="21479" y="18195"/>
                      <a:pt x="21182" y="16255"/>
                      <a:pt x="22392" y="15981"/>
                    </a:cubicBezTo>
                    <a:cubicBezTo>
                      <a:pt x="22443" y="15969"/>
                      <a:pt x="22493" y="15964"/>
                      <a:pt x="22542" y="15964"/>
                    </a:cubicBezTo>
                    <a:cubicBezTo>
                      <a:pt x="23839" y="15964"/>
                      <a:pt x="24239" y="19953"/>
                      <a:pt x="23579" y="22395"/>
                    </a:cubicBezTo>
                    <a:cubicBezTo>
                      <a:pt x="22894" y="24929"/>
                      <a:pt x="22643" y="27188"/>
                      <a:pt x="24127" y="27645"/>
                    </a:cubicBezTo>
                    <a:cubicBezTo>
                      <a:pt x="24444" y="27741"/>
                      <a:pt x="24762" y="27795"/>
                      <a:pt x="25070" y="27795"/>
                    </a:cubicBezTo>
                    <a:cubicBezTo>
                      <a:pt x="26226" y="27795"/>
                      <a:pt x="27244" y="27026"/>
                      <a:pt x="27551" y="24792"/>
                    </a:cubicBezTo>
                    <a:cubicBezTo>
                      <a:pt x="27939" y="21961"/>
                      <a:pt x="24561" y="17487"/>
                      <a:pt x="26409" y="15981"/>
                    </a:cubicBezTo>
                    <a:cubicBezTo>
                      <a:pt x="26819" y="15642"/>
                      <a:pt x="27150" y="15503"/>
                      <a:pt x="27412" y="15503"/>
                    </a:cubicBezTo>
                    <a:cubicBezTo>
                      <a:pt x="28246" y="15503"/>
                      <a:pt x="28397" y="16900"/>
                      <a:pt x="28258" y="17716"/>
                    </a:cubicBezTo>
                    <a:cubicBezTo>
                      <a:pt x="27961" y="19268"/>
                      <a:pt x="27414" y="20067"/>
                      <a:pt x="27573" y="21984"/>
                    </a:cubicBezTo>
                    <a:cubicBezTo>
                      <a:pt x="27683" y="23134"/>
                      <a:pt x="28580" y="23598"/>
                      <a:pt x="29519" y="23598"/>
                    </a:cubicBezTo>
                    <a:cubicBezTo>
                      <a:pt x="29754" y="23598"/>
                      <a:pt x="29992" y="23568"/>
                      <a:pt x="30221" y="23513"/>
                    </a:cubicBezTo>
                    <a:cubicBezTo>
                      <a:pt x="30221" y="23513"/>
                      <a:pt x="31545" y="23262"/>
                      <a:pt x="31545" y="20523"/>
                    </a:cubicBezTo>
                    <a:cubicBezTo>
                      <a:pt x="31545" y="18127"/>
                      <a:pt x="30221" y="17099"/>
                      <a:pt x="30221" y="14543"/>
                    </a:cubicBezTo>
                    <a:lnTo>
                      <a:pt x="30221" y="13014"/>
                    </a:lnTo>
                    <a:lnTo>
                      <a:pt x="30221" y="3359"/>
                    </a:lnTo>
                    <a:cubicBezTo>
                      <a:pt x="30221" y="3267"/>
                      <a:pt x="30221" y="3176"/>
                      <a:pt x="30198" y="3085"/>
                    </a:cubicBezTo>
                    <a:cubicBezTo>
                      <a:pt x="30198" y="2993"/>
                      <a:pt x="30176" y="2925"/>
                      <a:pt x="30153" y="2856"/>
                    </a:cubicBezTo>
                    <a:cubicBezTo>
                      <a:pt x="30153" y="2856"/>
                      <a:pt x="30153" y="2834"/>
                      <a:pt x="30153" y="2834"/>
                    </a:cubicBezTo>
                    <a:cubicBezTo>
                      <a:pt x="29970" y="2172"/>
                      <a:pt x="29422" y="1624"/>
                      <a:pt x="28715" y="1464"/>
                    </a:cubicBezTo>
                    <a:cubicBezTo>
                      <a:pt x="23867" y="375"/>
                      <a:pt x="19432" y="0"/>
                      <a:pt x="156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0" name="Google Shape;6610;p57"/>
              <p:cNvSpPr/>
              <p:nvPr/>
            </p:nvSpPr>
            <p:spPr>
              <a:xfrm>
                <a:off x="4903600" y="2165025"/>
                <a:ext cx="38825" cy="216300"/>
              </a:xfrm>
              <a:custGeom>
                <a:rect b="b" l="l" r="r" t="t"/>
                <a:pathLst>
                  <a:path extrusionOk="0" h="8652" w="1553">
                    <a:moveTo>
                      <a:pt x="777" y="1"/>
                    </a:moveTo>
                    <a:cubicBezTo>
                      <a:pt x="457" y="1302"/>
                      <a:pt x="275" y="2603"/>
                      <a:pt x="160" y="3926"/>
                    </a:cubicBezTo>
                    <a:cubicBezTo>
                      <a:pt x="46" y="5228"/>
                      <a:pt x="1" y="6551"/>
                      <a:pt x="1" y="7852"/>
                    </a:cubicBezTo>
                    <a:cubicBezTo>
                      <a:pt x="1" y="8126"/>
                      <a:pt x="1" y="8377"/>
                      <a:pt x="1" y="8651"/>
                    </a:cubicBezTo>
                    <a:lnTo>
                      <a:pt x="1530" y="8651"/>
                    </a:lnTo>
                    <a:cubicBezTo>
                      <a:pt x="1553" y="8377"/>
                      <a:pt x="1553" y="8126"/>
                      <a:pt x="1553" y="7852"/>
                    </a:cubicBezTo>
                    <a:cubicBezTo>
                      <a:pt x="1553" y="6551"/>
                      <a:pt x="1484" y="5228"/>
                      <a:pt x="1370" y="3926"/>
                    </a:cubicBezTo>
                    <a:cubicBezTo>
                      <a:pt x="1256" y="2603"/>
                      <a:pt x="1096" y="1302"/>
                      <a:pt x="777" y="1"/>
                    </a:cubicBezTo>
                    <a:close/>
                  </a:path>
                </a:pathLst>
              </a:custGeom>
              <a:solidFill>
                <a:srgbClr val="443B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11" name="Google Shape;6611;p57"/>
            <p:cNvGrpSpPr/>
            <p:nvPr/>
          </p:nvGrpSpPr>
          <p:grpSpPr>
            <a:xfrm>
              <a:off x="6670791" y="4284051"/>
              <a:ext cx="548164" cy="537600"/>
              <a:chOff x="3113300" y="3279250"/>
              <a:chExt cx="553925" cy="543250"/>
            </a:xfrm>
          </p:grpSpPr>
          <p:sp>
            <p:nvSpPr>
              <p:cNvPr id="6612" name="Google Shape;6612;p57"/>
              <p:cNvSpPr/>
              <p:nvPr/>
            </p:nvSpPr>
            <p:spPr>
              <a:xfrm>
                <a:off x="3491125" y="3284275"/>
                <a:ext cx="176100" cy="435475"/>
              </a:xfrm>
              <a:custGeom>
                <a:rect b="b" l="l" r="r" t="t"/>
                <a:pathLst>
                  <a:path extrusionOk="0" h="17419" w="7044">
                    <a:moveTo>
                      <a:pt x="978" y="0"/>
                    </a:moveTo>
                    <a:cubicBezTo>
                      <a:pt x="978" y="1"/>
                      <a:pt x="1554" y="3409"/>
                      <a:pt x="1" y="4236"/>
                    </a:cubicBezTo>
                    <a:cubicBezTo>
                      <a:pt x="1" y="4236"/>
                      <a:pt x="2507" y="6717"/>
                      <a:pt x="1" y="8045"/>
                    </a:cubicBezTo>
                    <a:cubicBezTo>
                      <a:pt x="1" y="8045"/>
                      <a:pt x="2457" y="12481"/>
                      <a:pt x="101" y="14060"/>
                    </a:cubicBezTo>
                    <a:cubicBezTo>
                      <a:pt x="101" y="14060"/>
                      <a:pt x="2432" y="14511"/>
                      <a:pt x="3309" y="17419"/>
                    </a:cubicBezTo>
                    <a:cubicBezTo>
                      <a:pt x="3309" y="17419"/>
                      <a:pt x="5264" y="12206"/>
                      <a:pt x="7043" y="10978"/>
                    </a:cubicBezTo>
                    <a:cubicBezTo>
                      <a:pt x="7043" y="10978"/>
                      <a:pt x="5113" y="10501"/>
                      <a:pt x="5013" y="9123"/>
                    </a:cubicBezTo>
                    <a:cubicBezTo>
                      <a:pt x="4938" y="7745"/>
                      <a:pt x="6041" y="5664"/>
                      <a:pt x="6041" y="5664"/>
                    </a:cubicBezTo>
                    <a:lnTo>
                      <a:pt x="6041" y="5664"/>
                    </a:lnTo>
                    <a:cubicBezTo>
                      <a:pt x="6041" y="5664"/>
                      <a:pt x="5373" y="6084"/>
                      <a:pt x="4742" y="6084"/>
                    </a:cubicBezTo>
                    <a:cubicBezTo>
                      <a:pt x="4239" y="6084"/>
                      <a:pt x="3760" y="5818"/>
                      <a:pt x="3660" y="4862"/>
                    </a:cubicBezTo>
                    <a:cubicBezTo>
                      <a:pt x="3459" y="2707"/>
                      <a:pt x="3835" y="2556"/>
                      <a:pt x="3835" y="2556"/>
                    </a:cubicBezTo>
                    <a:lnTo>
                      <a:pt x="3835" y="2556"/>
                    </a:lnTo>
                    <a:cubicBezTo>
                      <a:pt x="3835" y="2556"/>
                      <a:pt x="3691" y="2591"/>
                      <a:pt x="3465" y="2591"/>
                    </a:cubicBezTo>
                    <a:cubicBezTo>
                      <a:pt x="2803" y="2591"/>
                      <a:pt x="1445" y="2298"/>
                      <a:pt x="9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3" name="Google Shape;6613;p57"/>
              <p:cNvSpPr/>
              <p:nvPr/>
            </p:nvSpPr>
            <p:spPr>
              <a:xfrm>
                <a:off x="3518075" y="3279250"/>
                <a:ext cx="60800" cy="432350"/>
              </a:xfrm>
              <a:custGeom>
                <a:rect b="b" l="l" r="r" t="t"/>
                <a:pathLst>
                  <a:path extrusionOk="0" h="17294" w="2432">
                    <a:moveTo>
                      <a:pt x="25" y="1"/>
                    </a:moveTo>
                    <a:lnTo>
                      <a:pt x="25" y="1"/>
                    </a:lnTo>
                    <a:cubicBezTo>
                      <a:pt x="0" y="1"/>
                      <a:pt x="25" y="251"/>
                      <a:pt x="75" y="677"/>
                    </a:cubicBezTo>
                    <a:cubicBezTo>
                      <a:pt x="151" y="1128"/>
                      <a:pt x="226" y="1755"/>
                      <a:pt x="351" y="2532"/>
                    </a:cubicBezTo>
                    <a:cubicBezTo>
                      <a:pt x="577" y="4111"/>
                      <a:pt x="877" y="6266"/>
                      <a:pt x="1203" y="8647"/>
                    </a:cubicBezTo>
                    <a:cubicBezTo>
                      <a:pt x="1529" y="11028"/>
                      <a:pt x="1805" y="13209"/>
                      <a:pt x="2005" y="14763"/>
                    </a:cubicBezTo>
                    <a:cubicBezTo>
                      <a:pt x="2206" y="16341"/>
                      <a:pt x="2356" y="17294"/>
                      <a:pt x="2406" y="17294"/>
                    </a:cubicBezTo>
                    <a:cubicBezTo>
                      <a:pt x="2431" y="17294"/>
                      <a:pt x="2431" y="17043"/>
                      <a:pt x="2406" y="16617"/>
                    </a:cubicBezTo>
                    <a:cubicBezTo>
                      <a:pt x="2381" y="16166"/>
                      <a:pt x="2331" y="15514"/>
                      <a:pt x="2281" y="14737"/>
                    </a:cubicBezTo>
                    <a:cubicBezTo>
                      <a:pt x="2131" y="13159"/>
                      <a:pt x="1905" y="10978"/>
                      <a:pt x="1579" y="8597"/>
                    </a:cubicBezTo>
                    <a:cubicBezTo>
                      <a:pt x="1253" y="6216"/>
                      <a:pt x="902" y="4061"/>
                      <a:pt x="602" y="2507"/>
                    </a:cubicBezTo>
                    <a:cubicBezTo>
                      <a:pt x="451" y="1730"/>
                      <a:pt x="326" y="1103"/>
                      <a:pt x="226" y="652"/>
                    </a:cubicBezTo>
                    <a:cubicBezTo>
                      <a:pt x="126" y="226"/>
                      <a:pt x="50" y="1"/>
                      <a:pt x="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4" name="Google Shape;6614;p57"/>
              <p:cNvSpPr/>
              <p:nvPr/>
            </p:nvSpPr>
            <p:spPr>
              <a:xfrm>
                <a:off x="3113300" y="3629500"/>
                <a:ext cx="427350" cy="193000"/>
              </a:xfrm>
              <a:custGeom>
                <a:rect b="b" l="l" r="r" t="t"/>
                <a:pathLst>
                  <a:path extrusionOk="0" h="7720" w="17094">
                    <a:moveTo>
                      <a:pt x="10301" y="1"/>
                    </a:moveTo>
                    <a:cubicBezTo>
                      <a:pt x="10301" y="1"/>
                      <a:pt x="10001" y="1981"/>
                      <a:pt x="8647" y="2206"/>
                    </a:cubicBezTo>
                    <a:cubicBezTo>
                      <a:pt x="8482" y="2237"/>
                      <a:pt x="8305" y="2250"/>
                      <a:pt x="8121" y="2250"/>
                    </a:cubicBezTo>
                    <a:cubicBezTo>
                      <a:pt x="6795" y="2250"/>
                      <a:pt x="5114" y="1555"/>
                      <a:pt x="5113" y="1555"/>
                    </a:cubicBezTo>
                    <a:lnTo>
                      <a:pt x="5113" y="1555"/>
                    </a:lnTo>
                    <a:cubicBezTo>
                      <a:pt x="5114" y="1555"/>
                      <a:pt x="6667" y="3585"/>
                      <a:pt x="4562" y="4011"/>
                    </a:cubicBezTo>
                    <a:cubicBezTo>
                      <a:pt x="3767" y="4172"/>
                      <a:pt x="3240" y="4222"/>
                      <a:pt x="2892" y="4222"/>
                    </a:cubicBezTo>
                    <a:cubicBezTo>
                      <a:pt x="2319" y="4222"/>
                      <a:pt x="2231" y="4086"/>
                      <a:pt x="2231" y="4086"/>
                    </a:cubicBezTo>
                    <a:lnTo>
                      <a:pt x="2231" y="4086"/>
                    </a:lnTo>
                    <a:cubicBezTo>
                      <a:pt x="2231" y="4086"/>
                      <a:pt x="3008" y="6241"/>
                      <a:pt x="1" y="7194"/>
                    </a:cubicBezTo>
                    <a:cubicBezTo>
                      <a:pt x="1" y="7194"/>
                      <a:pt x="1048" y="6902"/>
                      <a:pt x="2146" y="6902"/>
                    </a:cubicBezTo>
                    <a:cubicBezTo>
                      <a:pt x="3006" y="6902"/>
                      <a:pt x="3896" y="7081"/>
                      <a:pt x="4337" y="7720"/>
                    </a:cubicBezTo>
                    <a:cubicBezTo>
                      <a:pt x="4337" y="7720"/>
                      <a:pt x="5419" y="6367"/>
                      <a:pt x="6610" y="6367"/>
                    </a:cubicBezTo>
                    <a:cubicBezTo>
                      <a:pt x="7119" y="6367"/>
                      <a:pt x="7648" y="6614"/>
                      <a:pt x="8121" y="7319"/>
                    </a:cubicBezTo>
                    <a:cubicBezTo>
                      <a:pt x="8121" y="7319"/>
                      <a:pt x="10322" y="5781"/>
                      <a:pt x="12216" y="5781"/>
                    </a:cubicBezTo>
                    <a:cubicBezTo>
                      <a:pt x="12926" y="5781"/>
                      <a:pt x="13594" y="5997"/>
                      <a:pt x="14086" y="6592"/>
                    </a:cubicBezTo>
                    <a:cubicBezTo>
                      <a:pt x="14086" y="6592"/>
                      <a:pt x="14286" y="4236"/>
                      <a:pt x="17093" y="3058"/>
                    </a:cubicBezTo>
                    <a:cubicBezTo>
                      <a:pt x="17093" y="3058"/>
                      <a:pt x="11705" y="1630"/>
                      <a:pt x="103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5" name="Google Shape;6615;p57"/>
              <p:cNvSpPr/>
              <p:nvPr/>
            </p:nvSpPr>
            <p:spPr>
              <a:xfrm>
                <a:off x="3514300" y="3708725"/>
                <a:ext cx="95900" cy="90975"/>
              </a:xfrm>
              <a:custGeom>
                <a:rect b="b" l="l" r="r" t="t"/>
                <a:pathLst>
                  <a:path extrusionOk="0" h="3639" w="3836">
                    <a:moveTo>
                      <a:pt x="1912" y="0"/>
                    </a:moveTo>
                    <a:cubicBezTo>
                      <a:pt x="1835" y="0"/>
                      <a:pt x="1758" y="5"/>
                      <a:pt x="1680" y="15"/>
                    </a:cubicBezTo>
                    <a:cubicBezTo>
                      <a:pt x="703" y="165"/>
                      <a:pt x="1" y="1067"/>
                      <a:pt x="126" y="2070"/>
                    </a:cubicBezTo>
                    <a:cubicBezTo>
                      <a:pt x="242" y="2971"/>
                      <a:pt x="1018" y="3638"/>
                      <a:pt x="1924" y="3638"/>
                    </a:cubicBezTo>
                    <a:cubicBezTo>
                      <a:pt x="2001" y="3638"/>
                      <a:pt x="2078" y="3633"/>
                      <a:pt x="2156" y="3624"/>
                    </a:cubicBezTo>
                    <a:cubicBezTo>
                      <a:pt x="3159" y="3498"/>
                      <a:pt x="3835" y="2571"/>
                      <a:pt x="3710" y="1594"/>
                    </a:cubicBezTo>
                    <a:cubicBezTo>
                      <a:pt x="3595" y="669"/>
                      <a:pt x="2818" y="0"/>
                      <a:pt x="19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6" name="Google Shape;6616;p57"/>
              <p:cNvSpPr/>
              <p:nvPr/>
            </p:nvSpPr>
            <p:spPr>
              <a:xfrm>
                <a:off x="3545000" y="3648425"/>
                <a:ext cx="96525" cy="90500"/>
              </a:xfrm>
              <a:custGeom>
                <a:rect b="b" l="l" r="r" t="t"/>
                <a:pathLst>
                  <a:path extrusionOk="0" h="3620" w="3861">
                    <a:moveTo>
                      <a:pt x="1951" y="0"/>
                    </a:moveTo>
                    <a:cubicBezTo>
                      <a:pt x="1862" y="0"/>
                      <a:pt x="1771" y="7"/>
                      <a:pt x="1680" y="21"/>
                    </a:cubicBezTo>
                    <a:cubicBezTo>
                      <a:pt x="703" y="146"/>
                      <a:pt x="1" y="1048"/>
                      <a:pt x="126" y="2051"/>
                    </a:cubicBezTo>
                    <a:cubicBezTo>
                      <a:pt x="265" y="2952"/>
                      <a:pt x="1043" y="3619"/>
                      <a:pt x="1930" y="3619"/>
                    </a:cubicBezTo>
                    <a:cubicBezTo>
                      <a:pt x="2005" y="3619"/>
                      <a:pt x="2080" y="3614"/>
                      <a:pt x="2156" y="3605"/>
                    </a:cubicBezTo>
                    <a:cubicBezTo>
                      <a:pt x="3159" y="3479"/>
                      <a:pt x="3861" y="2552"/>
                      <a:pt x="3735" y="1574"/>
                    </a:cubicBezTo>
                    <a:cubicBezTo>
                      <a:pt x="3599" y="663"/>
                      <a:pt x="2840" y="0"/>
                      <a:pt x="1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7" name="Google Shape;6617;p57"/>
              <p:cNvSpPr/>
              <p:nvPr/>
            </p:nvSpPr>
            <p:spPr>
              <a:xfrm>
                <a:off x="3613300" y="3706800"/>
                <a:ext cx="28850" cy="29025"/>
              </a:xfrm>
              <a:custGeom>
                <a:rect b="b" l="l" r="r" t="t"/>
                <a:pathLst>
                  <a:path extrusionOk="0" h="1161" w="1154">
                    <a:moveTo>
                      <a:pt x="121" y="1"/>
                    </a:moveTo>
                    <a:cubicBezTo>
                      <a:pt x="102" y="1"/>
                      <a:pt x="87" y="6"/>
                      <a:pt x="76" y="16"/>
                    </a:cubicBezTo>
                    <a:cubicBezTo>
                      <a:pt x="1" y="67"/>
                      <a:pt x="176" y="392"/>
                      <a:pt x="452" y="693"/>
                    </a:cubicBezTo>
                    <a:cubicBezTo>
                      <a:pt x="688" y="973"/>
                      <a:pt x="925" y="1160"/>
                      <a:pt x="1035" y="1160"/>
                    </a:cubicBezTo>
                    <a:cubicBezTo>
                      <a:pt x="1053" y="1160"/>
                      <a:pt x="1068" y="1155"/>
                      <a:pt x="1078" y="1144"/>
                    </a:cubicBezTo>
                    <a:cubicBezTo>
                      <a:pt x="1154" y="1069"/>
                      <a:pt x="1003" y="768"/>
                      <a:pt x="728" y="442"/>
                    </a:cubicBezTo>
                    <a:cubicBezTo>
                      <a:pt x="491" y="185"/>
                      <a:pt x="237" y="1"/>
                      <a:pt x="1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8" name="Google Shape;6618;p57"/>
              <p:cNvSpPr/>
              <p:nvPr/>
            </p:nvSpPr>
            <p:spPr>
              <a:xfrm>
                <a:off x="3612675" y="3710950"/>
                <a:ext cx="34500" cy="8800"/>
              </a:xfrm>
              <a:custGeom>
                <a:rect b="b" l="l" r="r" t="t"/>
                <a:pathLst>
                  <a:path extrusionOk="0" h="352" w="1380">
                    <a:moveTo>
                      <a:pt x="677" y="1"/>
                    </a:moveTo>
                    <a:cubicBezTo>
                      <a:pt x="327" y="1"/>
                      <a:pt x="1" y="51"/>
                      <a:pt x="1" y="151"/>
                    </a:cubicBezTo>
                    <a:cubicBezTo>
                      <a:pt x="1" y="251"/>
                      <a:pt x="301" y="352"/>
                      <a:pt x="677" y="352"/>
                    </a:cubicBezTo>
                    <a:cubicBezTo>
                      <a:pt x="1078" y="352"/>
                      <a:pt x="1379" y="251"/>
                      <a:pt x="1379" y="151"/>
                    </a:cubicBezTo>
                    <a:cubicBezTo>
                      <a:pt x="1379" y="51"/>
                      <a:pt x="1053" y="1"/>
                      <a:pt x="6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9" name="Google Shape;6619;p57"/>
              <p:cNvSpPr/>
              <p:nvPr/>
            </p:nvSpPr>
            <p:spPr>
              <a:xfrm>
                <a:off x="3580100" y="3777325"/>
                <a:ext cx="18200" cy="28450"/>
              </a:xfrm>
              <a:custGeom>
                <a:rect b="b" l="l" r="r" t="t"/>
                <a:pathLst>
                  <a:path extrusionOk="0" h="1138" w="728">
                    <a:moveTo>
                      <a:pt x="119" y="0"/>
                    </a:moveTo>
                    <a:cubicBezTo>
                      <a:pt x="112" y="0"/>
                      <a:pt x="106" y="1"/>
                      <a:pt x="101" y="2"/>
                    </a:cubicBezTo>
                    <a:cubicBezTo>
                      <a:pt x="0" y="53"/>
                      <a:pt x="51" y="353"/>
                      <a:pt x="201" y="654"/>
                    </a:cubicBezTo>
                    <a:cubicBezTo>
                      <a:pt x="314" y="927"/>
                      <a:pt x="490" y="1137"/>
                      <a:pt x="596" y="1137"/>
                    </a:cubicBezTo>
                    <a:cubicBezTo>
                      <a:pt x="607" y="1137"/>
                      <a:pt x="618" y="1135"/>
                      <a:pt x="627" y="1130"/>
                    </a:cubicBezTo>
                    <a:cubicBezTo>
                      <a:pt x="727" y="1105"/>
                      <a:pt x="677" y="804"/>
                      <a:pt x="527" y="504"/>
                    </a:cubicBezTo>
                    <a:cubicBezTo>
                      <a:pt x="408" y="196"/>
                      <a:pt x="223" y="0"/>
                      <a:pt x="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0" name="Google Shape;6620;p57"/>
              <p:cNvSpPr/>
              <p:nvPr/>
            </p:nvSpPr>
            <p:spPr>
              <a:xfrm>
                <a:off x="3574450" y="3767725"/>
                <a:ext cx="36375" cy="24525"/>
              </a:xfrm>
              <a:custGeom>
                <a:rect b="b" l="l" r="r" t="t"/>
                <a:pathLst>
                  <a:path extrusionOk="0" h="981" w="1455">
                    <a:moveTo>
                      <a:pt x="132" y="1"/>
                    </a:moveTo>
                    <a:cubicBezTo>
                      <a:pt x="91" y="1"/>
                      <a:pt x="63" y="12"/>
                      <a:pt x="51" y="36"/>
                    </a:cubicBezTo>
                    <a:cubicBezTo>
                      <a:pt x="1" y="136"/>
                      <a:pt x="277" y="361"/>
                      <a:pt x="627" y="612"/>
                    </a:cubicBezTo>
                    <a:cubicBezTo>
                      <a:pt x="923" y="823"/>
                      <a:pt x="1200" y="980"/>
                      <a:pt x="1325" y="980"/>
                    </a:cubicBezTo>
                    <a:cubicBezTo>
                      <a:pt x="1349" y="980"/>
                      <a:pt x="1367" y="975"/>
                      <a:pt x="1379" y="963"/>
                    </a:cubicBezTo>
                    <a:cubicBezTo>
                      <a:pt x="1455" y="888"/>
                      <a:pt x="1204" y="587"/>
                      <a:pt x="828" y="311"/>
                    </a:cubicBezTo>
                    <a:cubicBezTo>
                      <a:pt x="540" y="119"/>
                      <a:pt x="267" y="1"/>
                      <a:pt x="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1" name="Google Shape;6621;p57"/>
              <p:cNvSpPr/>
              <p:nvPr/>
            </p:nvSpPr>
            <p:spPr>
              <a:xfrm>
                <a:off x="3133975" y="3706725"/>
                <a:ext cx="406050" cy="94600"/>
              </a:xfrm>
              <a:custGeom>
                <a:rect b="b" l="l" r="r" t="t"/>
                <a:pathLst>
                  <a:path extrusionOk="0" h="3784" w="16242">
                    <a:moveTo>
                      <a:pt x="15239" y="1"/>
                    </a:moveTo>
                    <a:cubicBezTo>
                      <a:pt x="15107" y="1"/>
                      <a:pt x="14963" y="7"/>
                      <a:pt x="14813" y="19"/>
                    </a:cubicBezTo>
                    <a:cubicBezTo>
                      <a:pt x="14512" y="19"/>
                      <a:pt x="14161" y="19"/>
                      <a:pt x="13785" y="44"/>
                    </a:cubicBezTo>
                    <a:cubicBezTo>
                      <a:pt x="13585" y="44"/>
                      <a:pt x="13384" y="70"/>
                      <a:pt x="13184" y="70"/>
                    </a:cubicBezTo>
                    <a:cubicBezTo>
                      <a:pt x="12983" y="70"/>
                      <a:pt x="12758" y="95"/>
                      <a:pt x="12532" y="120"/>
                    </a:cubicBezTo>
                    <a:cubicBezTo>
                      <a:pt x="12081" y="145"/>
                      <a:pt x="11605" y="220"/>
                      <a:pt x="11104" y="270"/>
                    </a:cubicBezTo>
                    <a:cubicBezTo>
                      <a:pt x="10853" y="295"/>
                      <a:pt x="10602" y="345"/>
                      <a:pt x="10352" y="395"/>
                    </a:cubicBezTo>
                    <a:cubicBezTo>
                      <a:pt x="10226" y="395"/>
                      <a:pt x="10076" y="420"/>
                      <a:pt x="9951" y="445"/>
                    </a:cubicBezTo>
                    <a:cubicBezTo>
                      <a:pt x="9825" y="471"/>
                      <a:pt x="9675" y="496"/>
                      <a:pt x="9550" y="521"/>
                    </a:cubicBezTo>
                    <a:cubicBezTo>
                      <a:pt x="8998" y="621"/>
                      <a:pt x="8447" y="721"/>
                      <a:pt x="7870" y="846"/>
                    </a:cubicBezTo>
                    <a:cubicBezTo>
                      <a:pt x="7319" y="997"/>
                      <a:pt x="6768" y="1122"/>
                      <a:pt x="6241" y="1273"/>
                    </a:cubicBezTo>
                    <a:cubicBezTo>
                      <a:pt x="6091" y="1323"/>
                      <a:pt x="5966" y="1348"/>
                      <a:pt x="5840" y="1373"/>
                    </a:cubicBezTo>
                    <a:cubicBezTo>
                      <a:pt x="5715" y="1423"/>
                      <a:pt x="5590" y="1473"/>
                      <a:pt x="5464" y="1498"/>
                    </a:cubicBezTo>
                    <a:cubicBezTo>
                      <a:pt x="5214" y="1573"/>
                      <a:pt x="4963" y="1649"/>
                      <a:pt x="4713" y="1724"/>
                    </a:cubicBezTo>
                    <a:cubicBezTo>
                      <a:pt x="4236" y="1899"/>
                      <a:pt x="3785" y="2050"/>
                      <a:pt x="3359" y="2225"/>
                    </a:cubicBezTo>
                    <a:cubicBezTo>
                      <a:pt x="3159" y="2300"/>
                      <a:pt x="2958" y="2375"/>
                      <a:pt x="2758" y="2451"/>
                    </a:cubicBezTo>
                    <a:cubicBezTo>
                      <a:pt x="2557" y="2526"/>
                      <a:pt x="2382" y="2601"/>
                      <a:pt x="2206" y="2676"/>
                    </a:cubicBezTo>
                    <a:cubicBezTo>
                      <a:pt x="1855" y="2826"/>
                      <a:pt x="1555" y="2977"/>
                      <a:pt x="1279" y="3102"/>
                    </a:cubicBezTo>
                    <a:cubicBezTo>
                      <a:pt x="1003" y="3227"/>
                      <a:pt x="753" y="3353"/>
                      <a:pt x="577" y="3453"/>
                    </a:cubicBezTo>
                    <a:cubicBezTo>
                      <a:pt x="201" y="3654"/>
                      <a:pt x="1" y="3754"/>
                      <a:pt x="1" y="3779"/>
                    </a:cubicBezTo>
                    <a:cubicBezTo>
                      <a:pt x="1" y="3782"/>
                      <a:pt x="4" y="3784"/>
                      <a:pt x="12" y="3784"/>
                    </a:cubicBezTo>
                    <a:cubicBezTo>
                      <a:pt x="61" y="3784"/>
                      <a:pt x="277" y="3710"/>
                      <a:pt x="627" y="3578"/>
                    </a:cubicBezTo>
                    <a:cubicBezTo>
                      <a:pt x="828" y="3503"/>
                      <a:pt x="1078" y="3403"/>
                      <a:pt x="1354" y="3303"/>
                    </a:cubicBezTo>
                    <a:cubicBezTo>
                      <a:pt x="1630" y="3177"/>
                      <a:pt x="1956" y="3052"/>
                      <a:pt x="2307" y="2927"/>
                    </a:cubicBezTo>
                    <a:cubicBezTo>
                      <a:pt x="2482" y="2852"/>
                      <a:pt x="2657" y="2801"/>
                      <a:pt x="2858" y="2726"/>
                    </a:cubicBezTo>
                    <a:cubicBezTo>
                      <a:pt x="3058" y="2651"/>
                      <a:pt x="3259" y="2576"/>
                      <a:pt x="3459" y="2501"/>
                    </a:cubicBezTo>
                    <a:cubicBezTo>
                      <a:pt x="3885" y="2350"/>
                      <a:pt x="4337" y="2225"/>
                      <a:pt x="4813" y="2050"/>
                    </a:cubicBezTo>
                    <a:cubicBezTo>
                      <a:pt x="5063" y="1974"/>
                      <a:pt x="5314" y="1924"/>
                      <a:pt x="5565" y="1849"/>
                    </a:cubicBezTo>
                    <a:cubicBezTo>
                      <a:pt x="5690" y="1799"/>
                      <a:pt x="5815" y="1774"/>
                      <a:pt x="5941" y="1724"/>
                    </a:cubicBezTo>
                    <a:cubicBezTo>
                      <a:pt x="6066" y="1699"/>
                      <a:pt x="6191" y="1649"/>
                      <a:pt x="6317" y="1623"/>
                    </a:cubicBezTo>
                    <a:cubicBezTo>
                      <a:pt x="6843" y="1473"/>
                      <a:pt x="7394" y="1348"/>
                      <a:pt x="7971" y="1222"/>
                    </a:cubicBezTo>
                    <a:cubicBezTo>
                      <a:pt x="8522" y="1097"/>
                      <a:pt x="9073" y="972"/>
                      <a:pt x="9625" y="872"/>
                    </a:cubicBezTo>
                    <a:cubicBezTo>
                      <a:pt x="9750" y="846"/>
                      <a:pt x="9875" y="821"/>
                      <a:pt x="10001" y="796"/>
                    </a:cubicBezTo>
                    <a:cubicBezTo>
                      <a:pt x="10151" y="771"/>
                      <a:pt x="10276" y="746"/>
                      <a:pt x="10402" y="746"/>
                    </a:cubicBezTo>
                    <a:cubicBezTo>
                      <a:pt x="10652" y="696"/>
                      <a:pt x="10903" y="646"/>
                      <a:pt x="11154" y="621"/>
                    </a:cubicBezTo>
                    <a:cubicBezTo>
                      <a:pt x="11655" y="546"/>
                      <a:pt x="12131" y="471"/>
                      <a:pt x="12582" y="420"/>
                    </a:cubicBezTo>
                    <a:cubicBezTo>
                      <a:pt x="12783" y="395"/>
                      <a:pt x="13008" y="370"/>
                      <a:pt x="13209" y="345"/>
                    </a:cubicBezTo>
                    <a:cubicBezTo>
                      <a:pt x="13409" y="345"/>
                      <a:pt x="13610" y="320"/>
                      <a:pt x="13810" y="295"/>
                    </a:cubicBezTo>
                    <a:cubicBezTo>
                      <a:pt x="14186" y="270"/>
                      <a:pt x="14512" y="245"/>
                      <a:pt x="14813" y="220"/>
                    </a:cubicBezTo>
                    <a:cubicBezTo>
                      <a:pt x="15114" y="195"/>
                      <a:pt x="15389" y="170"/>
                      <a:pt x="15590" y="170"/>
                    </a:cubicBezTo>
                    <a:cubicBezTo>
                      <a:pt x="16016" y="120"/>
                      <a:pt x="16241" y="95"/>
                      <a:pt x="16241" y="70"/>
                    </a:cubicBezTo>
                    <a:cubicBezTo>
                      <a:pt x="16241" y="44"/>
                      <a:pt x="16016" y="19"/>
                      <a:pt x="15590" y="19"/>
                    </a:cubicBezTo>
                    <a:cubicBezTo>
                      <a:pt x="15490" y="7"/>
                      <a:pt x="15370" y="1"/>
                      <a:pt x="15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5" name="Shape 6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6" name="Google Shape;6626;p58"/>
          <p:cNvSpPr/>
          <p:nvPr/>
        </p:nvSpPr>
        <p:spPr>
          <a:xfrm>
            <a:off x="1016725" y="2223400"/>
            <a:ext cx="7844700" cy="2090100"/>
          </a:xfrm>
          <a:prstGeom prst="roundRect">
            <a:avLst>
              <a:gd fmla="val 825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7" name="Google Shape;6627;p58"/>
          <p:cNvSpPr/>
          <p:nvPr/>
        </p:nvSpPr>
        <p:spPr>
          <a:xfrm>
            <a:off x="5637862" y="1901800"/>
            <a:ext cx="670800" cy="589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628" name="Google Shape;6628;p58"/>
          <p:cNvSpPr/>
          <p:nvPr/>
        </p:nvSpPr>
        <p:spPr>
          <a:xfrm>
            <a:off x="3644362" y="1901800"/>
            <a:ext cx="670800" cy="589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9" name="Google Shape;6629;p58"/>
          <p:cNvSpPr/>
          <p:nvPr/>
        </p:nvSpPr>
        <p:spPr>
          <a:xfrm>
            <a:off x="1650862" y="1914375"/>
            <a:ext cx="670800" cy="589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0" name="Google Shape;6630;p58"/>
          <p:cNvSpPr txBox="1"/>
          <p:nvPr>
            <p:ph type="title"/>
          </p:nvPr>
        </p:nvSpPr>
        <p:spPr>
          <a:xfrm>
            <a:off x="1069575" y="2601057"/>
            <a:ext cx="1834200" cy="3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CASE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6631" name="Google Shape;6631;p58"/>
          <p:cNvSpPr txBox="1"/>
          <p:nvPr>
            <p:ph idx="2" type="title"/>
          </p:nvPr>
        </p:nvSpPr>
        <p:spPr>
          <a:xfrm>
            <a:off x="3062698" y="2601952"/>
            <a:ext cx="1834200" cy="3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HAT HAPPENS TO BASE CASE?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632" name="Google Shape;6632;p58"/>
          <p:cNvSpPr txBox="1"/>
          <p:nvPr>
            <p:ph idx="3" type="title"/>
          </p:nvPr>
        </p:nvSpPr>
        <p:spPr>
          <a:xfrm>
            <a:off x="5017175" y="2601050"/>
            <a:ext cx="19812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CASE</a:t>
            </a:r>
            <a:endParaRPr/>
          </a:p>
        </p:txBody>
      </p:sp>
      <p:pic>
        <p:nvPicPr>
          <p:cNvPr id="6633" name="Google Shape;6633;p58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4" name="Google Shape;6634;p58">
            <a:hlinkClick action="ppaction://hlinkshowjump?jump=previous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5" name="Google Shape;6635;p58">
            <a:hlinkClick action="ppaction://hlinkshowjump?jump=nextslide"/>
          </p:cNvPr>
          <p:cNvPicPr preferRelativeResize="0"/>
          <p:nvPr/>
        </p:nvPicPr>
        <p:blipFill rotWithShape="1">
          <a:blip r:embed="rId5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6" name="Google Shape;6636;p58"/>
          <p:cNvSpPr txBox="1"/>
          <p:nvPr>
            <p:ph idx="1" type="subTitle"/>
          </p:nvPr>
        </p:nvSpPr>
        <p:spPr>
          <a:xfrm>
            <a:off x="1069575" y="3375775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Xác định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 trong hàm là gì?</a:t>
            </a:r>
            <a:endParaRPr/>
          </a:p>
        </p:txBody>
      </p:sp>
      <p:sp>
        <p:nvSpPr>
          <p:cNvPr id="6637" name="Google Shape;6637;p58"/>
          <p:cNvSpPr txBox="1"/>
          <p:nvPr>
            <p:ph idx="4" type="subTitle"/>
          </p:nvPr>
        </p:nvSpPr>
        <p:spPr>
          <a:xfrm>
            <a:off x="5017171" y="3386580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Trường hợp nằm đằng trước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 xảy ra khi nào?</a:t>
            </a:r>
            <a:endParaRPr/>
          </a:p>
        </p:txBody>
      </p:sp>
      <p:sp>
        <p:nvSpPr>
          <p:cNvPr id="6638" name="Google Shape;6638;p58"/>
          <p:cNvSpPr txBox="1"/>
          <p:nvPr>
            <p:ph idx="5" type="subTitle"/>
          </p:nvPr>
        </p:nvSpPr>
        <p:spPr>
          <a:xfrm>
            <a:off x="3062606" y="3377141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Xác định kết quả (output) của hàm ứng với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.</a:t>
            </a:r>
            <a:endParaRPr/>
          </a:p>
        </p:txBody>
      </p:sp>
      <p:sp>
        <p:nvSpPr>
          <p:cNvPr id="6639" name="Google Shape;6639;p58"/>
          <p:cNvSpPr txBox="1"/>
          <p:nvPr>
            <p:ph idx="6" type="title"/>
          </p:nvPr>
        </p:nvSpPr>
        <p:spPr>
          <a:xfrm>
            <a:off x="1336725" y="19597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640" name="Google Shape;6640;p58"/>
          <p:cNvSpPr txBox="1"/>
          <p:nvPr>
            <p:ph idx="7" type="title"/>
          </p:nvPr>
        </p:nvSpPr>
        <p:spPr>
          <a:xfrm>
            <a:off x="3329800" y="19597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641" name="Google Shape;6641;p58"/>
          <p:cNvSpPr txBox="1"/>
          <p:nvPr>
            <p:ph idx="8" type="title"/>
          </p:nvPr>
        </p:nvSpPr>
        <p:spPr>
          <a:xfrm>
            <a:off x="5322875" y="19597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03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642" name="Google Shape;6642;p58"/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43" name="Google Shape;6643;p58"/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44" name="Google Shape;6644;p58"/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45" name="Google Shape;6645;p58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uFill>
                  <a:noFill/>
                </a:uFill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HW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46" name="Google Shape;6646;p58"/>
          <p:cNvSpPr/>
          <p:nvPr/>
        </p:nvSpPr>
        <p:spPr>
          <a:xfrm>
            <a:off x="7619062" y="1901800"/>
            <a:ext cx="670800" cy="589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7" name="Google Shape;6647;p58"/>
          <p:cNvSpPr txBox="1"/>
          <p:nvPr>
            <p:ph idx="3" type="title"/>
          </p:nvPr>
        </p:nvSpPr>
        <p:spPr>
          <a:xfrm>
            <a:off x="6998375" y="2601045"/>
            <a:ext cx="1834200" cy="6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BEFORE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BEFORE…</a:t>
            </a:r>
            <a:endParaRPr/>
          </a:p>
        </p:txBody>
      </p:sp>
      <p:sp>
        <p:nvSpPr>
          <p:cNvPr id="6648" name="Google Shape;6648;p58"/>
          <p:cNvSpPr txBox="1"/>
          <p:nvPr>
            <p:ph idx="4" type="subTitle"/>
          </p:nvPr>
        </p:nvSpPr>
        <p:spPr>
          <a:xfrm>
            <a:off x="6998371" y="3386580"/>
            <a:ext cx="1834200" cy="8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Xác định </a:t>
            </a:r>
            <a:r>
              <a:rPr lang="en">
                <a:solidFill>
                  <a:schemeClr val="dk1"/>
                </a:solidFill>
              </a:rPr>
              <a:t>một</a:t>
            </a:r>
            <a:r>
              <a:rPr lang="en"/>
              <a:t> trường hợp nằm trước tính từ trường hợp tại </a:t>
            </a:r>
            <a:r>
              <a:rPr lang="en">
                <a:solidFill>
                  <a:schemeClr val="lt2"/>
                </a:solidFill>
              </a:rPr>
              <a:t>bước 3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649" name="Google Shape;6649;p58"/>
          <p:cNvSpPr txBox="1"/>
          <p:nvPr>
            <p:ph idx="8" type="title"/>
          </p:nvPr>
        </p:nvSpPr>
        <p:spPr>
          <a:xfrm>
            <a:off x="7304075" y="1959732"/>
            <a:ext cx="129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04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650" name="Google Shape;6650;p58"/>
          <p:cNvSpPr txBox="1"/>
          <p:nvPr>
            <p:ph type="title"/>
          </p:nvPr>
        </p:nvSpPr>
        <p:spPr>
          <a:xfrm>
            <a:off x="1016725" y="739875"/>
            <a:ext cx="7844700" cy="107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</a:rPr>
              <a:t>THERE ARE</a:t>
            </a:r>
            <a:r>
              <a:rPr lang="en" sz="3600">
                <a:solidFill>
                  <a:schemeClr val="accent2"/>
                </a:solidFill>
              </a:rPr>
              <a:t> </a:t>
            </a:r>
            <a:r>
              <a:rPr lang="en" sz="3600"/>
              <a:t>4 STEPS</a:t>
            </a:r>
            <a:r>
              <a:rPr lang="en" sz="3600">
                <a:solidFill>
                  <a:schemeClr val="accent2"/>
                </a:solidFill>
              </a:rPr>
              <a:t> </a:t>
            </a:r>
            <a:r>
              <a:rPr lang="en" sz="3600">
                <a:solidFill>
                  <a:schemeClr val="accent1"/>
                </a:solidFill>
              </a:rPr>
              <a:t>TO READ A </a:t>
            </a:r>
            <a:r>
              <a:rPr lang="en" sz="3600">
                <a:solidFill>
                  <a:schemeClr val="accent1"/>
                </a:solidFill>
              </a:rPr>
              <a:t>RECURSIVE</a:t>
            </a:r>
            <a:r>
              <a:rPr lang="en" sz="3600">
                <a:solidFill>
                  <a:schemeClr val="accent1"/>
                </a:solidFill>
              </a:rPr>
              <a:t> FUNCTION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4" name="Shape 6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5" name="Google Shape;6655;p59"/>
          <p:cNvSpPr txBox="1"/>
          <p:nvPr>
            <p:ph type="title"/>
          </p:nvPr>
        </p:nvSpPr>
        <p:spPr>
          <a:xfrm>
            <a:off x="945375" y="402550"/>
            <a:ext cx="734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SHORTED EXAMPLE ANSWER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656" name="Google Shape;6656;p59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7" name="Google Shape;6657;p59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8" name="Google Shape;6658;p59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59" name="Google Shape;6659;p59"/>
          <p:cNvSpPr/>
          <p:nvPr/>
        </p:nvSpPr>
        <p:spPr>
          <a:xfrm>
            <a:off x="3304552" y="1238560"/>
            <a:ext cx="2613576" cy="2613469"/>
          </a:xfrm>
          <a:custGeom>
            <a:rect b="b" l="l" r="r" t="t"/>
            <a:pathLst>
              <a:path extrusionOk="0" h="24512" w="24513">
                <a:moveTo>
                  <a:pt x="24512" y="12251"/>
                </a:moveTo>
                <a:cubicBezTo>
                  <a:pt x="24512" y="19022"/>
                  <a:pt x="19023" y="24512"/>
                  <a:pt x="12252" y="24512"/>
                </a:cubicBezTo>
                <a:cubicBezTo>
                  <a:pt x="5491" y="24512"/>
                  <a:pt x="1" y="19022"/>
                  <a:pt x="1" y="12251"/>
                </a:cubicBezTo>
                <a:cubicBezTo>
                  <a:pt x="1" y="5480"/>
                  <a:pt x="5491" y="0"/>
                  <a:pt x="12252" y="0"/>
                </a:cubicBezTo>
                <a:cubicBezTo>
                  <a:pt x="19023" y="0"/>
                  <a:pt x="24512" y="5480"/>
                  <a:pt x="24512" y="12251"/>
                </a:cubicBezTo>
                <a:close/>
              </a:path>
            </a:pathLst>
          </a:custGeom>
          <a:solidFill>
            <a:srgbClr val="BDF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0" name="Google Shape;6660;p59"/>
          <p:cNvSpPr/>
          <p:nvPr/>
        </p:nvSpPr>
        <p:spPr>
          <a:xfrm>
            <a:off x="3400082" y="1333023"/>
            <a:ext cx="2423579" cy="1923425"/>
          </a:xfrm>
          <a:custGeom>
            <a:rect b="b" l="l" r="r" t="t"/>
            <a:pathLst>
              <a:path extrusionOk="0" h="18040" w="22731">
                <a:moveTo>
                  <a:pt x="7917" y="17616"/>
                </a:moveTo>
                <a:cubicBezTo>
                  <a:pt x="10547" y="18039"/>
                  <a:pt x="13195" y="17317"/>
                  <a:pt x="15805" y="16826"/>
                </a:cubicBezTo>
                <a:cubicBezTo>
                  <a:pt x="17703" y="16460"/>
                  <a:pt x="19658" y="16219"/>
                  <a:pt x="21584" y="16325"/>
                </a:cubicBezTo>
                <a:cubicBezTo>
                  <a:pt x="22316" y="14823"/>
                  <a:pt x="22730" y="13137"/>
                  <a:pt x="22730" y="11365"/>
                </a:cubicBezTo>
                <a:cubicBezTo>
                  <a:pt x="22730" y="5095"/>
                  <a:pt x="17635" y="0"/>
                  <a:pt x="11356" y="0"/>
                </a:cubicBezTo>
                <a:cubicBezTo>
                  <a:pt x="5086" y="0"/>
                  <a:pt x="1" y="5095"/>
                  <a:pt x="1" y="11365"/>
                </a:cubicBezTo>
                <a:cubicBezTo>
                  <a:pt x="1" y="12694"/>
                  <a:pt x="222" y="13965"/>
                  <a:pt x="646" y="15150"/>
                </a:cubicBezTo>
                <a:cubicBezTo>
                  <a:pt x="1204" y="15285"/>
                  <a:pt x="1744" y="15449"/>
                  <a:pt x="2254" y="15641"/>
                </a:cubicBezTo>
                <a:cubicBezTo>
                  <a:pt x="4132" y="16344"/>
                  <a:pt x="5943" y="17307"/>
                  <a:pt x="7917" y="1761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1" name="Google Shape;6661;p59"/>
          <p:cNvSpPr/>
          <p:nvPr/>
        </p:nvSpPr>
        <p:spPr>
          <a:xfrm>
            <a:off x="3503820" y="3682429"/>
            <a:ext cx="128477" cy="128477"/>
          </a:xfrm>
          <a:custGeom>
            <a:rect b="b" l="l" r="r" t="t"/>
            <a:pathLst>
              <a:path extrusionOk="0" h="1205" w="1205">
                <a:moveTo>
                  <a:pt x="1204" y="598"/>
                </a:moveTo>
                <a:cubicBezTo>
                  <a:pt x="1204" y="935"/>
                  <a:pt x="935" y="1204"/>
                  <a:pt x="597" y="1204"/>
                </a:cubicBezTo>
                <a:cubicBezTo>
                  <a:pt x="260" y="1204"/>
                  <a:pt x="0" y="935"/>
                  <a:pt x="0" y="598"/>
                </a:cubicBezTo>
                <a:cubicBezTo>
                  <a:pt x="0" y="260"/>
                  <a:pt x="260" y="0"/>
                  <a:pt x="597" y="0"/>
                </a:cubicBezTo>
                <a:cubicBezTo>
                  <a:pt x="935" y="0"/>
                  <a:pt x="1204" y="260"/>
                  <a:pt x="1204" y="598"/>
                </a:cubicBezTo>
                <a:close/>
              </a:path>
            </a:pathLst>
          </a:custGeom>
          <a:solidFill>
            <a:srgbClr val="EFB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2" name="Google Shape;6662;p59"/>
          <p:cNvSpPr/>
          <p:nvPr/>
        </p:nvSpPr>
        <p:spPr>
          <a:xfrm>
            <a:off x="5592455" y="3682429"/>
            <a:ext cx="128477" cy="128477"/>
          </a:xfrm>
          <a:custGeom>
            <a:rect b="b" l="l" r="r" t="t"/>
            <a:pathLst>
              <a:path extrusionOk="0" h="1205" w="1205">
                <a:moveTo>
                  <a:pt x="1204" y="598"/>
                </a:moveTo>
                <a:cubicBezTo>
                  <a:pt x="1204" y="935"/>
                  <a:pt x="935" y="1204"/>
                  <a:pt x="597" y="1204"/>
                </a:cubicBezTo>
                <a:cubicBezTo>
                  <a:pt x="260" y="1204"/>
                  <a:pt x="0" y="935"/>
                  <a:pt x="0" y="598"/>
                </a:cubicBezTo>
                <a:cubicBezTo>
                  <a:pt x="0" y="260"/>
                  <a:pt x="260" y="0"/>
                  <a:pt x="597" y="0"/>
                </a:cubicBezTo>
                <a:cubicBezTo>
                  <a:pt x="935" y="0"/>
                  <a:pt x="1204" y="260"/>
                  <a:pt x="1204" y="598"/>
                </a:cubicBezTo>
                <a:close/>
              </a:path>
            </a:pathLst>
          </a:custGeom>
          <a:solidFill>
            <a:srgbClr val="EFB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3" name="Google Shape;6663;p59"/>
          <p:cNvSpPr/>
          <p:nvPr/>
        </p:nvSpPr>
        <p:spPr>
          <a:xfrm>
            <a:off x="3469916" y="2948266"/>
            <a:ext cx="2232516" cy="759987"/>
          </a:xfrm>
          <a:custGeom>
            <a:rect b="b" l="l" r="r" t="t"/>
            <a:pathLst>
              <a:path extrusionOk="0" h="7128" w="20939">
                <a:moveTo>
                  <a:pt x="20939" y="1175"/>
                </a:moveTo>
                <a:cubicBezTo>
                  <a:pt x="19013" y="1069"/>
                  <a:pt x="17057" y="1310"/>
                  <a:pt x="15160" y="1676"/>
                </a:cubicBezTo>
                <a:cubicBezTo>
                  <a:pt x="12550" y="2167"/>
                  <a:pt x="9901" y="2899"/>
                  <a:pt x="7272" y="2466"/>
                </a:cubicBezTo>
                <a:cubicBezTo>
                  <a:pt x="5298" y="2138"/>
                  <a:pt x="3497" y="1194"/>
                  <a:pt x="1619" y="491"/>
                </a:cubicBezTo>
                <a:cubicBezTo>
                  <a:pt x="1098" y="299"/>
                  <a:pt x="549" y="135"/>
                  <a:pt x="1" y="0"/>
                </a:cubicBezTo>
                <a:cubicBezTo>
                  <a:pt x="1224" y="3429"/>
                  <a:pt x="4026" y="6106"/>
                  <a:pt x="7542" y="7127"/>
                </a:cubicBezTo>
                <a:cubicBezTo>
                  <a:pt x="10258" y="7002"/>
                  <a:pt x="12983" y="6780"/>
                  <a:pt x="15690" y="6443"/>
                </a:cubicBezTo>
                <a:cubicBezTo>
                  <a:pt x="17963" y="5316"/>
                  <a:pt x="19822" y="3467"/>
                  <a:pt x="20939" y="11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4" name="Google Shape;6664;p59"/>
          <p:cNvSpPr/>
          <p:nvPr/>
        </p:nvSpPr>
        <p:spPr>
          <a:xfrm>
            <a:off x="4272958" y="3635198"/>
            <a:ext cx="868846" cy="121227"/>
          </a:xfrm>
          <a:custGeom>
            <a:rect b="b" l="l" r="r" t="t"/>
            <a:pathLst>
              <a:path extrusionOk="0" h="1137" w="8149">
                <a:moveTo>
                  <a:pt x="8148" y="0"/>
                </a:moveTo>
                <a:cubicBezTo>
                  <a:pt x="5442" y="347"/>
                  <a:pt x="2726" y="578"/>
                  <a:pt x="0" y="684"/>
                </a:cubicBezTo>
                <a:cubicBezTo>
                  <a:pt x="1011" y="973"/>
                  <a:pt x="2071" y="1127"/>
                  <a:pt x="3178" y="1127"/>
                </a:cubicBezTo>
                <a:cubicBezTo>
                  <a:pt x="4960" y="1137"/>
                  <a:pt x="6655" y="732"/>
                  <a:pt x="81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5" name="Google Shape;6665;p59"/>
          <p:cNvSpPr/>
          <p:nvPr/>
        </p:nvSpPr>
        <p:spPr>
          <a:xfrm>
            <a:off x="4136381" y="3503020"/>
            <a:ext cx="107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6" name="Google Shape;6666;p59"/>
          <p:cNvSpPr/>
          <p:nvPr/>
        </p:nvSpPr>
        <p:spPr>
          <a:xfrm>
            <a:off x="4147683" y="3512189"/>
            <a:ext cx="107" cy="107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7" name="Google Shape;6667;p59"/>
          <p:cNvSpPr/>
          <p:nvPr/>
        </p:nvSpPr>
        <p:spPr>
          <a:xfrm>
            <a:off x="3580798" y="2615756"/>
            <a:ext cx="9383" cy="6291"/>
          </a:xfrm>
          <a:custGeom>
            <a:rect b="b" l="l" r="r" t="t"/>
            <a:pathLst>
              <a:path extrusionOk="0" h="59" w="88">
                <a:moveTo>
                  <a:pt x="58" y="1"/>
                </a:moveTo>
                <a:lnTo>
                  <a:pt x="49" y="1"/>
                </a:lnTo>
                <a:cubicBezTo>
                  <a:pt x="20" y="30"/>
                  <a:pt x="10" y="39"/>
                  <a:pt x="1" y="58"/>
                </a:cubicBezTo>
                <a:lnTo>
                  <a:pt x="1" y="58"/>
                </a:lnTo>
                <a:lnTo>
                  <a:pt x="1" y="58"/>
                </a:lnTo>
                <a:cubicBezTo>
                  <a:pt x="20" y="58"/>
                  <a:pt x="49" y="49"/>
                  <a:pt x="68" y="30"/>
                </a:cubicBezTo>
                <a:cubicBezTo>
                  <a:pt x="68" y="30"/>
                  <a:pt x="68" y="10"/>
                  <a:pt x="87" y="10"/>
                </a:cubicBezTo>
                <a:cubicBezTo>
                  <a:pt x="68" y="10"/>
                  <a:pt x="68" y="1"/>
                  <a:pt x="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8" name="Google Shape;6668;p59"/>
          <p:cNvSpPr/>
          <p:nvPr/>
        </p:nvSpPr>
        <p:spPr>
          <a:xfrm>
            <a:off x="3567471" y="2619914"/>
            <a:ext cx="9383" cy="6184"/>
          </a:xfrm>
          <a:custGeom>
            <a:rect b="b" l="l" r="r" t="t"/>
            <a:pathLst>
              <a:path extrusionOk="0" h="58" w="88">
                <a:moveTo>
                  <a:pt x="78" y="0"/>
                </a:moveTo>
                <a:lnTo>
                  <a:pt x="49" y="0"/>
                </a:lnTo>
                <a:cubicBezTo>
                  <a:pt x="29" y="10"/>
                  <a:pt x="20" y="39"/>
                  <a:pt x="0" y="48"/>
                </a:cubicBezTo>
                <a:lnTo>
                  <a:pt x="0" y="58"/>
                </a:lnTo>
                <a:lnTo>
                  <a:pt x="20" y="58"/>
                </a:lnTo>
                <a:cubicBezTo>
                  <a:pt x="39" y="48"/>
                  <a:pt x="68" y="39"/>
                  <a:pt x="87" y="10"/>
                </a:cubicBezTo>
                <a:cubicBezTo>
                  <a:pt x="87" y="19"/>
                  <a:pt x="87" y="10"/>
                  <a:pt x="78" y="0"/>
                </a:cubicBezTo>
                <a:cubicBezTo>
                  <a:pt x="87" y="10"/>
                  <a:pt x="78" y="0"/>
                  <a:pt x="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9" name="Google Shape;6669;p59"/>
          <p:cNvSpPr/>
          <p:nvPr/>
        </p:nvSpPr>
        <p:spPr>
          <a:xfrm>
            <a:off x="3592100" y="2614690"/>
            <a:ext cx="107" cy="1173"/>
          </a:xfrm>
          <a:custGeom>
            <a:rect b="b" l="l" r="r" t="t"/>
            <a:pathLst>
              <a:path extrusionOk="0" h="11" w="1">
                <a:moveTo>
                  <a:pt x="1" y="1"/>
                </a:moveTo>
                <a:cubicBezTo>
                  <a:pt x="1" y="11"/>
                  <a:pt x="1" y="11"/>
                  <a:pt x="1" y="1"/>
                </a:cubicBezTo>
                <a:cubicBezTo>
                  <a:pt x="1" y="11"/>
                  <a:pt x="1" y="11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0" name="Google Shape;6670;p59"/>
          <p:cNvSpPr/>
          <p:nvPr/>
        </p:nvSpPr>
        <p:spPr>
          <a:xfrm>
            <a:off x="4183613" y="3505046"/>
            <a:ext cx="2132" cy="107"/>
          </a:xfrm>
          <a:custGeom>
            <a:rect b="b" l="l" r="r" t="t"/>
            <a:pathLst>
              <a:path extrusionOk="0" h="1" w="20">
                <a:moveTo>
                  <a:pt x="0" y="0"/>
                </a:moveTo>
                <a:cubicBezTo>
                  <a:pt x="0" y="0"/>
                  <a:pt x="20" y="0"/>
                  <a:pt x="0" y="0"/>
                </a:cubicBezTo>
                <a:cubicBezTo>
                  <a:pt x="20" y="0"/>
                  <a:pt x="2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1" name="Google Shape;6671;p59"/>
          <p:cNvSpPr/>
          <p:nvPr/>
        </p:nvSpPr>
        <p:spPr>
          <a:xfrm>
            <a:off x="4137341" y="3503020"/>
            <a:ext cx="107" cy="0"/>
          </a:xfrm>
          <a:custGeom>
            <a:rect b="b" l="l" r="r" t="t"/>
            <a:pathLst>
              <a:path extrusionOk="0" h="0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2" name="Google Shape;6672;p59"/>
          <p:cNvSpPr/>
          <p:nvPr/>
        </p:nvSpPr>
        <p:spPr>
          <a:xfrm>
            <a:off x="4136381" y="3503020"/>
            <a:ext cx="1066" cy="1066"/>
          </a:xfrm>
          <a:custGeom>
            <a:rect b="b" l="l" r="r" t="t"/>
            <a:pathLst>
              <a:path extrusionOk="0" h="10" w="10">
                <a:moveTo>
                  <a:pt x="10" y="0"/>
                </a:moveTo>
                <a:cubicBezTo>
                  <a:pt x="10" y="0"/>
                  <a:pt x="0" y="0"/>
                  <a:pt x="10" y="0"/>
                </a:cubicBezTo>
                <a:cubicBezTo>
                  <a:pt x="0" y="10"/>
                  <a:pt x="0" y="10"/>
                  <a:pt x="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3" name="Google Shape;6673;p59"/>
          <p:cNvSpPr/>
          <p:nvPr/>
        </p:nvSpPr>
        <p:spPr>
          <a:xfrm>
            <a:off x="3503820" y="3402134"/>
            <a:ext cx="2217163" cy="656246"/>
          </a:xfrm>
          <a:custGeom>
            <a:rect b="b" l="l" r="r" t="t"/>
            <a:pathLst>
              <a:path extrusionOk="0" h="6155" w="20795">
                <a:moveTo>
                  <a:pt x="20794" y="6154"/>
                </a:moveTo>
                <a:lnTo>
                  <a:pt x="0" y="6154"/>
                </a:lnTo>
                <a:lnTo>
                  <a:pt x="1156" y="0"/>
                </a:lnTo>
                <a:lnTo>
                  <a:pt x="1963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4" name="Google Shape;6674;p59"/>
          <p:cNvSpPr/>
          <p:nvPr/>
        </p:nvSpPr>
        <p:spPr>
          <a:xfrm>
            <a:off x="3398056" y="3981276"/>
            <a:ext cx="2427631" cy="129437"/>
          </a:xfrm>
          <a:custGeom>
            <a:rect b="b" l="l" r="r" t="t"/>
            <a:pathLst>
              <a:path extrusionOk="0" h="1214" w="22769">
                <a:moveTo>
                  <a:pt x="0" y="0"/>
                </a:moveTo>
                <a:lnTo>
                  <a:pt x="22769" y="0"/>
                </a:lnTo>
                <a:lnTo>
                  <a:pt x="22769" y="1214"/>
                </a:lnTo>
                <a:lnTo>
                  <a:pt x="0" y="121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5" name="Google Shape;6675;p59"/>
          <p:cNvSpPr/>
          <p:nvPr/>
        </p:nvSpPr>
        <p:spPr>
          <a:xfrm>
            <a:off x="3567471" y="3382623"/>
            <a:ext cx="2088792" cy="130503"/>
          </a:xfrm>
          <a:custGeom>
            <a:rect b="b" l="l" r="r" t="t"/>
            <a:pathLst>
              <a:path extrusionOk="0" h="1224" w="19591">
                <a:moveTo>
                  <a:pt x="0" y="0"/>
                </a:moveTo>
                <a:lnTo>
                  <a:pt x="19590" y="0"/>
                </a:lnTo>
                <a:lnTo>
                  <a:pt x="19590" y="1223"/>
                </a:lnTo>
                <a:lnTo>
                  <a:pt x="0" y="122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6" name="Google Shape;6676;p59"/>
          <p:cNvSpPr/>
          <p:nvPr/>
        </p:nvSpPr>
        <p:spPr>
          <a:xfrm>
            <a:off x="3660868" y="3682429"/>
            <a:ext cx="128477" cy="128477"/>
          </a:xfrm>
          <a:custGeom>
            <a:rect b="b" l="l" r="r" t="t"/>
            <a:pathLst>
              <a:path extrusionOk="0" h="1205" w="1205">
                <a:moveTo>
                  <a:pt x="1205" y="598"/>
                </a:moveTo>
                <a:cubicBezTo>
                  <a:pt x="1205" y="935"/>
                  <a:pt x="945" y="1204"/>
                  <a:pt x="608" y="1204"/>
                </a:cubicBezTo>
                <a:cubicBezTo>
                  <a:pt x="271" y="1204"/>
                  <a:pt x="1" y="935"/>
                  <a:pt x="1" y="598"/>
                </a:cubicBezTo>
                <a:cubicBezTo>
                  <a:pt x="1" y="270"/>
                  <a:pt x="271" y="0"/>
                  <a:pt x="608" y="0"/>
                </a:cubicBezTo>
                <a:cubicBezTo>
                  <a:pt x="945" y="0"/>
                  <a:pt x="1205" y="270"/>
                  <a:pt x="1205" y="598"/>
                </a:cubicBezTo>
                <a:close/>
              </a:path>
            </a:pathLst>
          </a:custGeom>
          <a:solidFill>
            <a:srgbClr val="EFB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7" name="Google Shape;6677;p59"/>
          <p:cNvSpPr/>
          <p:nvPr/>
        </p:nvSpPr>
        <p:spPr>
          <a:xfrm>
            <a:off x="3903209" y="3682429"/>
            <a:ext cx="128477" cy="128477"/>
          </a:xfrm>
          <a:custGeom>
            <a:rect b="b" l="l" r="r" t="t"/>
            <a:pathLst>
              <a:path extrusionOk="0" h="1205" w="1205">
                <a:moveTo>
                  <a:pt x="1205" y="598"/>
                </a:moveTo>
                <a:cubicBezTo>
                  <a:pt x="1205" y="935"/>
                  <a:pt x="935" y="1204"/>
                  <a:pt x="598" y="1204"/>
                </a:cubicBezTo>
                <a:cubicBezTo>
                  <a:pt x="261" y="1204"/>
                  <a:pt x="1" y="935"/>
                  <a:pt x="1" y="598"/>
                </a:cubicBezTo>
                <a:cubicBezTo>
                  <a:pt x="1" y="270"/>
                  <a:pt x="261" y="0"/>
                  <a:pt x="598" y="0"/>
                </a:cubicBezTo>
                <a:cubicBezTo>
                  <a:pt x="935" y="0"/>
                  <a:pt x="1205" y="270"/>
                  <a:pt x="1205" y="598"/>
                </a:cubicBezTo>
                <a:close/>
              </a:path>
            </a:pathLst>
          </a:custGeom>
          <a:solidFill>
            <a:srgbClr val="EFB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8" name="Google Shape;6678;p59"/>
          <p:cNvSpPr/>
          <p:nvPr/>
        </p:nvSpPr>
        <p:spPr>
          <a:xfrm>
            <a:off x="5432209" y="3682429"/>
            <a:ext cx="128477" cy="128477"/>
          </a:xfrm>
          <a:custGeom>
            <a:rect b="b" l="l" r="r" t="t"/>
            <a:pathLst>
              <a:path extrusionOk="0" h="1205" w="1205">
                <a:moveTo>
                  <a:pt x="1205" y="598"/>
                </a:moveTo>
                <a:cubicBezTo>
                  <a:pt x="1205" y="935"/>
                  <a:pt x="945" y="1204"/>
                  <a:pt x="608" y="1204"/>
                </a:cubicBezTo>
                <a:cubicBezTo>
                  <a:pt x="271" y="1204"/>
                  <a:pt x="1" y="935"/>
                  <a:pt x="1" y="598"/>
                </a:cubicBezTo>
                <a:cubicBezTo>
                  <a:pt x="1" y="270"/>
                  <a:pt x="271" y="0"/>
                  <a:pt x="608" y="0"/>
                </a:cubicBezTo>
                <a:cubicBezTo>
                  <a:pt x="945" y="0"/>
                  <a:pt x="1205" y="270"/>
                  <a:pt x="1205" y="598"/>
                </a:cubicBezTo>
                <a:close/>
              </a:path>
            </a:pathLst>
          </a:custGeom>
          <a:solidFill>
            <a:srgbClr val="EFB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9" name="Google Shape;6679;p59"/>
          <p:cNvSpPr/>
          <p:nvPr/>
        </p:nvSpPr>
        <p:spPr>
          <a:xfrm>
            <a:off x="5201169" y="3682429"/>
            <a:ext cx="128477" cy="128477"/>
          </a:xfrm>
          <a:custGeom>
            <a:rect b="b" l="l" r="r" t="t"/>
            <a:pathLst>
              <a:path extrusionOk="0" h="1205" w="1205">
                <a:moveTo>
                  <a:pt x="1205" y="598"/>
                </a:moveTo>
                <a:cubicBezTo>
                  <a:pt x="1205" y="935"/>
                  <a:pt x="945" y="1204"/>
                  <a:pt x="608" y="1204"/>
                </a:cubicBezTo>
                <a:cubicBezTo>
                  <a:pt x="271" y="1204"/>
                  <a:pt x="1" y="935"/>
                  <a:pt x="1" y="598"/>
                </a:cubicBezTo>
                <a:cubicBezTo>
                  <a:pt x="1" y="260"/>
                  <a:pt x="271" y="0"/>
                  <a:pt x="608" y="0"/>
                </a:cubicBezTo>
                <a:cubicBezTo>
                  <a:pt x="945" y="0"/>
                  <a:pt x="1205" y="260"/>
                  <a:pt x="1205" y="598"/>
                </a:cubicBezTo>
                <a:close/>
              </a:path>
            </a:pathLst>
          </a:custGeom>
          <a:solidFill>
            <a:srgbClr val="EFB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0" name="Google Shape;6680;p59"/>
          <p:cNvSpPr/>
          <p:nvPr/>
        </p:nvSpPr>
        <p:spPr>
          <a:xfrm>
            <a:off x="6178100" y="1586027"/>
            <a:ext cx="2111400" cy="95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1" name="Google Shape;6681;p59"/>
          <p:cNvSpPr txBox="1"/>
          <p:nvPr/>
        </p:nvSpPr>
        <p:spPr>
          <a:xfrm>
            <a:off x="6379740" y="2024506"/>
            <a:ext cx="1847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number = 2;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factorial(2) = 2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82" name="Google Shape;6682;p59"/>
          <p:cNvSpPr txBox="1"/>
          <p:nvPr/>
        </p:nvSpPr>
        <p:spPr>
          <a:xfrm>
            <a:off x="6379740" y="1645539"/>
            <a:ext cx="18474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rPr>
              <a:t>03. BEFORE BASE CASE</a:t>
            </a:r>
            <a:endParaRPr sz="1800"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6683" name="Google Shape;6683;p59"/>
          <p:cNvSpPr/>
          <p:nvPr/>
        </p:nvSpPr>
        <p:spPr>
          <a:xfrm>
            <a:off x="6178100" y="2706101"/>
            <a:ext cx="2111400" cy="9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4" name="Google Shape;6684;p59"/>
          <p:cNvSpPr txBox="1"/>
          <p:nvPr/>
        </p:nvSpPr>
        <p:spPr>
          <a:xfrm>
            <a:off x="6384850" y="3169925"/>
            <a:ext cx="1847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number = 3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factorial(3) = 6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85" name="Google Shape;6685;p59"/>
          <p:cNvSpPr txBox="1"/>
          <p:nvPr/>
        </p:nvSpPr>
        <p:spPr>
          <a:xfrm>
            <a:off x="6384840" y="2766651"/>
            <a:ext cx="18474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rPr>
              <a:t>04. BEFORE BEFORE</a:t>
            </a:r>
            <a:endParaRPr sz="1800"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6686" name="Google Shape;6686;p59"/>
          <p:cNvSpPr/>
          <p:nvPr/>
        </p:nvSpPr>
        <p:spPr>
          <a:xfrm>
            <a:off x="945375" y="1575801"/>
            <a:ext cx="2111400" cy="95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7" name="Google Shape;6687;p59"/>
          <p:cNvSpPr txBox="1"/>
          <p:nvPr/>
        </p:nvSpPr>
        <p:spPr>
          <a:xfrm>
            <a:off x="1147015" y="2015312"/>
            <a:ext cx="1847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number = 1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88" name="Google Shape;6688;p59"/>
          <p:cNvSpPr txBox="1"/>
          <p:nvPr/>
        </p:nvSpPr>
        <p:spPr>
          <a:xfrm>
            <a:off x="1147025" y="1636352"/>
            <a:ext cx="1847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rPr>
              <a:t>01. </a:t>
            </a:r>
            <a:r>
              <a:rPr lang="en" sz="18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rPr>
              <a:t>BASE CASE</a:t>
            </a:r>
            <a:endParaRPr sz="1800"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6689" name="Google Shape;6689;p59"/>
          <p:cNvSpPr/>
          <p:nvPr/>
        </p:nvSpPr>
        <p:spPr>
          <a:xfrm>
            <a:off x="945375" y="2717370"/>
            <a:ext cx="2111400" cy="9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0" name="Google Shape;6690;p59"/>
          <p:cNvSpPr txBox="1"/>
          <p:nvPr/>
        </p:nvSpPr>
        <p:spPr>
          <a:xfrm>
            <a:off x="1147015" y="3155870"/>
            <a:ext cx="1847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factorial(1) = 1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91" name="Google Shape;6691;p59"/>
          <p:cNvSpPr txBox="1"/>
          <p:nvPr/>
        </p:nvSpPr>
        <p:spPr>
          <a:xfrm>
            <a:off x="1147025" y="2776899"/>
            <a:ext cx="1847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rPr>
              <a:t>02. RESULT OF BASE CASE</a:t>
            </a:r>
            <a:endParaRPr sz="1800"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6692" name="Google Shape;6692;p59">
            <a:hlinkClick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RECUR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93" name="Google Shape;6693;p59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94" name="Google Shape;6694;p59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95" name="Google Shape;6695;p59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uFill>
                  <a:noFill/>
                </a:uFill>
                <a:hlinkClick/>
              </a:rPr>
              <a:t>HW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696" name="Google Shape;6696;p59"/>
          <p:cNvSpPr txBox="1"/>
          <p:nvPr/>
        </p:nvSpPr>
        <p:spPr>
          <a:xfrm>
            <a:off x="3474800" y="1799750"/>
            <a:ext cx="234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2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factori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al(</a:t>
            </a:r>
            <a:r>
              <a:rPr lang="en" sz="1100">
                <a:solidFill>
                  <a:srgbClr val="FFF2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number){</a:t>
            </a:r>
            <a:endParaRPr sz="1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(number 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return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factorial(number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number;</a:t>
            </a:r>
            <a:endParaRPr sz="1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97" name="Google Shape;6697;p59">
            <a:hlinkClick action="ppaction://hlinksldjump" r:id="rId5"/>
          </p:cNvPr>
          <p:cNvSpPr/>
          <p:nvPr/>
        </p:nvSpPr>
        <p:spPr>
          <a:xfrm>
            <a:off x="7823350" y="4467825"/>
            <a:ext cx="1019100" cy="572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Crushed"/>
                <a:ea typeface="Crushed"/>
                <a:cs typeface="Crushed"/>
                <a:sym typeface="Crushed"/>
              </a:rPr>
              <a:t>P</a:t>
            </a:r>
            <a:r>
              <a:rPr lang="en" sz="1200">
                <a:solidFill>
                  <a:schemeClr val="accent2"/>
                </a:solidFill>
                <a:latin typeface="Crushed"/>
                <a:ea typeface="Crushed"/>
                <a:cs typeface="Crushed"/>
                <a:sym typeface="Crushed"/>
              </a:rPr>
              <a:t>RACTICES</a:t>
            </a:r>
            <a:endParaRPr sz="1200">
              <a:solidFill>
                <a:schemeClr val="accent2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1" name="Shape 6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2" name="Google Shape;6702;p60"/>
          <p:cNvSpPr/>
          <p:nvPr/>
        </p:nvSpPr>
        <p:spPr>
          <a:xfrm>
            <a:off x="2126975" y="1265325"/>
            <a:ext cx="5611500" cy="2687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03" name="Google Shape;6703;p60"/>
          <p:cNvGrpSpPr/>
          <p:nvPr/>
        </p:nvGrpSpPr>
        <p:grpSpPr>
          <a:xfrm>
            <a:off x="4287427" y="3854398"/>
            <a:ext cx="718224" cy="941259"/>
            <a:chOff x="3481350" y="3771550"/>
            <a:chExt cx="790125" cy="1035375"/>
          </a:xfrm>
        </p:grpSpPr>
        <p:sp>
          <p:nvSpPr>
            <p:cNvPr id="6704" name="Google Shape;6704;p60"/>
            <p:cNvSpPr/>
            <p:nvPr/>
          </p:nvSpPr>
          <p:spPr>
            <a:xfrm>
              <a:off x="3481350" y="4098325"/>
              <a:ext cx="790125" cy="707650"/>
            </a:xfrm>
            <a:custGeom>
              <a:rect b="b" l="l" r="r" t="t"/>
              <a:pathLst>
                <a:path extrusionOk="0" h="28306" w="31605">
                  <a:moveTo>
                    <a:pt x="12197" y="1"/>
                  </a:moveTo>
                  <a:cubicBezTo>
                    <a:pt x="6017" y="1"/>
                    <a:pt x="653" y="88"/>
                    <a:pt x="402" y="330"/>
                  </a:cubicBezTo>
                  <a:cubicBezTo>
                    <a:pt x="1" y="756"/>
                    <a:pt x="2081" y="27623"/>
                    <a:pt x="2507" y="28049"/>
                  </a:cubicBezTo>
                  <a:cubicBezTo>
                    <a:pt x="2689" y="28232"/>
                    <a:pt x="8005" y="28305"/>
                    <a:pt x="13784" y="28305"/>
                  </a:cubicBezTo>
                  <a:cubicBezTo>
                    <a:pt x="20711" y="28305"/>
                    <a:pt x="28303" y="28199"/>
                    <a:pt x="28522" y="28049"/>
                  </a:cubicBezTo>
                  <a:cubicBezTo>
                    <a:pt x="28948" y="27773"/>
                    <a:pt x="31605" y="605"/>
                    <a:pt x="31179" y="330"/>
                  </a:cubicBezTo>
                  <a:cubicBezTo>
                    <a:pt x="30931" y="169"/>
                    <a:pt x="20777" y="1"/>
                    <a:pt x="12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5" name="Google Shape;6705;p60"/>
            <p:cNvSpPr/>
            <p:nvPr/>
          </p:nvSpPr>
          <p:spPr>
            <a:xfrm>
              <a:off x="3870450" y="4099200"/>
              <a:ext cx="11925" cy="707725"/>
            </a:xfrm>
            <a:custGeom>
              <a:rect b="b" l="l" r="r" t="t"/>
              <a:pathLst>
                <a:path extrusionOk="0" h="28309" w="477">
                  <a:moveTo>
                    <a:pt x="301" y="0"/>
                  </a:moveTo>
                  <a:cubicBezTo>
                    <a:pt x="214" y="0"/>
                    <a:pt x="126" y="57"/>
                    <a:pt x="126" y="169"/>
                  </a:cubicBezTo>
                  <a:cubicBezTo>
                    <a:pt x="101" y="8340"/>
                    <a:pt x="51" y="16535"/>
                    <a:pt x="1" y="24731"/>
                  </a:cubicBezTo>
                  <a:cubicBezTo>
                    <a:pt x="1" y="25859"/>
                    <a:pt x="1" y="27012"/>
                    <a:pt x="1" y="28139"/>
                  </a:cubicBezTo>
                  <a:cubicBezTo>
                    <a:pt x="1" y="28252"/>
                    <a:pt x="82" y="28309"/>
                    <a:pt x="163" y="28309"/>
                  </a:cubicBezTo>
                  <a:cubicBezTo>
                    <a:pt x="245" y="28309"/>
                    <a:pt x="326" y="28252"/>
                    <a:pt x="326" y="28139"/>
                  </a:cubicBezTo>
                  <a:cubicBezTo>
                    <a:pt x="377" y="19969"/>
                    <a:pt x="402" y="11773"/>
                    <a:pt x="452" y="3578"/>
                  </a:cubicBezTo>
                  <a:cubicBezTo>
                    <a:pt x="452" y="2450"/>
                    <a:pt x="452" y="1297"/>
                    <a:pt x="477" y="169"/>
                  </a:cubicBezTo>
                  <a:cubicBezTo>
                    <a:pt x="477" y="57"/>
                    <a:pt x="389" y="0"/>
                    <a:pt x="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6" name="Google Shape;6706;p60"/>
            <p:cNvSpPr/>
            <p:nvPr/>
          </p:nvSpPr>
          <p:spPr>
            <a:xfrm>
              <a:off x="3508925" y="4441775"/>
              <a:ext cx="727475" cy="11925"/>
            </a:xfrm>
            <a:custGeom>
              <a:rect b="b" l="l" r="r" t="t"/>
              <a:pathLst>
                <a:path extrusionOk="0" h="477" w="29099">
                  <a:moveTo>
                    <a:pt x="201" y="0"/>
                  </a:moveTo>
                  <a:cubicBezTo>
                    <a:pt x="0" y="0"/>
                    <a:pt x="0" y="326"/>
                    <a:pt x="201" y="351"/>
                  </a:cubicBezTo>
                  <a:cubicBezTo>
                    <a:pt x="3434" y="351"/>
                    <a:pt x="6642" y="376"/>
                    <a:pt x="9875" y="376"/>
                  </a:cubicBezTo>
                  <a:lnTo>
                    <a:pt x="25314" y="451"/>
                  </a:lnTo>
                  <a:lnTo>
                    <a:pt x="28898" y="476"/>
                  </a:lnTo>
                  <a:cubicBezTo>
                    <a:pt x="29098" y="476"/>
                    <a:pt x="29098" y="151"/>
                    <a:pt x="28898" y="151"/>
                  </a:cubicBezTo>
                  <a:cubicBezTo>
                    <a:pt x="25665" y="126"/>
                    <a:pt x="22457" y="126"/>
                    <a:pt x="19223" y="101"/>
                  </a:cubicBezTo>
                  <a:cubicBezTo>
                    <a:pt x="14086" y="75"/>
                    <a:pt x="8948" y="50"/>
                    <a:pt x="3785" y="25"/>
                  </a:cubicBezTo>
                  <a:cubicBezTo>
                    <a:pt x="2607" y="25"/>
                    <a:pt x="1404" y="0"/>
                    <a:pt x="2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7" name="Google Shape;6707;p60"/>
            <p:cNvSpPr/>
            <p:nvPr/>
          </p:nvSpPr>
          <p:spPr>
            <a:xfrm>
              <a:off x="3822200" y="3771550"/>
              <a:ext cx="103425" cy="334500"/>
            </a:xfrm>
            <a:custGeom>
              <a:rect b="b" l="l" r="r" t="t"/>
              <a:pathLst>
                <a:path extrusionOk="0" h="13380" w="4137">
                  <a:moveTo>
                    <a:pt x="2084" y="0"/>
                  </a:moveTo>
                  <a:cubicBezTo>
                    <a:pt x="1688" y="0"/>
                    <a:pt x="1285" y="218"/>
                    <a:pt x="978" y="719"/>
                  </a:cubicBezTo>
                  <a:cubicBezTo>
                    <a:pt x="1" y="2348"/>
                    <a:pt x="452" y="4904"/>
                    <a:pt x="677" y="6684"/>
                  </a:cubicBezTo>
                  <a:cubicBezTo>
                    <a:pt x="928" y="8789"/>
                    <a:pt x="1304" y="10970"/>
                    <a:pt x="1931" y="13000"/>
                  </a:cubicBezTo>
                  <a:cubicBezTo>
                    <a:pt x="1959" y="13076"/>
                    <a:pt x="2025" y="13109"/>
                    <a:pt x="2090" y="13109"/>
                  </a:cubicBezTo>
                  <a:cubicBezTo>
                    <a:pt x="2196" y="13109"/>
                    <a:pt x="2303" y="13023"/>
                    <a:pt x="2256" y="12899"/>
                  </a:cubicBezTo>
                  <a:cubicBezTo>
                    <a:pt x="1805" y="11446"/>
                    <a:pt x="1504" y="9892"/>
                    <a:pt x="1254" y="8388"/>
                  </a:cubicBezTo>
                  <a:cubicBezTo>
                    <a:pt x="903" y="6333"/>
                    <a:pt x="527" y="4052"/>
                    <a:pt x="903" y="1972"/>
                  </a:cubicBezTo>
                  <a:cubicBezTo>
                    <a:pt x="1028" y="1345"/>
                    <a:pt x="1254" y="518"/>
                    <a:pt x="1956" y="343"/>
                  </a:cubicBezTo>
                  <a:cubicBezTo>
                    <a:pt x="2036" y="324"/>
                    <a:pt x="2111" y="316"/>
                    <a:pt x="2181" y="316"/>
                  </a:cubicBezTo>
                  <a:cubicBezTo>
                    <a:pt x="2775" y="316"/>
                    <a:pt x="3049" y="933"/>
                    <a:pt x="3184" y="1471"/>
                  </a:cubicBezTo>
                  <a:cubicBezTo>
                    <a:pt x="3710" y="3401"/>
                    <a:pt x="3409" y="5681"/>
                    <a:pt x="3159" y="7636"/>
                  </a:cubicBezTo>
                  <a:cubicBezTo>
                    <a:pt x="2958" y="9491"/>
                    <a:pt x="2682" y="11371"/>
                    <a:pt x="2256" y="13175"/>
                  </a:cubicBezTo>
                  <a:cubicBezTo>
                    <a:pt x="2226" y="13295"/>
                    <a:pt x="2331" y="13379"/>
                    <a:pt x="2430" y="13379"/>
                  </a:cubicBezTo>
                  <a:cubicBezTo>
                    <a:pt x="2497" y="13379"/>
                    <a:pt x="2562" y="13341"/>
                    <a:pt x="2582" y="13250"/>
                  </a:cubicBezTo>
                  <a:cubicBezTo>
                    <a:pt x="3008" y="11496"/>
                    <a:pt x="3259" y="9691"/>
                    <a:pt x="3484" y="7887"/>
                  </a:cubicBezTo>
                  <a:cubicBezTo>
                    <a:pt x="3735" y="5782"/>
                    <a:pt x="4136" y="3250"/>
                    <a:pt x="3459" y="1170"/>
                  </a:cubicBezTo>
                  <a:cubicBezTo>
                    <a:pt x="3222" y="458"/>
                    <a:pt x="2660" y="0"/>
                    <a:pt x="20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8" name="Google Shape;6708;p60"/>
            <p:cNvSpPr/>
            <p:nvPr/>
          </p:nvSpPr>
          <p:spPr>
            <a:xfrm>
              <a:off x="3883475" y="3815050"/>
              <a:ext cx="187550" cy="288375"/>
            </a:xfrm>
            <a:custGeom>
              <a:rect b="b" l="l" r="r" t="t"/>
              <a:pathLst>
                <a:path extrusionOk="0" h="11535" w="7502">
                  <a:moveTo>
                    <a:pt x="6270" y="323"/>
                  </a:moveTo>
                  <a:cubicBezTo>
                    <a:pt x="6312" y="323"/>
                    <a:pt x="6354" y="326"/>
                    <a:pt x="6397" y="332"/>
                  </a:cubicBezTo>
                  <a:cubicBezTo>
                    <a:pt x="7149" y="433"/>
                    <a:pt x="7074" y="1235"/>
                    <a:pt x="6898" y="1786"/>
                  </a:cubicBezTo>
                  <a:cubicBezTo>
                    <a:pt x="6347" y="3641"/>
                    <a:pt x="4993" y="5370"/>
                    <a:pt x="3840" y="6874"/>
                  </a:cubicBezTo>
                  <a:cubicBezTo>
                    <a:pt x="2761" y="8313"/>
                    <a:pt x="1613" y="9729"/>
                    <a:pt x="418" y="11056"/>
                  </a:cubicBezTo>
                  <a:lnTo>
                    <a:pt x="418" y="11056"/>
                  </a:lnTo>
                  <a:cubicBezTo>
                    <a:pt x="790" y="9690"/>
                    <a:pt x="1302" y="8348"/>
                    <a:pt x="1835" y="7049"/>
                  </a:cubicBezTo>
                  <a:cubicBezTo>
                    <a:pt x="2587" y="5119"/>
                    <a:pt x="3414" y="3064"/>
                    <a:pt x="4743" y="1435"/>
                  </a:cubicBezTo>
                  <a:cubicBezTo>
                    <a:pt x="5095" y="989"/>
                    <a:pt x="5645" y="323"/>
                    <a:pt x="6270" y="323"/>
                  </a:cubicBezTo>
                  <a:close/>
                  <a:moveTo>
                    <a:pt x="6286" y="0"/>
                  </a:moveTo>
                  <a:cubicBezTo>
                    <a:pt x="6045" y="0"/>
                    <a:pt x="5777" y="79"/>
                    <a:pt x="5495" y="257"/>
                  </a:cubicBezTo>
                  <a:cubicBezTo>
                    <a:pt x="4768" y="683"/>
                    <a:pt x="4267" y="1435"/>
                    <a:pt x="3840" y="2137"/>
                  </a:cubicBezTo>
                  <a:cubicBezTo>
                    <a:pt x="3189" y="3139"/>
                    <a:pt x="2663" y="4242"/>
                    <a:pt x="2186" y="5345"/>
                  </a:cubicBezTo>
                  <a:cubicBezTo>
                    <a:pt x="1334" y="7250"/>
                    <a:pt x="507" y="9280"/>
                    <a:pt x="31" y="11310"/>
                  </a:cubicBezTo>
                  <a:cubicBezTo>
                    <a:pt x="1" y="11430"/>
                    <a:pt x="96" y="11514"/>
                    <a:pt x="189" y="11514"/>
                  </a:cubicBezTo>
                  <a:cubicBezTo>
                    <a:pt x="218" y="11514"/>
                    <a:pt x="247" y="11505"/>
                    <a:pt x="271" y="11487"/>
                  </a:cubicBezTo>
                  <a:lnTo>
                    <a:pt x="271" y="11487"/>
                  </a:lnTo>
                  <a:cubicBezTo>
                    <a:pt x="303" y="11516"/>
                    <a:pt x="342" y="11535"/>
                    <a:pt x="382" y="11535"/>
                  </a:cubicBezTo>
                  <a:cubicBezTo>
                    <a:pt x="418" y="11535"/>
                    <a:pt x="453" y="11520"/>
                    <a:pt x="482" y="11485"/>
                  </a:cubicBezTo>
                  <a:cubicBezTo>
                    <a:pt x="1685" y="10157"/>
                    <a:pt x="2838" y="8753"/>
                    <a:pt x="3916" y="7325"/>
                  </a:cubicBezTo>
                  <a:cubicBezTo>
                    <a:pt x="5169" y="5671"/>
                    <a:pt x="6798" y="3741"/>
                    <a:pt x="7274" y="1661"/>
                  </a:cubicBezTo>
                  <a:cubicBezTo>
                    <a:pt x="7501" y="752"/>
                    <a:pt x="7028" y="0"/>
                    <a:pt x="6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9" name="Google Shape;6709;p60"/>
            <p:cNvSpPr/>
            <p:nvPr/>
          </p:nvSpPr>
          <p:spPr>
            <a:xfrm>
              <a:off x="3881075" y="3988625"/>
              <a:ext cx="256325" cy="116100"/>
            </a:xfrm>
            <a:custGeom>
              <a:rect b="b" l="l" r="r" t="t"/>
              <a:pathLst>
                <a:path extrusionOk="0" h="4644" w="10253">
                  <a:moveTo>
                    <a:pt x="8791" y="341"/>
                  </a:moveTo>
                  <a:cubicBezTo>
                    <a:pt x="9099" y="341"/>
                    <a:pt x="9396" y="414"/>
                    <a:pt x="9576" y="658"/>
                  </a:cubicBezTo>
                  <a:cubicBezTo>
                    <a:pt x="9901" y="1159"/>
                    <a:pt x="9300" y="1585"/>
                    <a:pt x="8949" y="1810"/>
                  </a:cubicBezTo>
                  <a:cubicBezTo>
                    <a:pt x="7596" y="2637"/>
                    <a:pt x="5916" y="3038"/>
                    <a:pt x="4413" y="3439"/>
                  </a:cubicBezTo>
                  <a:cubicBezTo>
                    <a:pt x="3171" y="3738"/>
                    <a:pt x="1909" y="4016"/>
                    <a:pt x="665" y="4253"/>
                  </a:cubicBezTo>
                  <a:lnTo>
                    <a:pt x="665" y="4253"/>
                  </a:lnTo>
                  <a:cubicBezTo>
                    <a:pt x="1537" y="3606"/>
                    <a:pt x="2496" y="3049"/>
                    <a:pt x="3435" y="2512"/>
                  </a:cubicBezTo>
                  <a:cubicBezTo>
                    <a:pt x="4839" y="1685"/>
                    <a:pt x="6368" y="833"/>
                    <a:pt x="7972" y="457"/>
                  </a:cubicBezTo>
                  <a:cubicBezTo>
                    <a:pt x="8192" y="408"/>
                    <a:pt x="8497" y="341"/>
                    <a:pt x="8791" y="341"/>
                  </a:cubicBezTo>
                  <a:close/>
                  <a:moveTo>
                    <a:pt x="8627" y="0"/>
                  </a:moveTo>
                  <a:cubicBezTo>
                    <a:pt x="7218" y="0"/>
                    <a:pt x="5623" y="945"/>
                    <a:pt x="4463" y="1560"/>
                  </a:cubicBezTo>
                  <a:cubicBezTo>
                    <a:pt x="2984" y="2337"/>
                    <a:pt x="1455" y="3214"/>
                    <a:pt x="127" y="4241"/>
                  </a:cubicBezTo>
                  <a:cubicBezTo>
                    <a:pt x="1" y="4350"/>
                    <a:pt x="95" y="4497"/>
                    <a:pt x="214" y="4524"/>
                  </a:cubicBezTo>
                  <a:lnTo>
                    <a:pt x="214" y="4524"/>
                  </a:lnTo>
                  <a:cubicBezTo>
                    <a:pt x="241" y="4589"/>
                    <a:pt x="302" y="4644"/>
                    <a:pt x="381" y="4644"/>
                  </a:cubicBezTo>
                  <a:cubicBezTo>
                    <a:pt x="388" y="4644"/>
                    <a:pt x="395" y="4643"/>
                    <a:pt x="403" y="4642"/>
                  </a:cubicBezTo>
                  <a:cubicBezTo>
                    <a:pt x="1856" y="4392"/>
                    <a:pt x="3310" y="4066"/>
                    <a:pt x="4739" y="3690"/>
                  </a:cubicBezTo>
                  <a:cubicBezTo>
                    <a:pt x="6292" y="3289"/>
                    <a:pt x="8247" y="2888"/>
                    <a:pt x="9500" y="1810"/>
                  </a:cubicBezTo>
                  <a:cubicBezTo>
                    <a:pt x="10252" y="1184"/>
                    <a:pt x="10077" y="181"/>
                    <a:pt x="9049" y="31"/>
                  </a:cubicBezTo>
                  <a:cubicBezTo>
                    <a:pt x="8911" y="10"/>
                    <a:pt x="8770" y="0"/>
                    <a:pt x="86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0" name="Google Shape;6710;p60"/>
            <p:cNvSpPr/>
            <p:nvPr/>
          </p:nvSpPr>
          <p:spPr>
            <a:xfrm>
              <a:off x="3693075" y="3816175"/>
              <a:ext cx="185050" cy="287250"/>
            </a:xfrm>
            <a:custGeom>
              <a:rect b="b" l="l" r="r" t="t"/>
              <a:pathLst>
                <a:path extrusionOk="0" h="11490" w="7402">
                  <a:moveTo>
                    <a:pt x="1059" y="267"/>
                  </a:moveTo>
                  <a:cubicBezTo>
                    <a:pt x="1497" y="267"/>
                    <a:pt x="1969" y="643"/>
                    <a:pt x="2258" y="914"/>
                  </a:cubicBezTo>
                  <a:cubicBezTo>
                    <a:pt x="3662" y="2342"/>
                    <a:pt x="4489" y="4423"/>
                    <a:pt x="5241" y="6227"/>
                  </a:cubicBezTo>
                  <a:cubicBezTo>
                    <a:pt x="5875" y="7776"/>
                    <a:pt x="6530" y="9391"/>
                    <a:pt x="6961" y="11010"/>
                  </a:cubicBezTo>
                  <a:lnTo>
                    <a:pt x="6961" y="11010"/>
                  </a:lnTo>
                  <a:cubicBezTo>
                    <a:pt x="5989" y="9914"/>
                    <a:pt x="5041" y="8795"/>
                    <a:pt x="4138" y="7631"/>
                  </a:cubicBezTo>
                  <a:cubicBezTo>
                    <a:pt x="2885" y="6002"/>
                    <a:pt x="1532" y="4272"/>
                    <a:pt x="705" y="2368"/>
                  </a:cubicBezTo>
                  <a:cubicBezTo>
                    <a:pt x="504" y="1866"/>
                    <a:pt x="78" y="939"/>
                    <a:pt x="579" y="463"/>
                  </a:cubicBezTo>
                  <a:cubicBezTo>
                    <a:pt x="726" y="323"/>
                    <a:pt x="890" y="267"/>
                    <a:pt x="1059" y="267"/>
                  </a:cubicBezTo>
                  <a:close/>
                  <a:moveTo>
                    <a:pt x="1009" y="1"/>
                  </a:moveTo>
                  <a:cubicBezTo>
                    <a:pt x="458" y="1"/>
                    <a:pt x="0" y="315"/>
                    <a:pt x="28" y="1114"/>
                  </a:cubicBezTo>
                  <a:cubicBezTo>
                    <a:pt x="53" y="1916"/>
                    <a:pt x="479" y="2718"/>
                    <a:pt x="855" y="3395"/>
                  </a:cubicBezTo>
                  <a:cubicBezTo>
                    <a:pt x="1431" y="4473"/>
                    <a:pt x="2133" y="5475"/>
                    <a:pt x="2835" y="6453"/>
                  </a:cubicBezTo>
                  <a:cubicBezTo>
                    <a:pt x="4113" y="8182"/>
                    <a:pt x="5466" y="9836"/>
                    <a:pt x="6895" y="11440"/>
                  </a:cubicBezTo>
                  <a:cubicBezTo>
                    <a:pt x="6930" y="11475"/>
                    <a:pt x="6968" y="11490"/>
                    <a:pt x="7005" y="11490"/>
                  </a:cubicBezTo>
                  <a:cubicBezTo>
                    <a:pt x="7045" y="11490"/>
                    <a:pt x="7083" y="11472"/>
                    <a:pt x="7113" y="11445"/>
                  </a:cubicBezTo>
                  <a:lnTo>
                    <a:pt x="7113" y="11445"/>
                  </a:lnTo>
                  <a:cubicBezTo>
                    <a:pt x="7138" y="11461"/>
                    <a:pt x="7167" y="11469"/>
                    <a:pt x="7197" y="11469"/>
                  </a:cubicBezTo>
                  <a:cubicBezTo>
                    <a:pt x="7297" y="11469"/>
                    <a:pt x="7401" y="11385"/>
                    <a:pt x="7371" y="11265"/>
                  </a:cubicBezTo>
                  <a:cubicBezTo>
                    <a:pt x="6945" y="9510"/>
                    <a:pt x="6243" y="7781"/>
                    <a:pt x="5567" y="6127"/>
                  </a:cubicBezTo>
                  <a:cubicBezTo>
                    <a:pt x="4765" y="4222"/>
                    <a:pt x="3888" y="1941"/>
                    <a:pt x="2334" y="538"/>
                  </a:cubicBezTo>
                  <a:cubicBezTo>
                    <a:pt x="1973" y="211"/>
                    <a:pt x="1460" y="1"/>
                    <a:pt x="10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1" name="Google Shape;6711;p60"/>
            <p:cNvSpPr/>
            <p:nvPr/>
          </p:nvSpPr>
          <p:spPr>
            <a:xfrm>
              <a:off x="3619150" y="3989325"/>
              <a:ext cx="260725" cy="115400"/>
            </a:xfrm>
            <a:custGeom>
              <a:rect b="b" l="l" r="r" t="t"/>
              <a:pathLst>
                <a:path extrusionOk="0" h="4616" w="10429">
                  <a:moveTo>
                    <a:pt x="1741" y="324"/>
                  </a:moveTo>
                  <a:cubicBezTo>
                    <a:pt x="1800" y="324"/>
                    <a:pt x="1856" y="326"/>
                    <a:pt x="1907" y="329"/>
                  </a:cubicBezTo>
                  <a:cubicBezTo>
                    <a:pt x="3486" y="479"/>
                    <a:pt x="5065" y="1406"/>
                    <a:pt x="6393" y="2133"/>
                  </a:cubicBezTo>
                  <a:cubicBezTo>
                    <a:pt x="7535" y="2772"/>
                    <a:pt x="8717" y="3432"/>
                    <a:pt x="9771" y="4226"/>
                  </a:cubicBezTo>
                  <a:lnTo>
                    <a:pt x="9771" y="4226"/>
                  </a:lnTo>
                  <a:cubicBezTo>
                    <a:pt x="7138" y="3766"/>
                    <a:pt x="4306" y="3232"/>
                    <a:pt x="1932" y="2033"/>
                  </a:cubicBezTo>
                  <a:cubicBezTo>
                    <a:pt x="1556" y="1833"/>
                    <a:pt x="779" y="1482"/>
                    <a:pt x="754" y="955"/>
                  </a:cubicBezTo>
                  <a:cubicBezTo>
                    <a:pt x="732" y="426"/>
                    <a:pt x="1311" y="324"/>
                    <a:pt x="1741" y="324"/>
                  </a:cubicBezTo>
                  <a:close/>
                  <a:moveTo>
                    <a:pt x="1717" y="0"/>
                  </a:moveTo>
                  <a:cubicBezTo>
                    <a:pt x="889" y="0"/>
                    <a:pt x="1" y="660"/>
                    <a:pt x="654" y="1507"/>
                  </a:cubicBezTo>
                  <a:cubicBezTo>
                    <a:pt x="1030" y="2008"/>
                    <a:pt x="1707" y="2309"/>
                    <a:pt x="2258" y="2534"/>
                  </a:cubicBezTo>
                  <a:cubicBezTo>
                    <a:pt x="3135" y="2910"/>
                    <a:pt x="4037" y="3211"/>
                    <a:pt x="4940" y="3462"/>
                  </a:cubicBezTo>
                  <a:cubicBezTo>
                    <a:pt x="6619" y="3938"/>
                    <a:pt x="8323" y="4314"/>
                    <a:pt x="10028" y="4614"/>
                  </a:cubicBezTo>
                  <a:cubicBezTo>
                    <a:pt x="10036" y="4615"/>
                    <a:pt x="10044" y="4616"/>
                    <a:pt x="10052" y="4616"/>
                  </a:cubicBezTo>
                  <a:cubicBezTo>
                    <a:pt x="10140" y="4616"/>
                    <a:pt x="10202" y="4561"/>
                    <a:pt x="10229" y="4496"/>
                  </a:cubicBezTo>
                  <a:lnTo>
                    <a:pt x="10229" y="4496"/>
                  </a:lnTo>
                  <a:cubicBezTo>
                    <a:pt x="10349" y="4468"/>
                    <a:pt x="10429" y="4321"/>
                    <a:pt x="10303" y="4213"/>
                  </a:cubicBezTo>
                  <a:cubicBezTo>
                    <a:pt x="9175" y="3336"/>
                    <a:pt x="7897" y="2609"/>
                    <a:pt x="6644" y="1908"/>
                  </a:cubicBezTo>
                  <a:cubicBezTo>
                    <a:pt x="5215" y="1106"/>
                    <a:pt x="3486" y="78"/>
                    <a:pt x="1807" y="3"/>
                  </a:cubicBezTo>
                  <a:cubicBezTo>
                    <a:pt x="1777" y="1"/>
                    <a:pt x="1747" y="0"/>
                    <a:pt x="17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2" name="Google Shape;6712;p60"/>
            <p:cNvSpPr/>
            <p:nvPr/>
          </p:nvSpPr>
          <p:spPr>
            <a:xfrm>
              <a:off x="4030850" y="4318950"/>
              <a:ext cx="42000" cy="42025"/>
            </a:xfrm>
            <a:custGeom>
              <a:rect b="b" l="l" r="r" t="t"/>
              <a:pathLst>
                <a:path extrusionOk="0" h="1681" w="1680">
                  <a:moveTo>
                    <a:pt x="853" y="1"/>
                  </a:moveTo>
                  <a:cubicBezTo>
                    <a:pt x="377" y="1"/>
                    <a:pt x="1" y="377"/>
                    <a:pt x="1" y="828"/>
                  </a:cubicBezTo>
                  <a:cubicBezTo>
                    <a:pt x="1" y="1304"/>
                    <a:pt x="377" y="1680"/>
                    <a:pt x="853" y="1680"/>
                  </a:cubicBezTo>
                  <a:cubicBezTo>
                    <a:pt x="1304" y="1680"/>
                    <a:pt x="1680" y="1304"/>
                    <a:pt x="1680" y="828"/>
                  </a:cubicBezTo>
                  <a:cubicBezTo>
                    <a:pt x="1680" y="377"/>
                    <a:pt x="1304" y="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3" name="Google Shape;6713;p60"/>
            <p:cNvSpPr/>
            <p:nvPr/>
          </p:nvSpPr>
          <p:spPr>
            <a:xfrm>
              <a:off x="3575325" y="4191775"/>
              <a:ext cx="41400" cy="42000"/>
            </a:xfrm>
            <a:custGeom>
              <a:rect b="b" l="l" r="r" t="t"/>
              <a:pathLst>
                <a:path extrusionOk="0" h="1680" w="1656">
                  <a:moveTo>
                    <a:pt x="828" y="0"/>
                  </a:moveTo>
                  <a:cubicBezTo>
                    <a:pt x="352" y="0"/>
                    <a:pt x="1" y="376"/>
                    <a:pt x="1" y="852"/>
                  </a:cubicBezTo>
                  <a:cubicBezTo>
                    <a:pt x="1" y="1303"/>
                    <a:pt x="352" y="1679"/>
                    <a:pt x="828" y="1679"/>
                  </a:cubicBezTo>
                  <a:cubicBezTo>
                    <a:pt x="1279" y="1679"/>
                    <a:pt x="1655" y="1303"/>
                    <a:pt x="1655" y="852"/>
                  </a:cubicBezTo>
                  <a:cubicBezTo>
                    <a:pt x="1655" y="376"/>
                    <a:pt x="1279" y="0"/>
                    <a:pt x="8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4" name="Google Shape;6714;p60"/>
            <p:cNvSpPr/>
            <p:nvPr/>
          </p:nvSpPr>
          <p:spPr>
            <a:xfrm>
              <a:off x="4148025" y="4197400"/>
              <a:ext cx="13175" cy="13825"/>
            </a:xfrm>
            <a:custGeom>
              <a:rect b="b" l="l" r="r" t="t"/>
              <a:pathLst>
                <a:path extrusionOk="0" h="553" w="527">
                  <a:moveTo>
                    <a:pt x="276" y="1"/>
                  </a:moveTo>
                  <a:cubicBezTo>
                    <a:pt x="126" y="1"/>
                    <a:pt x="0" y="126"/>
                    <a:pt x="0" y="276"/>
                  </a:cubicBezTo>
                  <a:cubicBezTo>
                    <a:pt x="0" y="427"/>
                    <a:pt x="126" y="552"/>
                    <a:pt x="276" y="552"/>
                  </a:cubicBezTo>
                  <a:cubicBezTo>
                    <a:pt x="426" y="552"/>
                    <a:pt x="527" y="427"/>
                    <a:pt x="527" y="276"/>
                  </a:cubicBezTo>
                  <a:cubicBezTo>
                    <a:pt x="527" y="126"/>
                    <a:pt x="426" y="1"/>
                    <a:pt x="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5" name="Google Shape;6715;p60"/>
            <p:cNvSpPr/>
            <p:nvPr/>
          </p:nvSpPr>
          <p:spPr>
            <a:xfrm>
              <a:off x="3984475" y="4213075"/>
              <a:ext cx="23850" cy="23825"/>
            </a:xfrm>
            <a:custGeom>
              <a:rect b="b" l="l" r="r" t="t"/>
              <a:pathLst>
                <a:path extrusionOk="0" h="953" w="954">
                  <a:moveTo>
                    <a:pt x="477" y="0"/>
                  </a:moveTo>
                  <a:cubicBezTo>
                    <a:pt x="201" y="0"/>
                    <a:pt x="1" y="226"/>
                    <a:pt x="1" y="477"/>
                  </a:cubicBezTo>
                  <a:cubicBezTo>
                    <a:pt x="1" y="752"/>
                    <a:pt x="201" y="953"/>
                    <a:pt x="477" y="953"/>
                  </a:cubicBezTo>
                  <a:cubicBezTo>
                    <a:pt x="728" y="953"/>
                    <a:pt x="953" y="752"/>
                    <a:pt x="953" y="477"/>
                  </a:cubicBezTo>
                  <a:cubicBezTo>
                    <a:pt x="953" y="226"/>
                    <a:pt x="728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6" name="Google Shape;6716;p60"/>
            <p:cNvSpPr/>
            <p:nvPr/>
          </p:nvSpPr>
          <p:spPr>
            <a:xfrm>
              <a:off x="3616075" y="4617225"/>
              <a:ext cx="48250" cy="41975"/>
            </a:xfrm>
            <a:custGeom>
              <a:rect b="b" l="l" r="r" t="t"/>
              <a:pathLst>
                <a:path extrusionOk="0" h="1679" w="1930">
                  <a:moveTo>
                    <a:pt x="972" y="1"/>
                  </a:moveTo>
                  <a:cubicBezTo>
                    <a:pt x="840" y="1"/>
                    <a:pt x="705" y="32"/>
                    <a:pt x="577" y="100"/>
                  </a:cubicBezTo>
                  <a:cubicBezTo>
                    <a:pt x="176" y="301"/>
                    <a:pt x="0" y="802"/>
                    <a:pt x="226" y="1228"/>
                  </a:cubicBezTo>
                  <a:cubicBezTo>
                    <a:pt x="366" y="1508"/>
                    <a:pt x="653" y="1678"/>
                    <a:pt x="958" y="1678"/>
                  </a:cubicBezTo>
                  <a:cubicBezTo>
                    <a:pt x="1090" y="1678"/>
                    <a:pt x="1225" y="1647"/>
                    <a:pt x="1353" y="1579"/>
                  </a:cubicBezTo>
                  <a:cubicBezTo>
                    <a:pt x="1754" y="1378"/>
                    <a:pt x="1930" y="877"/>
                    <a:pt x="1704" y="451"/>
                  </a:cubicBezTo>
                  <a:cubicBezTo>
                    <a:pt x="1564" y="171"/>
                    <a:pt x="1277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7" name="Google Shape;6717;p60"/>
            <p:cNvSpPr/>
            <p:nvPr/>
          </p:nvSpPr>
          <p:spPr>
            <a:xfrm>
              <a:off x="4109175" y="4551350"/>
              <a:ext cx="42000" cy="36500"/>
            </a:xfrm>
            <a:custGeom>
              <a:rect b="b" l="l" r="r" t="t"/>
              <a:pathLst>
                <a:path extrusionOk="0" h="1460" w="1680">
                  <a:moveTo>
                    <a:pt x="845" y="0"/>
                  </a:moveTo>
                  <a:cubicBezTo>
                    <a:pt x="731" y="0"/>
                    <a:pt x="614" y="26"/>
                    <a:pt x="502" y="78"/>
                  </a:cubicBezTo>
                  <a:cubicBezTo>
                    <a:pt x="151" y="279"/>
                    <a:pt x="0" y="705"/>
                    <a:pt x="201" y="1056"/>
                  </a:cubicBezTo>
                  <a:cubicBezTo>
                    <a:pt x="324" y="1319"/>
                    <a:pt x="582" y="1460"/>
                    <a:pt x="847" y="1460"/>
                  </a:cubicBezTo>
                  <a:cubicBezTo>
                    <a:pt x="960" y="1460"/>
                    <a:pt x="1073" y="1434"/>
                    <a:pt x="1178" y="1382"/>
                  </a:cubicBezTo>
                  <a:cubicBezTo>
                    <a:pt x="1529" y="1206"/>
                    <a:pt x="1680" y="755"/>
                    <a:pt x="1504" y="404"/>
                  </a:cubicBezTo>
                  <a:cubicBezTo>
                    <a:pt x="1364" y="141"/>
                    <a:pt x="1112" y="0"/>
                    <a:pt x="8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8" name="Google Shape;6718;p60"/>
            <p:cNvSpPr/>
            <p:nvPr/>
          </p:nvSpPr>
          <p:spPr>
            <a:xfrm>
              <a:off x="3763925" y="4710950"/>
              <a:ext cx="15075" cy="13675"/>
            </a:xfrm>
            <a:custGeom>
              <a:rect b="b" l="l" r="r" t="t"/>
              <a:pathLst>
                <a:path extrusionOk="0" h="547" w="603">
                  <a:moveTo>
                    <a:pt x="303" y="1"/>
                  </a:moveTo>
                  <a:cubicBezTo>
                    <a:pt x="259" y="1"/>
                    <a:pt x="215" y="12"/>
                    <a:pt x="176" y="35"/>
                  </a:cubicBezTo>
                  <a:cubicBezTo>
                    <a:pt x="51" y="111"/>
                    <a:pt x="1" y="261"/>
                    <a:pt x="51" y="386"/>
                  </a:cubicBezTo>
                  <a:cubicBezTo>
                    <a:pt x="103" y="490"/>
                    <a:pt x="203" y="546"/>
                    <a:pt x="301" y="546"/>
                  </a:cubicBezTo>
                  <a:cubicBezTo>
                    <a:pt x="345" y="546"/>
                    <a:pt x="388" y="535"/>
                    <a:pt x="427" y="512"/>
                  </a:cubicBezTo>
                  <a:cubicBezTo>
                    <a:pt x="552" y="436"/>
                    <a:pt x="602" y="286"/>
                    <a:pt x="552" y="161"/>
                  </a:cubicBezTo>
                  <a:cubicBezTo>
                    <a:pt x="500" y="57"/>
                    <a:pt x="401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9" name="Google Shape;6719;p60"/>
            <p:cNvSpPr/>
            <p:nvPr/>
          </p:nvSpPr>
          <p:spPr>
            <a:xfrm>
              <a:off x="4120450" y="4731750"/>
              <a:ext cx="15700" cy="13550"/>
            </a:xfrm>
            <a:custGeom>
              <a:rect b="b" l="l" r="r" t="t"/>
              <a:pathLst>
                <a:path extrusionOk="0" h="542" w="628">
                  <a:moveTo>
                    <a:pt x="299" y="0"/>
                  </a:moveTo>
                  <a:cubicBezTo>
                    <a:pt x="259" y="0"/>
                    <a:pt x="217" y="10"/>
                    <a:pt x="176" y="30"/>
                  </a:cubicBezTo>
                  <a:cubicBezTo>
                    <a:pt x="51" y="106"/>
                    <a:pt x="1" y="256"/>
                    <a:pt x="76" y="406"/>
                  </a:cubicBezTo>
                  <a:cubicBezTo>
                    <a:pt x="110" y="491"/>
                    <a:pt x="202" y="542"/>
                    <a:pt x="297" y="542"/>
                  </a:cubicBezTo>
                  <a:cubicBezTo>
                    <a:pt x="341" y="542"/>
                    <a:pt x="387" y="531"/>
                    <a:pt x="427" y="507"/>
                  </a:cubicBezTo>
                  <a:cubicBezTo>
                    <a:pt x="577" y="456"/>
                    <a:pt x="627" y="281"/>
                    <a:pt x="552" y="156"/>
                  </a:cubicBezTo>
                  <a:cubicBezTo>
                    <a:pt x="498" y="65"/>
                    <a:pt x="404" y="0"/>
                    <a:pt x="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0" name="Google Shape;6720;p60"/>
            <p:cNvSpPr/>
            <p:nvPr/>
          </p:nvSpPr>
          <p:spPr>
            <a:xfrm>
              <a:off x="3962550" y="4522975"/>
              <a:ext cx="15075" cy="13550"/>
            </a:xfrm>
            <a:custGeom>
              <a:rect b="b" l="l" r="r" t="t"/>
              <a:pathLst>
                <a:path extrusionOk="0" h="542" w="603">
                  <a:moveTo>
                    <a:pt x="307" y="0"/>
                  </a:moveTo>
                  <a:cubicBezTo>
                    <a:pt x="262" y="0"/>
                    <a:pt x="216" y="11"/>
                    <a:pt x="176" y="36"/>
                  </a:cubicBezTo>
                  <a:cubicBezTo>
                    <a:pt x="51" y="86"/>
                    <a:pt x="1" y="261"/>
                    <a:pt x="51" y="386"/>
                  </a:cubicBezTo>
                  <a:cubicBezTo>
                    <a:pt x="105" y="477"/>
                    <a:pt x="213" y="542"/>
                    <a:pt x="315" y="542"/>
                  </a:cubicBezTo>
                  <a:cubicBezTo>
                    <a:pt x="354" y="542"/>
                    <a:pt x="392" y="532"/>
                    <a:pt x="427" y="512"/>
                  </a:cubicBezTo>
                  <a:cubicBezTo>
                    <a:pt x="552" y="437"/>
                    <a:pt x="602" y="286"/>
                    <a:pt x="552" y="136"/>
                  </a:cubicBezTo>
                  <a:cubicBezTo>
                    <a:pt x="501" y="51"/>
                    <a:pt x="404" y="0"/>
                    <a:pt x="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1" name="Google Shape;6721;p60"/>
            <p:cNvSpPr/>
            <p:nvPr/>
          </p:nvSpPr>
          <p:spPr>
            <a:xfrm>
              <a:off x="3622325" y="4371975"/>
              <a:ext cx="15075" cy="13550"/>
            </a:xfrm>
            <a:custGeom>
              <a:rect b="b" l="l" r="r" t="t"/>
              <a:pathLst>
                <a:path extrusionOk="0" h="542" w="603">
                  <a:moveTo>
                    <a:pt x="307" y="0"/>
                  </a:moveTo>
                  <a:cubicBezTo>
                    <a:pt x="262" y="0"/>
                    <a:pt x="216" y="11"/>
                    <a:pt x="176" y="35"/>
                  </a:cubicBezTo>
                  <a:cubicBezTo>
                    <a:pt x="51" y="85"/>
                    <a:pt x="1" y="261"/>
                    <a:pt x="51" y="386"/>
                  </a:cubicBezTo>
                  <a:cubicBezTo>
                    <a:pt x="105" y="477"/>
                    <a:pt x="212" y="542"/>
                    <a:pt x="315" y="542"/>
                  </a:cubicBezTo>
                  <a:cubicBezTo>
                    <a:pt x="354" y="542"/>
                    <a:pt x="392" y="532"/>
                    <a:pt x="427" y="512"/>
                  </a:cubicBezTo>
                  <a:cubicBezTo>
                    <a:pt x="552" y="436"/>
                    <a:pt x="602" y="261"/>
                    <a:pt x="552" y="136"/>
                  </a:cubicBezTo>
                  <a:cubicBezTo>
                    <a:pt x="501" y="50"/>
                    <a:pt x="404" y="0"/>
                    <a:pt x="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2" name="Google Shape;6722;p60"/>
            <p:cNvSpPr/>
            <p:nvPr/>
          </p:nvSpPr>
          <p:spPr>
            <a:xfrm>
              <a:off x="3786500" y="4522475"/>
              <a:ext cx="27575" cy="24075"/>
            </a:xfrm>
            <a:custGeom>
              <a:rect b="b" l="l" r="r" t="t"/>
              <a:pathLst>
                <a:path extrusionOk="0" h="963" w="1103">
                  <a:moveTo>
                    <a:pt x="552" y="1"/>
                  </a:moveTo>
                  <a:cubicBezTo>
                    <a:pt x="477" y="1"/>
                    <a:pt x="401" y="18"/>
                    <a:pt x="326" y="56"/>
                  </a:cubicBezTo>
                  <a:cubicBezTo>
                    <a:pt x="100" y="181"/>
                    <a:pt x="0" y="457"/>
                    <a:pt x="125" y="707"/>
                  </a:cubicBezTo>
                  <a:cubicBezTo>
                    <a:pt x="214" y="866"/>
                    <a:pt x="388" y="962"/>
                    <a:pt x="562" y="962"/>
                  </a:cubicBezTo>
                  <a:cubicBezTo>
                    <a:pt x="636" y="962"/>
                    <a:pt x="710" y="945"/>
                    <a:pt x="777" y="908"/>
                  </a:cubicBezTo>
                  <a:cubicBezTo>
                    <a:pt x="1003" y="782"/>
                    <a:pt x="1103" y="482"/>
                    <a:pt x="978" y="256"/>
                  </a:cubicBezTo>
                  <a:cubicBezTo>
                    <a:pt x="890" y="98"/>
                    <a:pt x="727" y="1"/>
                    <a:pt x="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3" name="Google Shape;6723;p60"/>
            <p:cNvSpPr/>
            <p:nvPr/>
          </p:nvSpPr>
          <p:spPr>
            <a:xfrm>
              <a:off x="3958175" y="4667225"/>
              <a:ext cx="27600" cy="24050"/>
            </a:xfrm>
            <a:custGeom>
              <a:rect b="b" l="l" r="r" t="t"/>
              <a:pathLst>
                <a:path extrusionOk="0" h="962" w="1104">
                  <a:moveTo>
                    <a:pt x="552" y="0"/>
                  </a:moveTo>
                  <a:cubicBezTo>
                    <a:pt x="477" y="0"/>
                    <a:pt x="401" y="18"/>
                    <a:pt x="326" y="55"/>
                  </a:cubicBezTo>
                  <a:cubicBezTo>
                    <a:pt x="101" y="180"/>
                    <a:pt x="0" y="456"/>
                    <a:pt x="126" y="707"/>
                  </a:cubicBezTo>
                  <a:cubicBezTo>
                    <a:pt x="214" y="865"/>
                    <a:pt x="376" y="962"/>
                    <a:pt x="552" y="962"/>
                  </a:cubicBezTo>
                  <a:cubicBezTo>
                    <a:pt x="626" y="962"/>
                    <a:pt x="703" y="944"/>
                    <a:pt x="777" y="907"/>
                  </a:cubicBezTo>
                  <a:cubicBezTo>
                    <a:pt x="1003" y="782"/>
                    <a:pt x="1103" y="506"/>
                    <a:pt x="978" y="256"/>
                  </a:cubicBezTo>
                  <a:cubicBezTo>
                    <a:pt x="890" y="97"/>
                    <a:pt x="728" y="0"/>
                    <a:pt x="5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4" name="Google Shape;6724;p60"/>
            <p:cNvSpPr/>
            <p:nvPr/>
          </p:nvSpPr>
          <p:spPr>
            <a:xfrm>
              <a:off x="3752650" y="4193825"/>
              <a:ext cx="27600" cy="24100"/>
            </a:xfrm>
            <a:custGeom>
              <a:rect b="b" l="l" r="r" t="t"/>
              <a:pathLst>
                <a:path extrusionOk="0" h="964" w="1104">
                  <a:moveTo>
                    <a:pt x="543" y="1"/>
                  </a:moveTo>
                  <a:cubicBezTo>
                    <a:pt x="472" y="1"/>
                    <a:pt x="398" y="15"/>
                    <a:pt x="327" y="44"/>
                  </a:cubicBezTo>
                  <a:cubicBezTo>
                    <a:pt x="101" y="169"/>
                    <a:pt x="1" y="470"/>
                    <a:pt x="126" y="695"/>
                  </a:cubicBezTo>
                  <a:cubicBezTo>
                    <a:pt x="216" y="874"/>
                    <a:pt x="382" y="964"/>
                    <a:pt x="561" y="964"/>
                  </a:cubicBezTo>
                  <a:cubicBezTo>
                    <a:pt x="632" y="964"/>
                    <a:pt x="706" y="949"/>
                    <a:pt x="778" y="921"/>
                  </a:cubicBezTo>
                  <a:cubicBezTo>
                    <a:pt x="1003" y="795"/>
                    <a:pt x="1104" y="495"/>
                    <a:pt x="978" y="269"/>
                  </a:cubicBezTo>
                  <a:cubicBezTo>
                    <a:pt x="889" y="90"/>
                    <a:pt x="722" y="1"/>
                    <a:pt x="5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5" name="Google Shape;6725;p60"/>
            <p:cNvSpPr/>
            <p:nvPr/>
          </p:nvSpPr>
          <p:spPr>
            <a:xfrm>
              <a:off x="3747650" y="4353950"/>
              <a:ext cx="27600" cy="24050"/>
            </a:xfrm>
            <a:custGeom>
              <a:rect b="b" l="l" r="r" t="t"/>
              <a:pathLst>
                <a:path extrusionOk="0" h="962" w="1104">
                  <a:moveTo>
                    <a:pt x="541" y="0"/>
                  </a:moveTo>
                  <a:cubicBezTo>
                    <a:pt x="467" y="0"/>
                    <a:pt x="393" y="17"/>
                    <a:pt x="326" y="55"/>
                  </a:cubicBezTo>
                  <a:cubicBezTo>
                    <a:pt x="101" y="180"/>
                    <a:pt x="0" y="456"/>
                    <a:pt x="126" y="706"/>
                  </a:cubicBezTo>
                  <a:cubicBezTo>
                    <a:pt x="214" y="865"/>
                    <a:pt x="376" y="961"/>
                    <a:pt x="552" y="961"/>
                  </a:cubicBezTo>
                  <a:cubicBezTo>
                    <a:pt x="626" y="961"/>
                    <a:pt x="703" y="944"/>
                    <a:pt x="777" y="907"/>
                  </a:cubicBezTo>
                  <a:cubicBezTo>
                    <a:pt x="1003" y="781"/>
                    <a:pt x="1103" y="506"/>
                    <a:pt x="978" y="255"/>
                  </a:cubicBezTo>
                  <a:cubicBezTo>
                    <a:pt x="890" y="97"/>
                    <a:pt x="715" y="0"/>
                    <a:pt x="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26" name="Google Shape;6726;p60"/>
          <p:cNvSpPr txBox="1"/>
          <p:nvPr>
            <p:ph type="title"/>
          </p:nvPr>
        </p:nvSpPr>
        <p:spPr>
          <a:xfrm>
            <a:off x="2219825" y="2355250"/>
            <a:ext cx="53493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RECURSION</a:t>
            </a:r>
            <a:endParaRPr sz="4400"/>
          </a:p>
        </p:txBody>
      </p:sp>
      <p:sp>
        <p:nvSpPr>
          <p:cNvPr id="6727" name="Google Shape;6727;p60"/>
          <p:cNvSpPr txBox="1"/>
          <p:nvPr>
            <p:ph idx="1" type="subTitle"/>
          </p:nvPr>
        </p:nvSpPr>
        <p:spPr>
          <a:xfrm>
            <a:off x="2910050" y="3165083"/>
            <a:ext cx="4045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</a:rPr>
              <a:t>BASE CASE</a:t>
            </a:r>
            <a:endParaRPr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  <a:latin typeface="Crushed"/>
                <a:ea typeface="Crushed"/>
                <a:cs typeface="Crushed"/>
                <a:sym typeface="Crushed"/>
                <a:hlinkClick action="ppaction://hlinkshowjump?jump=nextslide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 TO THE NEXT PAGE</a:t>
            </a:r>
            <a:endParaRPr sz="1300">
              <a:solidFill>
                <a:schemeClr val="dk1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  <p:sp>
        <p:nvSpPr>
          <p:cNvPr id="6728" name="Google Shape;6728;p60"/>
          <p:cNvSpPr txBox="1"/>
          <p:nvPr>
            <p:ph idx="2" type="title"/>
          </p:nvPr>
        </p:nvSpPr>
        <p:spPr>
          <a:xfrm>
            <a:off x="4276700" y="1467177"/>
            <a:ext cx="13119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grpSp>
        <p:nvGrpSpPr>
          <p:cNvPr id="6729" name="Google Shape;6729;p60"/>
          <p:cNvGrpSpPr/>
          <p:nvPr/>
        </p:nvGrpSpPr>
        <p:grpSpPr>
          <a:xfrm>
            <a:off x="4878135" y="4258769"/>
            <a:ext cx="1204248" cy="506198"/>
            <a:chOff x="6519050" y="4229450"/>
            <a:chExt cx="1224950" cy="514900"/>
          </a:xfrm>
        </p:grpSpPr>
        <p:sp>
          <p:nvSpPr>
            <p:cNvPr id="6730" name="Google Shape;6730;p60"/>
            <p:cNvSpPr/>
            <p:nvPr/>
          </p:nvSpPr>
          <p:spPr>
            <a:xfrm>
              <a:off x="6519050" y="4430975"/>
              <a:ext cx="1224950" cy="313375"/>
            </a:xfrm>
            <a:custGeom>
              <a:rect b="b" l="l" r="r" t="t"/>
              <a:pathLst>
                <a:path extrusionOk="0" h="12535" w="48998">
                  <a:moveTo>
                    <a:pt x="21218" y="0"/>
                  </a:moveTo>
                  <a:cubicBezTo>
                    <a:pt x="10333" y="0"/>
                    <a:pt x="317" y="93"/>
                    <a:pt x="226" y="322"/>
                  </a:cubicBezTo>
                  <a:cubicBezTo>
                    <a:pt x="0" y="949"/>
                    <a:pt x="2456" y="11676"/>
                    <a:pt x="2982" y="12177"/>
                  </a:cubicBezTo>
                  <a:cubicBezTo>
                    <a:pt x="3227" y="12408"/>
                    <a:pt x="14670" y="12534"/>
                    <a:pt x="25822" y="12534"/>
                  </a:cubicBezTo>
                  <a:cubicBezTo>
                    <a:pt x="36404" y="12534"/>
                    <a:pt x="46724" y="12421"/>
                    <a:pt x="46968" y="12177"/>
                  </a:cubicBezTo>
                  <a:cubicBezTo>
                    <a:pt x="47469" y="11651"/>
                    <a:pt x="48998" y="823"/>
                    <a:pt x="48522" y="322"/>
                  </a:cubicBezTo>
                  <a:cubicBezTo>
                    <a:pt x="48331" y="132"/>
                    <a:pt x="34160" y="0"/>
                    <a:pt x="212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1" name="Google Shape;6731;p60"/>
            <p:cNvSpPr/>
            <p:nvPr/>
          </p:nvSpPr>
          <p:spPr>
            <a:xfrm>
              <a:off x="6768425" y="4426025"/>
              <a:ext cx="11925" cy="318000"/>
            </a:xfrm>
            <a:custGeom>
              <a:rect b="b" l="l" r="r" t="t"/>
              <a:pathLst>
                <a:path extrusionOk="0" h="12720" w="477">
                  <a:moveTo>
                    <a:pt x="313" y="0"/>
                  </a:moveTo>
                  <a:cubicBezTo>
                    <a:pt x="232" y="0"/>
                    <a:pt x="150" y="57"/>
                    <a:pt x="150" y="169"/>
                  </a:cubicBezTo>
                  <a:cubicBezTo>
                    <a:pt x="100" y="4280"/>
                    <a:pt x="50" y="8415"/>
                    <a:pt x="0" y="12550"/>
                  </a:cubicBezTo>
                  <a:cubicBezTo>
                    <a:pt x="0" y="12663"/>
                    <a:pt x="88" y="12719"/>
                    <a:pt x="175" y="12719"/>
                  </a:cubicBezTo>
                  <a:cubicBezTo>
                    <a:pt x="263" y="12719"/>
                    <a:pt x="351" y="12663"/>
                    <a:pt x="351" y="12550"/>
                  </a:cubicBezTo>
                  <a:lnTo>
                    <a:pt x="476" y="169"/>
                  </a:lnTo>
                  <a:cubicBezTo>
                    <a:pt x="476" y="57"/>
                    <a:pt x="395" y="0"/>
                    <a:pt x="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2" name="Google Shape;6732;p60"/>
            <p:cNvSpPr/>
            <p:nvPr/>
          </p:nvSpPr>
          <p:spPr>
            <a:xfrm>
              <a:off x="6771050" y="4229450"/>
              <a:ext cx="165925" cy="204500"/>
            </a:xfrm>
            <a:custGeom>
              <a:rect b="b" l="l" r="r" t="t"/>
              <a:pathLst>
                <a:path extrusionOk="0" h="8180" w="6637">
                  <a:moveTo>
                    <a:pt x="4657" y="310"/>
                  </a:moveTo>
                  <a:cubicBezTo>
                    <a:pt x="4989" y="310"/>
                    <a:pt x="5285" y="534"/>
                    <a:pt x="5459" y="1140"/>
                  </a:cubicBezTo>
                  <a:cubicBezTo>
                    <a:pt x="5710" y="1942"/>
                    <a:pt x="5008" y="2894"/>
                    <a:pt x="4582" y="3521"/>
                  </a:cubicBezTo>
                  <a:cubicBezTo>
                    <a:pt x="4206" y="4123"/>
                    <a:pt x="3780" y="4699"/>
                    <a:pt x="3304" y="5225"/>
                  </a:cubicBezTo>
                  <a:cubicBezTo>
                    <a:pt x="2464" y="6158"/>
                    <a:pt x="1517" y="6981"/>
                    <a:pt x="481" y="7697"/>
                  </a:cubicBezTo>
                  <a:lnTo>
                    <a:pt x="481" y="7697"/>
                  </a:lnTo>
                  <a:cubicBezTo>
                    <a:pt x="911" y="6317"/>
                    <a:pt x="1424" y="4961"/>
                    <a:pt x="2000" y="3646"/>
                  </a:cubicBezTo>
                  <a:cubicBezTo>
                    <a:pt x="2276" y="2995"/>
                    <a:pt x="2552" y="2343"/>
                    <a:pt x="2877" y="1742"/>
                  </a:cubicBezTo>
                  <a:cubicBezTo>
                    <a:pt x="3162" y="1222"/>
                    <a:pt x="3985" y="310"/>
                    <a:pt x="4657" y="310"/>
                  </a:cubicBezTo>
                  <a:close/>
                  <a:moveTo>
                    <a:pt x="4573" y="0"/>
                  </a:moveTo>
                  <a:cubicBezTo>
                    <a:pt x="3682" y="0"/>
                    <a:pt x="2839" y="1085"/>
                    <a:pt x="2476" y="1792"/>
                  </a:cubicBezTo>
                  <a:cubicBezTo>
                    <a:pt x="1474" y="3772"/>
                    <a:pt x="697" y="5877"/>
                    <a:pt x="45" y="7957"/>
                  </a:cubicBezTo>
                  <a:cubicBezTo>
                    <a:pt x="0" y="8092"/>
                    <a:pt x="100" y="8174"/>
                    <a:pt x="202" y="8174"/>
                  </a:cubicBezTo>
                  <a:cubicBezTo>
                    <a:pt x="226" y="8174"/>
                    <a:pt x="250" y="8169"/>
                    <a:pt x="272" y="8160"/>
                  </a:cubicBezTo>
                  <a:lnTo>
                    <a:pt x="272" y="8160"/>
                  </a:lnTo>
                  <a:cubicBezTo>
                    <a:pt x="294" y="8172"/>
                    <a:pt x="319" y="8179"/>
                    <a:pt x="344" y="8179"/>
                  </a:cubicBezTo>
                  <a:cubicBezTo>
                    <a:pt x="369" y="8179"/>
                    <a:pt x="395" y="8173"/>
                    <a:pt x="421" y="8158"/>
                  </a:cubicBezTo>
                  <a:cubicBezTo>
                    <a:pt x="1925" y="7155"/>
                    <a:pt x="3253" y="5927"/>
                    <a:pt x="4331" y="4473"/>
                  </a:cubicBezTo>
                  <a:cubicBezTo>
                    <a:pt x="5033" y="3521"/>
                    <a:pt x="6637" y="1516"/>
                    <a:pt x="5409" y="363"/>
                  </a:cubicBezTo>
                  <a:cubicBezTo>
                    <a:pt x="5134" y="106"/>
                    <a:pt x="4851" y="0"/>
                    <a:pt x="4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3" name="Google Shape;6733;p60"/>
            <p:cNvSpPr/>
            <p:nvPr/>
          </p:nvSpPr>
          <p:spPr>
            <a:xfrm>
              <a:off x="6644350" y="4249725"/>
              <a:ext cx="141200" cy="184300"/>
            </a:xfrm>
            <a:custGeom>
              <a:rect b="b" l="l" r="r" t="t"/>
              <a:pathLst>
                <a:path extrusionOk="0" h="7372" w="5648">
                  <a:moveTo>
                    <a:pt x="1288" y="294"/>
                  </a:moveTo>
                  <a:cubicBezTo>
                    <a:pt x="2602" y="294"/>
                    <a:pt x="4510" y="5069"/>
                    <a:pt x="5092" y="6693"/>
                  </a:cubicBezTo>
                  <a:lnTo>
                    <a:pt x="5092" y="6693"/>
                  </a:lnTo>
                  <a:cubicBezTo>
                    <a:pt x="4259" y="5924"/>
                    <a:pt x="3478" y="5087"/>
                    <a:pt x="2732" y="4214"/>
                  </a:cubicBezTo>
                  <a:cubicBezTo>
                    <a:pt x="2256" y="3662"/>
                    <a:pt x="1" y="1256"/>
                    <a:pt x="903" y="454"/>
                  </a:cubicBezTo>
                  <a:cubicBezTo>
                    <a:pt x="1024" y="344"/>
                    <a:pt x="1153" y="294"/>
                    <a:pt x="1288" y="294"/>
                  </a:cubicBezTo>
                  <a:close/>
                  <a:moveTo>
                    <a:pt x="1294" y="1"/>
                  </a:moveTo>
                  <a:cubicBezTo>
                    <a:pt x="821" y="1"/>
                    <a:pt x="402" y="308"/>
                    <a:pt x="402" y="905"/>
                  </a:cubicBezTo>
                  <a:cubicBezTo>
                    <a:pt x="377" y="2058"/>
                    <a:pt x="1504" y="3286"/>
                    <a:pt x="2206" y="4114"/>
                  </a:cubicBezTo>
                  <a:cubicBezTo>
                    <a:pt x="3158" y="5266"/>
                    <a:pt x="4186" y="6369"/>
                    <a:pt x="5314" y="7322"/>
                  </a:cubicBezTo>
                  <a:cubicBezTo>
                    <a:pt x="5349" y="7356"/>
                    <a:pt x="5388" y="7371"/>
                    <a:pt x="5425" y="7371"/>
                  </a:cubicBezTo>
                  <a:cubicBezTo>
                    <a:pt x="5545" y="7371"/>
                    <a:pt x="5648" y="7222"/>
                    <a:pt x="5551" y="7108"/>
                  </a:cubicBezTo>
                  <a:lnTo>
                    <a:pt x="5551" y="7108"/>
                  </a:lnTo>
                  <a:cubicBezTo>
                    <a:pt x="5551" y="7089"/>
                    <a:pt x="5548" y="7068"/>
                    <a:pt x="5539" y="7046"/>
                  </a:cubicBezTo>
                  <a:cubicBezTo>
                    <a:pt x="5214" y="5868"/>
                    <a:pt x="4737" y="4740"/>
                    <a:pt x="4211" y="3637"/>
                  </a:cubicBezTo>
                  <a:cubicBezTo>
                    <a:pt x="3685" y="2484"/>
                    <a:pt x="3033" y="956"/>
                    <a:pt x="1955" y="204"/>
                  </a:cubicBezTo>
                  <a:cubicBezTo>
                    <a:pt x="1748" y="68"/>
                    <a:pt x="1515" y="1"/>
                    <a:pt x="1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4" name="Google Shape;6734;p60"/>
            <p:cNvSpPr/>
            <p:nvPr/>
          </p:nvSpPr>
          <p:spPr>
            <a:xfrm>
              <a:off x="6777900" y="4287325"/>
              <a:ext cx="390025" cy="149100"/>
            </a:xfrm>
            <a:custGeom>
              <a:rect b="b" l="l" r="r" t="t"/>
              <a:pathLst>
                <a:path extrusionOk="0" h="5964" w="15601">
                  <a:moveTo>
                    <a:pt x="13300" y="0"/>
                  </a:moveTo>
                  <a:cubicBezTo>
                    <a:pt x="13061" y="0"/>
                    <a:pt x="12824" y="70"/>
                    <a:pt x="12604" y="229"/>
                  </a:cubicBezTo>
                  <a:cubicBezTo>
                    <a:pt x="12203" y="554"/>
                    <a:pt x="11827" y="1131"/>
                    <a:pt x="11902" y="1657"/>
                  </a:cubicBezTo>
                  <a:cubicBezTo>
                    <a:pt x="12021" y="2234"/>
                    <a:pt x="12535" y="2385"/>
                    <a:pt x="13043" y="2385"/>
                  </a:cubicBezTo>
                  <a:cubicBezTo>
                    <a:pt x="13175" y="2385"/>
                    <a:pt x="13306" y="2374"/>
                    <a:pt x="13431" y="2359"/>
                  </a:cubicBezTo>
                  <a:cubicBezTo>
                    <a:pt x="13624" y="2335"/>
                    <a:pt x="13654" y="2032"/>
                    <a:pt x="13455" y="2032"/>
                  </a:cubicBezTo>
                  <a:cubicBezTo>
                    <a:pt x="13447" y="2032"/>
                    <a:pt x="13439" y="2032"/>
                    <a:pt x="13431" y="2033"/>
                  </a:cubicBezTo>
                  <a:cubicBezTo>
                    <a:pt x="13308" y="2047"/>
                    <a:pt x="13166" y="2060"/>
                    <a:pt x="13025" y="2060"/>
                  </a:cubicBezTo>
                  <a:cubicBezTo>
                    <a:pt x="12646" y="2060"/>
                    <a:pt x="12264" y="1963"/>
                    <a:pt x="12228" y="1507"/>
                  </a:cubicBezTo>
                  <a:cubicBezTo>
                    <a:pt x="12203" y="1181"/>
                    <a:pt x="12453" y="805"/>
                    <a:pt x="12704" y="604"/>
                  </a:cubicBezTo>
                  <a:cubicBezTo>
                    <a:pt x="12895" y="426"/>
                    <a:pt x="13107" y="349"/>
                    <a:pt x="13322" y="349"/>
                  </a:cubicBezTo>
                  <a:cubicBezTo>
                    <a:pt x="14344" y="349"/>
                    <a:pt x="15452" y="2095"/>
                    <a:pt x="14934" y="2985"/>
                  </a:cubicBezTo>
                  <a:cubicBezTo>
                    <a:pt x="14408" y="3863"/>
                    <a:pt x="12954" y="4514"/>
                    <a:pt x="11977" y="4690"/>
                  </a:cubicBezTo>
                  <a:cubicBezTo>
                    <a:pt x="11827" y="4715"/>
                    <a:pt x="11681" y="4727"/>
                    <a:pt x="11540" y="4727"/>
                  </a:cubicBezTo>
                  <a:cubicBezTo>
                    <a:pt x="10833" y="4727"/>
                    <a:pt x="10231" y="4431"/>
                    <a:pt x="9646" y="4013"/>
                  </a:cubicBezTo>
                  <a:cubicBezTo>
                    <a:pt x="8614" y="3297"/>
                    <a:pt x="7688" y="2634"/>
                    <a:pt x="6482" y="2634"/>
                  </a:cubicBezTo>
                  <a:cubicBezTo>
                    <a:pt x="6253" y="2634"/>
                    <a:pt x="6013" y="2658"/>
                    <a:pt x="5761" y="2710"/>
                  </a:cubicBezTo>
                  <a:cubicBezTo>
                    <a:pt x="3656" y="3136"/>
                    <a:pt x="2052" y="4765"/>
                    <a:pt x="172" y="5667"/>
                  </a:cubicBezTo>
                  <a:cubicBezTo>
                    <a:pt x="0" y="5732"/>
                    <a:pt x="105" y="5963"/>
                    <a:pt x="266" y="5963"/>
                  </a:cubicBezTo>
                  <a:cubicBezTo>
                    <a:pt x="292" y="5963"/>
                    <a:pt x="320" y="5957"/>
                    <a:pt x="348" y="5943"/>
                  </a:cubicBezTo>
                  <a:cubicBezTo>
                    <a:pt x="2223" y="5040"/>
                    <a:pt x="4247" y="2940"/>
                    <a:pt x="6480" y="2940"/>
                  </a:cubicBezTo>
                  <a:cubicBezTo>
                    <a:pt x="6665" y="2940"/>
                    <a:pt x="6852" y="2955"/>
                    <a:pt x="7040" y="2985"/>
                  </a:cubicBezTo>
                  <a:cubicBezTo>
                    <a:pt x="8644" y="3236"/>
                    <a:pt x="9571" y="4865"/>
                    <a:pt x="11200" y="5041"/>
                  </a:cubicBezTo>
                  <a:cubicBezTo>
                    <a:pt x="11289" y="5050"/>
                    <a:pt x="11383" y="5055"/>
                    <a:pt x="11481" y="5055"/>
                  </a:cubicBezTo>
                  <a:cubicBezTo>
                    <a:pt x="12923" y="5055"/>
                    <a:pt x="15201" y="4038"/>
                    <a:pt x="15436" y="2559"/>
                  </a:cubicBezTo>
                  <a:cubicBezTo>
                    <a:pt x="15601" y="1527"/>
                    <a:pt x="14421" y="0"/>
                    <a:pt x="1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5" name="Google Shape;6735;p60"/>
            <p:cNvSpPr/>
            <p:nvPr/>
          </p:nvSpPr>
          <p:spPr>
            <a:xfrm>
              <a:off x="6522175" y="4299525"/>
              <a:ext cx="270075" cy="130300"/>
            </a:xfrm>
            <a:custGeom>
              <a:rect b="b" l="l" r="r" t="t"/>
              <a:pathLst>
                <a:path extrusionOk="0" h="5212" w="10803">
                  <a:moveTo>
                    <a:pt x="3355" y="1"/>
                  </a:moveTo>
                  <a:cubicBezTo>
                    <a:pt x="3104" y="1"/>
                    <a:pt x="2841" y="105"/>
                    <a:pt x="2557" y="342"/>
                  </a:cubicBezTo>
                  <a:cubicBezTo>
                    <a:pt x="1930" y="868"/>
                    <a:pt x="1354" y="1495"/>
                    <a:pt x="852" y="2122"/>
                  </a:cubicBezTo>
                  <a:cubicBezTo>
                    <a:pt x="577" y="2523"/>
                    <a:pt x="0" y="3149"/>
                    <a:pt x="126" y="3700"/>
                  </a:cubicBezTo>
                  <a:cubicBezTo>
                    <a:pt x="251" y="4252"/>
                    <a:pt x="1003" y="4377"/>
                    <a:pt x="1454" y="4427"/>
                  </a:cubicBezTo>
                  <a:cubicBezTo>
                    <a:pt x="1673" y="4457"/>
                    <a:pt x="1920" y="4474"/>
                    <a:pt x="2172" y="4474"/>
                  </a:cubicBezTo>
                  <a:cubicBezTo>
                    <a:pt x="3420" y="4474"/>
                    <a:pt x="4819" y="4048"/>
                    <a:pt x="3860" y="2548"/>
                  </a:cubicBezTo>
                  <a:cubicBezTo>
                    <a:pt x="3823" y="2496"/>
                    <a:pt x="3774" y="2475"/>
                    <a:pt x="3724" y="2475"/>
                  </a:cubicBezTo>
                  <a:cubicBezTo>
                    <a:pt x="3605" y="2475"/>
                    <a:pt x="3488" y="2599"/>
                    <a:pt x="3559" y="2723"/>
                  </a:cubicBezTo>
                  <a:cubicBezTo>
                    <a:pt x="4010" y="3425"/>
                    <a:pt x="3710" y="4001"/>
                    <a:pt x="2908" y="4127"/>
                  </a:cubicBezTo>
                  <a:cubicBezTo>
                    <a:pt x="2682" y="4152"/>
                    <a:pt x="2456" y="4152"/>
                    <a:pt x="2231" y="4152"/>
                  </a:cubicBezTo>
                  <a:cubicBezTo>
                    <a:pt x="1680" y="4152"/>
                    <a:pt x="376" y="4152"/>
                    <a:pt x="502" y="3375"/>
                  </a:cubicBezTo>
                  <a:cubicBezTo>
                    <a:pt x="577" y="2773"/>
                    <a:pt x="1279" y="2122"/>
                    <a:pt x="1654" y="1695"/>
                  </a:cubicBezTo>
                  <a:cubicBezTo>
                    <a:pt x="1980" y="1370"/>
                    <a:pt x="2306" y="944"/>
                    <a:pt x="2682" y="668"/>
                  </a:cubicBezTo>
                  <a:cubicBezTo>
                    <a:pt x="2927" y="498"/>
                    <a:pt x="3153" y="425"/>
                    <a:pt x="3361" y="425"/>
                  </a:cubicBezTo>
                  <a:cubicBezTo>
                    <a:pt x="4196" y="425"/>
                    <a:pt x="4762" y="1585"/>
                    <a:pt x="5264" y="2247"/>
                  </a:cubicBezTo>
                  <a:cubicBezTo>
                    <a:pt x="5740" y="2848"/>
                    <a:pt x="6266" y="3425"/>
                    <a:pt x="6842" y="3926"/>
                  </a:cubicBezTo>
                  <a:cubicBezTo>
                    <a:pt x="7846" y="4743"/>
                    <a:pt x="9002" y="5212"/>
                    <a:pt x="10289" y="5212"/>
                  </a:cubicBezTo>
                  <a:cubicBezTo>
                    <a:pt x="10384" y="5212"/>
                    <a:pt x="10480" y="5209"/>
                    <a:pt x="10577" y="5204"/>
                  </a:cubicBezTo>
                  <a:cubicBezTo>
                    <a:pt x="10795" y="5204"/>
                    <a:pt x="10802" y="4877"/>
                    <a:pt x="10599" y="4877"/>
                  </a:cubicBezTo>
                  <a:cubicBezTo>
                    <a:pt x="10592" y="4877"/>
                    <a:pt x="10585" y="4878"/>
                    <a:pt x="10577" y="4878"/>
                  </a:cubicBezTo>
                  <a:cubicBezTo>
                    <a:pt x="10489" y="4883"/>
                    <a:pt x="10401" y="4885"/>
                    <a:pt x="10314" y="4885"/>
                  </a:cubicBezTo>
                  <a:cubicBezTo>
                    <a:pt x="8972" y="4885"/>
                    <a:pt x="7806" y="4344"/>
                    <a:pt x="6817" y="3450"/>
                  </a:cubicBezTo>
                  <a:cubicBezTo>
                    <a:pt x="5915" y="2623"/>
                    <a:pt x="5314" y="1595"/>
                    <a:pt x="4537" y="718"/>
                  </a:cubicBezTo>
                  <a:cubicBezTo>
                    <a:pt x="4147" y="282"/>
                    <a:pt x="3768" y="1"/>
                    <a:pt x="3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6" name="Google Shape;6736;p60"/>
            <p:cNvSpPr/>
            <p:nvPr/>
          </p:nvSpPr>
          <p:spPr>
            <a:xfrm>
              <a:off x="6867400" y="4652050"/>
              <a:ext cx="78350" cy="52025"/>
            </a:xfrm>
            <a:custGeom>
              <a:rect b="b" l="l" r="r" t="t"/>
              <a:pathLst>
                <a:path extrusionOk="0" h="2081" w="3134">
                  <a:moveTo>
                    <a:pt x="1" y="1"/>
                  </a:moveTo>
                  <a:lnTo>
                    <a:pt x="327" y="2081"/>
                  </a:lnTo>
                  <a:lnTo>
                    <a:pt x="3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7" name="Google Shape;6737;p60"/>
            <p:cNvSpPr/>
            <p:nvPr/>
          </p:nvSpPr>
          <p:spPr>
            <a:xfrm>
              <a:off x="7233325" y="4566200"/>
              <a:ext cx="60800" cy="92775"/>
            </a:xfrm>
            <a:custGeom>
              <a:rect b="b" l="l" r="r" t="t"/>
              <a:pathLst>
                <a:path extrusionOk="0" h="3711" w="2432">
                  <a:moveTo>
                    <a:pt x="2432" y="1"/>
                  </a:moveTo>
                  <a:lnTo>
                    <a:pt x="1" y="2407"/>
                  </a:lnTo>
                  <a:lnTo>
                    <a:pt x="1855" y="3710"/>
                  </a:lnTo>
                  <a:lnTo>
                    <a:pt x="24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8" name="Google Shape;6738;p60"/>
            <p:cNvSpPr/>
            <p:nvPr/>
          </p:nvSpPr>
          <p:spPr>
            <a:xfrm>
              <a:off x="7528450" y="4633875"/>
              <a:ext cx="90875" cy="54550"/>
            </a:xfrm>
            <a:custGeom>
              <a:rect b="b" l="l" r="r" t="t"/>
              <a:pathLst>
                <a:path extrusionOk="0" h="2182" w="3635">
                  <a:moveTo>
                    <a:pt x="727" y="1"/>
                  </a:moveTo>
                  <a:lnTo>
                    <a:pt x="0" y="1981"/>
                  </a:lnTo>
                  <a:lnTo>
                    <a:pt x="3634" y="2181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9" name="Google Shape;6739;p60"/>
            <p:cNvSpPr/>
            <p:nvPr/>
          </p:nvSpPr>
          <p:spPr>
            <a:xfrm>
              <a:off x="7433200" y="4485375"/>
              <a:ext cx="92125" cy="64575"/>
            </a:xfrm>
            <a:custGeom>
              <a:rect b="b" l="l" r="r" t="t"/>
              <a:pathLst>
                <a:path extrusionOk="0" h="2583" w="3685">
                  <a:moveTo>
                    <a:pt x="1" y="1"/>
                  </a:moveTo>
                  <a:lnTo>
                    <a:pt x="1504" y="2582"/>
                  </a:lnTo>
                  <a:lnTo>
                    <a:pt x="3685" y="15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0" name="Google Shape;6740;p60"/>
            <p:cNvSpPr/>
            <p:nvPr/>
          </p:nvSpPr>
          <p:spPr>
            <a:xfrm>
              <a:off x="6964525" y="4487275"/>
              <a:ext cx="101525" cy="39475"/>
            </a:xfrm>
            <a:custGeom>
              <a:rect b="b" l="l" r="r" t="t"/>
              <a:pathLst>
                <a:path extrusionOk="0" h="1579" w="4061">
                  <a:moveTo>
                    <a:pt x="4061" y="0"/>
                  </a:moveTo>
                  <a:lnTo>
                    <a:pt x="1" y="426"/>
                  </a:lnTo>
                  <a:lnTo>
                    <a:pt x="2382" y="1579"/>
                  </a:lnTo>
                  <a:lnTo>
                    <a:pt x="4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1" name="Google Shape;6741;p60"/>
            <p:cNvSpPr/>
            <p:nvPr/>
          </p:nvSpPr>
          <p:spPr>
            <a:xfrm>
              <a:off x="6609900" y="4490400"/>
              <a:ext cx="83975" cy="58300"/>
            </a:xfrm>
            <a:custGeom>
              <a:rect b="b" l="l" r="r" t="t"/>
              <a:pathLst>
                <a:path extrusionOk="0" h="2332" w="3359">
                  <a:moveTo>
                    <a:pt x="1479" y="0"/>
                  </a:moveTo>
                  <a:lnTo>
                    <a:pt x="0" y="2331"/>
                  </a:lnTo>
                  <a:lnTo>
                    <a:pt x="3359" y="140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2" name="Google Shape;6742;p60"/>
            <p:cNvSpPr/>
            <p:nvPr/>
          </p:nvSpPr>
          <p:spPr>
            <a:xfrm>
              <a:off x="6675675" y="4662700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27" y="1"/>
                  </a:moveTo>
                  <a:cubicBezTo>
                    <a:pt x="151" y="1"/>
                    <a:pt x="1" y="126"/>
                    <a:pt x="1" y="301"/>
                  </a:cubicBezTo>
                  <a:cubicBezTo>
                    <a:pt x="1" y="477"/>
                    <a:pt x="151" y="627"/>
                    <a:pt x="327" y="627"/>
                  </a:cubicBezTo>
                  <a:cubicBezTo>
                    <a:pt x="502" y="627"/>
                    <a:pt x="627" y="477"/>
                    <a:pt x="627" y="301"/>
                  </a:cubicBezTo>
                  <a:cubicBezTo>
                    <a:pt x="627" y="126"/>
                    <a:pt x="502" y="1"/>
                    <a:pt x="3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3" name="Google Shape;6743;p60"/>
            <p:cNvSpPr/>
            <p:nvPr/>
          </p:nvSpPr>
          <p:spPr>
            <a:xfrm>
              <a:off x="7066025" y="4665200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27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77"/>
                    <a:pt x="151" y="627"/>
                    <a:pt x="327" y="627"/>
                  </a:cubicBezTo>
                  <a:cubicBezTo>
                    <a:pt x="502" y="627"/>
                    <a:pt x="627" y="477"/>
                    <a:pt x="627" y="302"/>
                  </a:cubicBezTo>
                  <a:cubicBezTo>
                    <a:pt x="627" y="126"/>
                    <a:pt x="502" y="1"/>
                    <a:pt x="3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4" name="Google Shape;6744;p60"/>
            <p:cNvSpPr/>
            <p:nvPr/>
          </p:nvSpPr>
          <p:spPr>
            <a:xfrm>
              <a:off x="6839225" y="4511075"/>
              <a:ext cx="15675" cy="15675"/>
            </a:xfrm>
            <a:custGeom>
              <a:rect b="b" l="l" r="r" t="t"/>
              <a:pathLst>
                <a:path extrusionOk="0" h="627" w="627">
                  <a:moveTo>
                    <a:pt x="301" y="0"/>
                  </a:moveTo>
                  <a:cubicBezTo>
                    <a:pt x="125" y="0"/>
                    <a:pt x="0" y="126"/>
                    <a:pt x="0" y="301"/>
                  </a:cubicBezTo>
                  <a:cubicBezTo>
                    <a:pt x="0" y="477"/>
                    <a:pt x="125" y="627"/>
                    <a:pt x="301" y="627"/>
                  </a:cubicBezTo>
                  <a:cubicBezTo>
                    <a:pt x="476" y="627"/>
                    <a:pt x="627" y="477"/>
                    <a:pt x="627" y="301"/>
                  </a:cubicBezTo>
                  <a:cubicBezTo>
                    <a:pt x="627" y="126"/>
                    <a:pt x="476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5" name="Google Shape;6745;p60"/>
            <p:cNvSpPr/>
            <p:nvPr/>
          </p:nvSpPr>
          <p:spPr>
            <a:xfrm>
              <a:off x="7606775" y="4500425"/>
              <a:ext cx="15675" cy="15675"/>
            </a:xfrm>
            <a:custGeom>
              <a:rect b="b" l="l" r="r" t="t"/>
              <a:pathLst>
                <a:path extrusionOk="0" h="627" w="627">
                  <a:moveTo>
                    <a:pt x="301" y="0"/>
                  </a:moveTo>
                  <a:cubicBezTo>
                    <a:pt x="125" y="0"/>
                    <a:pt x="0" y="151"/>
                    <a:pt x="0" y="326"/>
                  </a:cubicBezTo>
                  <a:cubicBezTo>
                    <a:pt x="0" y="502"/>
                    <a:pt x="125" y="627"/>
                    <a:pt x="301" y="627"/>
                  </a:cubicBezTo>
                  <a:cubicBezTo>
                    <a:pt x="476" y="627"/>
                    <a:pt x="627" y="502"/>
                    <a:pt x="627" y="326"/>
                  </a:cubicBezTo>
                  <a:cubicBezTo>
                    <a:pt x="627" y="151"/>
                    <a:pt x="476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6" name="Google Shape;6746;p60"/>
            <p:cNvSpPr/>
            <p:nvPr/>
          </p:nvSpPr>
          <p:spPr>
            <a:xfrm>
              <a:off x="7175675" y="4495400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27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77"/>
                    <a:pt x="151" y="627"/>
                    <a:pt x="327" y="627"/>
                  </a:cubicBezTo>
                  <a:cubicBezTo>
                    <a:pt x="502" y="627"/>
                    <a:pt x="627" y="477"/>
                    <a:pt x="627" y="302"/>
                  </a:cubicBezTo>
                  <a:cubicBezTo>
                    <a:pt x="627" y="126"/>
                    <a:pt x="502" y="1"/>
                    <a:pt x="3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7" name="Google Shape;6747;p60"/>
            <p:cNvSpPr/>
            <p:nvPr/>
          </p:nvSpPr>
          <p:spPr>
            <a:xfrm>
              <a:off x="7392475" y="4685875"/>
              <a:ext cx="15700" cy="15700"/>
            </a:xfrm>
            <a:custGeom>
              <a:rect b="b" l="l" r="r" t="t"/>
              <a:pathLst>
                <a:path extrusionOk="0" h="628" w="628">
                  <a:moveTo>
                    <a:pt x="301" y="1"/>
                  </a:moveTo>
                  <a:cubicBezTo>
                    <a:pt x="151" y="1"/>
                    <a:pt x="1" y="151"/>
                    <a:pt x="1" y="327"/>
                  </a:cubicBezTo>
                  <a:cubicBezTo>
                    <a:pt x="1" y="477"/>
                    <a:pt x="151" y="627"/>
                    <a:pt x="301" y="627"/>
                  </a:cubicBezTo>
                  <a:cubicBezTo>
                    <a:pt x="477" y="627"/>
                    <a:pt x="627" y="477"/>
                    <a:pt x="627" y="327"/>
                  </a:cubicBezTo>
                  <a:cubicBezTo>
                    <a:pt x="627" y="151"/>
                    <a:pt x="477" y="1"/>
                    <a:pt x="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8" name="Google Shape;6748;p60"/>
            <p:cNvSpPr/>
            <p:nvPr/>
          </p:nvSpPr>
          <p:spPr>
            <a:xfrm>
              <a:off x="6542850" y="4587525"/>
              <a:ext cx="1182350" cy="11925"/>
            </a:xfrm>
            <a:custGeom>
              <a:rect b="b" l="l" r="r" t="t"/>
              <a:pathLst>
                <a:path extrusionOk="0" h="477" w="47294">
                  <a:moveTo>
                    <a:pt x="226" y="0"/>
                  </a:moveTo>
                  <a:cubicBezTo>
                    <a:pt x="0" y="0"/>
                    <a:pt x="0" y="351"/>
                    <a:pt x="226" y="351"/>
                  </a:cubicBezTo>
                  <a:cubicBezTo>
                    <a:pt x="5514" y="351"/>
                    <a:pt x="10802" y="376"/>
                    <a:pt x="16091" y="401"/>
                  </a:cubicBezTo>
                  <a:cubicBezTo>
                    <a:pt x="24487" y="426"/>
                    <a:pt x="32883" y="451"/>
                    <a:pt x="41279" y="476"/>
                  </a:cubicBezTo>
                  <a:lnTo>
                    <a:pt x="47068" y="476"/>
                  </a:lnTo>
                  <a:cubicBezTo>
                    <a:pt x="47294" y="476"/>
                    <a:pt x="47294" y="150"/>
                    <a:pt x="47068" y="150"/>
                  </a:cubicBezTo>
                  <a:cubicBezTo>
                    <a:pt x="41780" y="125"/>
                    <a:pt x="36492" y="125"/>
                    <a:pt x="31204" y="100"/>
                  </a:cubicBezTo>
                  <a:cubicBezTo>
                    <a:pt x="22808" y="75"/>
                    <a:pt x="14412" y="50"/>
                    <a:pt x="6015" y="25"/>
                  </a:cubicBezTo>
                  <a:cubicBezTo>
                    <a:pt x="4086" y="25"/>
                    <a:pt x="2156" y="25"/>
                    <a:pt x="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9" name="Google Shape;6749;p60"/>
          <p:cNvGrpSpPr/>
          <p:nvPr/>
        </p:nvGrpSpPr>
        <p:grpSpPr>
          <a:xfrm>
            <a:off x="5841924" y="3958825"/>
            <a:ext cx="901037" cy="991792"/>
            <a:chOff x="5682093" y="3924350"/>
            <a:chExt cx="916526" cy="1008841"/>
          </a:xfrm>
        </p:grpSpPr>
        <p:sp>
          <p:nvSpPr>
            <p:cNvPr id="6750" name="Google Shape;6750;p60"/>
            <p:cNvSpPr/>
            <p:nvPr/>
          </p:nvSpPr>
          <p:spPr>
            <a:xfrm rot="1217102">
              <a:off x="5782107" y="4125767"/>
              <a:ext cx="716499" cy="705090"/>
            </a:xfrm>
            <a:custGeom>
              <a:rect b="b" l="l" r="r" t="t"/>
              <a:pathLst>
                <a:path extrusionOk="0" h="19859" w="20179">
                  <a:moveTo>
                    <a:pt x="14495" y="0"/>
                  </a:moveTo>
                  <a:lnTo>
                    <a:pt x="14107" y="137"/>
                  </a:lnTo>
                  <a:lnTo>
                    <a:pt x="12783" y="594"/>
                  </a:lnTo>
                  <a:lnTo>
                    <a:pt x="9793" y="1666"/>
                  </a:lnTo>
                  <a:lnTo>
                    <a:pt x="7693" y="2420"/>
                  </a:lnTo>
                  <a:lnTo>
                    <a:pt x="2557" y="4246"/>
                  </a:lnTo>
                  <a:lnTo>
                    <a:pt x="457" y="4999"/>
                  </a:lnTo>
                  <a:lnTo>
                    <a:pt x="1" y="5159"/>
                  </a:lnTo>
                  <a:lnTo>
                    <a:pt x="92" y="5455"/>
                  </a:lnTo>
                  <a:lnTo>
                    <a:pt x="457" y="6619"/>
                  </a:lnTo>
                  <a:lnTo>
                    <a:pt x="1325" y="9313"/>
                  </a:lnTo>
                  <a:lnTo>
                    <a:pt x="1895" y="11139"/>
                  </a:lnTo>
                  <a:lnTo>
                    <a:pt x="4657" y="19858"/>
                  </a:lnTo>
                  <a:lnTo>
                    <a:pt x="4931" y="19767"/>
                  </a:lnTo>
                  <a:lnTo>
                    <a:pt x="5821" y="19470"/>
                  </a:lnTo>
                  <a:lnTo>
                    <a:pt x="7328" y="18945"/>
                  </a:lnTo>
                  <a:lnTo>
                    <a:pt x="8218" y="18626"/>
                  </a:lnTo>
                  <a:lnTo>
                    <a:pt x="9451" y="18192"/>
                  </a:lnTo>
                  <a:lnTo>
                    <a:pt x="10364" y="17895"/>
                  </a:lnTo>
                  <a:lnTo>
                    <a:pt x="11756" y="17393"/>
                  </a:lnTo>
                  <a:lnTo>
                    <a:pt x="12692" y="17073"/>
                  </a:lnTo>
                  <a:lnTo>
                    <a:pt x="14609" y="16411"/>
                  </a:lnTo>
                  <a:lnTo>
                    <a:pt x="15522" y="16092"/>
                  </a:lnTo>
                  <a:lnTo>
                    <a:pt x="17485" y="15407"/>
                  </a:lnTo>
                  <a:lnTo>
                    <a:pt x="18512" y="15065"/>
                  </a:lnTo>
                  <a:lnTo>
                    <a:pt x="20179" y="14471"/>
                  </a:lnTo>
                  <a:lnTo>
                    <a:pt x="19608" y="13033"/>
                  </a:lnTo>
                  <a:lnTo>
                    <a:pt x="19197" y="11961"/>
                  </a:lnTo>
                  <a:lnTo>
                    <a:pt x="18809" y="10979"/>
                  </a:lnTo>
                  <a:lnTo>
                    <a:pt x="18353" y="9792"/>
                  </a:lnTo>
                  <a:lnTo>
                    <a:pt x="17850" y="8514"/>
                  </a:lnTo>
                  <a:lnTo>
                    <a:pt x="17303" y="7122"/>
                  </a:lnTo>
                  <a:lnTo>
                    <a:pt x="16732" y="5729"/>
                  </a:lnTo>
                  <a:lnTo>
                    <a:pt x="16230" y="4383"/>
                  </a:lnTo>
                  <a:lnTo>
                    <a:pt x="15887" y="3561"/>
                  </a:lnTo>
                  <a:lnTo>
                    <a:pt x="15408" y="2328"/>
                  </a:lnTo>
                  <a:lnTo>
                    <a:pt x="144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1" name="Google Shape;6751;p60"/>
            <p:cNvSpPr/>
            <p:nvPr/>
          </p:nvSpPr>
          <p:spPr>
            <a:xfrm rot="1217102">
              <a:off x="6338105" y="4646319"/>
              <a:ext cx="75382" cy="122421"/>
            </a:xfrm>
            <a:custGeom>
              <a:rect b="b" l="l" r="r" t="t"/>
              <a:pathLst>
                <a:path extrusionOk="0" h="3448" w="2123">
                  <a:moveTo>
                    <a:pt x="1712" y="1"/>
                  </a:moveTo>
                  <a:cubicBezTo>
                    <a:pt x="1370" y="297"/>
                    <a:pt x="1050" y="617"/>
                    <a:pt x="822" y="982"/>
                  </a:cubicBezTo>
                  <a:cubicBezTo>
                    <a:pt x="320" y="1735"/>
                    <a:pt x="69" y="2557"/>
                    <a:pt x="0" y="3447"/>
                  </a:cubicBezTo>
                  <a:lnTo>
                    <a:pt x="1027" y="3105"/>
                  </a:lnTo>
                  <a:cubicBezTo>
                    <a:pt x="1210" y="2283"/>
                    <a:pt x="1598" y="1667"/>
                    <a:pt x="2123" y="1073"/>
                  </a:cubicBezTo>
                  <a:lnTo>
                    <a:pt x="17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2" name="Google Shape;6752;p60"/>
            <p:cNvSpPr/>
            <p:nvPr/>
          </p:nvSpPr>
          <p:spPr>
            <a:xfrm rot="1217102">
              <a:off x="6245615" y="4547716"/>
              <a:ext cx="150799" cy="235042"/>
            </a:xfrm>
            <a:custGeom>
              <a:rect b="b" l="l" r="r" t="t"/>
              <a:pathLst>
                <a:path extrusionOk="0" h="6620" w="4247">
                  <a:moveTo>
                    <a:pt x="3790" y="0"/>
                  </a:moveTo>
                  <a:cubicBezTo>
                    <a:pt x="2991" y="1050"/>
                    <a:pt x="1849" y="1781"/>
                    <a:pt x="914" y="3036"/>
                  </a:cubicBezTo>
                  <a:cubicBezTo>
                    <a:pt x="137" y="4109"/>
                    <a:pt x="1" y="5364"/>
                    <a:pt x="46" y="6619"/>
                  </a:cubicBezTo>
                  <a:lnTo>
                    <a:pt x="959" y="6300"/>
                  </a:lnTo>
                  <a:cubicBezTo>
                    <a:pt x="959" y="5478"/>
                    <a:pt x="1051" y="4679"/>
                    <a:pt x="1439" y="3972"/>
                  </a:cubicBezTo>
                  <a:cubicBezTo>
                    <a:pt x="1986" y="3013"/>
                    <a:pt x="2991" y="2442"/>
                    <a:pt x="3767" y="1689"/>
                  </a:cubicBezTo>
                  <a:cubicBezTo>
                    <a:pt x="3949" y="1529"/>
                    <a:pt x="4109" y="1370"/>
                    <a:pt x="4246" y="1187"/>
                  </a:cubicBezTo>
                  <a:lnTo>
                    <a:pt x="37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3" name="Google Shape;6753;p60"/>
            <p:cNvSpPr/>
            <p:nvPr/>
          </p:nvSpPr>
          <p:spPr>
            <a:xfrm rot="1217102">
              <a:off x="6150278" y="4429720"/>
              <a:ext cx="226962" cy="364706"/>
            </a:xfrm>
            <a:custGeom>
              <a:rect b="b" l="l" r="r" t="t"/>
              <a:pathLst>
                <a:path extrusionOk="0" h="10272" w="6392">
                  <a:moveTo>
                    <a:pt x="5844" y="1"/>
                  </a:moveTo>
                  <a:cubicBezTo>
                    <a:pt x="4839" y="2215"/>
                    <a:pt x="2557" y="3014"/>
                    <a:pt x="1142" y="5342"/>
                  </a:cubicBezTo>
                  <a:cubicBezTo>
                    <a:pt x="229" y="6894"/>
                    <a:pt x="0" y="8583"/>
                    <a:pt x="297" y="10272"/>
                  </a:cubicBezTo>
                  <a:lnTo>
                    <a:pt x="1233" y="9952"/>
                  </a:lnTo>
                  <a:cubicBezTo>
                    <a:pt x="731" y="6757"/>
                    <a:pt x="2808" y="4885"/>
                    <a:pt x="5182" y="2762"/>
                  </a:cubicBezTo>
                  <a:cubicBezTo>
                    <a:pt x="5684" y="2306"/>
                    <a:pt x="6072" y="1849"/>
                    <a:pt x="6391" y="1393"/>
                  </a:cubicBezTo>
                  <a:lnTo>
                    <a:pt x="58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4" name="Google Shape;6754;p60"/>
            <p:cNvSpPr/>
            <p:nvPr/>
          </p:nvSpPr>
          <p:spPr>
            <a:xfrm rot="1217102">
              <a:off x="6060578" y="4309302"/>
              <a:ext cx="293396" cy="490322"/>
            </a:xfrm>
            <a:custGeom>
              <a:rect b="b" l="l" r="r" t="t"/>
              <a:pathLst>
                <a:path extrusionOk="0" h="13810" w="8263">
                  <a:moveTo>
                    <a:pt x="7761" y="1"/>
                  </a:moveTo>
                  <a:cubicBezTo>
                    <a:pt x="6985" y="1804"/>
                    <a:pt x="5638" y="3036"/>
                    <a:pt x="3926" y="4383"/>
                  </a:cubicBezTo>
                  <a:cubicBezTo>
                    <a:pt x="2967" y="5136"/>
                    <a:pt x="2146" y="5889"/>
                    <a:pt x="1507" y="6917"/>
                  </a:cubicBezTo>
                  <a:cubicBezTo>
                    <a:pt x="0" y="9336"/>
                    <a:pt x="388" y="11368"/>
                    <a:pt x="982" y="13810"/>
                  </a:cubicBezTo>
                  <a:lnTo>
                    <a:pt x="1895" y="13513"/>
                  </a:lnTo>
                  <a:cubicBezTo>
                    <a:pt x="1484" y="11870"/>
                    <a:pt x="1187" y="10249"/>
                    <a:pt x="1758" y="8583"/>
                  </a:cubicBezTo>
                  <a:cubicBezTo>
                    <a:pt x="2511" y="6323"/>
                    <a:pt x="4383" y="5433"/>
                    <a:pt x="6072" y="4041"/>
                  </a:cubicBezTo>
                  <a:cubicBezTo>
                    <a:pt x="7030" y="3265"/>
                    <a:pt x="7738" y="2352"/>
                    <a:pt x="8263" y="1347"/>
                  </a:cubicBezTo>
                  <a:lnTo>
                    <a:pt x="77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5" name="Google Shape;6755;p60"/>
            <p:cNvSpPr/>
            <p:nvPr/>
          </p:nvSpPr>
          <p:spPr>
            <a:xfrm rot="1217102">
              <a:off x="5994092" y="4219109"/>
              <a:ext cx="341259" cy="590019"/>
            </a:xfrm>
            <a:custGeom>
              <a:rect b="b" l="l" r="r" t="t"/>
              <a:pathLst>
                <a:path extrusionOk="0" h="16618" w="9611">
                  <a:moveTo>
                    <a:pt x="9131" y="0"/>
                  </a:moveTo>
                  <a:cubicBezTo>
                    <a:pt x="8515" y="1187"/>
                    <a:pt x="7693" y="2260"/>
                    <a:pt x="6575" y="3173"/>
                  </a:cubicBezTo>
                  <a:cubicBezTo>
                    <a:pt x="4908" y="4520"/>
                    <a:pt x="3037" y="5364"/>
                    <a:pt x="1873" y="7213"/>
                  </a:cubicBezTo>
                  <a:cubicBezTo>
                    <a:pt x="1" y="10089"/>
                    <a:pt x="252" y="13467"/>
                    <a:pt x="1051" y="16617"/>
                  </a:cubicBezTo>
                  <a:lnTo>
                    <a:pt x="1941" y="16298"/>
                  </a:lnTo>
                  <a:cubicBezTo>
                    <a:pt x="1279" y="13673"/>
                    <a:pt x="868" y="10500"/>
                    <a:pt x="2352" y="8195"/>
                  </a:cubicBezTo>
                  <a:cubicBezTo>
                    <a:pt x="3676" y="6163"/>
                    <a:pt x="5981" y="4999"/>
                    <a:pt x="7762" y="3401"/>
                  </a:cubicBezTo>
                  <a:cubicBezTo>
                    <a:pt x="8515" y="2716"/>
                    <a:pt x="9131" y="2009"/>
                    <a:pt x="9610" y="1233"/>
                  </a:cubicBezTo>
                  <a:lnTo>
                    <a:pt x="91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6" name="Google Shape;6756;p60"/>
            <p:cNvSpPr/>
            <p:nvPr/>
          </p:nvSpPr>
          <p:spPr>
            <a:xfrm rot="1217102">
              <a:off x="5898481" y="4112887"/>
              <a:ext cx="387419" cy="696960"/>
            </a:xfrm>
            <a:custGeom>
              <a:rect b="b" l="l" r="r" t="t"/>
              <a:pathLst>
                <a:path extrusionOk="0" h="19630" w="10911">
                  <a:moveTo>
                    <a:pt x="10911" y="0"/>
                  </a:moveTo>
                  <a:lnTo>
                    <a:pt x="9587" y="457"/>
                  </a:lnTo>
                  <a:cubicBezTo>
                    <a:pt x="8081" y="4109"/>
                    <a:pt x="3036" y="5547"/>
                    <a:pt x="1370" y="9564"/>
                  </a:cubicBezTo>
                  <a:cubicBezTo>
                    <a:pt x="1" y="12919"/>
                    <a:pt x="548" y="16389"/>
                    <a:pt x="1735" y="19630"/>
                  </a:cubicBezTo>
                  <a:lnTo>
                    <a:pt x="2625" y="19333"/>
                  </a:lnTo>
                  <a:cubicBezTo>
                    <a:pt x="1530" y="16274"/>
                    <a:pt x="1028" y="13033"/>
                    <a:pt x="2329" y="9929"/>
                  </a:cubicBezTo>
                  <a:cubicBezTo>
                    <a:pt x="3744" y="6619"/>
                    <a:pt x="6620" y="5843"/>
                    <a:pt x="9062" y="3606"/>
                  </a:cubicBezTo>
                  <a:cubicBezTo>
                    <a:pt x="10203" y="2556"/>
                    <a:pt x="10751" y="1347"/>
                    <a:pt x="109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7" name="Google Shape;6757;p60"/>
            <p:cNvSpPr/>
            <p:nvPr/>
          </p:nvSpPr>
          <p:spPr>
            <a:xfrm rot="1217102">
              <a:off x="5882511" y="4136924"/>
              <a:ext cx="300746" cy="336337"/>
            </a:xfrm>
            <a:custGeom>
              <a:rect b="b" l="l" r="r" t="t"/>
              <a:pathLst>
                <a:path extrusionOk="0" h="9473" w="8470">
                  <a:moveTo>
                    <a:pt x="8469" y="0"/>
                  </a:moveTo>
                  <a:lnTo>
                    <a:pt x="6369" y="754"/>
                  </a:lnTo>
                  <a:cubicBezTo>
                    <a:pt x="5867" y="1233"/>
                    <a:pt x="5319" y="1644"/>
                    <a:pt x="4863" y="1986"/>
                  </a:cubicBezTo>
                  <a:cubicBezTo>
                    <a:pt x="4452" y="2283"/>
                    <a:pt x="4041" y="2580"/>
                    <a:pt x="3630" y="2899"/>
                  </a:cubicBezTo>
                  <a:cubicBezTo>
                    <a:pt x="2717" y="3630"/>
                    <a:pt x="1827" y="4383"/>
                    <a:pt x="1119" y="5341"/>
                  </a:cubicBezTo>
                  <a:cubicBezTo>
                    <a:pt x="594" y="6072"/>
                    <a:pt x="229" y="6848"/>
                    <a:pt x="1" y="7647"/>
                  </a:cubicBezTo>
                  <a:lnTo>
                    <a:pt x="571" y="9473"/>
                  </a:lnTo>
                  <a:cubicBezTo>
                    <a:pt x="686" y="8628"/>
                    <a:pt x="891" y="7807"/>
                    <a:pt x="1279" y="7031"/>
                  </a:cubicBezTo>
                  <a:cubicBezTo>
                    <a:pt x="2329" y="4839"/>
                    <a:pt x="4269" y="3630"/>
                    <a:pt x="6164" y="2260"/>
                  </a:cubicBezTo>
                  <a:cubicBezTo>
                    <a:pt x="7122" y="1530"/>
                    <a:pt x="7921" y="845"/>
                    <a:pt x="84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8" name="Google Shape;6758;p60"/>
            <p:cNvSpPr/>
            <p:nvPr/>
          </p:nvSpPr>
          <p:spPr>
            <a:xfrm rot="1217102">
              <a:off x="5860024" y="4178513"/>
              <a:ext cx="87561" cy="84324"/>
            </a:xfrm>
            <a:custGeom>
              <a:rect b="b" l="l" r="r" t="t"/>
              <a:pathLst>
                <a:path extrusionOk="0" h="2375" w="2466">
                  <a:moveTo>
                    <a:pt x="2465" y="1"/>
                  </a:moveTo>
                  <a:lnTo>
                    <a:pt x="365" y="754"/>
                  </a:lnTo>
                  <a:cubicBezTo>
                    <a:pt x="229" y="891"/>
                    <a:pt x="114" y="1051"/>
                    <a:pt x="0" y="1210"/>
                  </a:cubicBezTo>
                  <a:lnTo>
                    <a:pt x="365" y="2374"/>
                  </a:lnTo>
                  <a:cubicBezTo>
                    <a:pt x="959" y="1484"/>
                    <a:pt x="1621" y="663"/>
                    <a:pt x="24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9" name="Google Shape;6759;p60"/>
            <p:cNvSpPr/>
            <p:nvPr/>
          </p:nvSpPr>
          <p:spPr>
            <a:xfrm rot="1217102">
              <a:off x="6008137" y="4186802"/>
              <a:ext cx="278021" cy="567332"/>
            </a:xfrm>
            <a:custGeom>
              <a:rect b="b" l="l" r="r" t="t"/>
              <a:pathLst>
                <a:path extrusionOk="0" h="15979" w="7830">
                  <a:moveTo>
                    <a:pt x="1165" y="0"/>
                  </a:moveTo>
                  <a:lnTo>
                    <a:pt x="1" y="662"/>
                  </a:lnTo>
                  <a:cubicBezTo>
                    <a:pt x="229" y="731"/>
                    <a:pt x="4771" y="15978"/>
                    <a:pt x="4771" y="15978"/>
                  </a:cubicBezTo>
                  <a:lnTo>
                    <a:pt x="7830" y="14928"/>
                  </a:lnTo>
                  <a:lnTo>
                    <a:pt x="11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0" name="Google Shape;6760;p60"/>
            <p:cNvSpPr/>
            <p:nvPr/>
          </p:nvSpPr>
          <p:spPr>
            <a:xfrm rot="1217102">
              <a:off x="6168373" y="4001289"/>
              <a:ext cx="145792" cy="230249"/>
            </a:xfrm>
            <a:custGeom>
              <a:rect b="b" l="l" r="r" t="t"/>
              <a:pathLst>
                <a:path extrusionOk="0" h="6485" w="4106">
                  <a:moveTo>
                    <a:pt x="2390" y="1"/>
                  </a:moveTo>
                  <a:cubicBezTo>
                    <a:pt x="2331" y="1"/>
                    <a:pt x="2265" y="8"/>
                    <a:pt x="2191" y="24"/>
                  </a:cubicBezTo>
                  <a:cubicBezTo>
                    <a:pt x="0" y="504"/>
                    <a:pt x="160" y="6484"/>
                    <a:pt x="160" y="6484"/>
                  </a:cubicBezTo>
                  <a:cubicBezTo>
                    <a:pt x="160" y="6484"/>
                    <a:pt x="4105" y="1"/>
                    <a:pt x="2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1" name="Google Shape;6761;p60"/>
            <p:cNvSpPr/>
            <p:nvPr/>
          </p:nvSpPr>
          <p:spPr>
            <a:xfrm rot="1217102">
              <a:off x="5939185" y="4000160"/>
              <a:ext cx="224547" cy="163429"/>
            </a:xfrm>
            <a:custGeom>
              <a:rect b="b" l="l" r="r" t="t"/>
              <a:pathLst>
                <a:path extrusionOk="0" h="4603" w="6324">
                  <a:moveTo>
                    <a:pt x="2087" y="1"/>
                  </a:moveTo>
                  <a:cubicBezTo>
                    <a:pt x="1957" y="1"/>
                    <a:pt x="1832" y="27"/>
                    <a:pt x="1712" y="83"/>
                  </a:cubicBezTo>
                  <a:cubicBezTo>
                    <a:pt x="1" y="859"/>
                    <a:pt x="6323" y="4602"/>
                    <a:pt x="6323" y="4602"/>
                  </a:cubicBezTo>
                  <a:cubicBezTo>
                    <a:pt x="6323" y="4602"/>
                    <a:pt x="3815" y="1"/>
                    <a:pt x="20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2" name="Google Shape;6762;p60"/>
            <p:cNvSpPr/>
            <p:nvPr/>
          </p:nvSpPr>
          <p:spPr>
            <a:xfrm rot="1217102">
              <a:off x="5772426" y="3984976"/>
              <a:ext cx="379323" cy="165346"/>
            </a:xfrm>
            <a:custGeom>
              <a:rect b="b" l="l" r="r" t="t"/>
              <a:pathLst>
                <a:path extrusionOk="0" h="4657" w="10683">
                  <a:moveTo>
                    <a:pt x="6323" y="3105"/>
                  </a:moveTo>
                  <a:cubicBezTo>
                    <a:pt x="6483" y="3287"/>
                    <a:pt x="6597" y="3470"/>
                    <a:pt x="6643" y="3630"/>
                  </a:cubicBezTo>
                  <a:cubicBezTo>
                    <a:pt x="6665" y="3790"/>
                    <a:pt x="6643" y="3972"/>
                    <a:pt x="6551" y="4086"/>
                  </a:cubicBezTo>
                  <a:cubicBezTo>
                    <a:pt x="6506" y="4155"/>
                    <a:pt x="6437" y="4246"/>
                    <a:pt x="6300" y="4269"/>
                  </a:cubicBezTo>
                  <a:cubicBezTo>
                    <a:pt x="6282" y="4272"/>
                    <a:pt x="6264" y="4273"/>
                    <a:pt x="6246" y="4273"/>
                  </a:cubicBezTo>
                  <a:cubicBezTo>
                    <a:pt x="6134" y="4273"/>
                    <a:pt x="6043" y="4214"/>
                    <a:pt x="6003" y="4155"/>
                  </a:cubicBezTo>
                  <a:cubicBezTo>
                    <a:pt x="5889" y="4064"/>
                    <a:pt x="5798" y="3904"/>
                    <a:pt x="5821" y="3744"/>
                  </a:cubicBezTo>
                  <a:cubicBezTo>
                    <a:pt x="5844" y="3447"/>
                    <a:pt x="6072" y="3219"/>
                    <a:pt x="6323" y="3105"/>
                  </a:cubicBezTo>
                  <a:close/>
                  <a:moveTo>
                    <a:pt x="998" y="0"/>
                  </a:moveTo>
                  <a:cubicBezTo>
                    <a:pt x="605" y="0"/>
                    <a:pt x="233" y="292"/>
                    <a:pt x="115" y="685"/>
                  </a:cubicBezTo>
                  <a:cubicBezTo>
                    <a:pt x="0" y="1096"/>
                    <a:pt x="137" y="1553"/>
                    <a:pt x="457" y="1895"/>
                  </a:cubicBezTo>
                  <a:cubicBezTo>
                    <a:pt x="685" y="2146"/>
                    <a:pt x="1028" y="2329"/>
                    <a:pt x="1484" y="2466"/>
                  </a:cubicBezTo>
                  <a:cubicBezTo>
                    <a:pt x="1871" y="2576"/>
                    <a:pt x="2266" y="2637"/>
                    <a:pt x="2660" y="2637"/>
                  </a:cubicBezTo>
                  <a:cubicBezTo>
                    <a:pt x="2916" y="2637"/>
                    <a:pt x="3172" y="2611"/>
                    <a:pt x="3424" y="2557"/>
                  </a:cubicBezTo>
                  <a:cubicBezTo>
                    <a:pt x="3538" y="2534"/>
                    <a:pt x="3675" y="2511"/>
                    <a:pt x="3789" y="2489"/>
                  </a:cubicBezTo>
                  <a:cubicBezTo>
                    <a:pt x="4018" y="2420"/>
                    <a:pt x="4223" y="2374"/>
                    <a:pt x="4428" y="2374"/>
                  </a:cubicBezTo>
                  <a:cubicBezTo>
                    <a:pt x="4487" y="2369"/>
                    <a:pt x="4545" y="2367"/>
                    <a:pt x="4604" y="2367"/>
                  </a:cubicBezTo>
                  <a:cubicBezTo>
                    <a:pt x="5075" y="2367"/>
                    <a:pt x="5557" y="2529"/>
                    <a:pt x="6003" y="2854"/>
                  </a:cubicBezTo>
                  <a:cubicBezTo>
                    <a:pt x="5684" y="3059"/>
                    <a:pt x="5456" y="3379"/>
                    <a:pt x="5433" y="3721"/>
                  </a:cubicBezTo>
                  <a:cubicBezTo>
                    <a:pt x="5433" y="3995"/>
                    <a:pt x="5547" y="4269"/>
                    <a:pt x="5752" y="4452"/>
                  </a:cubicBezTo>
                  <a:cubicBezTo>
                    <a:pt x="5889" y="4589"/>
                    <a:pt x="6072" y="4657"/>
                    <a:pt x="6255" y="4657"/>
                  </a:cubicBezTo>
                  <a:cubicBezTo>
                    <a:pt x="6300" y="4657"/>
                    <a:pt x="6346" y="4634"/>
                    <a:pt x="6391" y="4634"/>
                  </a:cubicBezTo>
                  <a:cubicBezTo>
                    <a:pt x="6574" y="4589"/>
                    <a:pt x="6757" y="4474"/>
                    <a:pt x="6871" y="4292"/>
                  </a:cubicBezTo>
                  <a:cubicBezTo>
                    <a:pt x="7008" y="4086"/>
                    <a:pt x="7053" y="3812"/>
                    <a:pt x="7008" y="3561"/>
                  </a:cubicBezTo>
                  <a:cubicBezTo>
                    <a:pt x="6962" y="3356"/>
                    <a:pt x="6871" y="3173"/>
                    <a:pt x="6711" y="2991"/>
                  </a:cubicBezTo>
                  <a:cubicBezTo>
                    <a:pt x="6817" y="2971"/>
                    <a:pt x="6927" y="2964"/>
                    <a:pt x="7036" y="2964"/>
                  </a:cubicBezTo>
                  <a:cubicBezTo>
                    <a:pt x="7185" y="2964"/>
                    <a:pt x="7332" y="2978"/>
                    <a:pt x="7464" y="2991"/>
                  </a:cubicBezTo>
                  <a:cubicBezTo>
                    <a:pt x="8354" y="3082"/>
                    <a:pt x="9587" y="3379"/>
                    <a:pt x="10386" y="4269"/>
                  </a:cubicBezTo>
                  <a:lnTo>
                    <a:pt x="10683" y="3995"/>
                  </a:lnTo>
                  <a:cubicBezTo>
                    <a:pt x="9975" y="3242"/>
                    <a:pt x="8879" y="2762"/>
                    <a:pt x="7510" y="2626"/>
                  </a:cubicBezTo>
                  <a:cubicBezTo>
                    <a:pt x="7351" y="2604"/>
                    <a:pt x="7178" y="2588"/>
                    <a:pt x="7001" y="2588"/>
                  </a:cubicBezTo>
                  <a:cubicBezTo>
                    <a:pt x="6797" y="2588"/>
                    <a:pt x="6587" y="2610"/>
                    <a:pt x="6391" y="2671"/>
                  </a:cubicBezTo>
                  <a:cubicBezTo>
                    <a:pt x="6369" y="2648"/>
                    <a:pt x="6346" y="2626"/>
                    <a:pt x="6300" y="2603"/>
                  </a:cubicBezTo>
                  <a:cubicBezTo>
                    <a:pt x="5757" y="2206"/>
                    <a:pt x="5156" y="1981"/>
                    <a:pt x="4568" y="1981"/>
                  </a:cubicBezTo>
                  <a:cubicBezTo>
                    <a:pt x="4513" y="1981"/>
                    <a:pt x="4459" y="1983"/>
                    <a:pt x="4406" y="1986"/>
                  </a:cubicBezTo>
                  <a:cubicBezTo>
                    <a:pt x="4155" y="2009"/>
                    <a:pt x="3926" y="2055"/>
                    <a:pt x="3698" y="2123"/>
                  </a:cubicBezTo>
                  <a:cubicBezTo>
                    <a:pt x="3584" y="2146"/>
                    <a:pt x="3470" y="2169"/>
                    <a:pt x="3356" y="2192"/>
                  </a:cubicBezTo>
                  <a:cubicBezTo>
                    <a:pt x="3132" y="2235"/>
                    <a:pt x="2908" y="2255"/>
                    <a:pt x="2685" y="2255"/>
                  </a:cubicBezTo>
                  <a:cubicBezTo>
                    <a:pt x="2317" y="2255"/>
                    <a:pt x="1953" y="2200"/>
                    <a:pt x="1598" y="2101"/>
                  </a:cubicBezTo>
                  <a:cubicBezTo>
                    <a:pt x="1210" y="1986"/>
                    <a:pt x="936" y="1827"/>
                    <a:pt x="731" y="1621"/>
                  </a:cubicBezTo>
                  <a:cubicBezTo>
                    <a:pt x="503" y="1393"/>
                    <a:pt x="411" y="1073"/>
                    <a:pt x="480" y="800"/>
                  </a:cubicBezTo>
                  <a:cubicBezTo>
                    <a:pt x="541" y="554"/>
                    <a:pt x="786" y="382"/>
                    <a:pt x="1017" y="382"/>
                  </a:cubicBezTo>
                  <a:cubicBezTo>
                    <a:pt x="1044" y="382"/>
                    <a:pt x="1070" y="384"/>
                    <a:pt x="1096" y="389"/>
                  </a:cubicBezTo>
                  <a:lnTo>
                    <a:pt x="1187" y="23"/>
                  </a:lnTo>
                  <a:cubicBezTo>
                    <a:pt x="1124" y="8"/>
                    <a:pt x="1061" y="0"/>
                    <a:pt x="9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3" name="Google Shape;6763;p60"/>
          <p:cNvGrpSpPr/>
          <p:nvPr/>
        </p:nvGrpSpPr>
        <p:grpSpPr>
          <a:xfrm>
            <a:off x="3675305" y="4180214"/>
            <a:ext cx="816751" cy="615566"/>
            <a:chOff x="1264675" y="4493775"/>
            <a:chExt cx="794350" cy="598625"/>
          </a:xfrm>
        </p:grpSpPr>
        <p:sp>
          <p:nvSpPr>
            <p:cNvPr id="6764" name="Google Shape;6764;p60"/>
            <p:cNvSpPr/>
            <p:nvPr/>
          </p:nvSpPr>
          <p:spPr>
            <a:xfrm>
              <a:off x="1401625" y="4527025"/>
              <a:ext cx="252825" cy="194450"/>
            </a:xfrm>
            <a:custGeom>
              <a:rect b="b" l="l" r="r" t="t"/>
              <a:pathLst>
                <a:path extrusionOk="0" h="7778" w="10113">
                  <a:moveTo>
                    <a:pt x="4589" y="4947"/>
                  </a:moveTo>
                  <a:cubicBezTo>
                    <a:pt x="4680" y="4947"/>
                    <a:pt x="4771" y="4993"/>
                    <a:pt x="4817" y="5062"/>
                  </a:cubicBezTo>
                  <a:cubicBezTo>
                    <a:pt x="4885" y="5198"/>
                    <a:pt x="4885" y="5335"/>
                    <a:pt x="4863" y="5495"/>
                  </a:cubicBezTo>
                  <a:cubicBezTo>
                    <a:pt x="4840" y="5495"/>
                    <a:pt x="4840" y="5472"/>
                    <a:pt x="4817" y="5472"/>
                  </a:cubicBezTo>
                  <a:cubicBezTo>
                    <a:pt x="4634" y="5358"/>
                    <a:pt x="4383" y="5153"/>
                    <a:pt x="4452" y="5016"/>
                  </a:cubicBezTo>
                  <a:cubicBezTo>
                    <a:pt x="4475" y="4970"/>
                    <a:pt x="4543" y="4947"/>
                    <a:pt x="4566" y="4947"/>
                  </a:cubicBezTo>
                  <a:close/>
                  <a:moveTo>
                    <a:pt x="9797" y="0"/>
                  </a:moveTo>
                  <a:cubicBezTo>
                    <a:pt x="9723" y="0"/>
                    <a:pt x="9646" y="13"/>
                    <a:pt x="9565" y="40"/>
                  </a:cubicBezTo>
                  <a:cubicBezTo>
                    <a:pt x="9336" y="108"/>
                    <a:pt x="9131" y="268"/>
                    <a:pt x="9017" y="474"/>
                  </a:cubicBezTo>
                  <a:cubicBezTo>
                    <a:pt x="8880" y="770"/>
                    <a:pt x="8857" y="1136"/>
                    <a:pt x="8971" y="1592"/>
                  </a:cubicBezTo>
                  <a:cubicBezTo>
                    <a:pt x="9017" y="1683"/>
                    <a:pt x="9040" y="1798"/>
                    <a:pt x="9085" y="1912"/>
                  </a:cubicBezTo>
                  <a:cubicBezTo>
                    <a:pt x="9154" y="2117"/>
                    <a:pt x="9199" y="2322"/>
                    <a:pt x="9222" y="2505"/>
                  </a:cubicBezTo>
                  <a:cubicBezTo>
                    <a:pt x="9314" y="3167"/>
                    <a:pt x="8994" y="3875"/>
                    <a:pt x="8218" y="4696"/>
                  </a:cubicBezTo>
                  <a:cubicBezTo>
                    <a:pt x="7463" y="5510"/>
                    <a:pt x="6743" y="5910"/>
                    <a:pt x="6088" y="5910"/>
                  </a:cubicBezTo>
                  <a:cubicBezTo>
                    <a:pt x="5990" y="5910"/>
                    <a:pt x="5893" y="5901"/>
                    <a:pt x="5798" y="5883"/>
                  </a:cubicBezTo>
                  <a:cubicBezTo>
                    <a:pt x="5593" y="5860"/>
                    <a:pt x="5388" y="5769"/>
                    <a:pt x="5205" y="5678"/>
                  </a:cubicBezTo>
                  <a:cubicBezTo>
                    <a:pt x="5296" y="5358"/>
                    <a:pt x="5273" y="5084"/>
                    <a:pt x="5136" y="4856"/>
                  </a:cubicBezTo>
                  <a:cubicBezTo>
                    <a:pt x="5032" y="4689"/>
                    <a:pt x="4832" y="4579"/>
                    <a:pt x="4624" y="4579"/>
                  </a:cubicBezTo>
                  <a:cubicBezTo>
                    <a:pt x="4605" y="4579"/>
                    <a:pt x="4585" y="4580"/>
                    <a:pt x="4566" y="4582"/>
                  </a:cubicBezTo>
                  <a:cubicBezTo>
                    <a:pt x="4360" y="4582"/>
                    <a:pt x="4201" y="4673"/>
                    <a:pt x="4132" y="4833"/>
                  </a:cubicBezTo>
                  <a:cubicBezTo>
                    <a:pt x="3972" y="5153"/>
                    <a:pt x="4155" y="5518"/>
                    <a:pt x="4634" y="5792"/>
                  </a:cubicBezTo>
                  <a:cubicBezTo>
                    <a:pt x="4657" y="5815"/>
                    <a:pt x="4703" y="5838"/>
                    <a:pt x="4726" y="5860"/>
                  </a:cubicBezTo>
                  <a:cubicBezTo>
                    <a:pt x="4383" y="6568"/>
                    <a:pt x="3676" y="7116"/>
                    <a:pt x="2808" y="7298"/>
                  </a:cubicBezTo>
                  <a:cubicBezTo>
                    <a:pt x="2537" y="7365"/>
                    <a:pt x="2269" y="7393"/>
                    <a:pt x="2009" y="7393"/>
                  </a:cubicBezTo>
                  <a:cubicBezTo>
                    <a:pt x="1285" y="7393"/>
                    <a:pt x="625" y="7174"/>
                    <a:pt x="138" y="6956"/>
                  </a:cubicBezTo>
                  <a:lnTo>
                    <a:pt x="1" y="7321"/>
                  </a:lnTo>
                  <a:cubicBezTo>
                    <a:pt x="503" y="7549"/>
                    <a:pt x="1233" y="7778"/>
                    <a:pt x="2032" y="7778"/>
                  </a:cubicBezTo>
                  <a:cubicBezTo>
                    <a:pt x="2306" y="7778"/>
                    <a:pt x="2603" y="7755"/>
                    <a:pt x="2900" y="7686"/>
                  </a:cubicBezTo>
                  <a:cubicBezTo>
                    <a:pt x="3858" y="7458"/>
                    <a:pt x="4680" y="6842"/>
                    <a:pt x="5068" y="6043"/>
                  </a:cubicBezTo>
                  <a:cubicBezTo>
                    <a:pt x="5273" y="6134"/>
                    <a:pt x="5479" y="6226"/>
                    <a:pt x="5707" y="6271"/>
                  </a:cubicBezTo>
                  <a:cubicBezTo>
                    <a:pt x="5827" y="6293"/>
                    <a:pt x="5948" y="6304"/>
                    <a:pt x="6069" y="6304"/>
                  </a:cubicBezTo>
                  <a:cubicBezTo>
                    <a:pt x="6850" y="6304"/>
                    <a:pt x="7665" y="5859"/>
                    <a:pt x="8515" y="4970"/>
                  </a:cubicBezTo>
                  <a:cubicBezTo>
                    <a:pt x="9359" y="4057"/>
                    <a:pt x="9702" y="3235"/>
                    <a:pt x="9610" y="2459"/>
                  </a:cubicBezTo>
                  <a:cubicBezTo>
                    <a:pt x="9587" y="2231"/>
                    <a:pt x="9519" y="2003"/>
                    <a:pt x="9450" y="1798"/>
                  </a:cubicBezTo>
                  <a:cubicBezTo>
                    <a:pt x="9405" y="1706"/>
                    <a:pt x="9382" y="1592"/>
                    <a:pt x="9336" y="1478"/>
                  </a:cubicBezTo>
                  <a:cubicBezTo>
                    <a:pt x="9245" y="1136"/>
                    <a:pt x="9245" y="862"/>
                    <a:pt x="9359" y="656"/>
                  </a:cubicBezTo>
                  <a:cubicBezTo>
                    <a:pt x="9428" y="542"/>
                    <a:pt x="9542" y="428"/>
                    <a:pt x="9679" y="405"/>
                  </a:cubicBezTo>
                  <a:cubicBezTo>
                    <a:pt x="9713" y="394"/>
                    <a:pt x="9753" y="382"/>
                    <a:pt x="9796" y="382"/>
                  </a:cubicBezTo>
                  <a:cubicBezTo>
                    <a:pt x="9839" y="382"/>
                    <a:pt x="9884" y="394"/>
                    <a:pt x="9930" y="428"/>
                  </a:cubicBezTo>
                  <a:lnTo>
                    <a:pt x="10112" y="86"/>
                  </a:lnTo>
                  <a:cubicBezTo>
                    <a:pt x="10016" y="30"/>
                    <a:pt x="9911" y="0"/>
                    <a:pt x="9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5" name="Google Shape;6765;p60"/>
            <p:cNvSpPr/>
            <p:nvPr/>
          </p:nvSpPr>
          <p:spPr>
            <a:xfrm>
              <a:off x="1324025" y="4493775"/>
              <a:ext cx="109600" cy="228850"/>
            </a:xfrm>
            <a:custGeom>
              <a:rect b="b" l="l" r="r" t="t"/>
              <a:pathLst>
                <a:path extrusionOk="0" h="9154" w="4384">
                  <a:moveTo>
                    <a:pt x="2283" y="388"/>
                  </a:moveTo>
                  <a:cubicBezTo>
                    <a:pt x="2420" y="388"/>
                    <a:pt x="2511" y="411"/>
                    <a:pt x="2603" y="480"/>
                  </a:cubicBezTo>
                  <a:cubicBezTo>
                    <a:pt x="3675" y="1233"/>
                    <a:pt x="3356" y="5798"/>
                    <a:pt x="3059" y="8058"/>
                  </a:cubicBezTo>
                  <a:cubicBezTo>
                    <a:pt x="2352" y="6825"/>
                    <a:pt x="526" y="3447"/>
                    <a:pt x="1051" y="1553"/>
                  </a:cubicBezTo>
                  <a:cubicBezTo>
                    <a:pt x="1165" y="1073"/>
                    <a:pt x="1439" y="731"/>
                    <a:pt x="1827" y="525"/>
                  </a:cubicBezTo>
                  <a:cubicBezTo>
                    <a:pt x="2009" y="434"/>
                    <a:pt x="2169" y="388"/>
                    <a:pt x="2283" y="388"/>
                  </a:cubicBezTo>
                  <a:close/>
                  <a:moveTo>
                    <a:pt x="2312" y="0"/>
                  </a:moveTo>
                  <a:cubicBezTo>
                    <a:pt x="2110" y="0"/>
                    <a:pt x="1894" y="63"/>
                    <a:pt x="1667" y="183"/>
                  </a:cubicBezTo>
                  <a:cubicBezTo>
                    <a:pt x="1165" y="434"/>
                    <a:pt x="822" y="868"/>
                    <a:pt x="662" y="1438"/>
                  </a:cubicBezTo>
                  <a:cubicBezTo>
                    <a:pt x="1" y="3949"/>
                    <a:pt x="2899" y="8537"/>
                    <a:pt x="3013" y="8720"/>
                  </a:cubicBezTo>
                  <a:lnTo>
                    <a:pt x="3287" y="9153"/>
                  </a:lnTo>
                  <a:lnTo>
                    <a:pt x="3356" y="8651"/>
                  </a:lnTo>
                  <a:cubicBezTo>
                    <a:pt x="3470" y="7898"/>
                    <a:pt x="4383" y="1279"/>
                    <a:pt x="2831" y="160"/>
                  </a:cubicBezTo>
                  <a:cubicBezTo>
                    <a:pt x="2668" y="52"/>
                    <a:pt x="2495" y="0"/>
                    <a:pt x="23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6" name="Google Shape;6766;p60"/>
            <p:cNvSpPr/>
            <p:nvPr/>
          </p:nvSpPr>
          <p:spPr>
            <a:xfrm>
              <a:off x="1397075" y="4546850"/>
              <a:ext cx="138675" cy="172925"/>
            </a:xfrm>
            <a:custGeom>
              <a:rect b="b" l="l" r="r" t="t"/>
              <a:pathLst>
                <a:path extrusionOk="0" h="6917" w="5547">
                  <a:moveTo>
                    <a:pt x="3972" y="365"/>
                  </a:moveTo>
                  <a:cubicBezTo>
                    <a:pt x="4132" y="365"/>
                    <a:pt x="4314" y="411"/>
                    <a:pt x="4474" y="480"/>
                  </a:cubicBezTo>
                  <a:cubicBezTo>
                    <a:pt x="4771" y="616"/>
                    <a:pt x="4930" y="799"/>
                    <a:pt x="4976" y="1050"/>
                  </a:cubicBezTo>
                  <a:cubicBezTo>
                    <a:pt x="5090" y="2306"/>
                    <a:pt x="2123" y="4839"/>
                    <a:pt x="548" y="6049"/>
                  </a:cubicBezTo>
                  <a:cubicBezTo>
                    <a:pt x="868" y="4748"/>
                    <a:pt x="1895" y="1370"/>
                    <a:pt x="3333" y="548"/>
                  </a:cubicBezTo>
                  <a:cubicBezTo>
                    <a:pt x="3561" y="434"/>
                    <a:pt x="3766" y="365"/>
                    <a:pt x="3972" y="365"/>
                  </a:cubicBezTo>
                  <a:close/>
                  <a:moveTo>
                    <a:pt x="3972" y="0"/>
                  </a:moveTo>
                  <a:cubicBezTo>
                    <a:pt x="3694" y="0"/>
                    <a:pt x="3418" y="75"/>
                    <a:pt x="3150" y="228"/>
                  </a:cubicBezTo>
                  <a:cubicBezTo>
                    <a:pt x="1141" y="1370"/>
                    <a:pt x="69" y="6437"/>
                    <a:pt x="69" y="6483"/>
                  </a:cubicBezTo>
                  <a:lnTo>
                    <a:pt x="0" y="6916"/>
                  </a:lnTo>
                  <a:lnTo>
                    <a:pt x="365" y="6665"/>
                  </a:lnTo>
                  <a:cubicBezTo>
                    <a:pt x="890" y="6277"/>
                    <a:pt x="5547" y="2853"/>
                    <a:pt x="5341" y="1005"/>
                  </a:cubicBezTo>
                  <a:cubicBezTo>
                    <a:pt x="5296" y="616"/>
                    <a:pt x="5067" y="320"/>
                    <a:pt x="4634" y="137"/>
                  </a:cubicBezTo>
                  <a:cubicBezTo>
                    <a:pt x="4413" y="47"/>
                    <a:pt x="4192" y="0"/>
                    <a:pt x="3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7" name="Google Shape;6767;p60"/>
            <p:cNvSpPr/>
            <p:nvPr/>
          </p:nvSpPr>
          <p:spPr>
            <a:xfrm>
              <a:off x="1264675" y="4694075"/>
              <a:ext cx="794350" cy="398325"/>
            </a:xfrm>
            <a:custGeom>
              <a:rect b="b" l="l" r="r" t="t"/>
              <a:pathLst>
                <a:path extrusionOk="0" h="15933" w="31774">
                  <a:moveTo>
                    <a:pt x="31774" y="0"/>
                  </a:moveTo>
                  <a:cubicBezTo>
                    <a:pt x="31773" y="0"/>
                    <a:pt x="115" y="502"/>
                    <a:pt x="24" y="616"/>
                  </a:cubicBezTo>
                  <a:cubicBezTo>
                    <a:pt x="1" y="639"/>
                    <a:pt x="46" y="1621"/>
                    <a:pt x="161" y="3059"/>
                  </a:cubicBezTo>
                  <a:cubicBezTo>
                    <a:pt x="161" y="3218"/>
                    <a:pt x="183" y="3378"/>
                    <a:pt x="183" y="3538"/>
                  </a:cubicBezTo>
                  <a:cubicBezTo>
                    <a:pt x="229" y="4063"/>
                    <a:pt x="252" y="4634"/>
                    <a:pt x="297" y="5227"/>
                  </a:cubicBezTo>
                  <a:cubicBezTo>
                    <a:pt x="320" y="5387"/>
                    <a:pt x="320" y="5547"/>
                    <a:pt x="343" y="5706"/>
                  </a:cubicBezTo>
                  <a:cubicBezTo>
                    <a:pt x="389" y="6414"/>
                    <a:pt x="434" y="7144"/>
                    <a:pt x="503" y="7875"/>
                  </a:cubicBezTo>
                  <a:cubicBezTo>
                    <a:pt x="503" y="8035"/>
                    <a:pt x="526" y="8194"/>
                    <a:pt x="526" y="8354"/>
                  </a:cubicBezTo>
                  <a:cubicBezTo>
                    <a:pt x="594" y="9199"/>
                    <a:pt x="663" y="10020"/>
                    <a:pt x="708" y="10751"/>
                  </a:cubicBezTo>
                  <a:cubicBezTo>
                    <a:pt x="731" y="10911"/>
                    <a:pt x="731" y="11070"/>
                    <a:pt x="754" y="11230"/>
                  </a:cubicBezTo>
                  <a:cubicBezTo>
                    <a:pt x="777" y="11732"/>
                    <a:pt x="822" y="12166"/>
                    <a:pt x="845" y="12554"/>
                  </a:cubicBezTo>
                  <a:cubicBezTo>
                    <a:pt x="868" y="12737"/>
                    <a:pt x="868" y="12896"/>
                    <a:pt x="891" y="13033"/>
                  </a:cubicBezTo>
                  <a:cubicBezTo>
                    <a:pt x="937" y="13741"/>
                    <a:pt x="959" y="14152"/>
                    <a:pt x="959" y="14152"/>
                  </a:cubicBezTo>
                  <a:lnTo>
                    <a:pt x="28943" y="15932"/>
                  </a:lnTo>
                  <a:lnTo>
                    <a:pt x="29582" y="12417"/>
                  </a:lnTo>
                  <a:lnTo>
                    <a:pt x="29651" y="11938"/>
                  </a:lnTo>
                  <a:lnTo>
                    <a:pt x="30107" y="9381"/>
                  </a:lnTo>
                  <a:lnTo>
                    <a:pt x="30199" y="8902"/>
                  </a:lnTo>
                  <a:lnTo>
                    <a:pt x="30495" y="7167"/>
                  </a:lnTo>
                  <a:lnTo>
                    <a:pt x="30587" y="6688"/>
                  </a:lnTo>
                  <a:lnTo>
                    <a:pt x="30906" y="4953"/>
                  </a:lnTo>
                  <a:lnTo>
                    <a:pt x="30975" y="4474"/>
                  </a:lnTo>
                  <a:lnTo>
                    <a:pt x="31340" y="2397"/>
                  </a:lnTo>
                  <a:lnTo>
                    <a:pt x="31431" y="1917"/>
                  </a:lnTo>
                  <a:lnTo>
                    <a:pt x="317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8" name="Google Shape;6768;p60"/>
            <p:cNvSpPr/>
            <p:nvPr/>
          </p:nvSpPr>
          <p:spPr>
            <a:xfrm>
              <a:off x="1285800" y="4992500"/>
              <a:ext cx="720150" cy="27425"/>
            </a:xfrm>
            <a:custGeom>
              <a:rect b="b" l="l" r="r" t="t"/>
              <a:pathLst>
                <a:path extrusionOk="0" h="1097" w="28806">
                  <a:moveTo>
                    <a:pt x="28806" y="1"/>
                  </a:moveTo>
                  <a:lnTo>
                    <a:pt x="28806" y="1"/>
                  </a:lnTo>
                  <a:cubicBezTo>
                    <a:pt x="19219" y="206"/>
                    <a:pt x="9610" y="412"/>
                    <a:pt x="0" y="617"/>
                  </a:cubicBezTo>
                  <a:cubicBezTo>
                    <a:pt x="23" y="800"/>
                    <a:pt x="23" y="959"/>
                    <a:pt x="46" y="1096"/>
                  </a:cubicBezTo>
                  <a:cubicBezTo>
                    <a:pt x="9587" y="891"/>
                    <a:pt x="19174" y="685"/>
                    <a:pt x="28714" y="480"/>
                  </a:cubicBezTo>
                  <a:lnTo>
                    <a:pt x="288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9" name="Google Shape;6769;p60"/>
            <p:cNvSpPr/>
            <p:nvPr/>
          </p:nvSpPr>
          <p:spPr>
            <a:xfrm>
              <a:off x="1282375" y="4916600"/>
              <a:ext cx="737275" cy="58250"/>
            </a:xfrm>
            <a:custGeom>
              <a:rect b="b" l="l" r="r" t="t"/>
              <a:pathLst>
                <a:path extrusionOk="0" h="2330" w="29491">
                  <a:moveTo>
                    <a:pt x="29491" y="1"/>
                  </a:moveTo>
                  <a:lnTo>
                    <a:pt x="29491" y="1"/>
                  </a:lnTo>
                  <a:cubicBezTo>
                    <a:pt x="19676" y="937"/>
                    <a:pt x="9838" y="1553"/>
                    <a:pt x="0" y="1850"/>
                  </a:cubicBezTo>
                  <a:cubicBezTo>
                    <a:pt x="23" y="2010"/>
                    <a:pt x="23" y="2169"/>
                    <a:pt x="46" y="2329"/>
                  </a:cubicBezTo>
                  <a:cubicBezTo>
                    <a:pt x="9838" y="2010"/>
                    <a:pt x="19630" y="1416"/>
                    <a:pt x="29399" y="480"/>
                  </a:cubicBezTo>
                  <a:lnTo>
                    <a:pt x="294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0" name="Google Shape;6770;p60"/>
            <p:cNvSpPr/>
            <p:nvPr/>
          </p:nvSpPr>
          <p:spPr>
            <a:xfrm>
              <a:off x="1277225" y="4861250"/>
              <a:ext cx="752125" cy="41700"/>
            </a:xfrm>
            <a:custGeom>
              <a:rect b="b" l="l" r="r" t="t"/>
              <a:pathLst>
                <a:path extrusionOk="0" h="1668" w="30085">
                  <a:moveTo>
                    <a:pt x="30085" y="1"/>
                  </a:moveTo>
                  <a:lnTo>
                    <a:pt x="30085" y="1"/>
                  </a:lnTo>
                  <a:cubicBezTo>
                    <a:pt x="20064" y="731"/>
                    <a:pt x="10021" y="1142"/>
                    <a:pt x="1" y="1188"/>
                  </a:cubicBezTo>
                  <a:cubicBezTo>
                    <a:pt x="1" y="1348"/>
                    <a:pt x="24" y="1507"/>
                    <a:pt x="24" y="1667"/>
                  </a:cubicBezTo>
                  <a:cubicBezTo>
                    <a:pt x="10021" y="1622"/>
                    <a:pt x="20019" y="1211"/>
                    <a:pt x="29993" y="480"/>
                  </a:cubicBezTo>
                  <a:lnTo>
                    <a:pt x="30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1" name="Google Shape;6771;p60"/>
            <p:cNvSpPr/>
            <p:nvPr/>
          </p:nvSpPr>
          <p:spPr>
            <a:xfrm>
              <a:off x="1272100" y="4805900"/>
              <a:ext cx="766950" cy="30875"/>
            </a:xfrm>
            <a:custGeom>
              <a:rect b="b" l="l" r="r" t="t"/>
              <a:pathLst>
                <a:path extrusionOk="0" h="1235" w="30678">
                  <a:moveTo>
                    <a:pt x="30678" y="1"/>
                  </a:moveTo>
                  <a:cubicBezTo>
                    <a:pt x="21239" y="507"/>
                    <a:pt x="11799" y="759"/>
                    <a:pt x="2360" y="759"/>
                  </a:cubicBezTo>
                  <a:cubicBezTo>
                    <a:pt x="1574" y="759"/>
                    <a:pt x="787" y="758"/>
                    <a:pt x="0" y="754"/>
                  </a:cubicBezTo>
                  <a:lnTo>
                    <a:pt x="0" y="754"/>
                  </a:lnTo>
                  <a:cubicBezTo>
                    <a:pt x="23" y="914"/>
                    <a:pt x="23" y="1074"/>
                    <a:pt x="46" y="1233"/>
                  </a:cubicBezTo>
                  <a:cubicBezTo>
                    <a:pt x="470" y="1234"/>
                    <a:pt x="894" y="1235"/>
                    <a:pt x="1319" y="1235"/>
                  </a:cubicBezTo>
                  <a:cubicBezTo>
                    <a:pt x="11075" y="1235"/>
                    <a:pt x="20830" y="983"/>
                    <a:pt x="30586" y="480"/>
                  </a:cubicBezTo>
                  <a:lnTo>
                    <a:pt x="30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2" name="Google Shape;6772;p60"/>
            <p:cNvSpPr/>
            <p:nvPr/>
          </p:nvSpPr>
          <p:spPr>
            <a:xfrm>
              <a:off x="1268675" y="4742000"/>
              <a:ext cx="781800" cy="40550"/>
            </a:xfrm>
            <a:custGeom>
              <a:rect b="b" l="l" r="r" t="t"/>
              <a:pathLst>
                <a:path extrusionOk="0" h="1622" w="31272">
                  <a:moveTo>
                    <a:pt x="31271" y="0"/>
                  </a:moveTo>
                  <a:cubicBezTo>
                    <a:pt x="20863" y="662"/>
                    <a:pt x="10432" y="1050"/>
                    <a:pt x="1" y="1142"/>
                  </a:cubicBezTo>
                  <a:cubicBezTo>
                    <a:pt x="1" y="1301"/>
                    <a:pt x="1" y="1461"/>
                    <a:pt x="23" y="1621"/>
                  </a:cubicBezTo>
                  <a:cubicBezTo>
                    <a:pt x="10409" y="1507"/>
                    <a:pt x="20817" y="1142"/>
                    <a:pt x="31180" y="480"/>
                  </a:cubicBezTo>
                  <a:lnTo>
                    <a:pt x="312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73" name="Google Shape;6773;p60"/>
          <p:cNvGrpSpPr/>
          <p:nvPr/>
        </p:nvGrpSpPr>
        <p:grpSpPr>
          <a:xfrm>
            <a:off x="3122328" y="3764676"/>
            <a:ext cx="668095" cy="1005670"/>
            <a:chOff x="2915746" y="3726863"/>
            <a:chExt cx="679580" cy="1022958"/>
          </a:xfrm>
        </p:grpSpPr>
        <p:sp>
          <p:nvSpPr>
            <p:cNvPr id="6774" name="Google Shape;6774;p60"/>
            <p:cNvSpPr/>
            <p:nvPr/>
          </p:nvSpPr>
          <p:spPr>
            <a:xfrm>
              <a:off x="2915746" y="3913588"/>
              <a:ext cx="679580" cy="836233"/>
            </a:xfrm>
            <a:custGeom>
              <a:rect b="b" l="l" r="r" t="t"/>
              <a:pathLst>
                <a:path extrusionOk="0" h="22607" w="18372">
                  <a:moveTo>
                    <a:pt x="18371" y="0"/>
                  </a:moveTo>
                  <a:lnTo>
                    <a:pt x="0" y="376"/>
                  </a:lnTo>
                  <a:lnTo>
                    <a:pt x="1379" y="22607"/>
                  </a:lnTo>
                  <a:lnTo>
                    <a:pt x="15990" y="22607"/>
                  </a:lnTo>
                  <a:lnTo>
                    <a:pt x="183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5" name="Google Shape;6775;p60"/>
            <p:cNvSpPr/>
            <p:nvPr/>
          </p:nvSpPr>
          <p:spPr>
            <a:xfrm>
              <a:off x="3183664" y="3726863"/>
              <a:ext cx="222532" cy="222902"/>
            </a:xfrm>
            <a:custGeom>
              <a:rect b="b" l="l" r="r" t="t"/>
              <a:pathLst>
                <a:path extrusionOk="0" h="6026" w="6016">
                  <a:moveTo>
                    <a:pt x="376" y="662"/>
                  </a:moveTo>
                  <a:cubicBezTo>
                    <a:pt x="451" y="662"/>
                    <a:pt x="527" y="687"/>
                    <a:pt x="602" y="712"/>
                  </a:cubicBezTo>
                  <a:cubicBezTo>
                    <a:pt x="878" y="888"/>
                    <a:pt x="1153" y="1088"/>
                    <a:pt x="1379" y="1289"/>
                  </a:cubicBezTo>
                  <a:cubicBezTo>
                    <a:pt x="1404" y="1314"/>
                    <a:pt x="1429" y="1339"/>
                    <a:pt x="1454" y="1364"/>
                  </a:cubicBezTo>
                  <a:cubicBezTo>
                    <a:pt x="1504" y="1389"/>
                    <a:pt x="1529" y="1414"/>
                    <a:pt x="1554" y="1464"/>
                  </a:cubicBezTo>
                  <a:cubicBezTo>
                    <a:pt x="1604" y="1514"/>
                    <a:pt x="1654" y="1565"/>
                    <a:pt x="1705" y="1615"/>
                  </a:cubicBezTo>
                  <a:cubicBezTo>
                    <a:pt x="1755" y="1665"/>
                    <a:pt x="1805" y="1740"/>
                    <a:pt x="1855" y="1790"/>
                  </a:cubicBezTo>
                  <a:cubicBezTo>
                    <a:pt x="1880" y="1840"/>
                    <a:pt x="1930" y="1890"/>
                    <a:pt x="1980" y="1966"/>
                  </a:cubicBezTo>
                  <a:cubicBezTo>
                    <a:pt x="2306" y="2417"/>
                    <a:pt x="2532" y="2893"/>
                    <a:pt x="2682" y="3344"/>
                  </a:cubicBezTo>
                  <a:cubicBezTo>
                    <a:pt x="2832" y="3770"/>
                    <a:pt x="2883" y="4171"/>
                    <a:pt x="2908" y="4497"/>
                  </a:cubicBezTo>
                  <a:cubicBezTo>
                    <a:pt x="2908" y="4647"/>
                    <a:pt x="2908" y="4798"/>
                    <a:pt x="2908" y="4923"/>
                  </a:cubicBezTo>
                  <a:cubicBezTo>
                    <a:pt x="2908" y="5048"/>
                    <a:pt x="2908" y="5148"/>
                    <a:pt x="2883" y="5224"/>
                  </a:cubicBezTo>
                  <a:cubicBezTo>
                    <a:pt x="2883" y="5301"/>
                    <a:pt x="2878" y="5364"/>
                    <a:pt x="2874" y="5409"/>
                  </a:cubicBezTo>
                  <a:lnTo>
                    <a:pt x="2874" y="5409"/>
                  </a:lnTo>
                  <a:cubicBezTo>
                    <a:pt x="2727" y="5377"/>
                    <a:pt x="2592" y="5295"/>
                    <a:pt x="2456" y="5199"/>
                  </a:cubicBezTo>
                  <a:cubicBezTo>
                    <a:pt x="2356" y="5148"/>
                    <a:pt x="2281" y="5073"/>
                    <a:pt x="2206" y="5023"/>
                  </a:cubicBezTo>
                  <a:cubicBezTo>
                    <a:pt x="2131" y="4948"/>
                    <a:pt x="2055" y="4873"/>
                    <a:pt x="1980" y="4798"/>
                  </a:cubicBezTo>
                  <a:cubicBezTo>
                    <a:pt x="1905" y="4722"/>
                    <a:pt x="1830" y="4672"/>
                    <a:pt x="1755" y="4572"/>
                  </a:cubicBezTo>
                  <a:cubicBezTo>
                    <a:pt x="1680" y="4497"/>
                    <a:pt x="1604" y="4422"/>
                    <a:pt x="1554" y="4346"/>
                  </a:cubicBezTo>
                  <a:cubicBezTo>
                    <a:pt x="1003" y="3720"/>
                    <a:pt x="627" y="2993"/>
                    <a:pt x="426" y="2266"/>
                  </a:cubicBezTo>
                  <a:cubicBezTo>
                    <a:pt x="301" y="1915"/>
                    <a:pt x="226" y="1539"/>
                    <a:pt x="201" y="1189"/>
                  </a:cubicBezTo>
                  <a:cubicBezTo>
                    <a:pt x="201" y="1113"/>
                    <a:pt x="176" y="1013"/>
                    <a:pt x="176" y="938"/>
                  </a:cubicBezTo>
                  <a:cubicBezTo>
                    <a:pt x="201" y="863"/>
                    <a:pt x="201" y="788"/>
                    <a:pt x="251" y="737"/>
                  </a:cubicBezTo>
                  <a:cubicBezTo>
                    <a:pt x="276" y="687"/>
                    <a:pt x="326" y="662"/>
                    <a:pt x="376" y="662"/>
                  </a:cubicBezTo>
                  <a:close/>
                  <a:moveTo>
                    <a:pt x="5490" y="181"/>
                  </a:moveTo>
                  <a:cubicBezTo>
                    <a:pt x="5506" y="181"/>
                    <a:pt x="5523" y="183"/>
                    <a:pt x="5539" y="186"/>
                  </a:cubicBezTo>
                  <a:cubicBezTo>
                    <a:pt x="5614" y="211"/>
                    <a:pt x="5665" y="261"/>
                    <a:pt x="5715" y="311"/>
                  </a:cubicBezTo>
                  <a:cubicBezTo>
                    <a:pt x="5740" y="387"/>
                    <a:pt x="5765" y="462"/>
                    <a:pt x="5790" y="537"/>
                  </a:cubicBezTo>
                  <a:cubicBezTo>
                    <a:pt x="5815" y="637"/>
                    <a:pt x="5815" y="712"/>
                    <a:pt x="5815" y="813"/>
                  </a:cubicBezTo>
                  <a:cubicBezTo>
                    <a:pt x="5815" y="888"/>
                    <a:pt x="5815" y="988"/>
                    <a:pt x="5815" y="1088"/>
                  </a:cubicBezTo>
                  <a:cubicBezTo>
                    <a:pt x="5790" y="1840"/>
                    <a:pt x="5589" y="2642"/>
                    <a:pt x="5213" y="3369"/>
                  </a:cubicBezTo>
                  <a:cubicBezTo>
                    <a:pt x="5013" y="3720"/>
                    <a:pt x="4787" y="4071"/>
                    <a:pt x="4512" y="4397"/>
                  </a:cubicBezTo>
                  <a:cubicBezTo>
                    <a:pt x="4436" y="4472"/>
                    <a:pt x="4361" y="4547"/>
                    <a:pt x="4286" y="4647"/>
                  </a:cubicBezTo>
                  <a:cubicBezTo>
                    <a:pt x="4211" y="4722"/>
                    <a:pt x="4136" y="4798"/>
                    <a:pt x="4060" y="4873"/>
                  </a:cubicBezTo>
                  <a:cubicBezTo>
                    <a:pt x="3985" y="4948"/>
                    <a:pt x="3885" y="4998"/>
                    <a:pt x="3810" y="5073"/>
                  </a:cubicBezTo>
                  <a:cubicBezTo>
                    <a:pt x="3735" y="5148"/>
                    <a:pt x="3634" y="5199"/>
                    <a:pt x="3559" y="5274"/>
                  </a:cubicBezTo>
                  <a:cubicBezTo>
                    <a:pt x="3407" y="5361"/>
                    <a:pt x="3236" y="5429"/>
                    <a:pt x="3078" y="5429"/>
                  </a:cubicBezTo>
                  <a:cubicBezTo>
                    <a:pt x="3056" y="5429"/>
                    <a:pt x="3034" y="5428"/>
                    <a:pt x="3013" y="5425"/>
                  </a:cubicBezTo>
                  <a:lnTo>
                    <a:pt x="3013" y="5425"/>
                  </a:lnTo>
                  <a:cubicBezTo>
                    <a:pt x="3036" y="5305"/>
                    <a:pt x="3060" y="5164"/>
                    <a:pt x="3083" y="5023"/>
                  </a:cubicBezTo>
                  <a:cubicBezTo>
                    <a:pt x="3158" y="4697"/>
                    <a:pt x="3233" y="4321"/>
                    <a:pt x="3359" y="3870"/>
                  </a:cubicBezTo>
                  <a:cubicBezTo>
                    <a:pt x="3509" y="3419"/>
                    <a:pt x="3685" y="2943"/>
                    <a:pt x="3910" y="2417"/>
                  </a:cubicBezTo>
                  <a:cubicBezTo>
                    <a:pt x="4161" y="1890"/>
                    <a:pt x="4462" y="1314"/>
                    <a:pt x="4863" y="762"/>
                  </a:cubicBezTo>
                  <a:cubicBezTo>
                    <a:pt x="4963" y="637"/>
                    <a:pt x="5038" y="462"/>
                    <a:pt x="5163" y="361"/>
                  </a:cubicBezTo>
                  <a:cubicBezTo>
                    <a:pt x="5251" y="252"/>
                    <a:pt x="5376" y="181"/>
                    <a:pt x="5490" y="181"/>
                  </a:cubicBezTo>
                  <a:close/>
                  <a:moveTo>
                    <a:pt x="5496" y="0"/>
                  </a:moveTo>
                  <a:cubicBezTo>
                    <a:pt x="5418" y="0"/>
                    <a:pt x="5334" y="18"/>
                    <a:pt x="5264" y="36"/>
                  </a:cubicBezTo>
                  <a:cubicBezTo>
                    <a:pt x="5163" y="86"/>
                    <a:pt x="5088" y="161"/>
                    <a:pt x="5038" y="236"/>
                  </a:cubicBezTo>
                  <a:cubicBezTo>
                    <a:pt x="4963" y="286"/>
                    <a:pt x="4913" y="361"/>
                    <a:pt x="4863" y="437"/>
                  </a:cubicBezTo>
                  <a:cubicBezTo>
                    <a:pt x="4812" y="512"/>
                    <a:pt x="4762" y="587"/>
                    <a:pt x="4712" y="662"/>
                  </a:cubicBezTo>
                  <a:cubicBezTo>
                    <a:pt x="4311" y="1239"/>
                    <a:pt x="4010" y="1815"/>
                    <a:pt x="3785" y="2341"/>
                  </a:cubicBezTo>
                  <a:cubicBezTo>
                    <a:pt x="3534" y="2893"/>
                    <a:pt x="3384" y="3394"/>
                    <a:pt x="3258" y="3845"/>
                  </a:cubicBezTo>
                  <a:cubicBezTo>
                    <a:pt x="3133" y="4296"/>
                    <a:pt x="3058" y="4672"/>
                    <a:pt x="3008" y="4998"/>
                  </a:cubicBezTo>
                  <a:cubicBezTo>
                    <a:pt x="2983" y="5173"/>
                    <a:pt x="2958" y="5297"/>
                    <a:pt x="2958" y="5422"/>
                  </a:cubicBezTo>
                  <a:lnTo>
                    <a:pt x="2958" y="5422"/>
                  </a:lnTo>
                  <a:cubicBezTo>
                    <a:pt x="2939" y="5421"/>
                    <a:pt x="2920" y="5418"/>
                    <a:pt x="2902" y="5415"/>
                  </a:cubicBezTo>
                  <a:lnTo>
                    <a:pt x="2902" y="5415"/>
                  </a:lnTo>
                  <a:cubicBezTo>
                    <a:pt x="2910" y="5372"/>
                    <a:pt x="2922" y="5315"/>
                    <a:pt x="2933" y="5249"/>
                  </a:cubicBezTo>
                  <a:cubicBezTo>
                    <a:pt x="2958" y="5148"/>
                    <a:pt x="2958" y="5048"/>
                    <a:pt x="2983" y="4923"/>
                  </a:cubicBezTo>
                  <a:cubicBezTo>
                    <a:pt x="2983" y="4798"/>
                    <a:pt x="2983" y="4647"/>
                    <a:pt x="2983" y="4472"/>
                  </a:cubicBezTo>
                  <a:cubicBezTo>
                    <a:pt x="2983" y="4146"/>
                    <a:pt x="2933" y="3745"/>
                    <a:pt x="2807" y="3294"/>
                  </a:cubicBezTo>
                  <a:cubicBezTo>
                    <a:pt x="2657" y="2843"/>
                    <a:pt x="2456" y="2367"/>
                    <a:pt x="2106" y="1865"/>
                  </a:cubicBezTo>
                  <a:cubicBezTo>
                    <a:pt x="2055" y="1815"/>
                    <a:pt x="2005" y="1740"/>
                    <a:pt x="1980" y="1690"/>
                  </a:cubicBezTo>
                  <a:cubicBezTo>
                    <a:pt x="1930" y="1640"/>
                    <a:pt x="1880" y="1565"/>
                    <a:pt x="1830" y="1514"/>
                  </a:cubicBezTo>
                  <a:cubicBezTo>
                    <a:pt x="1780" y="1464"/>
                    <a:pt x="1705" y="1389"/>
                    <a:pt x="1654" y="1339"/>
                  </a:cubicBezTo>
                  <a:cubicBezTo>
                    <a:pt x="1629" y="1314"/>
                    <a:pt x="1604" y="1289"/>
                    <a:pt x="1579" y="1239"/>
                  </a:cubicBezTo>
                  <a:lnTo>
                    <a:pt x="1504" y="1164"/>
                  </a:lnTo>
                  <a:cubicBezTo>
                    <a:pt x="1429" y="1113"/>
                    <a:pt x="1379" y="1063"/>
                    <a:pt x="1304" y="1013"/>
                  </a:cubicBezTo>
                  <a:cubicBezTo>
                    <a:pt x="1253" y="963"/>
                    <a:pt x="1178" y="913"/>
                    <a:pt x="1103" y="838"/>
                  </a:cubicBezTo>
                  <a:cubicBezTo>
                    <a:pt x="1053" y="788"/>
                    <a:pt x="978" y="762"/>
                    <a:pt x="903" y="712"/>
                  </a:cubicBezTo>
                  <a:cubicBezTo>
                    <a:pt x="878" y="687"/>
                    <a:pt x="827" y="662"/>
                    <a:pt x="802" y="637"/>
                  </a:cubicBezTo>
                  <a:cubicBezTo>
                    <a:pt x="752" y="612"/>
                    <a:pt x="727" y="587"/>
                    <a:pt x="677" y="562"/>
                  </a:cubicBezTo>
                  <a:cubicBezTo>
                    <a:pt x="602" y="512"/>
                    <a:pt x="502" y="487"/>
                    <a:pt x="401" y="487"/>
                  </a:cubicBezTo>
                  <a:cubicBezTo>
                    <a:pt x="380" y="483"/>
                    <a:pt x="358" y="480"/>
                    <a:pt x="337" y="480"/>
                  </a:cubicBezTo>
                  <a:cubicBezTo>
                    <a:pt x="235" y="480"/>
                    <a:pt x="142" y="529"/>
                    <a:pt x="101" y="612"/>
                  </a:cubicBezTo>
                  <a:cubicBezTo>
                    <a:pt x="25" y="712"/>
                    <a:pt x="0" y="838"/>
                    <a:pt x="0" y="913"/>
                  </a:cubicBezTo>
                  <a:cubicBezTo>
                    <a:pt x="0" y="1038"/>
                    <a:pt x="0" y="1113"/>
                    <a:pt x="25" y="1214"/>
                  </a:cubicBezTo>
                  <a:cubicBezTo>
                    <a:pt x="50" y="1590"/>
                    <a:pt x="126" y="1966"/>
                    <a:pt x="226" y="2341"/>
                  </a:cubicBezTo>
                  <a:cubicBezTo>
                    <a:pt x="451" y="3093"/>
                    <a:pt x="827" y="3845"/>
                    <a:pt x="1379" y="4497"/>
                  </a:cubicBezTo>
                  <a:cubicBezTo>
                    <a:pt x="1454" y="4572"/>
                    <a:pt x="1529" y="4647"/>
                    <a:pt x="1604" y="4722"/>
                  </a:cubicBezTo>
                  <a:cubicBezTo>
                    <a:pt x="1654" y="4823"/>
                    <a:pt x="1755" y="4873"/>
                    <a:pt x="1830" y="4973"/>
                  </a:cubicBezTo>
                  <a:cubicBezTo>
                    <a:pt x="1905" y="5048"/>
                    <a:pt x="1980" y="5098"/>
                    <a:pt x="2055" y="5174"/>
                  </a:cubicBezTo>
                  <a:cubicBezTo>
                    <a:pt x="2156" y="5249"/>
                    <a:pt x="2231" y="5324"/>
                    <a:pt x="2331" y="5374"/>
                  </a:cubicBezTo>
                  <a:cubicBezTo>
                    <a:pt x="2494" y="5490"/>
                    <a:pt x="2700" y="5606"/>
                    <a:pt x="2928" y="5643"/>
                  </a:cubicBezTo>
                  <a:lnTo>
                    <a:pt x="2928" y="5643"/>
                  </a:lnTo>
                  <a:cubicBezTo>
                    <a:pt x="2923" y="5684"/>
                    <a:pt x="2917" y="5721"/>
                    <a:pt x="2908" y="5750"/>
                  </a:cubicBezTo>
                  <a:cubicBezTo>
                    <a:pt x="2908" y="5925"/>
                    <a:pt x="2908" y="6026"/>
                    <a:pt x="2908" y="6026"/>
                  </a:cubicBezTo>
                  <a:cubicBezTo>
                    <a:pt x="2933" y="6026"/>
                    <a:pt x="2933" y="5925"/>
                    <a:pt x="2958" y="5750"/>
                  </a:cubicBezTo>
                  <a:cubicBezTo>
                    <a:pt x="2968" y="5720"/>
                    <a:pt x="2974" y="5687"/>
                    <a:pt x="2979" y="5649"/>
                  </a:cubicBezTo>
                  <a:lnTo>
                    <a:pt x="2979" y="5649"/>
                  </a:lnTo>
                  <a:cubicBezTo>
                    <a:pt x="2980" y="5649"/>
                    <a:pt x="2981" y="5650"/>
                    <a:pt x="2983" y="5650"/>
                  </a:cubicBezTo>
                  <a:cubicBezTo>
                    <a:pt x="3108" y="5650"/>
                    <a:pt x="3233" y="5650"/>
                    <a:pt x="3359" y="5600"/>
                  </a:cubicBezTo>
                  <a:cubicBezTo>
                    <a:pt x="3459" y="5575"/>
                    <a:pt x="3584" y="5499"/>
                    <a:pt x="3685" y="5449"/>
                  </a:cubicBezTo>
                  <a:cubicBezTo>
                    <a:pt x="4436" y="4923"/>
                    <a:pt x="4988" y="4221"/>
                    <a:pt x="5389" y="3469"/>
                  </a:cubicBezTo>
                  <a:cubicBezTo>
                    <a:pt x="5790" y="2692"/>
                    <a:pt x="5990" y="1890"/>
                    <a:pt x="6015" y="1088"/>
                  </a:cubicBezTo>
                  <a:cubicBezTo>
                    <a:pt x="6015" y="988"/>
                    <a:pt x="6015" y="888"/>
                    <a:pt x="6015" y="813"/>
                  </a:cubicBezTo>
                  <a:cubicBezTo>
                    <a:pt x="6015" y="712"/>
                    <a:pt x="6015" y="612"/>
                    <a:pt x="5990" y="512"/>
                  </a:cubicBezTo>
                  <a:cubicBezTo>
                    <a:pt x="5965" y="412"/>
                    <a:pt x="5915" y="311"/>
                    <a:pt x="5865" y="211"/>
                  </a:cubicBezTo>
                  <a:cubicBezTo>
                    <a:pt x="5815" y="111"/>
                    <a:pt x="5715" y="36"/>
                    <a:pt x="5589" y="11"/>
                  </a:cubicBezTo>
                  <a:cubicBezTo>
                    <a:pt x="5560" y="3"/>
                    <a:pt x="5528" y="0"/>
                    <a:pt x="5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6" name="Google Shape;6776;p60"/>
            <p:cNvSpPr/>
            <p:nvPr/>
          </p:nvSpPr>
          <p:spPr>
            <a:xfrm>
              <a:off x="3349601" y="4010909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1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52"/>
                    <a:pt x="151" y="602"/>
                    <a:pt x="301" y="602"/>
                  </a:cubicBezTo>
                  <a:cubicBezTo>
                    <a:pt x="477" y="602"/>
                    <a:pt x="602" y="452"/>
                    <a:pt x="602" y="302"/>
                  </a:cubicBezTo>
                  <a:cubicBezTo>
                    <a:pt x="602" y="126"/>
                    <a:pt x="477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7" name="Google Shape;6777;p60"/>
            <p:cNvSpPr/>
            <p:nvPr/>
          </p:nvSpPr>
          <p:spPr>
            <a:xfrm>
              <a:off x="3486797" y="3954351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2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77"/>
                    <a:pt x="151" y="603"/>
                    <a:pt x="302" y="603"/>
                  </a:cubicBezTo>
                  <a:cubicBezTo>
                    <a:pt x="477" y="603"/>
                    <a:pt x="602" y="477"/>
                    <a:pt x="602" y="302"/>
                  </a:cubicBezTo>
                  <a:cubicBezTo>
                    <a:pt x="602" y="126"/>
                    <a:pt x="477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8" name="Google Shape;6778;p60"/>
            <p:cNvSpPr/>
            <p:nvPr/>
          </p:nvSpPr>
          <p:spPr>
            <a:xfrm>
              <a:off x="3342203" y="4157389"/>
              <a:ext cx="21343" cy="22305"/>
            </a:xfrm>
            <a:custGeom>
              <a:rect b="b" l="l" r="r" t="t"/>
              <a:pathLst>
                <a:path extrusionOk="0" h="603" w="577">
                  <a:moveTo>
                    <a:pt x="301" y="1"/>
                  </a:moveTo>
                  <a:cubicBezTo>
                    <a:pt x="125" y="1"/>
                    <a:pt x="0" y="151"/>
                    <a:pt x="0" y="302"/>
                  </a:cubicBezTo>
                  <a:cubicBezTo>
                    <a:pt x="0" y="477"/>
                    <a:pt x="125" y="602"/>
                    <a:pt x="301" y="602"/>
                  </a:cubicBezTo>
                  <a:cubicBezTo>
                    <a:pt x="451" y="602"/>
                    <a:pt x="577" y="477"/>
                    <a:pt x="577" y="302"/>
                  </a:cubicBezTo>
                  <a:cubicBezTo>
                    <a:pt x="577" y="151"/>
                    <a:pt x="451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9" name="Google Shape;6779;p60"/>
            <p:cNvSpPr/>
            <p:nvPr/>
          </p:nvSpPr>
          <p:spPr>
            <a:xfrm>
              <a:off x="3250394" y="4232479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2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52"/>
                    <a:pt x="151" y="602"/>
                    <a:pt x="302" y="602"/>
                  </a:cubicBezTo>
                  <a:cubicBezTo>
                    <a:pt x="477" y="602"/>
                    <a:pt x="602" y="452"/>
                    <a:pt x="602" y="302"/>
                  </a:cubicBezTo>
                  <a:cubicBezTo>
                    <a:pt x="602" y="126"/>
                    <a:pt x="477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0" name="Google Shape;6780;p60"/>
            <p:cNvSpPr/>
            <p:nvPr/>
          </p:nvSpPr>
          <p:spPr>
            <a:xfrm>
              <a:off x="3144714" y="4111966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1" y="1"/>
                  </a:moveTo>
                  <a:cubicBezTo>
                    <a:pt x="126" y="1"/>
                    <a:pt x="1" y="151"/>
                    <a:pt x="1" y="301"/>
                  </a:cubicBezTo>
                  <a:cubicBezTo>
                    <a:pt x="1" y="477"/>
                    <a:pt x="126" y="602"/>
                    <a:pt x="301" y="602"/>
                  </a:cubicBezTo>
                  <a:cubicBezTo>
                    <a:pt x="452" y="602"/>
                    <a:pt x="602" y="477"/>
                    <a:pt x="602" y="301"/>
                  </a:cubicBezTo>
                  <a:cubicBezTo>
                    <a:pt x="602" y="151"/>
                    <a:pt x="452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1" name="Google Shape;6781;p60"/>
            <p:cNvSpPr/>
            <p:nvPr/>
          </p:nvSpPr>
          <p:spPr>
            <a:xfrm>
              <a:off x="3094666" y="3980318"/>
              <a:ext cx="21343" cy="22305"/>
            </a:xfrm>
            <a:custGeom>
              <a:rect b="b" l="l" r="r" t="t"/>
              <a:pathLst>
                <a:path extrusionOk="0" h="603" w="577">
                  <a:moveTo>
                    <a:pt x="276" y="1"/>
                  </a:moveTo>
                  <a:cubicBezTo>
                    <a:pt x="126" y="1"/>
                    <a:pt x="0" y="126"/>
                    <a:pt x="0" y="302"/>
                  </a:cubicBezTo>
                  <a:cubicBezTo>
                    <a:pt x="0" y="452"/>
                    <a:pt x="126" y="602"/>
                    <a:pt x="276" y="602"/>
                  </a:cubicBezTo>
                  <a:cubicBezTo>
                    <a:pt x="451" y="602"/>
                    <a:pt x="577" y="452"/>
                    <a:pt x="577" y="302"/>
                  </a:cubicBezTo>
                  <a:cubicBezTo>
                    <a:pt x="577" y="126"/>
                    <a:pt x="451" y="1"/>
                    <a:pt x="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2" name="Google Shape;6782;p60"/>
            <p:cNvSpPr/>
            <p:nvPr/>
          </p:nvSpPr>
          <p:spPr>
            <a:xfrm>
              <a:off x="3058490" y="4224156"/>
              <a:ext cx="22305" cy="22268"/>
            </a:xfrm>
            <a:custGeom>
              <a:rect b="b" l="l" r="r" t="t"/>
              <a:pathLst>
                <a:path extrusionOk="0" h="602" w="603">
                  <a:moveTo>
                    <a:pt x="302" y="0"/>
                  </a:moveTo>
                  <a:cubicBezTo>
                    <a:pt x="151" y="0"/>
                    <a:pt x="1" y="151"/>
                    <a:pt x="1" y="301"/>
                  </a:cubicBezTo>
                  <a:cubicBezTo>
                    <a:pt x="1" y="476"/>
                    <a:pt x="151" y="602"/>
                    <a:pt x="302" y="602"/>
                  </a:cubicBezTo>
                  <a:cubicBezTo>
                    <a:pt x="477" y="602"/>
                    <a:pt x="602" y="476"/>
                    <a:pt x="602" y="301"/>
                  </a:cubicBezTo>
                  <a:cubicBezTo>
                    <a:pt x="602" y="151"/>
                    <a:pt x="477" y="0"/>
                    <a:pt x="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3" name="Google Shape;6783;p60"/>
            <p:cNvSpPr/>
            <p:nvPr/>
          </p:nvSpPr>
          <p:spPr>
            <a:xfrm>
              <a:off x="3199422" y="4503209"/>
              <a:ext cx="22268" cy="21343"/>
            </a:xfrm>
            <a:custGeom>
              <a:rect b="b" l="l" r="r" t="t"/>
              <a:pathLst>
                <a:path extrusionOk="0" h="577" w="602">
                  <a:moveTo>
                    <a:pt x="301" y="0"/>
                  </a:moveTo>
                  <a:cubicBezTo>
                    <a:pt x="126" y="0"/>
                    <a:pt x="0" y="125"/>
                    <a:pt x="0" y="276"/>
                  </a:cubicBezTo>
                  <a:cubicBezTo>
                    <a:pt x="0" y="451"/>
                    <a:pt x="126" y="577"/>
                    <a:pt x="301" y="577"/>
                  </a:cubicBezTo>
                  <a:cubicBezTo>
                    <a:pt x="452" y="577"/>
                    <a:pt x="602" y="451"/>
                    <a:pt x="602" y="276"/>
                  </a:cubicBezTo>
                  <a:cubicBezTo>
                    <a:pt x="602" y="125"/>
                    <a:pt x="452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4" name="Google Shape;6784;p60"/>
            <p:cNvSpPr/>
            <p:nvPr/>
          </p:nvSpPr>
          <p:spPr>
            <a:xfrm>
              <a:off x="3277286" y="4364126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1" y="1"/>
                  </a:moveTo>
                  <a:cubicBezTo>
                    <a:pt x="151" y="1"/>
                    <a:pt x="1" y="151"/>
                    <a:pt x="1" y="302"/>
                  </a:cubicBezTo>
                  <a:cubicBezTo>
                    <a:pt x="1" y="477"/>
                    <a:pt x="151" y="602"/>
                    <a:pt x="301" y="602"/>
                  </a:cubicBezTo>
                  <a:cubicBezTo>
                    <a:pt x="477" y="602"/>
                    <a:pt x="602" y="477"/>
                    <a:pt x="602" y="302"/>
                  </a:cubicBezTo>
                  <a:cubicBezTo>
                    <a:pt x="602" y="151"/>
                    <a:pt x="477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5" name="Google Shape;6785;p60"/>
            <p:cNvSpPr/>
            <p:nvPr/>
          </p:nvSpPr>
          <p:spPr>
            <a:xfrm>
              <a:off x="3453432" y="4290886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1" y="1"/>
                  </a:moveTo>
                  <a:cubicBezTo>
                    <a:pt x="126" y="1"/>
                    <a:pt x="1" y="126"/>
                    <a:pt x="1" y="302"/>
                  </a:cubicBezTo>
                  <a:cubicBezTo>
                    <a:pt x="1" y="452"/>
                    <a:pt x="126" y="602"/>
                    <a:pt x="301" y="602"/>
                  </a:cubicBezTo>
                  <a:cubicBezTo>
                    <a:pt x="452" y="602"/>
                    <a:pt x="602" y="452"/>
                    <a:pt x="602" y="302"/>
                  </a:cubicBezTo>
                  <a:cubicBezTo>
                    <a:pt x="602" y="126"/>
                    <a:pt x="452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6" name="Google Shape;6786;p60"/>
            <p:cNvSpPr/>
            <p:nvPr/>
          </p:nvSpPr>
          <p:spPr>
            <a:xfrm>
              <a:off x="3154923" y="4673770"/>
              <a:ext cx="22268" cy="22305"/>
            </a:xfrm>
            <a:custGeom>
              <a:rect b="b" l="l" r="r" t="t"/>
              <a:pathLst>
                <a:path extrusionOk="0" h="603" w="602">
                  <a:moveTo>
                    <a:pt x="301" y="1"/>
                  </a:moveTo>
                  <a:cubicBezTo>
                    <a:pt x="151" y="1"/>
                    <a:pt x="0" y="126"/>
                    <a:pt x="0" y="301"/>
                  </a:cubicBezTo>
                  <a:cubicBezTo>
                    <a:pt x="0" y="452"/>
                    <a:pt x="151" y="602"/>
                    <a:pt x="301" y="602"/>
                  </a:cubicBezTo>
                  <a:cubicBezTo>
                    <a:pt x="477" y="602"/>
                    <a:pt x="602" y="452"/>
                    <a:pt x="602" y="301"/>
                  </a:cubicBezTo>
                  <a:cubicBezTo>
                    <a:pt x="602" y="126"/>
                    <a:pt x="477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7" name="Google Shape;6787;p60"/>
            <p:cNvSpPr/>
            <p:nvPr/>
          </p:nvSpPr>
          <p:spPr>
            <a:xfrm>
              <a:off x="3442298" y="4703436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2" y="1"/>
                  </a:moveTo>
                  <a:cubicBezTo>
                    <a:pt x="126" y="1"/>
                    <a:pt x="1" y="126"/>
                    <a:pt x="1" y="301"/>
                  </a:cubicBezTo>
                  <a:cubicBezTo>
                    <a:pt x="1" y="477"/>
                    <a:pt x="126" y="602"/>
                    <a:pt x="302" y="602"/>
                  </a:cubicBezTo>
                  <a:cubicBezTo>
                    <a:pt x="452" y="602"/>
                    <a:pt x="602" y="477"/>
                    <a:pt x="602" y="301"/>
                  </a:cubicBezTo>
                  <a:cubicBezTo>
                    <a:pt x="602" y="126"/>
                    <a:pt x="452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8" name="Google Shape;6788;p60"/>
            <p:cNvSpPr/>
            <p:nvPr/>
          </p:nvSpPr>
          <p:spPr>
            <a:xfrm>
              <a:off x="2949846" y="4107938"/>
              <a:ext cx="21380" cy="22268"/>
            </a:xfrm>
            <a:custGeom>
              <a:rect b="b" l="l" r="r" t="t"/>
              <a:pathLst>
                <a:path extrusionOk="0" h="602" w="578">
                  <a:moveTo>
                    <a:pt x="277" y="0"/>
                  </a:moveTo>
                  <a:cubicBezTo>
                    <a:pt x="126" y="0"/>
                    <a:pt x="1" y="151"/>
                    <a:pt x="1" y="301"/>
                  </a:cubicBezTo>
                  <a:cubicBezTo>
                    <a:pt x="1" y="477"/>
                    <a:pt x="126" y="602"/>
                    <a:pt x="277" y="602"/>
                  </a:cubicBezTo>
                  <a:cubicBezTo>
                    <a:pt x="452" y="602"/>
                    <a:pt x="577" y="477"/>
                    <a:pt x="577" y="301"/>
                  </a:cubicBezTo>
                  <a:cubicBezTo>
                    <a:pt x="577" y="151"/>
                    <a:pt x="452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9" name="Google Shape;6789;p60"/>
            <p:cNvSpPr/>
            <p:nvPr/>
          </p:nvSpPr>
          <p:spPr>
            <a:xfrm>
              <a:off x="2994522" y="4506537"/>
              <a:ext cx="22268" cy="22268"/>
            </a:xfrm>
            <a:custGeom>
              <a:rect b="b" l="l" r="r" t="t"/>
              <a:pathLst>
                <a:path extrusionOk="0" h="602" w="602">
                  <a:moveTo>
                    <a:pt x="301" y="0"/>
                  </a:moveTo>
                  <a:cubicBezTo>
                    <a:pt x="125" y="0"/>
                    <a:pt x="0" y="150"/>
                    <a:pt x="0" y="301"/>
                  </a:cubicBezTo>
                  <a:cubicBezTo>
                    <a:pt x="0" y="476"/>
                    <a:pt x="125" y="602"/>
                    <a:pt x="301" y="602"/>
                  </a:cubicBezTo>
                  <a:cubicBezTo>
                    <a:pt x="476" y="602"/>
                    <a:pt x="602" y="476"/>
                    <a:pt x="602" y="301"/>
                  </a:cubicBezTo>
                  <a:cubicBezTo>
                    <a:pt x="602" y="150"/>
                    <a:pt x="476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0" name="Google Shape;6790;p60"/>
            <p:cNvSpPr/>
            <p:nvPr/>
          </p:nvSpPr>
          <p:spPr>
            <a:xfrm>
              <a:off x="3293968" y="4669146"/>
              <a:ext cx="22305" cy="22268"/>
            </a:xfrm>
            <a:custGeom>
              <a:rect b="b" l="l" r="r" t="t"/>
              <a:pathLst>
                <a:path extrusionOk="0" h="602" w="603">
                  <a:moveTo>
                    <a:pt x="302" y="0"/>
                  </a:moveTo>
                  <a:cubicBezTo>
                    <a:pt x="126" y="0"/>
                    <a:pt x="1" y="126"/>
                    <a:pt x="1" y="301"/>
                  </a:cubicBezTo>
                  <a:cubicBezTo>
                    <a:pt x="1" y="452"/>
                    <a:pt x="126" y="602"/>
                    <a:pt x="302" y="602"/>
                  </a:cubicBezTo>
                  <a:cubicBezTo>
                    <a:pt x="452" y="602"/>
                    <a:pt x="602" y="452"/>
                    <a:pt x="602" y="301"/>
                  </a:cubicBezTo>
                  <a:cubicBezTo>
                    <a:pt x="602" y="126"/>
                    <a:pt x="452" y="0"/>
                    <a:pt x="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1" name="Google Shape;6791;p60"/>
            <p:cNvSpPr/>
            <p:nvPr/>
          </p:nvSpPr>
          <p:spPr>
            <a:xfrm>
              <a:off x="3378343" y="4459635"/>
              <a:ext cx="21343" cy="22268"/>
            </a:xfrm>
            <a:custGeom>
              <a:rect b="b" l="l" r="r" t="t"/>
              <a:pathLst>
                <a:path extrusionOk="0" h="602" w="577">
                  <a:moveTo>
                    <a:pt x="301" y="0"/>
                  </a:moveTo>
                  <a:cubicBezTo>
                    <a:pt x="126" y="0"/>
                    <a:pt x="1" y="151"/>
                    <a:pt x="1" y="301"/>
                  </a:cubicBezTo>
                  <a:cubicBezTo>
                    <a:pt x="1" y="476"/>
                    <a:pt x="126" y="602"/>
                    <a:pt x="301" y="602"/>
                  </a:cubicBezTo>
                  <a:cubicBezTo>
                    <a:pt x="452" y="602"/>
                    <a:pt x="577" y="476"/>
                    <a:pt x="577" y="301"/>
                  </a:cubicBezTo>
                  <a:cubicBezTo>
                    <a:pt x="577" y="151"/>
                    <a:pt x="452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2" name="Google Shape;6792;p60"/>
            <p:cNvSpPr/>
            <p:nvPr/>
          </p:nvSpPr>
          <p:spPr>
            <a:xfrm>
              <a:off x="3288420" y="4544897"/>
              <a:ext cx="22268" cy="22305"/>
            </a:xfrm>
            <a:custGeom>
              <a:rect b="b" l="l" r="r" t="t"/>
              <a:pathLst>
                <a:path extrusionOk="0" h="603" w="602">
                  <a:moveTo>
                    <a:pt x="301" y="1"/>
                  </a:moveTo>
                  <a:cubicBezTo>
                    <a:pt x="126" y="1"/>
                    <a:pt x="0" y="151"/>
                    <a:pt x="0" y="302"/>
                  </a:cubicBezTo>
                  <a:cubicBezTo>
                    <a:pt x="0" y="477"/>
                    <a:pt x="126" y="603"/>
                    <a:pt x="301" y="603"/>
                  </a:cubicBezTo>
                  <a:cubicBezTo>
                    <a:pt x="477" y="603"/>
                    <a:pt x="602" y="477"/>
                    <a:pt x="602" y="302"/>
                  </a:cubicBezTo>
                  <a:cubicBezTo>
                    <a:pt x="602" y="151"/>
                    <a:pt x="477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3" name="Google Shape;6793;p60"/>
            <p:cNvSpPr/>
            <p:nvPr/>
          </p:nvSpPr>
          <p:spPr>
            <a:xfrm>
              <a:off x="3369058" y="4600529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2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77"/>
                    <a:pt x="151" y="602"/>
                    <a:pt x="302" y="602"/>
                  </a:cubicBezTo>
                  <a:cubicBezTo>
                    <a:pt x="477" y="602"/>
                    <a:pt x="602" y="477"/>
                    <a:pt x="602" y="302"/>
                  </a:cubicBezTo>
                  <a:cubicBezTo>
                    <a:pt x="602" y="126"/>
                    <a:pt x="477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4" name="Google Shape;6794;p60"/>
            <p:cNvSpPr/>
            <p:nvPr/>
          </p:nvSpPr>
          <p:spPr>
            <a:xfrm>
              <a:off x="3478475" y="4538423"/>
              <a:ext cx="22268" cy="22305"/>
            </a:xfrm>
            <a:custGeom>
              <a:rect b="b" l="l" r="r" t="t"/>
              <a:pathLst>
                <a:path extrusionOk="0" h="603" w="602">
                  <a:moveTo>
                    <a:pt x="301" y="1"/>
                  </a:moveTo>
                  <a:cubicBezTo>
                    <a:pt x="126" y="1"/>
                    <a:pt x="0" y="126"/>
                    <a:pt x="0" y="301"/>
                  </a:cubicBezTo>
                  <a:cubicBezTo>
                    <a:pt x="0" y="452"/>
                    <a:pt x="126" y="602"/>
                    <a:pt x="301" y="602"/>
                  </a:cubicBezTo>
                  <a:cubicBezTo>
                    <a:pt x="451" y="602"/>
                    <a:pt x="602" y="452"/>
                    <a:pt x="602" y="301"/>
                  </a:cubicBezTo>
                  <a:cubicBezTo>
                    <a:pt x="602" y="126"/>
                    <a:pt x="451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5" name="Google Shape;6795;p60"/>
            <p:cNvSpPr/>
            <p:nvPr/>
          </p:nvSpPr>
          <p:spPr>
            <a:xfrm>
              <a:off x="3114123" y="4549557"/>
              <a:ext cx="22305" cy="22268"/>
            </a:xfrm>
            <a:custGeom>
              <a:rect b="b" l="l" r="r" t="t"/>
              <a:pathLst>
                <a:path extrusionOk="0" h="602" w="603">
                  <a:moveTo>
                    <a:pt x="301" y="0"/>
                  </a:moveTo>
                  <a:cubicBezTo>
                    <a:pt x="126" y="0"/>
                    <a:pt x="1" y="126"/>
                    <a:pt x="1" y="301"/>
                  </a:cubicBezTo>
                  <a:cubicBezTo>
                    <a:pt x="1" y="451"/>
                    <a:pt x="126" y="602"/>
                    <a:pt x="301" y="602"/>
                  </a:cubicBezTo>
                  <a:cubicBezTo>
                    <a:pt x="452" y="602"/>
                    <a:pt x="602" y="451"/>
                    <a:pt x="602" y="301"/>
                  </a:cubicBezTo>
                  <a:cubicBezTo>
                    <a:pt x="602" y="126"/>
                    <a:pt x="452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6" name="Google Shape;6796;p60"/>
            <p:cNvSpPr/>
            <p:nvPr/>
          </p:nvSpPr>
          <p:spPr>
            <a:xfrm>
              <a:off x="3148413" y="4375260"/>
              <a:ext cx="22305" cy="22268"/>
            </a:xfrm>
            <a:custGeom>
              <a:rect b="b" l="l" r="r" t="t"/>
              <a:pathLst>
                <a:path extrusionOk="0" h="602" w="603">
                  <a:moveTo>
                    <a:pt x="302" y="1"/>
                  </a:moveTo>
                  <a:cubicBezTo>
                    <a:pt x="151" y="1"/>
                    <a:pt x="1" y="151"/>
                    <a:pt x="1" y="301"/>
                  </a:cubicBezTo>
                  <a:cubicBezTo>
                    <a:pt x="1" y="477"/>
                    <a:pt x="151" y="602"/>
                    <a:pt x="302" y="602"/>
                  </a:cubicBezTo>
                  <a:cubicBezTo>
                    <a:pt x="477" y="602"/>
                    <a:pt x="602" y="477"/>
                    <a:pt x="602" y="301"/>
                  </a:cubicBezTo>
                  <a:cubicBezTo>
                    <a:pt x="602" y="151"/>
                    <a:pt x="477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7" name="Google Shape;6797;p60"/>
            <p:cNvSpPr/>
            <p:nvPr/>
          </p:nvSpPr>
          <p:spPr>
            <a:xfrm>
              <a:off x="3526673" y="4147217"/>
              <a:ext cx="22305" cy="21343"/>
            </a:xfrm>
            <a:custGeom>
              <a:rect b="b" l="l" r="r" t="t"/>
              <a:pathLst>
                <a:path extrusionOk="0" h="577" w="603">
                  <a:moveTo>
                    <a:pt x="301" y="0"/>
                  </a:moveTo>
                  <a:cubicBezTo>
                    <a:pt x="151" y="0"/>
                    <a:pt x="1" y="125"/>
                    <a:pt x="1" y="276"/>
                  </a:cubicBezTo>
                  <a:cubicBezTo>
                    <a:pt x="1" y="451"/>
                    <a:pt x="151" y="577"/>
                    <a:pt x="301" y="577"/>
                  </a:cubicBezTo>
                  <a:cubicBezTo>
                    <a:pt x="477" y="577"/>
                    <a:pt x="602" y="451"/>
                    <a:pt x="602" y="276"/>
                  </a:cubicBezTo>
                  <a:cubicBezTo>
                    <a:pt x="602" y="125"/>
                    <a:pt x="477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8" name="Google Shape;6798;p60"/>
            <p:cNvSpPr/>
            <p:nvPr/>
          </p:nvSpPr>
          <p:spPr>
            <a:xfrm>
              <a:off x="2937977" y="4285338"/>
              <a:ext cx="612850" cy="101094"/>
            </a:xfrm>
            <a:custGeom>
              <a:rect b="b" l="l" r="r" t="t"/>
              <a:pathLst>
                <a:path extrusionOk="0" h="2733" w="16568">
                  <a:moveTo>
                    <a:pt x="1" y="0"/>
                  </a:moveTo>
                  <a:lnTo>
                    <a:pt x="76" y="1254"/>
                  </a:lnTo>
                  <a:lnTo>
                    <a:pt x="16417" y="2732"/>
                  </a:lnTo>
                  <a:lnTo>
                    <a:pt x="16567" y="14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9" name="Google Shape;6799;p60"/>
            <p:cNvSpPr/>
            <p:nvPr/>
          </p:nvSpPr>
          <p:spPr>
            <a:xfrm>
              <a:off x="3235582" y="3916362"/>
              <a:ext cx="92734" cy="833459"/>
            </a:xfrm>
            <a:custGeom>
              <a:rect b="b" l="l" r="r" t="t"/>
              <a:pathLst>
                <a:path extrusionOk="0" h="22532" w="2507">
                  <a:moveTo>
                    <a:pt x="1379" y="0"/>
                  </a:moveTo>
                  <a:lnTo>
                    <a:pt x="0" y="22532"/>
                  </a:lnTo>
                  <a:lnTo>
                    <a:pt x="827" y="22532"/>
                  </a:lnTo>
                  <a:lnTo>
                    <a:pt x="25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0" name="Google Shape;6800;p60"/>
            <p:cNvSpPr/>
            <p:nvPr/>
          </p:nvSpPr>
          <p:spPr>
            <a:xfrm>
              <a:off x="2994507" y="4669141"/>
              <a:ext cx="22305" cy="22305"/>
            </a:xfrm>
            <a:custGeom>
              <a:rect b="b" l="l" r="r" t="t"/>
              <a:pathLst>
                <a:path extrusionOk="0" h="603" w="603">
                  <a:moveTo>
                    <a:pt x="302" y="1"/>
                  </a:moveTo>
                  <a:cubicBezTo>
                    <a:pt x="151" y="1"/>
                    <a:pt x="1" y="126"/>
                    <a:pt x="1" y="302"/>
                  </a:cubicBezTo>
                  <a:cubicBezTo>
                    <a:pt x="1" y="452"/>
                    <a:pt x="151" y="602"/>
                    <a:pt x="302" y="602"/>
                  </a:cubicBezTo>
                  <a:cubicBezTo>
                    <a:pt x="477" y="602"/>
                    <a:pt x="602" y="452"/>
                    <a:pt x="602" y="302"/>
                  </a:cubicBezTo>
                  <a:cubicBezTo>
                    <a:pt x="602" y="126"/>
                    <a:pt x="477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1" name="Google Shape;6801;p60"/>
            <p:cNvSpPr/>
            <p:nvPr/>
          </p:nvSpPr>
          <p:spPr>
            <a:xfrm>
              <a:off x="2994488" y="4375260"/>
              <a:ext cx="22305" cy="22268"/>
            </a:xfrm>
            <a:custGeom>
              <a:rect b="b" l="l" r="r" t="t"/>
              <a:pathLst>
                <a:path extrusionOk="0" h="602" w="603">
                  <a:moveTo>
                    <a:pt x="302" y="1"/>
                  </a:moveTo>
                  <a:cubicBezTo>
                    <a:pt x="151" y="1"/>
                    <a:pt x="1" y="151"/>
                    <a:pt x="1" y="301"/>
                  </a:cubicBezTo>
                  <a:cubicBezTo>
                    <a:pt x="1" y="477"/>
                    <a:pt x="151" y="602"/>
                    <a:pt x="302" y="602"/>
                  </a:cubicBezTo>
                  <a:cubicBezTo>
                    <a:pt x="477" y="602"/>
                    <a:pt x="602" y="477"/>
                    <a:pt x="602" y="301"/>
                  </a:cubicBezTo>
                  <a:cubicBezTo>
                    <a:pt x="602" y="151"/>
                    <a:pt x="477" y="1"/>
                    <a:pt x="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802" name="Google Shape;6802;p60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3" name="Google Shape;6803;p60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4" name="Google Shape;6804;p60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05" name="Google Shape;6805;p60">
            <a:hlinkClick action="ppaction://hlinksldjump" r:id="rId5"/>
          </p:cNvPr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RECUR</a:t>
            </a:r>
            <a:endParaRPr sz="1600"/>
          </a:p>
        </p:txBody>
      </p:sp>
      <p:sp>
        <p:nvSpPr>
          <p:cNvPr id="6806" name="Google Shape;6806;p60">
            <a:hlinkClick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807" name="Google Shape;6807;p60">
            <a:hlinkClick/>
          </p:cNvPr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808" name="Google Shape;6808;p60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HW</a:t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2" name="Shape 6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3" name="Google Shape;6813;p61"/>
          <p:cNvSpPr/>
          <p:nvPr/>
        </p:nvSpPr>
        <p:spPr>
          <a:xfrm>
            <a:off x="1055250" y="1360550"/>
            <a:ext cx="5249700" cy="3330600"/>
          </a:xfrm>
          <a:prstGeom prst="roundRect">
            <a:avLst>
              <a:gd fmla="val 936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4" name="Google Shape;6814;p61"/>
          <p:cNvSpPr txBox="1"/>
          <p:nvPr>
            <p:ph type="title"/>
          </p:nvPr>
        </p:nvSpPr>
        <p:spPr>
          <a:xfrm>
            <a:off x="1102325" y="511275"/>
            <a:ext cx="52497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RECURSION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815" name="Google Shape;6815;p61"/>
          <p:cNvGrpSpPr/>
          <p:nvPr/>
        </p:nvGrpSpPr>
        <p:grpSpPr>
          <a:xfrm>
            <a:off x="5078789" y="3679338"/>
            <a:ext cx="1497283" cy="1285764"/>
            <a:chOff x="5300864" y="3606288"/>
            <a:chExt cx="1497283" cy="1285764"/>
          </a:xfrm>
        </p:grpSpPr>
        <p:grpSp>
          <p:nvGrpSpPr>
            <p:cNvPr id="6816" name="Google Shape;6816;p61"/>
            <p:cNvGrpSpPr/>
            <p:nvPr/>
          </p:nvGrpSpPr>
          <p:grpSpPr>
            <a:xfrm>
              <a:off x="6312342" y="3968764"/>
              <a:ext cx="485805" cy="923289"/>
              <a:chOff x="2189375" y="1657450"/>
              <a:chExt cx="360925" cy="685950"/>
            </a:xfrm>
          </p:grpSpPr>
          <p:sp>
            <p:nvSpPr>
              <p:cNvPr id="6817" name="Google Shape;6817;p61"/>
              <p:cNvSpPr/>
              <p:nvPr/>
            </p:nvSpPr>
            <p:spPr>
              <a:xfrm>
                <a:off x="2189375" y="1657450"/>
                <a:ext cx="360925" cy="685950"/>
              </a:xfrm>
              <a:custGeom>
                <a:rect b="b" l="l" r="r" t="t"/>
                <a:pathLst>
                  <a:path extrusionOk="0" h="27438" w="14437">
                    <a:moveTo>
                      <a:pt x="5837" y="0"/>
                    </a:moveTo>
                    <a:cubicBezTo>
                      <a:pt x="4400" y="0"/>
                      <a:pt x="3163" y="789"/>
                      <a:pt x="2481" y="1222"/>
                    </a:cubicBezTo>
                    <a:cubicBezTo>
                      <a:pt x="1379" y="1924"/>
                      <a:pt x="0" y="4029"/>
                      <a:pt x="1880" y="8090"/>
                    </a:cubicBezTo>
                    <a:cubicBezTo>
                      <a:pt x="3734" y="12175"/>
                      <a:pt x="11780" y="27438"/>
                      <a:pt x="11780" y="27438"/>
                    </a:cubicBezTo>
                    <a:lnTo>
                      <a:pt x="14436" y="26310"/>
                    </a:lnTo>
                    <a:lnTo>
                      <a:pt x="4311" y="6460"/>
                    </a:lnTo>
                    <a:cubicBezTo>
                      <a:pt x="4311" y="6460"/>
                      <a:pt x="2506" y="4029"/>
                      <a:pt x="4988" y="2751"/>
                    </a:cubicBezTo>
                    <a:cubicBezTo>
                      <a:pt x="5297" y="2592"/>
                      <a:pt x="5578" y="2522"/>
                      <a:pt x="5832" y="2522"/>
                    </a:cubicBezTo>
                    <a:cubicBezTo>
                      <a:pt x="7615" y="2522"/>
                      <a:pt x="8095" y="5959"/>
                      <a:pt x="8095" y="5959"/>
                    </a:cubicBezTo>
                    <a:lnTo>
                      <a:pt x="8396" y="7663"/>
                    </a:lnTo>
                    <a:lnTo>
                      <a:pt x="10802" y="7714"/>
                    </a:lnTo>
                    <a:cubicBezTo>
                      <a:pt x="10802" y="7714"/>
                      <a:pt x="11128" y="3453"/>
                      <a:pt x="8647" y="1172"/>
                    </a:cubicBezTo>
                    <a:cubicBezTo>
                      <a:pt x="7690" y="301"/>
                      <a:pt x="6725" y="0"/>
                      <a:pt x="58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8" name="Google Shape;6818;p61"/>
              <p:cNvSpPr/>
              <p:nvPr/>
            </p:nvSpPr>
            <p:spPr>
              <a:xfrm>
                <a:off x="2458800" y="2241875"/>
                <a:ext cx="83350" cy="101525"/>
              </a:xfrm>
              <a:custGeom>
                <a:rect b="b" l="l" r="r" t="t"/>
                <a:pathLst>
                  <a:path extrusionOk="0" h="4061" w="3334">
                    <a:moveTo>
                      <a:pt x="2155" y="1"/>
                    </a:moveTo>
                    <a:lnTo>
                      <a:pt x="0" y="2131"/>
                    </a:lnTo>
                    <a:cubicBezTo>
                      <a:pt x="627" y="3334"/>
                      <a:pt x="1003" y="4061"/>
                      <a:pt x="1003" y="4061"/>
                    </a:cubicBezTo>
                    <a:lnTo>
                      <a:pt x="1930" y="3660"/>
                    </a:lnTo>
                    <a:lnTo>
                      <a:pt x="3333" y="2282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9" name="Google Shape;6819;p61"/>
              <p:cNvSpPr/>
              <p:nvPr/>
            </p:nvSpPr>
            <p:spPr>
              <a:xfrm>
                <a:off x="2403025" y="2134750"/>
                <a:ext cx="83975" cy="110925"/>
              </a:xfrm>
              <a:custGeom>
                <a:rect b="b" l="l" r="r" t="t"/>
                <a:pathLst>
                  <a:path extrusionOk="0" h="4437" w="3359">
                    <a:moveTo>
                      <a:pt x="2206" y="0"/>
                    </a:moveTo>
                    <a:lnTo>
                      <a:pt x="1" y="2155"/>
                    </a:lnTo>
                    <a:cubicBezTo>
                      <a:pt x="402" y="2957"/>
                      <a:pt x="803" y="3734"/>
                      <a:pt x="1178" y="4436"/>
                    </a:cubicBezTo>
                    <a:lnTo>
                      <a:pt x="3359" y="2281"/>
                    </a:lnTo>
                    <a:lnTo>
                      <a:pt x="22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0" name="Google Shape;6820;p61"/>
              <p:cNvSpPr/>
              <p:nvPr/>
            </p:nvSpPr>
            <p:spPr>
              <a:xfrm>
                <a:off x="2344750" y="2021325"/>
                <a:ext cx="84625" cy="111550"/>
              </a:xfrm>
              <a:custGeom>
                <a:rect b="b" l="l" r="r" t="t"/>
                <a:pathLst>
                  <a:path extrusionOk="0" h="4462" w="3385">
                    <a:moveTo>
                      <a:pt x="2231" y="1"/>
                    </a:moveTo>
                    <a:lnTo>
                      <a:pt x="1" y="2206"/>
                    </a:lnTo>
                    <a:cubicBezTo>
                      <a:pt x="377" y="2958"/>
                      <a:pt x="778" y="3710"/>
                      <a:pt x="1179" y="4462"/>
                    </a:cubicBezTo>
                    <a:lnTo>
                      <a:pt x="3384" y="2281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1" name="Google Shape;6821;p61"/>
              <p:cNvSpPr/>
              <p:nvPr/>
            </p:nvSpPr>
            <p:spPr>
              <a:xfrm>
                <a:off x="2282100" y="1898525"/>
                <a:ext cx="84600" cy="112175"/>
              </a:xfrm>
              <a:custGeom>
                <a:rect b="b" l="l" r="r" t="t"/>
                <a:pathLst>
                  <a:path extrusionOk="0" h="4487" w="3384">
                    <a:moveTo>
                      <a:pt x="2231" y="0"/>
                    </a:moveTo>
                    <a:lnTo>
                      <a:pt x="0" y="2206"/>
                    </a:lnTo>
                    <a:cubicBezTo>
                      <a:pt x="351" y="2933"/>
                      <a:pt x="752" y="3685"/>
                      <a:pt x="1153" y="4487"/>
                    </a:cubicBezTo>
                    <a:lnTo>
                      <a:pt x="3384" y="230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2" name="Google Shape;6822;p61"/>
              <p:cNvSpPr/>
              <p:nvPr/>
            </p:nvSpPr>
            <p:spPr>
              <a:xfrm>
                <a:off x="2398025" y="1783850"/>
                <a:ext cx="63925" cy="66450"/>
              </a:xfrm>
              <a:custGeom>
                <a:rect b="b" l="l" r="r" t="t"/>
                <a:pathLst>
                  <a:path extrusionOk="0" h="2658" w="2557">
                    <a:moveTo>
                      <a:pt x="2256" y="1"/>
                    </a:moveTo>
                    <a:lnTo>
                      <a:pt x="0" y="2231"/>
                    </a:lnTo>
                    <a:lnTo>
                      <a:pt x="50" y="2607"/>
                    </a:lnTo>
                    <a:lnTo>
                      <a:pt x="2456" y="2658"/>
                    </a:lnTo>
                    <a:cubicBezTo>
                      <a:pt x="2456" y="2658"/>
                      <a:pt x="2556" y="1455"/>
                      <a:pt x="22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3" name="Google Shape;6823;p61"/>
              <p:cNvSpPr/>
              <p:nvPr/>
            </p:nvSpPr>
            <p:spPr>
              <a:xfrm>
                <a:off x="2212550" y="1657925"/>
                <a:ext cx="116575" cy="114050"/>
              </a:xfrm>
              <a:custGeom>
                <a:rect b="b" l="l" r="r" t="t"/>
                <a:pathLst>
                  <a:path extrusionOk="0" h="4562" w="4663">
                    <a:moveTo>
                      <a:pt x="4662" y="0"/>
                    </a:moveTo>
                    <a:lnTo>
                      <a:pt x="4662" y="0"/>
                    </a:lnTo>
                    <a:cubicBezTo>
                      <a:pt x="3334" y="75"/>
                      <a:pt x="2206" y="802"/>
                      <a:pt x="1554" y="1203"/>
                    </a:cubicBezTo>
                    <a:cubicBezTo>
                      <a:pt x="827" y="1654"/>
                      <a:pt x="0" y="2732"/>
                      <a:pt x="25" y="4562"/>
                    </a:cubicBezTo>
                    <a:lnTo>
                      <a:pt x="46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4" name="Google Shape;6824;p61"/>
              <p:cNvSpPr/>
              <p:nvPr/>
            </p:nvSpPr>
            <p:spPr>
              <a:xfrm>
                <a:off x="2227575" y="1784475"/>
                <a:ext cx="82125" cy="113450"/>
              </a:xfrm>
              <a:custGeom>
                <a:rect b="b" l="l" r="r" t="t"/>
                <a:pathLst>
                  <a:path extrusionOk="0" h="4538" w="3285">
                    <a:moveTo>
                      <a:pt x="2181" y="1"/>
                    </a:moveTo>
                    <a:lnTo>
                      <a:pt x="1" y="2156"/>
                    </a:lnTo>
                    <a:cubicBezTo>
                      <a:pt x="101" y="2432"/>
                      <a:pt x="201" y="2733"/>
                      <a:pt x="352" y="3009"/>
                    </a:cubicBezTo>
                    <a:cubicBezTo>
                      <a:pt x="527" y="3410"/>
                      <a:pt x="778" y="3936"/>
                      <a:pt x="1079" y="4537"/>
                    </a:cubicBezTo>
                    <a:lnTo>
                      <a:pt x="3284" y="2357"/>
                    </a:lnTo>
                    <a:lnTo>
                      <a:pt x="2783" y="1379"/>
                    </a:lnTo>
                    <a:cubicBezTo>
                      <a:pt x="2783" y="1379"/>
                      <a:pt x="2332" y="778"/>
                      <a:pt x="21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5" name="Google Shape;6825;p61"/>
              <p:cNvSpPr/>
              <p:nvPr/>
            </p:nvSpPr>
            <p:spPr>
              <a:xfrm>
                <a:off x="2346000" y="1676100"/>
                <a:ext cx="87125" cy="95250"/>
              </a:xfrm>
              <a:custGeom>
                <a:rect b="b" l="l" r="r" t="t"/>
                <a:pathLst>
                  <a:path extrusionOk="0" h="3810" w="3485">
                    <a:moveTo>
                      <a:pt x="1855" y="0"/>
                    </a:moveTo>
                    <a:lnTo>
                      <a:pt x="1" y="1855"/>
                    </a:lnTo>
                    <a:cubicBezTo>
                      <a:pt x="728" y="2105"/>
                      <a:pt x="1204" y="3008"/>
                      <a:pt x="1479" y="3810"/>
                    </a:cubicBezTo>
                    <a:lnTo>
                      <a:pt x="3485" y="1830"/>
                    </a:lnTo>
                    <a:cubicBezTo>
                      <a:pt x="3184" y="1328"/>
                      <a:pt x="2833" y="852"/>
                      <a:pt x="2382" y="426"/>
                    </a:cubicBezTo>
                    <a:cubicBezTo>
                      <a:pt x="2206" y="276"/>
                      <a:pt x="2031" y="125"/>
                      <a:pt x="18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26" name="Google Shape;6826;p61"/>
            <p:cNvGrpSpPr/>
            <p:nvPr/>
          </p:nvGrpSpPr>
          <p:grpSpPr>
            <a:xfrm>
              <a:off x="5300864" y="3606288"/>
              <a:ext cx="1193875" cy="1170867"/>
              <a:chOff x="3113300" y="3279250"/>
              <a:chExt cx="553925" cy="543250"/>
            </a:xfrm>
          </p:grpSpPr>
          <p:sp>
            <p:nvSpPr>
              <p:cNvPr id="6827" name="Google Shape;6827;p61"/>
              <p:cNvSpPr/>
              <p:nvPr/>
            </p:nvSpPr>
            <p:spPr>
              <a:xfrm>
                <a:off x="3491125" y="3284275"/>
                <a:ext cx="176100" cy="435475"/>
              </a:xfrm>
              <a:custGeom>
                <a:rect b="b" l="l" r="r" t="t"/>
                <a:pathLst>
                  <a:path extrusionOk="0" h="17419" w="7044">
                    <a:moveTo>
                      <a:pt x="978" y="0"/>
                    </a:moveTo>
                    <a:cubicBezTo>
                      <a:pt x="978" y="1"/>
                      <a:pt x="1554" y="3409"/>
                      <a:pt x="1" y="4236"/>
                    </a:cubicBezTo>
                    <a:cubicBezTo>
                      <a:pt x="1" y="4236"/>
                      <a:pt x="2507" y="6717"/>
                      <a:pt x="1" y="8045"/>
                    </a:cubicBezTo>
                    <a:cubicBezTo>
                      <a:pt x="1" y="8045"/>
                      <a:pt x="2457" y="12481"/>
                      <a:pt x="101" y="14060"/>
                    </a:cubicBezTo>
                    <a:cubicBezTo>
                      <a:pt x="101" y="14060"/>
                      <a:pt x="2432" y="14511"/>
                      <a:pt x="3309" y="17419"/>
                    </a:cubicBezTo>
                    <a:cubicBezTo>
                      <a:pt x="3309" y="17419"/>
                      <a:pt x="5264" y="12206"/>
                      <a:pt x="7043" y="10978"/>
                    </a:cubicBezTo>
                    <a:cubicBezTo>
                      <a:pt x="7043" y="10978"/>
                      <a:pt x="5113" y="10501"/>
                      <a:pt x="5013" y="9123"/>
                    </a:cubicBezTo>
                    <a:cubicBezTo>
                      <a:pt x="4938" y="7745"/>
                      <a:pt x="6041" y="5664"/>
                      <a:pt x="6041" y="5664"/>
                    </a:cubicBezTo>
                    <a:lnTo>
                      <a:pt x="6041" y="5664"/>
                    </a:lnTo>
                    <a:cubicBezTo>
                      <a:pt x="6041" y="5664"/>
                      <a:pt x="5373" y="6084"/>
                      <a:pt x="4742" y="6084"/>
                    </a:cubicBezTo>
                    <a:cubicBezTo>
                      <a:pt x="4239" y="6084"/>
                      <a:pt x="3760" y="5818"/>
                      <a:pt x="3660" y="4862"/>
                    </a:cubicBezTo>
                    <a:cubicBezTo>
                      <a:pt x="3459" y="2707"/>
                      <a:pt x="3835" y="2556"/>
                      <a:pt x="3835" y="2556"/>
                    </a:cubicBezTo>
                    <a:lnTo>
                      <a:pt x="3835" y="2556"/>
                    </a:lnTo>
                    <a:cubicBezTo>
                      <a:pt x="3835" y="2556"/>
                      <a:pt x="3691" y="2591"/>
                      <a:pt x="3465" y="2591"/>
                    </a:cubicBezTo>
                    <a:cubicBezTo>
                      <a:pt x="2803" y="2591"/>
                      <a:pt x="1445" y="2298"/>
                      <a:pt x="9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8" name="Google Shape;6828;p61"/>
              <p:cNvSpPr/>
              <p:nvPr/>
            </p:nvSpPr>
            <p:spPr>
              <a:xfrm>
                <a:off x="3518075" y="3279250"/>
                <a:ext cx="60800" cy="432350"/>
              </a:xfrm>
              <a:custGeom>
                <a:rect b="b" l="l" r="r" t="t"/>
                <a:pathLst>
                  <a:path extrusionOk="0" h="17294" w="2432">
                    <a:moveTo>
                      <a:pt x="25" y="1"/>
                    </a:moveTo>
                    <a:lnTo>
                      <a:pt x="25" y="1"/>
                    </a:lnTo>
                    <a:cubicBezTo>
                      <a:pt x="0" y="1"/>
                      <a:pt x="25" y="251"/>
                      <a:pt x="75" y="677"/>
                    </a:cubicBezTo>
                    <a:cubicBezTo>
                      <a:pt x="151" y="1128"/>
                      <a:pt x="226" y="1755"/>
                      <a:pt x="351" y="2532"/>
                    </a:cubicBezTo>
                    <a:cubicBezTo>
                      <a:pt x="577" y="4111"/>
                      <a:pt x="877" y="6266"/>
                      <a:pt x="1203" y="8647"/>
                    </a:cubicBezTo>
                    <a:cubicBezTo>
                      <a:pt x="1529" y="11028"/>
                      <a:pt x="1805" y="13209"/>
                      <a:pt x="2005" y="14763"/>
                    </a:cubicBezTo>
                    <a:cubicBezTo>
                      <a:pt x="2206" y="16341"/>
                      <a:pt x="2356" y="17294"/>
                      <a:pt x="2406" y="17294"/>
                    </a:cubicBezTo>
                    <a:cubicBezTo>
                      <a:pt x="2431" y="17294"/>
                      <a:pt x="2431" y="17043"/>
                      <a:pt x="2406" y="16617"/>
                    </a:cubicBezTo>
                    <a:cubicBezTo>
                      <a:pt x="2381" y="16166"/>
                      <a:pt x="2331" y="15514"/>
                      <a:pt x="2281" y="14737"/>
                    </a:cubicBezTo>
                    <a:cubicBezTo>
                      <a:pt x="2131" y="13159"/>
                      <a:pt x="1905" y="10978"/>
                      <a:pt x="1579" y="8597"/>
                    </a:cubicBezTo>
                    <a:cubicBezTo>
                      <a:pt x="1253" y="6216"/>
                      <a:pt x="902" y="4061"/>
                      <a:pt x="602" y="2507"/>
                    </a:cubicBezTo>
                    <a:cubicBezTo>
                      <a:pt x="451" y="1730"/>
                      <a:pt x="326" y="1103"/>
                      <a:pt x="226" y="652"/>
                    </a:cubicBezTo>
                    <a:cubicBezTo>
                      <a:pt x="126" y="226"/>
                      <a:pt x="50" y="1"/>
                      <a:pt x="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9" name="Google Shape;6829;p61"/>
              <p:cNvSpPr/>
              <p:nvPr/>
            </p:nvSpPr>
            <p:spPr>
              <a:xfrm>
                <a:off x="3113300" y="3629500"/>
                <a:ext cx="427350" cy="193000"/>
              </a:xfrm>
              <a:custGeom>
                <a:rect b="b" l="l" r="r" t="t"/>
                <a:pathLst>
                  <a:path extrusionOk="0" h="7720" w="17094">
                    <a:moveTo>
                      <a:pt x="10301" y="1"/>
                    </a:moveTo>
                    <a:cubicBezTo>
                      <a:pt x="10301" y="1"/>
                      <a:pt x="10001" y="1981"/>
                      <a:pt x="8647" y="2206"/>
                    </a:cubicBezTo>
                    <a:cubicBezTo>
                      <a:pt x="8482" y="2237"/>
                      <a:pt x="8305" y="2250"/>
                      <a:pt x="8121" y="2250"/>
                    </a:cubicBezTo>
                    <a:cubicBezTo>
                      <a:pt x="6795" y="2250"/>
                      <a:pt x="5114" y="1555"/>
                      <a:pt x="5113" y="1555"/>
                    </a:cubicBezTo>
                    <a:lnTo>
                      <a:pt x="5113" y="1555"/>
                    </a:lnTo>
                    <a:cubicBezTo>
                      <a:pt x="5114" y="1555"/>
                      <a:pt x="6667" y="3585"/>
                      <a:pt x="4562" y="4011"/>
                    </a:cubicBezTo>
                    <a:cubicBezTo>
                      <a:pt x="3767" y="4172"/>
                      <a:pt x="3240" y="4222"/>
                      <a:pt x="2892" y="4222"/>
                    </a:cubicBezTo>
                    <a:cubicBezTo>
                      <a:pt x="2319" y="4222"/>
                      <a:pt x="2231" y="4086"/>
                      <a:pt x="2231" y="4086"/>
                    </a:cubicBezTo>
                    <a:lnTo>
                      <a:pt x="2231" y="4086"/>
                    </a:lnTo>
                    <a:cubicBezTo>
                      <a:pt x="2231" y="4086"/>
                      <a:pt x="3008" y="6241"/>
                      <a:pt x="1" y="7194"/>
                    </a:cubicBezTo>
                    <a:cubicBezTo>
                      <a:pt x="1" y="7194"/>
                      <a:pt x="1048" y="6902"/>
                      <a:pt x="2146" y="6902"/>
                    </a:cubicBezTo>
                    <a:cubicBezTo>
                      <a:pt x="3006" y="6902"/>
                      <a:pt x="3896" y="7081"/>
                      <a:pt x="4337" y="7720"/>
                    </a:cubicBezTo>
                    <a:cubicBezTo>
                      <a:pt x="4337" y="7720"/>
                      <a:pt x="5419" y="6367"/>
                      <a:pt x="6610" y="6367"/>
                    </a:cubicBezTo>
                    <a:cubicBezTo>
                      <a:pt x="7119" y="6367"/>
                      <a:pt x="7648" y="6614"/>
                      <a:pt x="8121" y="7319"/>
                    </a:cubicBezTo>
                    <a:cubicBezTo>
                      <a:pt x="8121" y="7319"/>
                      <a:pt x="10322" y="5781"/>
                      <a:pt x="12216" y="5781"/>
                    </a:cubicBezTo>
                    <a:cubicBezTo>
                      <a:pt x="12926" y="5781"/>
                      <a:pt x="13594" y="5997"/>
                      <a:pt x="14086" y="6592"/>
                    </a:cubicBezTo>
                    <a:cubicBezTo>
                      <a:pt x="14086" y="6592"/>
                      <a:pt x="14286" y="4236"/>
                      <a:pt x="17093" y="3058"/>
                    </a:cubicBezTo>
                    <a:cubicBezTo>
                      <a:pt x="17093" y="3058"/>
                      <a:pt x="11705" y="1630"/>
                      <a:pt x="103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0" name="Google Shape;6830;p61"/>
              <p:cNvSpPr/>
              <p:nvPr/>
            </p:nvSpPr>
            <p:spPr>
              <a:xfrm>
                <a:off x="3514300" y="3708725"/>
                <a:ext cx="95900" cy="90975"/>
              </a:xfrm>
              <a:custGeom>
                <a:rect b="b" l="l" r="r" t="t"/>
                <a:pathLst>
                  <a:path extrusionOk="0" h="3639" w="3836">
                    <a:moveTo>
                      <a:pt x="1912" y="0"/>
                    </a:moveTo>
                    <a:cubicBezTo>
                      <a:pt x="1835" y="0"/>
                      <a:pt x="1758" y="5"/>
                      <a:pt x="1680" y="15"/>
                    </a:cubicBezTo>
                    <a:cubicBezTo>
                      <a:pt x="703" y="165"/>
                      <a:pt x="1" y="1067"/>
                      <a:pt x="126" y="2070"/>
                    </a:cubicBezTo>
                    <a:cubicBezTo>
                      <a:pt x="242" y="2971"/>
                      <a:pt x="1018" y="3638"/>
                      <a:pt x="1924" y="3638"/>
                    </a:cubicBezTo>
                    <a:cubicBezTo>
                      <a:pt x="2001" y="3638"/>
                      <a:pt x="2078" y="3633"/>
                      <a:pt x="2156" y="3624"/>
                    </a:cubicBezTo>
                    <a:cubicBezTo>
                      <a:pt x="3159" y="3498"/>
                      <a:pt x="3835" y="2571"/>
                      <a:pt x="3710" y="1594"/>
                    </a:cubicBezTo>
                    <a:cubicBezTo>
                      <a:pt x="3595" y="669"/>
                      <a:pt x="2818" y="0"/>
                      <a:pt x="19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1" name="Google Shape;6831;p61"/>
              <p:cNvSpPr/>
              <p:nvPr/>
            </p:nvSpPr>
            <p:spPr>
              <a:xfrm>
                <a:off x="3545000" y="3648425"/>
                <a:ext cx="96525" cy="90500"/>
              </a:xfrm>
              <a:custGeom>
                <a:rect b="b" l="l" r="r" t="t"/>
                <a:pathLst>
                  <a:path extrusionOk="0" h="3620" w="3861">
                    <a:moveTo>
                      <a:pt x="1951" y="0"/>
                    </a:moveTo>
                    <a:cubicBezTo>
                      <a:pt x="1862" y="0"/>
                      <a:pt x="1771" y="7"/>
                      <a:pt x="1680" y="21"/>
                    </a:cubicBezTo>
                    <a:cubicBezTo>
                      <a:pt x="703" y="146"/>
                      <a:pt x="1" y="1048"/>
                      <a:pt x="126" y="2051"/>
                    </a:cubicBezTo>
                    <a:cubicBezTo>
                      <a:pt x="265" y="2952"/>
                      <a:pt x="1043" y="3619"/>
                      <a:pt x="1930" y="3619"/>
                    </a:cubicBezTo>
                    <a:cubicBezTo>
                      <a:pt x="2005" y="3619"/>
                      <a:pt x="2080" y="3614"/>
                      <a:pt x="2156" y="3605"/>
                    </a:cubicBezTo>
                    <a:cubicBezTo>
                      <a:pt x="3159" y="3479"/>
                      <a:pt x="3861" y="2552"/>
                      <a:pt x="3735" y="1574"/>
                    </a:cubicBezTo>
                    <a:cubicBezTo>
                      <a:pt x="3599" y="663"/>
                      <a:pt x="2840" y="0"/>
                      <a:pt x="1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2" name="Google Shape;6832;p61"/>
              <p:cNvSpPr/>
              <p:nvPr/>
            </p:nvSpPr>
            <p:spPr>
              <a:xfrm>
                <a:off x="3613300" y="3706800"/>
                <a:ext cx="28850" cy="29025"/>
              </a:xfrm>
              <a:custGeom>
                <a:rect b="b" l="l" r="r" t="t"/>
                <a:pathLst>
                  <a:path extrusionOk="0" h="1161" w="1154">
                    <a:moveTo>
                      <a:pt x="121" y="1"/>
                    </a:moveTo>
                    <a:cubicBezTo>
                      <a:pt x="102" y="1"/>
                      <a:pt x="87" y="6"/>
                      <a:pt x="76" y="16"/>
                    </a:cubicBezTo>
                    <a:cubicBezTo>
                      <a:pt x="1" y="67"/>
                      <a:pt x="176" y="392"/>
                      <a:pt x="452" y="693"/>
                    </a:cubicBezTo>
                    <a:cubicBezTo>
                      <a:pt x="688" y="973"/>
                      <a:pt x="925" y="1160"/>
                      <a:pt x="1035" y="1160"/>
                    </a:cubicBezTo>
                    <a:cubicBezTo>
                      <a:pt x="1053" y="1160"/>
                      <a:pt x="1068" y="1155"/>
                      <a:pt x="1078" y="1144"/>
                    </a:cubicBezTo>
                    <a:cubicBezTo>
                      <a:pt x="1154" y="1069"/>
                      <a:pt x="1003" y="768"/>
                      <a:pt x="728" y="442"/>
                    </a:cubicBezTo>
                    <a:cubicBezTo>
                      <a:pt x="491" y="185"/>
                      <a:pt x="237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3" name="Google Shape;6833;p61"/>
              <p:cNvSpPr/>
              <p:nvPr/>
            </p:nvSpPr>
            <p:spPr>
              <a:xfrm>
                <a:off x="3612675" y="3710950"/>
                <a:ext cx="34500" cy="8800"/>
              </a:xfrm>
              <a:custGeom>
                <a:rect b="b" l="l" r="r" t="t"/>
                <a:pathLst>
                  <a:path extrusionOk="0" h="352" w="1380">
                    <a:moveTo>
                      <a:pt x="677" y="1"/>
                    </a:moveTo>
                    <a:cubicBezTo>
                      <a:pt x="327" y="1"/>
                      <a:pt x="1" y="51"/>
                      <a:pt x="1" y="151"/>
                    </a:cubicBezTo>
                    <a:cubicBezTo>
                      <a:pt x="1" y="251"/>
                      <a:pt x="301" y="352"/>
                      <a:pt x="677" y="352"/>
                    </a:cubicBezTo>
                    <a:cubicBezTo>
                      <a:pt x="1078" y="352"/>
                      <a:pt x="1379" y="251"/>
                      <a:pt x="1379" y="151"/>
                    </a:cubicBezTo>
                    <a:cubicBezTo>
                      <a:pt x="1379" y="51"/>
                      <a:pt x="1053" y="1"/>
                      <a:pt x="6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4" name="Google Shape;6834;p61"/>
              <p:cNvSpPr/>
              <p:nvPr/>
            </p:nvSpPr>
            <p:spPr>
              <a:xfrm>
                <a:off x="3580100" y="3777325"/>
                <a:ext cx="18200" cy="28450"/>
              </a:xfrm>
              <a:custGeom>
                <a:rect b="b" l="l" r="r" t="t"/>
                <a:pathLst>
                  <a:path extrusionOk="0" h="1138" w="728">
                    <a:moveTo>
                      <a:pt x="119" y="0"/>
                    </a:moveTo>
                    <a:cubicBezTo>
                      <a:pt x="112" y="0"/>
                      <a:pt x="106" y="1"/>
                      <a:pt x="101" y="2"/>
                    </a:cubicBezTo>
                    <a:cubicBezTo>
                      <a:pt x="0" y="53"/>
                      <a:pt x="51" y="353"/>
                      <a:pt x="201" y="654"/>
                    </a:cubicBezTo>
                    <a:cubicBezTo>
                      <a:pt x="314" y="927"/>
                      <a:pt x="490" y="1137"/>
                      <a:pt x="596" y="1137"/>
                    </a:cubicBezTo>
                    <a:cubicBezTo>
                      <a:pt x="607" y="1137"/>
                      <a:pt x="618" y="1135"/>
                      <a:pt x="627" y="1130"/>
                    </a:cubicBezTo>
                    <a:cubicBezTo>
                      <a:pt x="727" y="1105"/>
                      <a:pt x="677" y="804"/>
                      <a:pt x="527" y="504"/>
                    </a:cubicBezTo>
                    <a:cubicBezTo>
                      <a:pt x="408" y="196"/>
                      <a:pt x="223" y="0"/>
                      <a:pt x="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5" name="Google Shape;6835;p61"/>
              <p:cNvSpPr/>
              <p:nvPr/>
            </p:nvSpPr>
            <p:spPr>
              <a:xfrm>
                <a:off x="3574450" y="3767725"/>
                <a:ext cx="36375" cy="24525"/>
              </a:xfrm>
              <a:custGeom>
                <a:rect b="b" l="l" r="r" t="t"/>
                <a:pathLst>
                  <a:path extrusionOk="0" h="981" w="1455">
                    <a:moveTo>
                      <a:pt x="132" y="1"/>
                    </a:moveTo>
                    <a:cubicBezTo>
                      <a:pt x="91" y="1"/>
                      <a:pt x="63" y="12"/>
                      <a:pt x="51" y="36"/>
                    </a:cubicBezTo>
                    <a:cubicBezTo>
                      <a:pt x="1" y="136"/>
                      <a:pt x="277" y="361"/>
                      <a:pt x="627" y="612"/>
                    </a:cubicBezTo>
                    <a:cubicBezTo>
                      <a:pt x="923" y="823"/>
                      <a:pt x="1200" y="980"/>
                      <a:pt x="1325" y="980"/>
                    </a:cubicBezTo>
                    <a:cubicBezTo>
                      <a:pt x="1349" y="980"/>
                      <a:pt x="1367" y="975"/>
                      <a:pt x="1379" y="963"/>
                    </a:cubicBezTo>
                    <a:cubicBezTo>
                      <a:pt x="1455" y="888"/>
                      <a:pt x="1204" y="587"/>
                      <a:pt x="828" y="311"/>
                    </a:cubicBezTo>
                    <a:cubicBezTo>
                      <a:pt x="540" y="119"/>
                      <a:pt x="267" y="1"/>
                      <a:pt x="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6" name="Google Shape;6836;p61"/>
              <p:cNvSpPr/>
              <p:nvPr/>
            </p:nvSpPr>
            <p:spPr>
              <a:xfrm>
                <a:off x="3133975" y="3706725"/>
                <a:ext cx="406050" cy="94600"/>
              </a:xfrm>
              <a:custGeom>
                <a:rect b="b" l="l" r="r" t="t"/>
                <a:pathLst>
                  <a:path extrusionOk="0" h="3784" w="16242">
                    <a:moveTo>
                      <a:pt x="15239" y="1"/>
                    </a:moveTo>
                    <a:cubicBezTo>
                      <a:pt x="15107" y="1"/>
                      <a:pt x="14963" y="7"/>
                      <a:pt x="14813" y="19"/>
                    </a:cubicBezTo>
                    <a:cubicBezTo>
                      <a:pt x="14512" y="19"/>
                      <a:pt x="14161" y="19"/>
                      <a:pt x="13785" y="44"/>
                    </a:cubicBezTo>
                    <a:cubicBezTo>
                      <a:pt x="13585" y="44"/>
                      <a:pt x="13384" y="70"/>
                      <a:pt x="13184" y="70"/>
                    </a:cubicBezTo>
                    <a:cubicBezTo>
                      <a:pt x="12983" y="70"/>
                      <a:pt x="12758" y="95"/>
                      <a:pt x="12532" y="120"/>
                    </a:cubicBezTo>
                    <a:cubicBezTo>
                      <a:pt x="12081" y="145"/>
                      <a:pt x="11605" y="220"/>
                      <a:pt x="11104" y="270"/>
                    </a:cubicBezTo>
                    <a:cubicBezTo>
                      <a:pt x="10853" y="295"/>
                      <a:pt x="10602" y="345"/>
                      <a:pt x="10352" y="395"/>
                    </a:cubicBezTo>
                    <a:cubicBezTo>
                      <a:pt x="10226" y="395"/>
                      <a:pt x="10076" y="420"/>
                      <a:pt x="9951" y="445"/>
                    </a:cubicBezTo>
                    <a:cubicBezTo>
                      <a:pt x="9825" y="471"/>
                      <a:pt x="9675" y="496"/>
                      <a:pt x="9550" y="521"/>
                    </a:cubicBezTo>
                    <a:cubicBezTo>
                      <a:pt x="8998" y="621"/>
                      <a:pt x="8447" y="721"/>
                      <a:pt x="7870" y="846"/>
                    </a:cubicBezTo>
                    <a:cubicBezTo>
                      <a:pt x="7319" y="997"/>
                      <a:pt x="6768" y="1122"/>
                      <a:pt x="6241" y="1273"/>
                    </a:cubicBezTo>
                    <a:cubicBezTo>
                      <a:pt x="6091" y="1323"/>
                      <a:pt x="5966" y="1348"/>
                      <a:pt x="5840" y="1373"/>
                    </a:cubicBezTo>
                    <a:cubicBezTo>
                      <a:pt x="5715" y="1423"/>
                      <a:pt x="5590" y="1473"/>
                      <a:pt x="5464" y="1498"/>
                    </a:cubicBezTo>
                    <a:cubicBezTo>
                      <a:pt x="5214" y="1573"/>
                      <a:pt x="4963" y="1649"/>
                      <a:pt x="4713" y="1724"/>
                    </a:cubicBezTo>
                    <a:cubicBezTo>
                      <a:pt x="4236" y="1899"/>
                      <a:pt x="3785" y="2050"/>
                      <a:pt x="3359" y="2225"/>
                    </a:cubicBezTo>
                    <a:cubicBezTo>
                      <a:pt x="3159" y="2300"/>
                      <a:pt x="2958" y="2375"/>
                      <a:pt x="2758" y="2451"/>
                    </a:cubicBezTo>
                    <a:cubicBezTo>
                      <a:pt x="2557" y="2526"/>
                      <a:pt x="2382" y="2601"/>
                      <a:pt x="2206" y="2676"/>
                    </a:cubicBezTo>
                    <a:cubicBezTo>
                      <a:pt x="1855" y="2826"/>
                      <a:pt x="1555" y="2977"/>
                      <a:pt x="1279" y="3102"/>
                    </a:cubicBezTo>
                    <a:cubicBezTo>
                      <a:pt x="1003" y="3227"/>
                      <a:pt x="753" y="3353"/>
                      <a:pt x="577" y="3453"/>
                    </a:cubicBezTo>
                    <a:cubicBezTo>
                      <a:pt x="201" y="3654"/>
                      <a:pt x="1" y="3754"/>
                      <a:pt x="1" y="3779"/>
                    </a:cubicBezTo>
                    <a:cubicBezTo>
                      <a:pt x="1" y="3782"/>
                      <a:pt x="4" y="3784"/>
                      <a:pt x="12" y="3784"/>
                    </a:cubicBezTo>
                    <a:cubicBezTo>
                      <a:pt x="61" y="3784"/>
                      <a:pt x="277" y="3710"/>
                      <a:pt x="627" y="3578"/>
                    </a:cubicBezTo>
                    <a:cubicBezTo>
                      <a:pt x="828" y="3503"/>
                      <a:pt x="1078" y="3403"/>
                      <a:pt x="1354" y="3303"/>
                    </a:cubicBezTo>
                    <a:cubicBezTo>
                      <a:pt x="1630" y="3177"/>
                      <a:pt x="1956" y="3052"/>
                      <a:pt x="2307" y="2927"/>
                    </a:cubicBezTo>
                    <a:cubicBezTo>
                      <a:pt x="2482" y="2852"/>
                      <a:pt x="2657" y="2801"/>
                      <a:pt x="2858" y="2726"/>
                    </a:cubicBezTo>
                    <a:cubicBezTo>
                      <a:pt x="3058" y="2651"/>
                      <a:pt x="3259" y="2576"/>
                      <a:pt x="3459" y="2501"/>
                    </a:cubicBezTo>
                    <a:cubicBezTo>
                      <a:pt x="3885" y="2350"/>
                      <a:pt x="4337" y="2225"/>
                      <a:pt x="4813" y="2050"/>
                    </a:cubicBezTo>
                    <a:cubicBezTo>
                      <a:pt x="5063" y="1974"/>
                      <a:pt x="5314" y="1924"/>
                      <a:pt x="5565" y="1849"/>
                    </a:cubicBezTo>
                    <a:cubicBezTo>
                      <a:pt x="5690" y="1799"/>
                      <a:pt x="5815" y="1774"/>
                      <a:pt x="5941" y="1724"/>
                    </a:cubicBezTo>
                    <a:cubicBezTo>
                      <a:pt x="6066" y="1699"/>
                      <a:pt x="6191" y="1649"/>
                      <a:pt x="6317" y="1623"/>
                    </a:cubicBezTo>
                    <a:cubicBezTo>
                      <a:pt x="6843" y="1473"/>
                      <a:pt x="7394" y="1348"/>
                      <a:pt x="7971" y="1222"/>
                    </a:cubicBezTo>
                    <a:cubicBezTo>
                      <a:pt x="8522" y="1097"/>
                      <a:pt x="9073" y="972"/>
                      <a:pt x="9625" y="872"/>
                    </a:cubicBezTo>
                    <a:cubicBezTo>
                      <a:pt x="9750" y="846"/>
                      <a:pt x="9875" y="821"/>
                      <a:pt x="10001" y="796"/>
                    </a:cubicBezTo>
                    <a:cubicBezTo>
                      <a:pt x="10151" y="771"/>
                      <a:pt x="10276" y="746"/>
                      <a:pt x="10402" y="746"/>
                    </a:cubicBezTo>
                    <a:cubicBezTo>
                      <a:pt x="10652" y="696"/>
                      <a:pt x="10903" y="646"/>
                      <a:pt x="11154" y="621"/>
                    </a:cubicBezTo>
                    <a:cubicBezTo>
                      <a:pt x="11655" y="546"/>
                      <a:pt x="12131" y="471"/>
                      <a:pt x="12582" y="420"/>
                    </a:cubicBezTo>
                    <a:cubicBezTo>
                      <a:pt x="12783" y="395"/>
                      <a:pt x="13008" y="370"/>
                      <a:pt x="13209" y="345"/>
                    </a:cubicBezTo>
                    <a:cubicBezTo>
                      <a:pt x="13409" y="345"/>
                      <a:pt x="13610" y="320"/>
                      <a:pt x="13810" y="295"/>
                    </a:cubicBezTo>
                    <a:cubicBezTo>
                      <a:pt x="14186" y="270"/>
                      <a:pt x="14512" y="245"/>
                      <a:pt x="14813" y="220"/>
                    </a:cubicBezTo>
                    <a:cubicBezTo>
                      <a:pt x="15114" y="195"/>
                      <a:pt x="15389" y="170"/>
                      <a:pt x="15590" y="170"/>
                    </a:cubicBezTo>
                    <a:cubicBezTo>
                      <a:pt x="16016" y="120"/>
                      <a:pt x="16241" y="95"/>
                      <a:pt x="16241" y="70"/>
                    </a:cubicBezTo>
                    <a:cubicBezTo>
                      <a:pt x="16241" y="44"/>
                      <a:pt x="16016" y="19"/>
                      <a:pt x="15590" y="19"/>
                    </a:cubicBezTo>
                    <a:cubicBezTo>
                      <a:pt x="15490" y="7"/>
                      <a:pt x="15370" y="1"/>
                      <a:pt x="15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6837" name="Google Shape;6837;p61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-5400000">
            <a:off x="309161" y="3906338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8" name="Google Shape;6838;p61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26199" r="26233" t="0"/>
          <a:stretch/>
        </p:blipFill>
        <p:spPr>
          <a:xfrm flipH="1" rot="5400000">
            <a:off x="309161" y="4186513"/>
            <a:ext cx="230477" cy="4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9" name="Google Shape;6839;p61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37" y="599463"/>
            <a:ext cx="484525" cy="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40" name="Google Shape;6840;p61"/>
          <p:cNvSpPr txBox="1"/>
          <p:nvPr>
            <p:ph type="title"/>
          </p:nvPr>
        </p:nvSpPr>
        <p:spPr>
          <a:xfrm>
            <a:off x="182149" y="15832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RECUR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841" name="Google Shape;6841;p61">
            <a:hlinkClick action="ppaction://hlinksldjump" r:id="rId5"/>
          </p:cNvPr>
          <p:cNvSpPr txBox="1"/>
          <p:nvPr>
            <p:ph type="title"/>
          </p:nvPr>
        </p:nvSpPr>
        <p:spPr>
          <a:xfrm>
            <a:off x="182149" y="21559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READ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842" name="Google Shape;6842;p61"/>
          <p:cNvSpPr txBox="1"/>
          <p:nvPr>
            <p:ph type="title"/>
          </p:nvPr>
        </p:nvSpPr>
        <p:spPr>
          <a:xfrm>
            <a:off x="182149" y="2728647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PRACT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843" name="Google Shape;6843;p61">
            <a:hlinkClick/>
          </p:cNvPr>
          <p:cNvSpPr txBox="1"/>
          <p:nvPr>
            <p:ph type="title"/>
          </p:nvPr>
        </p:nvSpPr>
        <p:spPr>
          <a:xfrm>
            <a:off x="182149" y="3315310"/>
            <a:ext cx="484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HW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6844" name="Google Shape;6844;p61"/>
          <p:cNvSpPr txBox="1"/>
          <p:nvPr/>
        </p:nvSpPr>
        <p:spPr>
          <a:xfrm>
            <a:off x="6304950" y="1397000"/>
            <a:ext cx="2871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2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factorial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FFF2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number){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(number 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return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factorial(number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number;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5" name="Google Shape;6845;p61"/>
          <p:cNvSpPr txBox="1"/>
          <p:nvPr>
            <p:ph idx="1" type="subTitle"/>
          </p:nvPr>
        </p:nvSpPr>
        <p:spPr>
          <a:xfrm>
            <a:off x="1236200" y="1549400"/>
            <a:ext cx="4878000" cy="30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Một hàm được gọi là </a:t>
            </a:r>
            <a:r>
              <a:rPr lang="en">
                <a:solidFill>
                  <a:schemeClr val="dk1"/>
                </a:solidFill>
              </a:rPr>
              <a:t>đệ quy</a:t>
            </a:r>
            <a:r>
              <a:rPr lang="en"/>
              <a:t> khi trong hàm đó có chứa lệnh </a:t>
            </a:r>
            <a:r>
              <a:rPr lang="en">
                <a:solidFill>
                  <a:schemeClr val="accent4"/>
                </a:solidFill>
              </a:rPr>
              <a:t>gọi lại chính nó</a:t>
            </a:r>
            <a:r>
              <a:rPr lang="en"/>
              <a:t>. 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Trong ví dụ với hàm </a:t>
            </a:r>
            <a:r>
              <a:rPr lang="en">
                <a:solidFill>
                  <a:schemeClr val="accent3"/>
                </a:solidFill>
              </a:rPr>
              <a:t>factorial</a:t>
            </a:r>
            <a:r>
              <a:rPr lang="en"/>
              <a:t>, ở dòng 4, hàm factorial được gọi với đối số là </a:t>
            </a:r>
            <a:r>
              <a:rPr lang="en">
                <a:solidFill>
                  <a:schemeClr val="dk1"/>
                </a:solidFill>
              </a:rPr>
              <a:t>number - 1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Mỗi hàm đệ quy đều có chứa ít nhất một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 để hàm không đệ quy đến vô hạn lần.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 là trường hợp mà hàm đệ quy không thực hiện đệ quy nữa, giống với điều kiện dừng khi ta cài đặt một cấu trúc lặp.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Ở ví dụ bên, </a:t>
            </a:r>
            <a:r>
              <a:rPr lang="en">
                <a:solidFill>
                  <a:schemeClr val="dk1"/>
                </a:solidFill>
              </a:rPr>
              <a:t>BASE CASE</a:t>
            </a:r>
            <a:r>
              <a:rPr lang="en"/>
              <a:t> được thiết lập bởi hai lệnh ở dòng 2 và dòng 3.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6846" name="Google Shape;6846;p61"/>
          <p:cNvSpPr txBox="1"/>
          <p:nvPr/>
        </p:nvSpPr>
        <p:spPr>
          <a:xfrm>
            <a:off x="6381150" y="2576925"/>
            <a:ext cx="2871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Calculate factorial(7).</a:t>
            </a:r>
            <a:endParaRPr sz="9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Factorial(7) = factorial(1)* factorial(2)* factorial(3)* factorial(4)* factorial(5)* factorial(6)* factorial(7).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get factorial(7), need factorial(6) 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get factorial(6), need factorial(5) 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get factorial(5), need factorial(4) 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get factorial(4), need factorial(3) 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get factorial(3), need factorial(2) 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get factorial(2), need factorial(1) </a:t>
            </a:r>
            <a:endParaRPr sz="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factorial(1) = 1</a:t>
            </a:r>
            <a:endParaRPr sz="9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Result: </a:t>
            </a:r>
            <a:r>
              <a:rPr lang="en" sz="9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factorial(7) = 3628800</a:t>
            </a:r>
            <a:endParaRPr sz="9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7" name="Google Shape;6847;p61">
            <a:hlinkClick action="ppaction://hlinksldjump" r:id="rId6"/>
          </p:cNvPr>
          <p:cNvSpPr/>
          <p:nvPr/>
        </p:nvSpPr>
        <p:spPr>
          <a:xfrm>
            <a:off x="7031375" y="222325"/>
            <a:ext cx="1776600" cy="572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Crushed"/>
                <a:ea typeface="Crushed"/>
                <a:cs typeface="Crushed"/>
                <a:sym typeface="Crushed"/>
              </a:rPr>
              <a:t>READ A RECURSIVE FUNCTION</a:t>
            </a:r>
            <a:endParaRPr sz="1200">
              <a:solidFill>
                <a:schemeClr val="accent2"/>
              </a:solidFill>
              <a:latin typeface="Crushed"/>
              <a:ea typeface="Crushed"/>
              <a:cs typeface="Crushed"/>
              <a:sym typeface="Crush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ady for Christmas XL by Slidesgo">
  <a:themeElements>
    <a:clrScheme name="Simple Light">
      <a:dk1>
        <a:srgbClr val="E75151"/>
      </a:dk1>
      <a:lt1>
        <a:srgbClr val="353B51"/>
      </a:lt1>
      <a:dk2>
        <a:srgbClr val="FFFFFF"/>
      </a:dk2>
      <a:lt2>
        <a:srgbClr val="385E6D"/>
      </a:lt2>
      <a:accent1>
        <a:srgbClr val="C2C57F"/>
      </a:accent1>
      <a:accent2>
        <a:srgbClr val="FCC88A"/>
      </a:accent2>
      <a:accent3>
        <a:srgbClr val="A13939"/>
      </a:accent3>
      <a:accent4>
        <a:srgbClr val="56869E"/>
      </a:accent4>
      <a:accent5>
        <a:srgbClr val="AAAD69"/>
      </a:accent5>
      <a:accent6>
        <a:srgbClr val="EAEAEA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